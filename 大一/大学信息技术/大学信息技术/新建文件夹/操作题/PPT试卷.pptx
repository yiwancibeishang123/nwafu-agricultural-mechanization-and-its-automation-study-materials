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62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90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55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05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4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65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28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72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09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8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50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60E1A-BCCB-4E4F-A074-12F0EB4D40D3}" type="datetimeFigureOut">
              <a:rPr lang="zh-CN" altLang="en-US" smtClean="0"/>
              <a:t>2020/12/11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9BD43-831C-4873-8A3C-8F17B9C770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32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01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yangpei</dc:creator>
  <cp:lastModifiedBy>tclsevers</cp:lastModifiedBy>
  <cp:revision>1</cp:revision>
  <dcterms:created xsi:type="dcterms:W3CDTF">2014-12-04T00:47:49Z</dcterms:created>
  <dcterms:modified xsi:type="dcterms:W3CDTF">2020-12-11T02:22:54Z</dcterms:modified>
</cp:coreProperties>
</file>