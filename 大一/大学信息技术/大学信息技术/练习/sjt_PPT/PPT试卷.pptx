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80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17E3B1-0D15-4D3F-9190-6C5441E6A7F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6908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21430-4226-4674-9F5F-584978AB46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4786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C7ED91-99E0-4834-B0AA-13E88D6D4C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6665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A51AD2-F602-4903-B1B0-8BD27A1830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8514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B09C93-730F-4AE1-8AF6-F5927A52994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490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E2EE69-5D52-4F6F-963C-04FE42688F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5290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1E7182-B186-4956-AF06-0132240EC8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7932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942839-14BD-4C48-A9C0-31EF77EB91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4221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595FA1-AF3A-463D-A007-31C0AB4F446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4138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04DF73-C1FA-4131-8C7F-27636C65FC6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893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F018C-4D4B-4C50-8349-949F4ADF954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4343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2B033EB-668C-4043-A729-19CAB92EF71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宋体</vt:lpstr>
      <vt:lpstr>默认设计模板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yangpei</dc:creator>
  <cp:lastModifiedBy>yangpei</cp:lastModifiedBy>
  <cp:revision>2</cp:revision>
  <cp:lastPrinted>1601-01-01T00:00:00Z</cp:lastPrinted>
  <dcterms:created xsi:type="dcterms:W3CDTF">1601-01-01T00:00:00Z</dcterms:created>
  <dcterms:modified xsi:type="dcterms:W3CDTF">2014-11-27T00:43:27Z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