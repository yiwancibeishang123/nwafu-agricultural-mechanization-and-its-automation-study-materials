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401" r:id="rId2"/>
    <p:sldId id="352" r:id="rId3"/>
    <p:sldId id="373" r:id="rId4"/>
    <p:sldId id="362" r:id="rId5"/>
    <p:sldId id="370" r:id="rId6"/>
    <p:sldId id="372" r:id="rId7"/>
    <p:sldId id="307" r:id="rId8"/>
    <p:sldId id="263" r:id="rId9"/>
    <p:sldId id="375" r:id="rId10"/>
    <p:sldId id="377" r:id="rId11"/>
    <p:sldId id="301" r:id="rId12"/>
    <p:sldId id="266" r:id="rId13"/>
    <p:sldId id="378" r:id="rId14"/>
    <p:sldId id="379" r:id="rId15"/>
    <p:sldId id="381" r:id="rId16"/>
    <p:sldId id="382" r:id="rId17"/>
    <p:sldId id="383" r:id="rId18"/>
    <p:sldId id="359" r:id="rId19"/>
    <p:sldId id="354" r:id="rId20"/>
    <p:sldId id="355" r:id="rId21"/>
    <p:sldId id="356" r:id="rId22"/>
    <p:sldId id="271" r:id="rId23"/>
    <p:sldId id="272" r:id="rId24"/>
    <p:sldId id="384" r:id="rId25"/>
    <p:sldId id="385" r:id="rId26"/>
    <p:sldId id="388" r:id="rId27"/>
    <p:sldId id="386" r:id="rId28"/>
    <p:sldId id="275" r:id="rId29"/>
    <p:sldId id="278" r:id="rId30"/>
    <p:sldId id="282" r:id="rId31"/>
    <p:sldId id="389" r:id="rId32"/>
    <p:sldId id="390" r:id="rId33"/>
    <p:sldId id="357" r:id="rId34"/>
    <p:sldId id="285" r:id="rId35"/>
    <p:sldId id="286" r:id="rId36"/>
    <p:sldId id="287" r:id="rId37"/>
    <p:sldId id="395" r:id="rId38"/>
    <p:sldId id="396" r:id="rId39"/>
    <p:sldId id="397" r:id="rId40"/>
    <p:sldId id="399" r:id="rId41"/>
    <p:sldId id="398" r:id="rId42"/>
    <p:sldId id="400" r:id="rId43"/>
    <p:sldId id="289" r:id="rId44"/>
    <p:sldId id="292" r:id="rId45"/>
    <p:sldId id="295" r:id="rId46"/>
    <p:sldId id="304" r:id="rId47"/>
    <p:sldId id="305" r:id="rId48"/>
    <p:sldId id="353" r:id="rId49"/>
    <p:sldId id="318" r:id="rId50"/>
    <p:sldId id="320" r:id="rId51"/>
    <p:sldId id="321" r:id="rId52"/>
    <p:sldId id="322" r:id="rId53"/>
    <p:sldId id="326" r:id="rId54"/>
    <p:sldId id="324" r:id="rId55"/>
    <p:sldId id="325" r:id="rId56"/>
    <p:sldId id="328" r:id="rId57"/>
    <p:sldId id="331" r:id="rId58"/>
  </p:sldIdLst>
  <p:sldSz cx="9144000" cy="6858000" type="screen4x3"/>
  <p:notesSz cx="6858000" cy="9144000"/>
  <p:defaultTextStyle>
    <a:defPPr>
      <a:defRPr lang="zh-CN"/>
    </a:defPPr>
    <a:lvl1pPr algn="ctr" rtl="0" fontAlgn="base">
      <a:spcBef>
        <a:spcPct val="0"/>
      </a:spcBef>
      <a:spcAft>
        <a:spcPct val="0"/>
      </a:spcAft>
      <a:defRPr kumimoji="1" sz="3200"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kumimoji="1" sz="3200"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kumimoji="1" sz="3200"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kumimoji="1" sz="3200"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kumimoji="1" sz="3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3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3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3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32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0000"/>
    <a:srgbClr val="CC3300"/>
    <a:srgbClr val="009900"/>
    <a:srgbClr val="007C3E"/>
    <a:srgbClr val="00CC66"/>
    <a:srgbClr val="00CC00"/>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46" autoAdjust="0"/>
    <p:restoredTop sz="94749" autoAdjust="0"/>
  </p:normalViewPr>
  <p:slideViewPr>
    <p:cSldViewPr>
      <p:cViewPr varScale="1">
        <p:scale>
          <a:sx n="114" d="100"/>
          <a:sy n="114" d="100"/>
        </p:scale>
        <p:origin x="-154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14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9"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image" Target="../media/image27.wmf"/><Relationship Id="rId7" Type="http://schemas.openxmlformats.org/officeDocument/2006/relationships/image" Target="../media/image31.wmf"/><Relationship Id="rId12" Type="http://schemas.openxmlformats.org/officeDocument/2006/relationships/image" Target="../media/image36.wmf"/><Relationship Id="rId2" Type="http://schemas.openxmlformats.org/officeDocument/2006/relationships/image" Target="../media/image26.wmf"/><Relationship Id="rId1" Type="http://schemas.openxmlformats.org/officeDocument/2006/relationships/image" Target="../media/image25.wmf"/><Relationship Id="rId6" Type="http://schemas.openxmlformats.org/officeDocument/2006/relationships/image" Target="../media/image30.wmf"/><Relationship Id="rId11" Type="http://schemas.openxmlformats.org/officeDocument/2006/relationships/image" Target="../media/image35.wmf"/><Relationship Id="rId5" Type="http://schemas.openxmlformats.org/officeDocument/2006/relationships/image" Target="../media/image29.wmf"/><Relationship Id="rId10" Type="http://schemas.openxmlformats.org/officeDocument/2006/relationships/image" Target="../media/image34.wmf"/><Relationship Id="rId4" Type="http://schemas.openxmlformats.org/officeDocument/2006/relationships/image" Target="../media/image28.wmf"/><Relationship Id="rId9"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image" Target="../media/image42.wmf"/><Relationship Id="rId7" Type="http://schemas.openxmlformats.org/officeDocument/2006/relationships/image" Target="../media/image46.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2.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66.wmf"/><Relationship Id="rId7" Type="http://schemas.openxmlformats.org/officeDocument/2006/relationships/image" Target="../media/image70.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 Id="rId9" Type="http://schemas.openxmlformats.org/officeDocument/2006/relationships/image" Target="../media/image7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5.wmf"/><Relationship Id="rId7" Type="http://schemas.openxmlformats.org/officeDocument/2006/relationships/image" Target="../media/image79.wmf"/><Relationship Id="rId2" Type="http://schemas.openxmlformats.org/officeDocument/2006/relationships/image" Target="../media/image74.wmf"/><Relationship Id="rId1" Type="http://schemas.openxmlformats.org/officeDocument/2006/relationships/image" Target="../media/image73.wmf"/><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87.wmf"/><Relationship Id="rId13" Type="http://schemas.openxmlformats.org/officeDocument/2006/relationships/image" Target="../media/image92.wmf"/><Relationship Id="rId3" Type="http://schemas.openxmlformats.org/officeDocument/2006/relationships/image" Target="../media/image82.wmf"/><Relationship Id="rId7" Type="http://schemas.openxmlformats.org/officeDocument/2006/relationships/image" Target="../media/image86.wmf"/><Relationship Id="rId12" Type="http://schemas.openxmlformats.org/officeDocument/2006/relationships/image" Target="../media/image91.wmf"/><Relationship Id="rId2" Type="http://schemas.openxmlformats.org/officeDocument/2006/relationships/image" Target="../media/image81.wmf"/><Relationship Id="rId1" Type="http://schemas.openxmlformats.org/officeDocument/2006/relationships/image" Target="../media/image80.wmf"/><Relationship Id="rId6" Type="http://schemas.openxmlformats.org/officeDocument/2006/relationships/image" Target="../media/image85.wmf"/><Relationship Id="rId11" Type="http://schemas.openxmlformats.org/officeDocument/2006/relationships/image" Target="../media/image90.wmf"/><Relationship Id="rId5" Type="http://schemas.openxmlformats.org/officeDocument/2006/relationships/image" Target="../media/image84.wmf"/><Relationship Id="rId10" Type="http://schemas.openxmlformats.org/officeDocument/2006/relationships/image" Target="../media/image89.wmf"/><Relationship Id="rId4" Type="http://schemas.openxmlformats.org/officeDocument/2006/relationships/image" Target="../media/image83.wmf"/><Relationship Id="rId9" Type="http://schemas.openxmlformats.org/officeDocument/2006/relationships/image" Target="../media/image88.wmf"/><Relationship Id="rId14" Type="http://schemas.openxmlformats.org/officeDocument/2006/relationships/image" Target="../media/image9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97.wmf"/><Relationship Id="rId7" Type="http://schemas.openxmlformats.org/officeDocument/2006/relationships/image" Target="../media/image101.wmf"/><Relationship Id="rId2" Type="http://schemas.openxmlformats.org/officeDocument/2006/relationships/image" Target="../media/image96.wmf"/><Relationship Id="rId1" Type="http://schemas.openxmlformats.org/officeDocument/2006/relationships/image" Target="../media/image95.wmf"/><Relationship Id="rId6" Type="http://schemas.openxmlformats.org/officeDocument/2006/relationships/image" Target="../media/image100.wmf"/><Relationship Id="rId5" Type="http://schemas.openxmlformats.org/officeDocument/2006/relationships/image" Target="../media/image99.wmf"/><Relationship Id="rId4" Type="http://schemas.openxmlformats.org/officeDocument/2006/relationships/image" Target="../media/image9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 Id="rId4" Type="http://schemas.openxmlformats.org/officeDocument/2006/relationships/image" Target="../media/image10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 Id="rId4" Type="http://schemas.openxmlformats.org/officeDocument/2006/relationships/image" Target="../media/image11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 Id="rId4" Type="http://schemas.openxmlformats.org/officeDocument/2006/relationships/image" Target="../media/image120.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28.wmf"/><Relationship Id="rId13" Type="http://schemas.openxmlformats.org/officeDocument/2006/relationships/image" Target="../media/image113.wmf"/><Relationship Id="rId3" Type="http://schemas.openxmlformats.org/officeDocument/2006/relationships/image" Target="../media/image123.wmf"/><Relationship Id="rId7" Type="http://schemas.openxmlformats.org/officeDocument/2006/relationships/image" Target="../media/image127.wmf"/><Relationship Id="rId12" Type="http://schemas.openxmlformats.org/officeDocument/2006/relationships/image" Target="../media/image132.wmf"/><Relationship Id="rId2" Type="http://schemas.openxmlformats.org/officeDocument/2006/relationships/image" Target="../media/image122.wmf"/><Relationship Id="rId1" Type="http://schemas.openxmlformats.org/officeDocument/2006/relationships/image" Target="../media/image121.wmf"/><Relationship Id="rId6" Type="http://schemas.openxmlformats.org/officeDocument/2006/relationships/image" Target="../media/image126.wmf"/><Relationship Id="rId11" Type="http://schemas.openxmlformats.org/officeDocument/2006/relationships/image" Target="../media/image131.wmf"/><Relationship Id="rId5" Type="http://schemas.openxmlformats.org/officeDocument/2006/relationships/image" Target="../media/image125.wmf"/><Relationship Id="rId10" Type="http://schemas.openxmlformats.org/officeDocument/2006/relationships/image" Target="../media/image130.wmf"/><Relationship Id="rId4" Type="http://schemas.openxmlformats.org/officeDocument/2006/relationships/image" Target="../media/image124.wmf"/><Relationship Id="rId9" Type="http://schemas.openxmlformats.org/officeDocument/2006/relationships/image" Target="../media/image129.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40.wmf"/><Relationship Id="rId3" Type="http://schemas.openxmlformats.org/officeDocument/2006/relationships/image" Target="../media/image135.wmf"/><Relationship Id="rId7" Type="http://schemas.openxmlformats.org/officeDocument/2006/relationships/image" Target="../media/image139.wmf"/><Relationship Id="rId2" Type="http://schemas.openxmlformats.org/officeDocument/2006/relationships/image" Target="../media/image134.wmf"/><Relationship Id="rId1" Type="http://schemas.openxmlformats.org/officeDocument/2006/relationships/image" Target="../media/image133.wmf"/><Relationship Id="rId6" Type="http://schemas.openxmlformats.org/officeDocument/2006/relationships/image" Target="../media/image138.wmf"/><Relationship Id="rId5" Type="http://schemas.openxmlformats.org/officeDocument/2006/relationships/image" Target="../media/image137.wmf"/><Relationship Id="rId4" Type="http://schemas.openxmlformats.org/officeDocument/2006/relationships/image" Target="../media/image136.wmf"/><Relationship Id="rId9" Type="http://schemas.openxmlformats.org/officeDocument/2006/relationships/image" Target="../media/image141.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image" Target="../media/image144.wmf"/><Relationship Id="rId7" Type="http://schemas.openxmlformats.org/officeDocument/2006/relationships/image" Target="../media/image148.wmf"/><Relationship Id="rId12" Type="http://schemas.openxmlformats.org/officeDocument/2006/relationships/image" Target="../media/image150.wmf"/><Relationship Id="rId2" Type="http://schemas.openxmlformats.org/officeDocument/2006/relationships/image" Target="../media/image143.wmf"/><Relationship Id="rId1" Type="http://schemas.openxmlformats.org/officeDocument/2006/relationships/image" Target="../media/image142.wmf"/><Relationship Id="rId6" Type="http://schemas.openxmlformats.org/officeDocument/2006/relationships/image" Target="../media/image147.wmf"/><Relationship Id="rId11" Type="http://schemas.openxmlformats.org/officeDocument/2006/relationships/image" Target="../media/image141.wmf"/><Relationship Id="rId5" Type="http://schemas.openxmlformats.org/officeDocument/2006/relationships/image" Target="../media/image146.wmf"/><Relationship Id="rId10" Type="http://schemas.openxmlformats.org/officeDocument/2006/relationships/image" Target="../media/image149.wmf"/><Relationship Id="rId4" Type="http://schemas.openxmlformats.org/officeDocument/2006/relationships/image" Target="../media/image145.wmf"/><Relationship Id="rId9" Type="http://schemas.openxmlformats.org/officeDocument/2006/relationships/image" Target="../media/image140.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58.wmf"/><Relationship Id="rId3" Type="http://schemas.openxmlformats.org/officeDocument/2006/relationships/image" Target="../media/image153.wmf"/><Relationship Id="rId7" Type="http://schemas.openxmlformats.org/officeDocument/2006/relationships/image" Target="../media/image157.wmf"/><Relationship Id="rId12" Type="http://schemas.openxmlformats.org/officeDocument/2006/relationships/image" Target="../media/image162.wmf"/><Relationship Id="rId2" Type="http://schemas.openxmlformats.org/officeDocument/2006/relationships/image" Target="../media/image152.wmf"/><Relationship Id="rId1" Type="http://schemas.openxmlformats.org/officeDocument/2006/relationships/image" Target="../media/image151.wmf"/><Relationship Id="rId6" Type="http://schemas.openxmlformats.org/officeDocument/2006/relationships/image" Target="../media/image156.wmf"/><Relationship Id="rId11" Type="http://schemas.openxmlformats.org/officeDocument/2006/relationships/image" Target="../media/image161.wmf"/><Relationship Id="rId5" Type="http://schemas.openxmlformats.org/officeDocument/2006/relationships/image" Target="../media/image155.wmf"/><Relationship Id="rId10" Type="http://schemas.openxmlformats.org/officeDocument/2006/relationships/image" Target="../media/image160.wmf"/><Relationship Id="rId4" Type="http://schemas.openxmlformats.org/officeDocument/2006/relationships/image" Target="../media/image154.wmf"/><Relationship Id="rId9" Type="http://schemas.openxmlformats.org/officeDocument/2006/relationships/image" Target="../media/image159.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image" Target="../media/image175.wmf"/><Relationship Id="rId3" Type="http://schemas.openxmlformats.org/officeDocument/2006/relationships/image" Target="../media/image165.wmf"/><Relationship Id="rId7" Type="http://schemas.openxmlformats.org/officeDocument/2006/relationships/image" Target="../media/image169.wmf"/><Relationship Id="rId12" Type="http://schemas.openxmlformats.org/officeDocument/2006/relationships/image" Target="../media/image174.wmf"/><Relationship Id="rId2" Type="http://schemas.openxmlformats.org/officeDocument/2006/relationships/image" Target="../media/image164.wmf"/><Relationship Id="rId1" Type="http://schemas.openxmlformats.org/officeDocument/2006/relationships/image" Target="../media/image163.wmf"/><Relationship Id="rId6" Type="http://schemas.openxmlformats.org/officeDocument/2006/relationships/image" Target="../media/image168.wmf"/><Relationship Id="rId11" Type="http://schemas.openxmlformats.org/officeDocument/2006/relationships/image" Target="../media/image173.wmf"/><Relationship Id="rId5" Type="http://schemas.openxmlformats.org/officeDocument/2006/relationships/image" Target="../media/image167.wmf"/><Relationship Id="rId10" Type="http://schemas.openxmlformats.org/officeDocument/2006/relationships/image" Target="../media/image172.wmf"/><Relationship Id="rId4" Type="http://schemas.openxmlformats.org/officeDocument/2006/relationships/image" Target="../media/image166.wmf"/><Relationship Id="rId9" Type="http://schemas.openxmlformats.org/officeDocument/2006/relationships/image" Target="../media/image17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78.wmf"/><Relationship Id="rId7" Type="http://schemas.openxmlformats.org/officeDocument/2006/relationships/image" Target="../media/image182.wmf"/><Relationship Id="rId2" Type="http://schemas.openxmlformats.org/officeDocument/2006/relationships/image" Target="../media/image177.wmf"/><Relationship Id="rId1" Type="http://schemas.openxmlformats.org/officeDocument/2006/relationships/image" Target="../media/image176.wmf"/><Relationship Id="rId6" Type="http://schemas.openxmlformats.org/officeDocument/2006/relationships/image" Target="../media/image181.wmf"/><Relationship Id="rId5" Type="http://schemas.openxmlformats.org/officeDocument/2006/relationships/image" Target="../media/image180.wmf"/><Relationship Id="rId4" Type="http://schemas.openxmlformats.org/officeDocument/2006/relationships/image" Target="../media/image179.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image" Target="../media/image184.wmf"/><Relationship Id="rId1" Type="http://schemas.openxmlformats.org/officeDocument/2006/relationships/image" Target="../media/image183.wmf"/><Relationship Id="rId4" Type="http://schemas.openxmlformats.org/officeDocument/2006/relationships/image" Target="../media/image186.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89.wmf"/><Relationship Id="rId2" Type="http://schemas.openxmlformats.org/officeDocument/2006/relationships/image" Target="../media/image188.wmf"/><Relationship Id="rId1" Type="http://schemas.openxmlformats.org/officeDocument/2006/relationships/image" Target="../media/image187.wmf"/><Relationship Id="rId4" Type="http://schemas.openxmlformats.org/officeDocument/2006/relationships/image" Target="../media/image190.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98.wmf"/><Relationship Id="rId3" Type="http://schemas.openxmlformats.org/officeDocument/2006/relationships/image" Target="../media/image193.wmf"/><Relationship Id="rId7" Type="http://schemas.openxmlformats.org/officeDocument/2006/relationships/image" Target="../media/image197.wmf"/><Relationship Id="rId2" Type="http://schemas.openxmlformats.org/officeDocument/2006/relationships/image" Target="../media/image192.wmf"/><Relationship Id="rId1" Type="http://schemas.openxmlformats.org/officeDocument/2006/relationships/image" Target="../media/image191.wmf"/><Relationship Id="rId6" Type="http://schemas.openxmlformats.org/officeDocument/2006/relationships/image" Target="../media/image196.wmf"/><Relationship Id="rId5" Type="http://schemas.openxmlformats.org/officeDocument/2006/relationships/image" Target="../media/image195.wmf"/><Relationship Id="rId4" Type="http://schemas.openxmlformats.org/officeDocument/2006/relationships/image" Target="../media/image194.wmf"/><Relationship Id="rId9" Type="http://schemas.openxmlformats.org/officeDocument/2006/relationships/image" Target="../media/image199.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07.wmf"/><Relationship Id="rId3" Type="http://schemas.openxmlformats.org/officeDocument/2006/relationships/image" Target="../media/image202.wmf"/><Relationship Id="rId7" Type="http://schemas.openxmlformats.org/officeDocument/2006/relationships/image" Target="../media/image206.wmf"/><Relationship Id="rId2" Type="http://schemas.openxmlformats.org/officeDocument/2006/relationships/image" Target="../media/image201.wmf"/><Relationship Id="rId1" Type="http://schemas.openxmlformats.org/officeDocument/2006/relationships/image" Target="../media/image200.wmf"/><Relationship Id="rId6" Type="http://schemas.openxmlformats.org/officeDocument/2006/relationships/image" Target="../media/image205.wmf"/><Relationship Id="rId5" Type="http://schemas.openxmlformats.org/officeDocument/2006/relationships/image" Target="../media/image204.wmf"/><Relationship Id="rId10" Type="http://schemas.openxmlformats.org/officeDocument/2006/relationships/image" Target="../media/image209.wmf"/><Relationship Id="rId4" Type="http://schemas.openxmlformats.org/officeDocument/2006/relationships/image" Target="../media/image203.wmf"/><Relationship Id="rId9" Type="http://schemas.openxmlformats.org/officeDocument/2006/relationships/image" Target="../media/image208.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17.wmf"/><Relationship Id="rId13" Type="http://schemas.openxmlformats.org/officeDocument/2006/relationships/image" Target="../media/image222.wmf"/><Relationship Id="rId18" Type="http://schemas.openxmlformats.org/officeDocument/2006/relationships/image" Target="../media/image227.wmf"/><Relationship Id="rId3" Type="http://schemas.openxmlformats.org/officeDocument/2006/relationships/image" Target="../media/image212.wmf"/><Relationship Id="rId7" Type="http://schemas.openxmlformats.org/officeDocument/2006/relationships/image" Target="../media/image216.wmf"/><Relationship Id="rId12" Type="http://schemas.openxmlformats.org/officeDocument/2006/relationships/image" Target="../media/image221.wmf"/><Relationship Id="rId17" Type="http://schemas.openxmlformats.org/officeDocument/2006/relationships/image" Target="../media/image226.wmf"/><Relationship Id="rId2" Type="http://schemas.openxmlformats.org/officeDocument/2006/relationships/image" Target="../media/image211.wmf"/><Relationship Id="rId16" Type="http://schemas.openxmlformats.org/officeDocument/2006/relationships/image" Target="../media/image225.wmf"/><Relationship Id="rId1" Type="http://schemas.openxmlformats.org/officeDocument/2006/relationships/image" Target="../media/image210.wmf"/><Relationship Id="rId6" Type="http://schemas.openxmlformats.org/officeDocument/2006/relationships/image" Target="../media/image215.wmf"/><Relationship Id="rId11" Type="http://schemas.openxmlformats.org/officeDocument/2006/relationships/image" Target="../media/image220.wmf"/><Relationship Id="rId5" Type="http://schemas.openxmlformats.org/officeDocument/2006/relationships/image" Target="../media/image214.wmf"/><Relationship Id="rId15" Type="http://schemas.openxmlformats.org/officeDocument/2006/relationships/image" Target="../media/image224.wmf"/><Relationship Id="rId10" Type="http://schemas.openxmlformats.org/officeDocument/2006/relationships/image" Target="../media/image219.wmf"/><Relationship Id="rId19" Type="http://schemas.openxmlformats.org/officeDocument/2006/relationships/image" Target="../media/image228.wmf"/><Relationship Id="rId4" Type="http://schemas.openxmlformats.org/officeDocument/2006/relationships/image" Target="../media/image213.wmf"/><Relationship Id="rId9" Type="http://schemas.openxmlformats.org/officeDocument/2006/relationships/image" Target="../media/image218.wmf"/><Relationship Id="rId14" Type="http://schemas.openxmlformats.org/officeDocument/2006/relationships/image" Target="../media/image223.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36.wmf"/><Relationship Id="rId3" Type="http://schemas.openxmlformats.org/officeDocument/2006/relationships/image" Target="../media/image231.wmf"/><Relationship Id="rId7" Type="http://schemas.openxmlformats.org/officeDocument/2006/relationships/image" Target="../media/image235.wmf"/><Relationship Id="rId2" Type="http://schemas.openxmlformats.org/officeDocument/2006/relationships/image" Target="../media/image230.wmf"/><Relationship Id="rId1" Type="http://schemas.openxmlformats.org/officeDocument/2006/relationships/image" Target="../media/image229.wmf"/><Relationship Id="rId6" Type="http://schemas.openxmlformats.org/officeDocument/2006/relationships/image" Target="../media/image234.wmf"/><Relationship Id="rId5" Type="http://schemas.openxmlformats.org/officeDocument/2006/relationships/image" Target="../media/image233.wmf"/><Relationship Id="rId4" Type="http://schemas.openxmlformats.org/officeDocument/2006/relationships/image" Target="../media/image232.wmf"/><Relationship Id="rId9" Type="http://schemas.openxmlformats.org/officeDocument/2006/relationships/image" Target="../media/image237.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image" Target="../media/image240.wmf"/><Relationship Id="rId1" Type="http://schemas.openxmlformats.org/officeDocument/2006/relationships/image" Target="../media/image239.wmf"/><Relationship Id="rId5" Type="http://schemas.openxmlformats.org/officeDocument/2006/relationships/image" Target="../media/image243.wmf"/><Relationship Id="rId4" Type="http://schemas.openxmlformats.org/officeDocument/2006/relationships/image" Target="../media/image242.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46.wmf"/><Relationship Id="rId2" Type="http://schemas.openxmlformats.org/officeDocument/2006/relationships/image" Target="../media/image245.wmf"/><Relationship Id="rId1" Type="http://schemas.openxmlformats.org/officeDocument/2006/relationships/image" Target="../media/image244.wmf"/><Relationship Id="rId6" Type="http://schemas.openxmlformats.org/officeDocument/2006/relationships/image" Target="../media/image249.wmf"/><Relationship Id="rId5" Type="http://schemas.openxmlformats.org/officeDocument/2006/relationships/image" Target="../media/image248.wmf"/><Relationship Id="rId4" Type="http://schemas.openxmlformats.org/officeDocument/2006/relationships/image" Target="../media/image247.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53.wmf"/><Relationship Id="rId2" Type="http://schemas.openxmlformats.org/officeDocument/2006/relationships/image" Target="../media/image252.wmf"/><Relationship Id="rId1" Type="http://schemas.openxmlformats.org/officeDocument/2006/relationships/image" Target="../media/image251.wmf"/><Relationship Id="rId4" Type="http://schemas.openxmlformats.org/officeDocument/2006/relationships/image" Target="../media/image245.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61.wmf"/><Relationship Id="rId13" Type="http://schemas.openxmlformats.org/officeDocument/2006/relationships/image" Target="../media/image266.wmf"/><Relationship Id="rId3" Type="http://schemas.openxmlformats.org/officeDocument/2006/relationships/image" Target="../media/image256.wmf"/><Relationship Id="rId7" Type="http://schemas.openxmlformats.org/officeDocument/2006/relationships/image" Target="../media/image260.wmf"/><Relationship Id="rId12" Type="http://schemas.openxmlformats.org/officeDocument/2006/relationships/image" Target="../media/image265.wmf"/><Relationship Id="rId2" Type="http://schemas.openxmlformats.org/officeDocument/2006/relationships/image" Target="../media/image255.wmf"/><Relationship Id="rId16" Type="http://schemas.openxmlformats.org/officeDocument/2006/relationships/image" Target="../media/image269.wmf"/><Relationship Id="rId1" Type="http://schemas.openxmlformats.org/officeDocument/2006/relationships/image" Target="../media/image254.wmf"/><Relationship Id="rId6" Type="http://schemas.openxmlformats.org/officeDocument/2006/relationships/image" Target="../media/image259.wmf"/><Relationship Id="rId11" Type="http://schemas.openxmlformats.org/officeDocument/2006/relationships/image" Target="../media/image264.wmf"/><Relationship Id="rId5" Type="http://schemas.openxmlformats.org/officeDocument/2006/relationships/image" Target="../media/image258.wmf"/><Relationship Id="rId15" Type="http://schemas.openxmlformats.org/officeDocument/2006/relationships/image" Target="../media/image268.wmf"/><Relationship Id="rId10" Type="http://schemas.openxmlformats.org/officeDocument/2006/relationships/image" Target="../media/image263.wmf"/><Relationship Id="rId4" Type="http://schemas.openxmlformats.org/officeDocument/2006/relationships/image" Target="../media/image257.wmf"/><Relationship Id="rId9" Type="http://schemas.openxmlformats.org/officeDocument/2006/relationships/image" Target="../media/image262.wmf"/><Relationship Id="rId14" Type="http://schemas.openxmlformats.org/officeDocument/2006/relationships/image" Target="../media/image267.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68.wmf"/><Relationship Id="rId13" Type="http://schemas.openxmlformats.org/officeDocument/2006/relationships/image" Target="../media/image260.wmf"/><Relationship Id="rId18" Type="http://schemas.openxmlformats.org/officeDocument/2006/relationships/image" Target="../media/image276.wmf"/><Relationship Id="rId3" Type="http://schemas.openxmlformats.org/officeDocument/2006/relationships/image" Target="../media/image272.wmf"/><Relationship Id="rId7" Type="http://schemas.openxmlformats.org/officeDocument/2006/relationships/image" Target="../media/image267.wmf"/><Relationship Id="rId12" Type="http://schemas.openxmlformats.org/officeDocument/2006/relationships/image" Target="../media/image269.wmf"/><Relationship Id="rId17" Type="http://schemas.openxmlformats.org/officeDocument/2006/relationships/image" Target="../media/image275.wmf"/><Relationship Id="rId2" Type="http://schemas.openxmlformats.org/officeDocument/2006/relationships/image" Target="../media/image271.wmf"/><Relationship Id="rId16" Type="http://schemas.openxmlformats.org/officeDocument/2006/relationships/image" Target="../media/image256.wmf"/><Relationship Id="rId1" Type="http://schemas.openxmlformats.org/officeDocument/2006/relationships/image" Target="../media/image270.wmf"/><Relationship Id="rId6" Type="http://schemas.openxmlformats.org/officeDocument/2006/relationships/image" Target="../media/image266.wmf"/><Relationship Id="rId11" Type="http://schemas.openxmlformats.org/officeDocument/2006/relationships/image" Target="../media/image265.wmf"/><Relationship Id="rId5" Type="http://schemas.openxmlformats.org/officeDocument/2006/relationships/image" Target="../media/image274.wmf"/><Relationship Id="rId15" Type="http://schemas.openxmlformats.org/officeDocument/2006/relationships/image" Target="../media/image262.wmf"/><Relationship Id="rId10" Type="http://schemas.openxmlformats.org/officeDocument/2006/relationships/image" Target="../media/image264.wmf"/><Relationship Id="rId19" Type="http://schemas.openxmlformats.org/officeDocument/2006/relationships/image" Target="../media/image277.wmf"/><Relationship Id="rId4" Type="http://schemas.openxmlformats.org/officeDocument/2006/relationships/image" Target="../media/image273.wmf"/><Relationship Id="rId9" Type="http://schemas.openxmlformats.org/officeDocument/2006/relationships/image" Target="../media/image263.wmf"/><Relationship Id="rId14" Type="http://schemas.openxmlformats.org/officeDocument/2006/relationships/image" Target="../media/image261.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85.wmf"/><Relationship Id="rId3" Type="http://schemas.openxmlformats.org/officeDocument/2006/relationships/image" Target="../media/image280.wmf"/><Relationship Id="rId7" Type="http://schemas.openxmlformats.org/officeDocument/2006/relationships/image" Target="../media/image284.wmf"/><Relationship Id="rId2" Type="http://schemas.openxmlformats.org/officeDocument/2006/relationships/image" Target="../media/image279.wmf"/><Relationship Id="rId1" Type="http://schemas.openxmlformats.org/officeDocument/2006/relationships/image" Target="../media/image278.wmf"/><Relationship Id="rId6" Type="http://schemas.openxmlformats.org/officeDocument/2006/relationships/image" Target="../media/image283.wmf"/><Relationship Id="rId11" Type="http://schemas.openxmlformats.org/officeDocument/2006/relationships/image" Target="../media/image10.wmf"/><Relationship Id="rId5" Type="http://schemas.openxmlformats.org/officeDocument/2006/relationships/image" Target="../media/image282.wmf"/><Relationship Id="rId10" Type="http://schemas.openxmlformats.org/officeDocument/2006/relationships/image" Target="../media/image287.wmf"/><Relationship Id="rId4" Type="http://schemas.openxmlformats.org/officeDocument/2006/relationships/image" Target="../media/image281.wmf"/><Relationship Id="rId9" Type="http://schemas.openxmlformats.org/officeDocument/2006/relationships/image" Target="../media/image286.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87.wmf"/><Relationship Id="rId3" Type="http://schemas.openxmlformats.org/officeDocument/2006/relationships/image" Target="../media/image290.wmf"/><Relationship Id="rId7" Type="http://schemas.openxmlformats.org/officeDocument/2006/relationships/image" Target="../media/image294.wmf"/><Relationship Id="rId2" Type="http://schemas.openxmlformats.org/officeDocument/2006/relationships/image" Target="../media/image289.wmf"/><Relationship Id="rId1" Type="http://schemas.openxmlformats.org/officeDocument/2006/relationships/image" Target="../media/image288.wmf"/><Relationship Id="rId6" Type="http://schemas.openxmlformats.org/officeDocument/2006/relationships/image" Target="../media/image293.wmf"/><Relationship Id="rId11" Type="http://schemas.openxmlformats.org/officeDocument/2006/relationships/image" Target="../media/image295.wmf"/><Relationship Id="rId5" Type="http://schemas.openxmlformats.org/officeDocument/2006/relationships/image" Target="../media/image292.wmf"/><Relationship Id="rId10" Type="http://schemas.openxmlformats.org/officeDocument/2006/relationships/image" Target="../media/image285.wmf"/><Relationship Id="rId4" Type="http://schemas.openxmlformats.org/officeDocument/2006/relationships/image" Target="../media/image291.wmf"/><Relationship Id="rId9" Type="http://schemas.openxmlformats.org/officeDocument/2006/relationships/image" Target="../media/image10.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297.wmf"/><Relationship Id="rId1" Type="http://schemas.openxmlformats.org/officeDocument/2006/relationships/image" Target="../media/image296.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300.wmf"/><Relationship Id="rId2" Type="http://schemas.openxmlformats.org/officeDocument/2006/relationships/image" Target="../media/image299.wmf"/><Relationship Id="rId1" Type="http://schemas.openxmlformats.org/officeDocument/2006/relationships/image" Target="../media/image298.wmf"/><Relationship Id="rId4" Type="http://schemas.openxmlformats.org/officeDocument/2006/relationships/image" Target="../media/image301.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302.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306.wmf"/><Relationship Id="rId2" Type="http://schemas.openxmlformats.org/officeDocument/2006/relationships/image" Target="../media/image305.wmf"/><Relationship Id="rId1" Type="http://schemas.openxmlformats.org/officeDocument/2006/relationships/image" Target="../media/image304.wmf"/><Relationship Id="rId4" Type="http://schemas.openxmlformats.org/officeDocument/2006/relationships/image" Target="../media/image307.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315.wmf"/><Relationship Id="rId3" Type="http://schemas.openxmlformats.org/officeDocument/2006/relationships/image" Target="../media/image310.wmf"/><Relationship Id="rId7" Type="http://schemas.openxmlformats.org/officeDocument/2006/relationships/image" Target="../media/image314.wmf"/><Relationship Id="rId2" Type="http://schemas.openxmlformats.org/officeDocument/2006/relationships/image" Target="../media/image309.wmf"/><Relationship Id="rId1" Type="http://schemas.openxmlformats.org/officeDocument/2006/relationships/image" Target="../media/image308.wmf"/><Relationship Id="rId6" Type="http://schemas.openxmlformats.org/officeDocument/2006/relationships/image" Target="../media/image313.wmf"/><Relationship Id="rId5" Type="http://schemas.openxmlformats.org/officeDocument/2006/relationships/image" Target="../media/image312.wmf"/><Relationship Id="rId10" Type="http://schemas.openxmlformats.org/officeDocument/2006/relationships/image" Target="../media/image317.wmf"/><Relationship Id="rId4" Type="http://schemas.openxmlformats.org/officeDocument/2006/relationships/image" Target="../media/image311.wmf"/><Relationship Id="rId9" Type="http://schemas.openxmlformats.org/officeDocument/2006/relationships/image" Target="../media/image316.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320.wmf"/><Relationship Id="rId7" Type="http://schemas.openxmlformats.org/officeDocument/2006/relationships/image" Target="../media/image324.wmf"/><Relationship Id="rId2" Type="http://schemas.openxmlformats.org/officeDocument/2006/relationships/image" Target="../media/image319.wmf"/><Relationship Id="rId1" Type="http://schemas.openxmlformats.org/officeDocument/2006/relationships/image" Target="../media/image318.wmf"/><Relationship Id="rId6" Type="http://schemas.openxmlformats.org/officeDocument/2006/relationships/image" Target="../media/image323.wmf"/><Relationship Id="rId5" Type="http://schemas.openxmlformats.org/officeDocument/2006/relationships/image" Target="../media/image322.wmf"/><Relationship Id="rId4" Type="http://schemas.openxmlformats.org/officeDocument/2006/relationships/image" Target="../media/image321.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330.wmf"/><Relationship Id="rId3" Type="http://schemas.openxmlformats.org/officeDocument/2006/relationships/image" Target="../media/image327.wmf"/><Relationship Id="rId7" Type="http://schemas.openxmlformats.org/officeDocument/2006/relationships/image" Target="../media/image329.wmf"/><Relationship Id="rId2" Type="http://schemas.openxmlformats.org/officeDocument/2006/relationships/image" Target="../media/image326.wmf"/><Relationship Id="rId1" Type="http://schemas.openxmlformats.org/officeDocument/2006/relationships/image" Target="../media/image325.wmf"/><Relationship Id="rId6" Type="http://schemas.openxmlformats.org/officeDocument/2006/relationships/image" Target="../media/image308.wmf"/><Relationship Id="rId5" Type="http://schemas.openxmlformats.org/officeDocument/2006/relationships/image" Target="../media/image311.wmf"/><Relationship Id="rId4" Type="http://schemas.openxmlformats.org/officeDocument/2006/relationships/image" Target="../media/image328.wmf"/><Relationship Id="rId9" Type="http://schemas.openxmlformats.org/officeDocument/2006/relationships/image" Target="../media/image331.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332.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334.wmf"/><Relationship Id="rId2" Type="http://schemas.openxmlformats.org/officeDocument/2006/relationships/image" Target="../media/image333.wmf"/><Relationship Id="rId1" Type="http://schemas.openxmlformats.org/officeDocument/2006/relationships/image" Target="../media/image328.wmf"/><Relationship Id="rId4" Type="http://schemas.openxmlformats.org/officeDocument/2006/relationships/image" Target="../media/image335.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338.wmf"/><Relationship Id="rId2" Type="http://schemas.openxmlformats.org/officeDocument/2006/relationships/image" Target="../media/image337.wmf"/><Relationship Id="rId1" Type="http://schemas.openxmlformats.org/officeDocument/2006/relationships/image" Target="../media/image336.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341.wmf"/><Relationship Id="rId7" Type="http://schemas.openxmlformats.org/officeDocument/2006/relationships/image" Target="../media/image345.wmf"/><Relationship Id="rId2" Type="http://schemas.openxmlformats.org/officeDocument/2006/relationships/image" Target="../media/image340.wmf"/><Relationship Id="rId1" Type="http://schemas.openxmlformats.org/officeDocument/2006/relationships/image" Target="../media/image339.wmf"/><Relationship Id="rId6" Type="http://schemas.openxmlformats.org/officeDocument/2006/relationships/image" Target="../media/image344.wmf"/><Relationship Id="rId5" Type="http://schemas.openxmlformats.org/officeDocument/2006/relationships/image" Target="../media/image343.wmf"/><Relationship Id="rId4" Type="http://schemas.openxmlformats.org/officeDocument/2006/relationships/image" Target="../media/image3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ltLang="zh-CN"/>
          </a:p>
        </p:txBody>
      </p:sp>
      <p:sp>
        <p:nvSpPr>
          <p:cNvPr id="686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0420"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86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86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ltLang="zh-CN"/>
          </a:p>
        </p:txBody>
      </p:sp>
      <p:sp>
        <p:nvSpPr>
          <p:cNvPr id="686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7F692DD-D271-492F-93E9-987EFD51BAF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909D191E-C5FB-435B-821A-C20A1429299E}" type="slidenum">
              <a:rPr lang="en-US" altLang="zh-CN" smtClean="0"/>
              <a:pPr/>
              <a:t>2</a:t>
            </a:fld>
            <a:endParaRPr lang="en-US" altLang="zh-CN" smtClean="0"/>
          </a:p>
        </p:txBody>
      </p:sp>
      <p:sp>
        <p:nvSpPr>
          <p:cNvPr id="61443" name="Rectangle 2"/>
          <p:cNvSpPr>
            <a:spLocks noRo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r>
              <a:rPr lang="en-US" altLang="zh-CN" smtClean="0"/>
              <a:t>24</a:t>
            </a:r>
            <a:r>
              <a:rPr lang="zh-CN" altLang="en-US" smtClean="0"/>
              <a:t>节气鼓</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DD417C1B-1317-400C-A11C-1A2EAD4F6B15}" type="slidenum">
              <a:rPr lang="en-US" altLang="zh-CN" smtClean="0"/>
              <a:pPr/>
              <a:t>5</a:t>
            </a:fld>
            <a:endParaRPr lang="en-US" altLang="zh-CN" smtClean="0"/>
          </a:p>
        </p:txBody>
      </p:sp>
      <p:sp>
        <p:nvSpPr>
          <p:cNvPr id="62467" name="Rectangle 2"/>
          <p:cNvSpPr>
            <a:spLocks noRo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r>
              <a:rPr lang="zh-CN" altLang="en-US" b="1" smtClean="0"/>
              <a:t>物体的振动行为是由于力学系统中两个有相反倾向的内在性质决定的：回复力与惯性。</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8753A129-5EAB-4F02-BFEC-BC1998A12A4E}" type="slidenum">
              <a:rPr lang="en-US" altLang="zh-CN" smtClean="0"/>
              <a:pPr/>
              <a:t>6</a:t>
            </a:fld>
            <a:endParaRPr lang="en-US" altLang="zh-CN" smtClean="0"/>
          </a:p>
        </p:txBody>
      </p:sp>
      <p:sp>
        <p:nvSpPr>
          <p:cNvPr id="63491" name="Rectangle 2"/>
          <p:cNvSpPr>
            <a:spLocks noRo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r>
              <a:rPr lang="zh-CN" altLang="en-US" b="1" smtClean="0"/>
              <a:t>物体的振动行为是由于力学系统中两个有相反倾向的内在性质决定的：回复力与惯性。</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1BDA223-0805-436C-8032-DD4A81E25954}" type="slidenum">
              <a:rPr lang="en-US" altLang="zh-CN" smtClean="0"/>
              <a:pPr/>
              <a:t>51</a:t>
            </a:fld>
            <a:endParaRPr lang="en-US" altLang="zh-CN" smtClean="0"/>
          </a:p>
        </p:txBody>
      </p:sp>
      <p:sp>
        <p:nvSpPr>
          <p:cNvPr id="64515" name="Rectangle 2"/>
          <p:cNvSpPr>
            <a:spLocks noRo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r>
              <a:rPr lang="zh-CN" altLang="en-US" smtClean="0"/>
              <a:t>为使精密天平、指针式仪表等能快速的逼近正确的读数或回到平衡位置，在这类仪器、仪表中广泛的采用临界阻尼系统。</a:t>
            </a:r>
          </a:p>
          <a:p>
            <a:pPr eaLnBrk="1" hangingPunct="1"/>
            <a:r>
              <a:rPr lang="zh-CN" altLang="en-US" smtClean="0"/>
              <a:t>银行、宾馆等大型建筑物的弹簧门上常装有消振油缸，其作用是避免门来回振动，使其工作在大阻尼状态．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20C6067-5B27-4083-AE8C-76664C268C3D}"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EF3A595-920C-4C71-B92A-BA6BEB7187AD}"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B831587-7959-4AC2-B134-9E3BA68F4410}"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0EBE6B7-4289-40A2-AF7A-62626C5D1DDF}"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2DECC64-23F8-4F4A-B46A-E35CC17C1FD9}"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461806F-93D8-45CA-8120-FF10169A9B30}"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808E39A4-324D-4D7C-83BE-9E06BD4F66AA}"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C4DB33E-C5FB-4870-8F6B-C58A5E142222}"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4ADC0E0-7637-4D80-8177-86A91F8A40E8}"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015A13D-9B12-4AB9-B9B9-322ADE50D4BF}"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55A25CC-6428-4271-B526-25EC8CE68A43}"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50179"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04F9148F-34A3-4757-8719-62A153720E59}" type="slidenum">
              <a:rPr lang="en-US" altLang="zh-CN"/>
              <a:pPr>
                <a:defRPr/>
              </a:pPr>
              <a:t>‹#›</a:t>
            </a:fld>
            <a:endParaRPr lang="en-US" altLang="zh-CN"/>
          </a:p>
        </p:txBody>
      </p:sp>
      <p:sp>
        <p:nvSpPr>
          <p:cNvPr id="1031" name="Rectangle 7">
            <a:hlinkClick r:id="" action="ppaction://hlinkshowjump?jump=previousslide"/>
          </p:cNvPr>
          <p:cNvSpPr>
            <a:spLocks noChangeArrowheads="1"/>
          </p:cNvSpPr>
          <p:nvPr userDrawn="1"/>
        </p:nvSpPr>
        <p:spPr bwMode="auto">
          <a:xfrm>
            <a:off x="7308850" y="6669088"/>
            <a:ext cx="431800" cy="73025"/>
          </a:xfrm>
          <a:prstGeom prst="rect">
            <a:avLst/>
          </a:prstGeom>
          <a:noFill/>
          <a:ln w="9525">
            <a:noFill/>
            <a:miter lim="800000"/>
            <a:headEnd/>
            <a:tailEnd/>
          </a:ln>
          <a:effectLst/>
        </p:spPr>
        <p:txBody>
          <a:bodyPr wrap="none" anchor="ctr"/>
          <a:lstStyle/>
          <a:p>
            <a:pPr>
              <a:defRPr/>
            </a:pPr>
            <a:endParaRPr lang="zh-CN" altLang="en-US"/>
          </a:p>
        </p:txBody>
      </p:sp>
      <p:sp>
        <p:nvSpPr>
          <p:cNvPr id="1032" name="Rectangle 8"/>
          <p:cNvSpPr>
            <a:spLocks noChangeArrowheads="1"/>
          </p:cNvSpPr>
          <p:nvPr userDrawn="1"/>
        </p:nvSpPr>
        <p:spPr bwMode="auto">
          <a:xfrm>
            <a:off x="7773988" y="6669088"/>
            <a:ext cx="431800" cy="73025"/>
          </a:xfrm>
          <a:prstGeom prst="rect">
            <a:avLst/>
          </a:prstGeom>
          <a:noFill/>
          <a:ln w="9525">
            <a:noFill/>
            <a:miter lim="800000"/>
            <a:headEnd/>
            <a:tailEnd/>
          </a:ln>
          <a:effectLst/>
        </p:spPr>
        <p:txBody>
          <a:bodyPr wrap="none" anchor="ctr"/>
          <a:lstStyle/>
          <a:p>
            <a:pPr>
              <a:defRPr/>
            </a:pPr>
            <a:endParaRPr lang="zh-CN" altLang="en-US"/>
          </a:p>
        </p:txBody>
      </p:sp>
      <p:sp>
        <p:nvSpPr>
          <p:cNvPr id="1033" name="Rectangle 9">
            <a:hlinkClick r:id="" action="ppaction://hlinkshowjump?jump=nextslide"/>
          </p:cNvPr>
          <p:cNvSpPr>
            <a:spLocks noChangeArrowheads="1"/>
          </p:cNvSpPr>
          <p:nvPr userDrawn="1"/>
        </p:nvSpPr>
        <p:spPr bwMode="auto">
          <a:xfrm>
            <a:off x="8243888" y="6669088"/>
            <a:ext cx="431800" cy="73025"/>
          </a:xfrm>
          <a:prstGeom prst="rect">
            <a:avLst/>
          </a:prstGeom>
          <a:noFill/>
          <a:ln w="9525">
            <a:noFill/>
            <a:miter lim="800000"/>
            <a:headEnd/>
            <a:tailEnd/>
          </a:ln>
          <a:effectLst/>
        </p:spPr>
        <p:txBody>
          <a:bodyPr wrap="none" anchor="ct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5.xml"/><Relationship Id="rId1" Type="http://schemas.openxmlformats.org/officeDocument/2006/relationships/slideLayout" Target="../slideLayouts/slideLayout7.xml"/><Relationship Id="rId4" Type="http://schemas.openxmlformats.org/officeDocument/2006/relationships/slide" Target="slide49.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2.xml"/><Relationship Id="rId7" Type="http://schemas.openxmlformats.org/officeDocument/2006/relationships/oleObject" Target="../embeddings/oleObject4.bin"/><Relationship Id="rId12"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3.bin"/><Relationship Id="rId11" Type="http://schemas.openxmlformats.org/officeDocument/2006/relationships/oleObject" Target="../embeddings/oleObject8.bin"/><Relationship Id="rId5" Type="http://schemas.openxmlformats.org/officeDocument/2006/relationships/oleObject" Target="../embeddings/oleObject2.bin"/><Relationship Id="rId10" Type="http://schemas.openxmlformats.org/officeDocument/2006/relationships/oleObject" Target="../embeddings/oleObject7.bin"/><Relationship Id="rId4" Type="http://schemas.openxmlformats.org/officeDocument/2006/relationships/oleObject" Target="../embeddings/oleObject1.bin"/><Relationship Id="rId9"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3.xml"/><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 Id="rId9" Type="http://schemas.openxmlformats.org/officeDocument/2006/relationships/oleObject" Target="../embeddings/oleObject15.bin"/></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19.bin"/><Relationship Id="rId5" Type="http://schemas.openxmlformats.org/officeDocument/2006/relationships/oleObject" Target="../embeddings/oleObject18.bin"/><Relationship Id="rId4"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oleObject" Target="../embeddings/oleObject32.bin"/><Relationship Id="rId3" Type="http://schemas.openxmlformats.org/officeDocument/2006/relationships/oleObject" Target="../embeddings/oleObject22.bin"/><Relationship Id="rId7" Type="http://schemas.openxmlformats.org/officeDocument/2006/relationships/oleObject" Target="../embeddings/oleObject26.bin"/><Relationship Id="rId12"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25.bin"/><Relationship Id="rId11" Type="http://schemas.openxmlformats.org/officeDocument/2006/relationships/oleObject" Target="../embeddings/oleObject30.bin"/><Relationship Id="rId5" Type="http://schemas.openxmlformats.org/officeDocument/2006/relationships/oleObject" Target="../embeddings/oleObject24.bin"/><Relationship Id="rId10" Type="http://schemas.openxmlformats.org/officeDocument/2006/relationships/oleObject" Target="../embeddings/oleObject29.bin"/><Relationship Id="rId4" Type="http://schemas.openxmlformats.org/officeDocument/2006/relationships/oleObject" Target="../embeddings/oleObject23.bin"/><Relationship Id="rId9" Type="http://schemas.openxmlformats.org/officeDocument/2006/relationships/oleObject" Target="../embeddings/oleObject28.bin"/><Relationship Id="rId14" Type="http://schemas.openxmlformats.org/officeDocument/2006/relationships/oleObject" Target="../embeddings/oleObject33.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39.jpeg"/><Relationship Id="rId4" Type="http://schemas.openxmlformats.org/officeDocument/2006/relationships/oleObject" Target="../embeddings/oleObject35.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39.bin"/><Relationship Id="rId5" Type="http://schemas.openxmlformats.org/officeDocument/2006/relationships/oleObject" Target="../embeddings/oleObject38.bin"/><Relationship Id="rId10" Type="http://schemas.openxmlformats.org/officeDocument/2006/relationships/oleObject" Target="../embeddings/oleObject43.bin"/><Relationship Id="rId4" Type="http://schemas.openxmlformats.org/officeDocument/2006/relationships/oleObject" Target="../embeddings/oleObject37.bin"/><Relationship Id="rId9" Type="http://schemas.openxmlformats.org/officeDocument/2006/relationships/oleObject" Target="../embeddings/oleObject4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oleObject" Target="../embeddings/oleObject44.bin"/><Relationship Id="rId7"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47.bin"/><Relationship Id="rId5" Type="http://schemas.openxmlformats.org/officeDocument/2006/relationships/oleObject" Target="../embeddings/oleObject46.bin"/><Relationship Id="rId4" Type="http://schemas.openxmlformats.org/officeDocument/2006/relationships/oleObject" Target="../embeddings/oleObject45.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oleObject" Target="../embeddings/oleObject51.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oleObject" Target="../embeddings/oleObject52.bin"/><Relationship Id="rId7"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55.bin"/><Relationship Id="rId5" Type="http://schemas.openxmlformats.org/officeDocument/2006/relationships/oleObject" Target="../embeddings/oleObject54.bin"/><Relationship Id="rId10" Type="http://schemas.openxmlformats.org/officeDocument/2006/relationships/oleObject" Target="../embeddings/oleObject59.bin"/><Relationship Id="rId4" Type="http://schemas.openxmlformats.org/officeDocument/2006/relationships/oleObject" Target="../embeddings/oleObject53.bin"/><Relationship Id="rId9" Type="http://schemas.openxmlformats.org/officeDocument/2006/relationships/oleObject" Target="../embeddings/oleObject58.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oleObject" Target="../embeddings/oleObject60.bin"/><Relationship Id="rId7"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63.bin"/><Relationship Id="rId11" Type="http://schemas.openxmlformats.org/officeDocument/2006/relationships/oleObject" Target="../embeddings/oleObject68.bin"/><Relationship Id="rId5" Type="http://schemas.openxmlformats.org/officeDocument/2006/relationships/oleObject" Target="../embeddings/oleObject62.bin"/><Relationship Id="rId10" Type="http://schemas.openxmlformats.org/officeDocument/2006/relationships/oleObject" Target="../embeddings/oleObject67.bin"/><Relationship Id="rId4" Type="http://schemas.openxmlformats.org/officeDocument/2006/relationships/oleObject" Target="../embeddings/oleObject61.bin"/><Relationship Id="rId9" Type="http://schemas.openxmlformats.org/officeDocument/2006/relationships/oleObject" Target="../embeddings/oleObject66.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oleObject" Target="../embeddings/oleObject69.bin"/><Relationship Id="rId7"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72.bin"/><Relationship Id="rId5" Type="http://schemas.openxmlformats.org/officeDocument/2006/relationships/oleObject" Target="../embeddings/oleObject71.bin"/><Relationship Id="rId4" Type="http://schemas.openxmlformats.org/officeDocument/2006/relationships/oleObject" Target="../embeddings/oleObject70.bin"/><Relationship Id="rId9" Type="http://schemas.openxmlformats.org/officeDocument/2006/relationships/oleObject" Target="../embeddings/oleObject75.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80.bin"/><Relationship Id="rId13" Type="http://schemas.openxmlformats.org/officeDocument/2006/relationships/oleObject" Target="../embeddings/oleObject85.bin"/><Relationship Id="rId18" Type="http://schemas.openxmlformats.org/officeDocument/2006/relationships/oleObject" Target="../embeddings/oleObject90.bin"/><Relationship Id="rId3" Type="http://schemas.openxmlformats.org/officeDocument/2006/relationships/oleObject" Target="../embeddings/oleObject76.bin"/><Relationship Id="rId7" Type="http://schemas.openxmlformats.org/officeDocument/2006/relationships/oleObject" Target="../embeddings/oleObject79.bin"/><Relationship Id="rId12" Type="http://schemas.openxmlformats.org/officeDocument/2006/relationships/oleObject" Target="../embeddings/oleObject84.bin"/><Relationship Id="rId17" Type="http://schemas.openxmlformats.org/officeDocument/2006/relationships/oleObject" Target="../embeddings/oleObject89.bin"/><Relationship Id="rId2" Type="http://schemas.openxmlformats.org/officeDocument/2006/relationships/slideLayout" Target="../slideLayouts/slideLayout7.xml"/><Relationship Id="rId16" Type="http://schemas.openxmlformats.org/officeDocument/2006/relationships/oleObject" Target="../embeddings/oleObject88.bin"/><Relationship Id="rId1" Type="http://schemas.openxmlformats.org/officeDocument/2006/relationships/vmlDrawing" Target="../drawings/vmlDrawing12.vml"/><Relationship Id="rId6" Type="http://schemas.openxmlformats.org/officeDocument/2006/relationships/image" Target="../media/image94.jpeg"/><Relationship Id="rId11" Type="http://schemas.openxmlformats.org/officeDocument/2006/relationships/oleObject" Target="../embeddings/oleObject83.bin"/><Relationship Id="rId5" Type="http://schemas.openxmlformats.org/officeDocument/2006/relationships/oleObject" Target="../embeddings/oleObject78.bin"/><Relationship Id="rId15" Type="http://schemas.openxmlformats.org/officeDocument/2006/relationships/oleObject" Target="../embeddings/oleObject87.bin"/><Relationship Id="rId10" Type="http://schemas.openxmlformats.org/officeDocument/2006/relationships/oleObject" Target="../embeddings/oleObject82.bin"/><Relationship Id="rId4" Type="http://schemas.openxmlformats.org/officeDocument/2006/relationships/oleObject" Target="../embeddings/oleObject77.bin"/><Relationship Id="rId9" Type="http://schemas.openxmlformats.org/officeDocument/2006/relationships/oleObject" Target="../embeddings/oleObject81.bin"/><Relationship Id="rId14" Type="http://schemas.openxmlformats.org/officeDocument/2006/relationships/oleObject" Target="../embeddings/oleObject86.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94.bin"/><Relationship Id="rId3" Type="http://schemas.openxmlformats.org/officeDocument/2006/relationships/image" Target="../media/image102.png"/><Relationship Id="rId7"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92.bin"/><Relationship Id="rId11" Type="http://schemas.openxmlformats.org/officeDocument/2006/relationships/oleObject" Target="../embeddings/oleObject97.bin"/><Relationship Id="rId5" Type="http://schemas.openxmlformats.org/officeDocument/2006/relationships/oleObject" Target="../embeddings/oleObject91.bin"/><Relationship Id="rId10" Type="http://schemas.openxmlformats.org/officeDocument/2006/relationships/oleObject" Target="../embeddings/oleObject96.bin"/><Relationship Id="rId4" Type="http://schemas.openxmlformats.org/officeDocument/2006/relationships/image" Target="file:///E:\&#26041;&#27491;&#36716;word&#35838;&#31243;\&#22823;&#23398;&#29289;&#29702;%5b&#31532;&#20108;&#29256;%5d&#65288;&#36213;&#36817;&#33459;&#65289;\&#19978;&#20876;\&#20070;&#29256;\0406.tif" TargetMode="External"/><Relationship Id="rId9" Type="http://schemas.openxmlformats.org/officeDocument/2006/relationships/oleObject" Target="../embeddings/oleObject95.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101.bin"/><Relationship Id="rId5" Type="http://schemas.openxmlformats.org/officeDocument/2006/relationships/oleObject" Target="../embeddings/oleObject100.bin"/><Relationship Id="rId4" Type="http://schemas.openxmlformats.org/officeDocument/2006/relationships/oleObject" Target="../embeddings/oleObject99.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7.xml"/><Relationship Id="rId1" Type="http://schemas.openxmlformats.org/officeDocument/2006/relationships/vmlDrawing" Target="../drawings/vmlDrawing15.vml"/><Relationship Id="rId5" Type="http://schemas.openxmlformats.org/officeDocument/2006/relationships/oleObject" Target="../embeddings/oleObject104.bin"/><Relationship Id="rId4" Type="http://schemas.openxmlformats.org/officeDocument/2006/relationships/oleObject" Target="../embeddings/oleObject103.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5.bin"/><Relationship Id="rId7"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108.bin"/><Relationship Id="rId5" Type="http://schemas.openxmlformats.org/officeDocument/2006/relationships/oleObject" Target="../embeddings/oleObject107.bin"/><Relationship Id="rId4" Type="http://schemas.openxmlformats.org/officeDocument/2006/relationships/oleObject" Target="../embeddings/oleObject106.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15.bin"/><Relationship Id="rId3" Type="http://schemas.openxmlformats.org/officeDocument/2006/relationships/oleObject" Target="../embeddings/oleObject110.bin"/><Relationship Id="rId7" Type="http://schemas.openxmlformats.org/officeDocument/2006/relationships/oleObject" Target="../embeddings/oleObject114.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113.bin"/><Relationship Id="rId11" Type="http://schemas.openxmlformats.org/officeDocument/2006/relationships/oleObject" Target="../embeddings/oleObject118.bin"/><Relationship Id="rId5" Type="http://schemas.openxmlformats.org/officeDocument/2006/relationships/oleObject" Target="../embeddings/oleObject112.bin"/><Relationship Id="rId10" Type="http://schemas.openxmlformats.org/officeDocument/2006/relationships/oleObject" Target="../embeddings/oleObject117.bin"/><Relationship Id="rId4" Type="http://schemas.openxmlformats.org/officeDocument/2006/relationships/oleObject" Target="../embeddings/oleObject111.bin"/><Relationship Id="rId9" Type="http://schemas.openxmlformats.org/officeDocument/2006/relationships/oleObject" Target="../embeddings/oleObject116.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122.bin"/><Relationship Id="rId5" Type="http://schemas.openxmlformats.org/officeDocument/2006/relationships/oleObject" Target="../embeddings/oleObject121.bin"/><Relationship Id="rId4" Type="http://schemas.openxmlformats.org/officeDocument/2006/relationships/oleObject" Target="../embeddings/oleObject120.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28.bin"/><Relationship Id="rId13" Type="http://schemas.openxmlformats.org/officeDocument/2006/relationships/oleObject" Target="../embeddings/oleObject133.bin"/><Relationship Id="rId3" Type="http://schemas.openxmlformats.org/officeDocument/2006/relationships/oleObject" Target="../embeddings/oleObject123.bin"/><Relationship Id="rId7" Type="http://schemas.openxmlformats.org/officeDocument/2006/relationships/oleObject" Target="../embeddings/oleObject127.bin"/><Relationship Id="rId12" Type="http://schemas.openxmlformats.org/officeDocument/2006/relationships/oleObject" Target="../embeddings/oleObject132.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126.bin"/><Relationship Id="rId11" Type="http://schemas.openxmlformats.org/officeDocument/2006/relationships/oleObject" Target="../embeddings/oleObject131.bin"/><Relationship Id="rId5" Type="http://schemas.openxmlformats.org/officeDocument/2006/relationships/oleObject" Target="../embeddings/oleObject125.bin"/><Relationship Id="rId15" Type="http://schemas.openxmlformats.org/officeDocument/2006/relationships/oleObject" Target="../embeddings/oleObject135.bin"/><Relationship Id="rId10" Type="http://schemas.openxmlformats.org/officeDocument/2006/relationships/oleObject" Target="../embeddings/oleObject130.bin"/><Relationship Id="rId4" Type="http://schemas.openxmlformats.org/officeDocument/2006/relationships/oleObject" Target="../embeddings/oleObject124.bin"/><Relationship Id="rId9" Type="http://schemas.openxmlformats.org/officeDocument/2006/relationships/oleObject" Target="../embeddings/oleObject129.bin"/><Relationship Id="rId14" Type="http://schemas.openxmlformats.org/officeDocument/2006/relationships/oleObject" Target="../embeddings/oleObject134.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oleObject" Target="../embeddings/oleObject146.bin"/><Relationship Id="rId3" Type="http://schemas.openxmlformats.org/officeDocument/2006/relationships/oleObject" Target="../embeddings/oleObject136.bin"/><Relationship Id="rId7" Type="http://schemas.openxmlformats.org/officeDocument/2006/relationships/oleObject" Target="../embeddings/oleObject140.bin"/><Relationship Id="rId12" Type="http://schemas.openxmlformats.org/officeDocument/2006/relationships/oleObject" Target="../embeddings/oleObject145.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39.bin"/><Relationship Id="rId11" Type="http://schemas.openxmlformats.org/officeDocument/2006/relationships/oleObject" Target="../embeddings/oleObject144.bin"/><Relationship Id="rId5" Type="http://schemas.openxmlformats.org/officeDocument/2006/relationships/oleObject" Target="../embeddings/oleObject138.bin"/><Relationship Id="rId10" Type="http://schemas.openxmlformats.org/officeDocument/2006/relationships/oleObject" Target="../embeddings/oleObject143.bin"/><Relationship Id="rId4" Type="http://schemas.openxmlformats.org/officeDocument/2006/relationships/oleObject" Target="../embeddings/oleObject137.bin"/><Relationship Id="rId9" Type="http://schemas.openxmlformats.org/officeDocument/2006/relationships/oleObject" Target="../embeddings/oleObject142.bin"/><Relationship Id="rId14" Type="http://schemas.openxmlformats.org/officeDocument/2006/relationships/oleObject" Target="../embeddings/oleObject147.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oleObject" Target="../embeddings/oleObject158.bin"/><Relationship Id="rId3" Type="http://schemas.openxmlformats.org/officeDocument/2006/relationships/oleObject" Target="../embeddings/oleObject148.bin"/><Relationship Id="rId7" Type="http://schemas.openxmlformats.org/officeDocument/2006/relationships/oleObject" Target="../embeddings/oleObject152.bin"/><Relationship Id="rId12" Type="http://schemas.openxmlformats.org/officeDocument/2006/relationships/oleObject" Target="../embeddings/oleObject157.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51.bin"/><Relationship Id="rId11" Type="http://schemas.openxmlformats.org/officeDocument/2006/relationships/oleObject" Target="../embeddings/oleObject156.bin"/><Relationship Id="rId5" Type="http://schemas.openxmlformats.org/officeDocument/2006/relationships/oleObject" Target="../embeddings/oleObject150.bin"/><Relationship Id="rId10" Type="http://schemas.openxmlformats.org/officeDocument/2006/relationships/oleObject" Target="../embeddings/oleObject155.bin"/><Relationship Id="rId4" Type="http://schemas.openxmlformats.org/officeDocument/2006/relationships/oleObject" Target="../embeddings/oleObject149.bin"/><Relationship Id="rId9" Type="http://schemas.openxmlformats.org/officeDocument/2006/relationships/oleObject" Target="../embeddings/oleObject154.bin"/><Relationship Id="rId14" Type="http://schemas.openxmlformats.org/officeDocument/2006/relationships/oleObject" Target="../embeddings/oleObject159.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65.bin"/><Relationship Id="rId13" Type="http://schemas.openxmlformats.org/officeDocument/2006/relationships/oleObject" Target="../embeddings/oleObject170.bin"/><Relationship Id="rId3" Type="http://schemas.openxmlformats.org/officeDocument/2006/relationships/oleObject" Target="../embeddings/oleObject160.bin"/><Relationship Id="rId7" Type="http://schemas.openxmlformats.org/officeDocument/2006/relationships/oleObject" Target="../embeddings/oleObject164.bin"/><Relationship Id="rId12" Type="http://schemas.openxmlformats.org/officeDocument/2006/relationships/oleObject" Target="../embeddings/oleObject169.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163.bin"/><Relationship Id="rId11" Type="http://schemas.openxmlformats.org/officeDocument/2006/relationships/oleObject" Target="../embeddings/oleObject168.bin"/><Relationship Id="rId5" Type="http://schemas.openxmlformats.org/officeDocument/2006/relationships/oleObject" Target="../embeddings/oleObject162.bin"/><Relationship Id="rId10" Type="http://schemas.openxmlformats.org/officeDocument/2006/relationships/oleObject" Target="../embeddings/oleObject167.bin"/><Relationship Id="rId4" Type="http://schemas.openxmlformats.org/officeDocument/2006/relationships/oleObject" Target="../embeddings/oleObject161.bin"/><Relationship Id="rId9" Type="http://schemas.openxmlformats.org/officeDocument/2006/relationships/oleObject" Target="../embeddings/oleObject166.bin"/><Relationship Id="rId14" Type="http://schemas.openxmlformats.org/officeDocument/2006/relationships/oleObject" Target="../embeddings/oleObject171.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77.bin"/><Relationship Id="rId13" Type="http://schemas.openxmlformats.org/officeDocument/2006/relationships/oleObject" Target="../embeddings/oleObject182.bin"/><Relationship Id="rId3" Type="http://schemas.openxmlformats.org/officeDocument/2006/relationships/oleObject" Target="../embeddings/oleObject172.bin"/><Relationship Id="rId7" Type="http://schemas.openxmlformats.org/officeDocument/2006/relationships/oleObject" Target="../embeddings/oleObject176.bin"/><Relationship Id="rId12" Type="http://schemas.openxmlformats.org/officeDocument/2006/relationships/oleObject" Target="../embeddings/oleObject181.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175.bin"/><Relationship Id="rId11" Type="http://schemas.openxmlformats.org/officeDocument/2006/relationships/oleObject" Target="../embeddings/oleObject180.bin"/><Relationship Id="rId5" Type="http://schemas.openxmlformats.org/officeDocument/2006/relationships/oleObject" Target="../embeddings/oleObject174.bin"/><Relationship Id="rId15" Type="http://schemas.openxmlformats.org/officeDocument/2006/relationships/oleObject" Target="../embeddings/oleObject184.bin"/><Relationship Id="rId10" Type="http://schemas.openxmlformats.org/officeDocument/2006/relationships/oleObject" Target="../embeddings/oleObject179.bin"/><Relationship Id="rId4" Type="http://schemas.openxmlformats.org/officeDocument/2006/relationships/oleObject" Target="../embeddings/oleObject173.bin"/><Relationship Id="rId9" Type="http://schemas.openxmlformats.org/officeDocument/2006/relationships/oleObject" Target="../embeddings/oleObject178.bin"/><Relationship Id="rId14" Type="http://schemas.openxmlformats.org/officeDocument/2006/relationships/oleObject" Target="../embeddings/oleObject183.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90.bin"/><Relationship Id="rId3" Type="http://schemas.openxmlformats.org/officeDocument/2006/relationships/oleObject" Target="../embeddings/oleObject185.bin"/><Relationship Id="rId7" Type="http://schemas.openxmlformats.org/officeDocument/2006/relationships/oleObject" Target="../embeddings/oleObject189.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88.bin"/><Relationship Id="rId5" Type="http://schemas.openxmlformats.org/officeDocument/2006/relationships/oleObject" Target="../embeddings/oleObject187.bin"/><Relationship Id="rId4" Type="http://schemas.openxmlformats.org/officeDocument/2006/relationships/oleObject" Target="../embeddings/oleObject186.bin"/><Relationship Id="rId9" Type="http://schemas.openxmlformats.org/officeDocument/2006/relationships/oleObject" Target="../embeddings/oleObject191.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92.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95.bin"/><Relationship Id="rId5" Type="http://schemas.openxmlformats.org/officeDocument/2006/relationships/oleObject" Target="../embeddings/oleObject194.bin"/><Relationship Id="rId4" Type="http://schemas.openxmlformats.org/officeDocument/2006/relationships/oleObject" Target="../embeddings/oleObject193.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96.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99.bin"/><Relationship Id="rId5" Type="http://schemas.openxmlformats.org/officeDocument/2006/relationships/oleObject" Target="../embeddings/oleObject198.bin"/><Relationship Id="rId4" Type="http://schemas.openxmlformats.org/officeDocument/2006/relationships/oleObject" Target="../embeddings/oleObject197.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05.bin"/><Relationship Id="rId3" Type="http://schemas.openxmlformats.org/officeDocument/2006/relationships/oleObject" Target="../embeddings/oleObject200.bin"/><Relationship Id="rId7" Type="http://schemas.openxmlformats.org/officeDocument/2006/relationships/oleObject" Target="../embeddings/oleObject204.bin"/><Relationship Id="rId12" Type="http://schemas.openxmlformats.org/officeDocument/2006/relationships/slide" Target="slide4.xml"/><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203.bin"/><Relationship Id="rId11" Type="http://schemas.openxmlformats.org/officeDocument/2006/relationships/oleObject" Target="../embeddings/oleObject208.bin"/><Relationship Id="rId5" Type="http://schemas.openxmlformats.org/officeDocument/2006/relationships/oleObject" Target="../embeddings/oleObject202.bin"/><Relationship Id="rId10" Type="http://schemas.openxmlformats.org/officeDocument/2006/relationships/oleObject" Target="../embeddings/oleObject207.bin"/><Relationship Id="rId4" Type="http://schemas.openxmlformats.org/officeDocument/2006/relationships/oleObject" Target="../embeddings/oleObject201.bin"/><Relationship Id="rId9" Type="http://schemas.openxmlformats.org/officeDocument/2006/relationships/oleObject" Target="../embeddings/oleObject206.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14.bin"/><Relationship Id="rId3" Type="http://schemas.openxmlformats.org/officeDocument/2006/relationships/oleObject" Target="../embeddings/oleObject209.bin"/><Relationship Id="rId7" Type="http://schemas.openxmlformats.org/officeDocument/2006/relationships/oleObject" Target="../embeddings/oleObject213.bin"/><Relationship Id="rId12" Type="http://schemas.openxmlformats.org/officeDocument/2006/relationships/oleObject" Target="../embeddings/oleObject218.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212.bin"/><Relationship Id="rId11" Type="http://schemas.openxmlformats.org/officeDocument/2006/relationships/oleObject" Target="../embeddings/oleObject217.bin"/><Relationship Id="rId5" Type="http://schemas.openxmlformats.org/officeDocument/2006/relationships/oleObject" Target="../embeddings/oleObject211.bin"/><Relationship Id="rId10" Type="http://schemas.openxmlformats.org/officeDocument/2006/relationships/oleObject" Target="../embeddings/oleObject216.bin"/><Relationship Id="rId4" Type="http://schemas.openxmlformats.org/officeDocument/2006/relationships/oleObject" Target="../embeddings/oleObject210.bin"/><Relationship Id="rId9" Type="http://schemas.openxmlformats.org/officeDocument/2006/relationships/oleObject" Target="../embeddings/oleObject215.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24.bin"/><Relationship Id="rId13" Type="http://schemas.openxmlformats.org/officeDocument/2006/relationships/oleObject" Target="../embeddings/oleObject229.bin"/><Relationship Id="rId18" Type="http://schemas.openxmlformats.org/officeDocument/2006/relationships/oleObject" Target="../embeddings/oleObject234.bin"/><Relationship Id="rId3" Type="http://schemas.openxmlformats.org/officeDocument/2006/relationships/oleObject" Target="../embeddings/oleObject219.bin"/><Relationship Id="rId21" Type="http://schemas.openxmlformats.org/officeDocument/2006/relationships/oleObject" Target="../embeddings/oleObject237.bin"/><Relationship Id="rId7" Type="http://schemas.openxmlformats.org/officeDocument/2006/relationships/oleObject" Target="../embeddings/oleObject223.bin"/><Relationship Id="rId12" Type="http://schemas.openxmlformats.org/officeDocument/2006/relationships/oleObject" Target="../embeddings/oleObject228.bin"/><Relationship Id="rId17" Type="http://schemas.openxmlformats.org/officeDocument/2006/relationships/oleObject" Target="../embeddings/oleObject233.bin"/><Relationship Id="rId2" Type="http://schemas.openxmlformats.org/officeDocument/2006/relationships/slideLayout" Target="../slideLayouts/slideLayout7.xml"/><Relationship Id="rId16" Type="http://schemas.openxmlformats.org/officeDocument/2006/relationships/oleObject" Target="../embeddings/oleObject232.bin"/><Relationship Id="rId20" Type="http://schemas.openxmlformats.org/officeDocument/2006/relationships/oleObject" Target="../embeddings/oleObject236.bin"/><Relationship Id="rId1" Type="http://schemas.openxmlformats.org/officeDocument/2006/relationships/vmlDrawing" Target="../drawings/vmlDrawing29.vml"/><Relationship Id="rId6" Type="http://schemas.openxmlformats.org/officeDocument/2006/relationships/oleObject" Target="../embeddings/oleObject222.bin"/><Relationship Id="rId11" Type="http://schemas.openxmlformats.org/officeDocument/2006/relationships/oleObject" Target="../embeddings/oleObject227.bin"/><Relationship Id="rId5" Type="http://schemas.openxmlformats.org/officeDocument/2006/relationships/oleObject" Target="../embeddings/oleObject221.bin"/><Relationship Id="rId15" Type="http://schemas.openxmlformats.org/officeDocument/2006/relationships/oleObject" Target="../embeddings/oleObject231.bin"/><Relationship Id="rId10" Type="http://schemas.openxmlformats.org/officeDocument/2006/relationships/oleObject" Target="../embeddings/oleObject226.bin"/><Relationship Id="rId19" Type="http://schemas.openxmlformats.org/officeDocument/2006/relationships/oleObject" Target="../embeddings/oleObject235.bin"/><Relationship Id="rId4" Type="http://schemas.openxmlformats.org/officeDocument/2006/relationships/oleObject" Target="../embeddings/oleObject220.bin"/><Relationship Id="rId9" Type="http://schemas.openxmlformats.org/officeDocument/2006/relationships/oleObject" Target="../embeddings/oleObject225.bin"/><Relationship Id="rId14" Type="http://schemas.openxmlformats.org/officeDocument/2006/relationships/oleObject" Target="../embeddings/oleObject230.bin"/><Relationship Id="rId22" Type="http://schemas.openxmlformats.org/officeDocument/2006/relationships/oleObject" Target="../embeddings/oleObject238.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44.bin"/><Relationship Id="rId3" Type="http://schemas.openxmlformats.org/officeDocument/2006/relationships/oleObject" Target="../embeddings/oleObject239.bin"/><Relationship Id="rId7" Type="http://schemas.openxmlformats.org/officeDocument/2006/relationships/oleObject" Target="../embeddings/oleObject243.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242.bin"/><Relationship Id="rId11" Type="http://schemas.openxmlformats.org/officeDocument/2006/relationships/oleObject" Target="../embeddings/oleObject247.bin"/><Relationship Id="rId5" Type="http://schemas.openxmlformats.org/officeDocument/2006/relationships/oleObject" Target="../embeddings/oleObject241.bin"/><Relationship Id="rId10" Type="http://schemas.openxmlformats.org/officeDocument/2006/relationships/oleObject" Target="../embeddings/oleObject246.bin"/><Relationship Id="rId4" Type="http://schemas.openxmlformats.org/officeDocument/2006/relationships/oleObject" Target="../embeddings/oleObject240.bin"/><Relationship Id="rId9" Type="http://schemas.openxmlformats.org/officeDocument/2006/relationships/oleObject" Target="../embeddings/oleObject245.bin"/></Relationships>
</file>

<file path=ppt/slides/_rels/slide37.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oleObject" Target="../embeddings/oleObject248.bin"/><Relationship Id="rId7" Type="http://schemas.openxmlformats.org/officeDocument/2006/relationships/oleObject" Target="../embeddings/oleObject252.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251.bin"/><Relationship Id="rId5" Type="http://schemas.openxmlformats.org/officeDocument/2006/relationships/oleObject" Target="../embeddings/oleObject250.bin"/><Relationship Id="rId4" Type="http://schemas.openxmlformats.org/officeDocument/2006/relationships/oleObject" Target="../embeddings/oleObject249.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257.bin"/><Relationship Id="rId3" Type="http://schemas.openxmlformats.org/officeDocument/2006/relationships/image" Target="../media/image250.png"/><Relationship Id="rId7" Type="http://schemas.openxmlformats.org/officeDocument/2006/relationships/oleObject" Target="../embeddings/oleObject256.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255.bin"/><Relationship Id="rId5" Type="http://schemas.openxmlformats.org/officeDocument/2006/relationships/oleObject" Target="../embeddings/oleObject254.bin"/><Relationship Id="rId4" Type="http://schemas.openxmlformats.org/officeDocument/2006/relationships/oleObject" Target="../embeddings/oleObject253.bin"/><Relationship Id="rId9" Type="http://schemas.openxmlformats.org/officeDocument/2006/relationships/oleObject" Target="../embeddings/oleObject258.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59.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oleObject" Target="../embeddings/oleObject262.bin"/><Relationship Id="rId5" Type="http://schemas.openxmlformats.org/officeDocument/2006/relationships/oleObject" Target="../embeddings/oleObject261.bin"/><Relationship Id="rId4" Type="http://schemas.openxmlformats.org/officeDocument/2006/relationships/oleObject" Target="../embeddings/oleObject260.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67.bin"/><Relationship Id="rId13" Type="http://schemas.openxmlformats.org/officeDocument/2006/relationships/oleObject" Target="../embeddings/oleObject272.bin"/><Relationship Id="rId18" Type="http://schemas.openxmlformats.org/officeDocument/2006/relationships/oleObject" Target="../embeddings/oleObject277.bin"/><Relationship Id="rId3" Type="http://schemas.openxmlformats.org/officeDocument/2006/relationships/image" Target="../media/image250.png"/><Relationship Id="rId7" Type="http://schemas.openxmlformats.org/officeDocument/2006/relationships/oleObject" Target="../embeddings/oleObject266.bin"/><Relationship Id="rId12" Type="http://schemas.openxmlformats.org/officeDocument/2006/relationships/oleObject" Target="../embeddings/oleObject271.bin"/><Relationship Id="rId17" Type="http://schemas.openxmlformats.org/officeDocument/2006/relationships/oleObject" Target="../embeddings/oleObject276.bin"/><Relationship Id="rId2" Type="http://schemas.openxmlformats.org/officeDocument/2006/relationships/slideLayout" Target="../slideLayouts/slideLayout7.xml"/><Relationship Id="rId16" Type="http://schemas.openxmlformats.org/officeDocument/2006/relationships/oleObject" Target="../embeddings/oleObject275.bin"/><Relationship Id="rId20" Type="http://schemas.openxmlformats.org/officeDocument/2006/relationships/oleObject" Target="../embeddings/oleObject279.bin"/><Relationship Id="rId1" Type="http://schemas.openxmlformats.org/officeDocument/2006/relationships/vmlDrawing" Target="../drawings/vmlDrawing34.vml"/><Relationship Id="rId6" Type="http://schemas.openxmlformats.org/officeDocument/2006/relationships/oleObject" Target="../embeddings/oleObject265.bin"/><Relationship Id="rId11" Type="http://schemas.openxmlformats.org/officeDocument/2006/relationships/oleObject" Target="../embeddings/oleObject270.bin"/><Relationship Id="rId5" Type="http://schemas.openxmlformats.org/officeDocument/2006/relationships/oleObject" Target="../embeddings/oleObject264.bin"/><Relationship Id="rId15" Type="http://schemas.openxmlformats.org/officeDocument/2006/relationships/oleObject" Target="../embeddings/oleObject274.bin"/><Relationship Id="rId10" Type="http://schemas.openxmlformats.org/officeDocument/2006/relationships/oleObject" Target="../embeddings/oleObject269.bin"/><Relationship Id="rId19" Type="http://schemas.openxmlformats.org/officeDocument/2006/relationships/oleObject" Target="../embeddings/oleObject278.bin"/><Relationship Id="rId4" Type="http://schemas.openxmlformats.org/officeDocument/2006/relationships/oleObject" Target="../embeddings/oleObject263.bin"/><Relationship Id="rId9" Type="http://schemas.openxmlformats.org/officeDocument/2006/relationships/oleObject" Target="../embeddings/oleObject268.bin"/><Relationship Id="rId14" Type="http://schemas.openxmlformats.org/officeDocument/2006/relationships/oleObject" Target="../embeddings/oleObject273.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85.bin"/><Relationship Id="rId13" Type="http://schemas.openxmlformats.org/officeDocument/2006/relationships/oleObject" Target="../embeddings/oleObject290.bin"/><Relationship Id="rId18" Type="http://schemas.openxmlformats.org/officeDocument/2006/relationships/oleObject" Target="../embeddings/oleObject295.bin"/><Relationship Id="rId3" Type="http://schemas.openxmlformats.org/officeDocument/2006/relationships/oleObject" Target="../embeddings/oleObject280.bin"/><Relationship Id="rId21" Type="http://schemas.openxmlformats.org/officeDocument/2006/relationships/oleObject" Target="../embeddings/oleObject298.bin"/><Relationship Id="rId7" Type="http://schemas.openxmlformats.org/officeDocument/2006/relationships/oleObject" Target="../embeddings/oleObject284.bin"/><Relationship Id="rId12" Type="http://schemas.openxmlformats.org/officeDocument/2006/relationships/oleObject" Target="../embeddings/oleObject289.bin"/><Relationship Id="rId17" Type="http://schemas.openxmlformats.org/officeDocument/2006/relationships/oleObject" Target="../embeddings/oleObject294.bin"/><Relationship Id="rId2" Type="http://schemas.openxmlformats.org/officeDocument/2006/relationships/slideLayout" Target="../slideLayouts/slideLayout7.xml"/><Relationship Id="rId16" Type="http://schemas.openxmlformats.org/officeDocument/2006/relationships/oleObject" Target="../embeddings/oleObject293.bin"/><Relationship Id="rId20" Type="http://schemas.openxmlformats.org/officeDocument/2006/relationships/oleObject" Target="../embeddings/oleObject297.bin"/><Relationship Id="rId1" Type="http://schemas.openxmlformats.org/officeDocument/2006/relationships/vmlDrawing" Target="../drawings/vmlDrawing35.vml"/><Relationship Id="rId6" Type="http://schemas.openxmlformats.org/officeDocument/2006/relationships/oleObject" Target="../embeddings/oleObject283.bin"/><Relationship Id="rId11" Type="http://schemas.openxmlformats.org/officeDocument/2006/relationships/oleObject" Target="../embeddings/oleObject288.bin"/><Relationship Id="rId5" Type="http://schemas.openxmlformats.org/officeDocument/2006/relationships/oleObject" Target="../embeddings/oleObject282.bin"/><Relationship Id="rId15" Type="http://schemas.openxmlformats.org/officeDocument/2006/relationships/oleObject" Target="../embeddings/oleObject292.bin"/><Relationship Id="rId10" Type="http://schemas.openxmlformats.org/officeDocument/2006/relationships/oleObject" Target="../embeddings/oleObject287.bin"/><Relationship Id="rId19" Type="http://schemas.openxmlformats.org/officeDocument/2006/relationships/oleObject" Target="../embeddings/oleObject296.bin"/><Relationship Id="rId4" Type="http://schemas.openxmlformats.org/officeDocument/2006/relationships/oleObject" Target="../embeddings/oleObject281.bin"/><Relationship Id="rId9" Type="http://schemas.openxmlformats.org/officeDocument/2006/relationships/oleObject" Target="../embeddings/oleObject286.bin"/><Relationship Id="rId14" Type="http://schemas.openxmlformats.org/officeDocument/2006/relationships/oleObject" Target="../embeddings/oleObject291.bin"/><Relationship Id="rId22" Type="http://schemas.openxmlformats.org/officeDocument/2006/relationships/oleObject" Target="../embeddings/oleObject299.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305.bin"/><Relationship Id="rId13" Type="http://schemas.openxmlformats.org/officeDocument/2006/relationships/oleObject" Target="../embeddings/oleObject310.bin"/><Relationship Id="rId3" Type="http://schemas.openxmlformats.org/officeDocument/2006/relationships/oleObject" Target="../embeddings/oleObject300.bin"/><Relationship Id="rId7" Type="http://schemas.openxmlformats.org/officeDocument/2006/relationships/oleObject" Target="../embeddings/oleObject304.bin"/><Relationship Id="rId12" Type="http://schemas.openxmlformats.org/officeDocument/2006/relationships/oleObject" Target="../embeddings/oleObject309.bin"/><Relationship Id="rId17" Type="http://schemas.openxmlformats.org/officeDocument/2006/relationships/oleObject" Target="../embeddings/oleObject314.bin"/><Relationship Id="rId2" Type="http://schemas.openxmlformats.org/officeDocument/2006/relationships/slideLayout" Target="../slideLayouts/slideLayout7.xml"/><Relationship Id="rId16" Type="http://schemas.openxmlformats.org/officeDocument/2006/relationships/oleObject" Target="../embeddings/oleObject313.bin"/><Relationship Id="rId1" Type="http://schemas.openxmlformats.org/officeDocument/2006/relationships/vmlDrawing" Target="../drawings/vmlDrawing36.vml"/><Relationship Id="rId6" Type="http://schemas.openxmlformats.org/officeDocument/2006/relationships/oleObject" Target="../embeddings/oleObject303.bin"/><Relationship Id="rId11" Type="http://schemas.openxmlformats.org/officeDocument/2006/relationships/oleObject" Target="../embeddings/oleObject308.bin"/><Relationship Id="rId5" Type="http://schemas.openxmlformats.org/officeDocument/2006/relationships/oleObject" Target="../embeddings/oleObject302.bin"/><Relationship Id="rId15" Type="http://schemas.openxmlformats.org/officeDocument/2006/relationships/oleObject" Target="../embeddings/oleObject312.bin"/><Relationship Id="rId10" Type="http://schemas.openxmlformats.org/officeDocument/2006/relationships/oleObject" Target="../embeddings/oleObject307.bin"/><Relationship Id="rId4" Type="http://schemas.openxmlformats.org/officeDocument/2006/relationships/oleObject" Target="../embeddings/oleObject301.bin"/><Relationship Id="rId9" Type="http://schemas.openxmlformats.org/officeDocument/2006/relationships/oleObject" Target="../embeddings/oleObject306.bin"/><Relationship Id="rId14" Type="http://schemas.openxmlformats.org/officeDocument/2006/relationships/oleObject" Target="../embeddings/oleObject311.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320.bin"/><Relationship Id="rId13" Type="http://schemas.openxmlformats.org/officeDocument/2006/relationships/oleObject" Target="../embeddings/oleObject325.bin"/><Relationship Id="rId3" Type="http://schemas.openxmlformats.org/officeDocument/2006/relationships/oleObject" Target="../embeddings/oleObject315.bin"/><Relationship Id="rId7" Type="http://schemas.openxmlformats.org/officeDocument/2006/relationships/oleObject" Target="../embeddings/oleObject319.bin"/><Relationship Id="rId12" Type="http://schemas.openxmlformats.org/officeDocument/2006/relationships/oleObject" Target="../embeddings/oleObject324.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318.bin"/><Relationship Id="rId11" Type="http://schemas.openxmlformats.org/officeDocument/2006/relationships/oleObject" Target="../embeddings/oleObject323.bin"/><Relationship Id="rId5" Type="http://schemas.openxmlformats.org/officeDocument/2006/relationships/oleObject" Target="../embeddings/oleObject317.bin"/><Relationship Id="rId15" Type="http://schemas.openxmlformats.org/officeDocument/2006/relationships/oleObject" Target="../embeddings/oleObject327.bin"/><Relationship Id="rId10" Type="http://schemas.openxmlformats.org/officeDocument/2006/relationships/oleObject" Target="../embeddings/oleObject322.bin"/><Relationship Id="rId4" Type="http://schemas.openxmlformats.org/officeDocument/2006/relationships/oleObject" Target="../embeddings/oleObject316.bin"/><Relationship Id="rId9" Type="http://schemas.openxmlformats.org/officeDocument/2006/relationships/oleObject" Target="../embeddings/oleObject321.bin"/><Relationship Id="rId14" Type="http://schemas.openxmlformats.org/officeDocument/2006/relationships/oleObject" Target="../embeddings/oleObject326.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28.bin"/><Relationship Id="rId2" Type="http://schemas.openxmlformats.org/officeDocument/2006/relationships/slideLayout" Target="../slideLayouts/slideLayout7.xml"/><Relationship Id="rId1" Type="http://schemas.openxmlformats.org/officeDocument/2006/relationships/vmlDrawing" Target="../drawings/vmlDrawing38.vml"/><Relationship Id="rId4" Type="http://schemas.openxmlformats.org/officeDocument/2006/relationships/oleObject" Target="../embeddings/oleObject329.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30.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333.bin"/><Relationship Id="rId5" Type="http://schemas.openxmlformats.org/officeDocument/2006/relationships/oleObject" Target="../embeddings/oleObject332.bin"/><Relationship Id="rId4" Type="http://schemas.openxmlformats.org/officeDocument/2006/relationships/oleObject" Target="../embeddings/oleObject331.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34.bin"/><Relationship Id="rId2" Type="http://schemas.openxmlformats.org/officeDocument/2006/relationships/slideLayout" Target="../slideLayouts/slideLayout7.xml"/><Relationship Id="rId1" Type="http://schemas.openxmlformats.org/officeDocument/2006/relationships/vmlDrawing" Target="../drawings/vmlDrawing40.vml"/><Relationship Id="rId4" Type="http://schemas.openxmlformats.org/officeDocument/2006/relationships/image" Target="../media/image303.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335.bin"/><Relationship Id="rId7" Type="http://schemas.openxmlformats.org/officeDocument/2006/relationships/slide" Target="slide4.xml"/><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338.bin"/><Relationship Id="rId5" Type="http://schemas.openxmlformats.org/officeDocument/2006/relationships/oleObject" Target="../embeddings/oleObject337.bin"/><Relationship Id="rId4" Type="http://schemas.openxmlformats.org/officeDocument/2006/relationships/oleObject" Target="../embeddings/oleObject336.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344.bin"/><Relationship Id="rId3" Type="http://schemas.openxmlformats.org/officeDocument/2006/relationships/oleObject" Target="../embeddings/oleObject339.bin"/><Relationship Id="rId7" Type="http://schemas.openxmlformats.org/officeDocument/2006/relationships/oleObject" Target="../embeddings/oleObject343.bin"/><Relationship Id="rId12" Type="http://schemas.openxmlformats.org/officeDocument/2006/relationships/oleObject" Target="../embeddings/oleObject348.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oleObject" Target="../embeddings/oleObject342.bin"/><Relationship Id="rId11" Type="http://schemas.openxmlformats.org/officeDocument/2006/relationships/oleObject" Target="../embeddings/oleObject347.bin"/><Relationship Id="rId5" Type="http://schemas.openxmlformats.org/officeDocument/2006/relationships/oleObject" Target="../embeddings/oleObject341.bin"/><Relationship Id="rId10" Type="http://schemas.openxmlformats.org/officeDocument/2006/relationships/oleObject" Target="../embeddings/oleObject346.bin"/><Relationship Id="rId4" Type="http://schemas.openxmlformats.org/officeDocument/2006/relationships/oleObject" Target="../embeddings/oleObject340.bin"/><Relationship Id="rId9" Type="http://schemas.openxmlformats.org/officeDocument/2006/relationships/oleObject" Target="../embeddings/oleObject345.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53.bin"/><Relationship Id="rId3" Type="http://schemas.openxmlformats.org/officeDocument/2006/relationships/notesSlide" Target="../notesSlides/notesSlide4.xml"/><Relationship Id="rId7" Type="http://schemas.openxmlformats.org/officeDocument/2006/relationships/oleObject" Target="../embeddings/oleObject352.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351.bin"/><Relationship Id="rId5" Type="http://schemas.openxmlformats.org/officeDocument/2006/relationships/oleObject" Target="../embeddings/oleObject350.bin"/><Relationship Id="rId10" Type="http://schemas.openxmlformats.org/officeDocument/2006/relationships/oleObject" Target="../embeddings/oleObject355.bin"/><Relationship Id="rId4" Type="http://schemas.openxmlformats.org/officeDocument/2006/relationships/oleObject" Target="../embeddings/oleObject349.bin"/><Relationship Id="rId9" Type="http://schemas.openxmlformats.org/officeDocument/2006/relationships/oleObject" Target="../embeddings/oleObject354.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361.bin"/><Relationship Id="rId3" Type="http://schemas.openxmlformats.org/officeDocument/2006/relationships/oleObject" Target="../embeddings/oleObject356.bin"/><Relationship Id="rId7" Type="http://schemas.openxmlformats.org/officeDocument/2006/relationships/oleObject" Target="../embeddings/oleObject360.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359.bin"/><Relationship Id="rId11" Type="http://schemas.openxmlformats.org/officeDocument/2006/relationships/oleObject" Target="../embeddings/oleObject364.bin"/><Relationship Id="rId5" Type="http://schemas.openxmlformats.org/officeDocument/2006/relationships/oleObject" Target="../embeddings/oleObject358.bin"/><Relationship Id="rId10" Type="http://schemas.openxmlformats.org/officeDocument/2006/relationships/oleObject" Target="../embeddings/oleObject363.bin"/><Relationship Id="rId4" Type="http://schemas.openxmlformats.org/officeDocument/2006/relationships/oleObject" Target="../embeddings/oleObject357.bin"/><Relationship Id="rId9" Type="http://schemas.openxmlformats.org/officeDocument/2006/relationships/oleObject" Target="../embeddings/oleObject362.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65.bin"/><Relationship Id="rId2" Type="http://schemas.openxmlformats.org/officeDocument/2006/relationships/slideLayout" Target="../slideLayouts/slideLayout7.xml"/><Relationship Id="rId1" Type="http://schemas.openxmlformats.org/officeDocument/2006/relationships/vmlDrawing" Target="../drawings/vmlDrawing45.v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66.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369.bin"/><Relationship Id="rId5" Type="http://schemas.openxmlformats.org/officeDocument/2006/relationships/oleObject" Target="../embeddings/oleObject368.bin"/><Relationship Id="rId4" Type="http://schemas.openxmlformats.org/officeDocument/2006/relationships/oleObject" Target="../embeddings/oleObject367.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70.bin"/><Relationship Id="rId2" Type="http://schemas.openxmlformats.org/officeDocument/2006/relationships/slideLayout" Target="../slideLayouts/slideLayout7.xml"/><Relationship Id="rId1" Type="http://schemas.openxmlformats.org/officeDocument/2006/relationships/vmlDrawing" Target="../drawings/vmlDrawing47.vml"/><Relationship Id="rId5" Type="http://schemas.openxmlformats.org/officeDocument/2006/relationships/oleObject" Target="../embeddings/oleObject372.bin"/><Relationship Id="rId4" Type="http://schemas.openxmlformats.org/officeDocument/2006/relationships/oleObject" Target="../embeddings/oleObject371.bin"/></Relationships>
</file>

<file path=ppt/slides/_rels/slide56.xml.rels><?xml version="1.0" encoding="UTF-8" standalone="yes"?>
<Relationships xmlns="http://schemas.openxmlformats.org/package/2006/relationships"><Relationship Id="rId8" Type="http://schemas.openxmlformats.org/officeDocument/2006/relationships/image" Target="../media/image346.jpeg"/><Relationship Id="rId3" Type="http://schemas.openxmlformats.org/officeDocument/2006/relationships/oleObject" Target="../embeddings/oleObject373.bin"/><Relationship Id="rId7" Type="http://schemas.openxmlformats.org/officeDocument/2006/relationships/oleObject" Target="../embeddings/oleObject377.bin"/><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oleObject" Target="../embeddings/oleObject376.bin"/><Relationship Id="rId5" Type="http://schemas.openxmlformats.org/officeDocument/2006/relationships/oleObject" Target="../embeddings/oleObject375.bin"/><Relationship Id="rId10" Type="http://schemas.openxmlformats.org/officeDocument/2006/relationships/oleObject" Target="../embeddings/oleObject379.bin"/><Relationship Id="rId4" Type="http://schemas.openxmlformats.org/officeDocument/2006/relationships/oleObject" Target="../embeddings/oleObject374.bin"/><Relationship Id="rId9" Type="http://schemas.openxmlformats.org/officeDocument/2006/relationships/oleObject" Target="../embeddings/oleObject378.bin"/></Relationships>
</file>

<file path=ppt/slides/_rels/slide57.xml.rels><?xml version="1.0" encoding="UTF-8" standalone="yes"?>
<Relationships xmlns="http://schemas.openxmlformats.org/package/2006/relationships"><Relationship Id="rId3" Type="http://schemas.openxmlformats.org/officeDocument/2006/relationships/image" Target="../media/image348.png"/><Relationship Id="rId2" Type="http://schemas.openxmlformats.org/officeDocument/2006/relationships/image" Target="../media/image347.png"/><Relationship Id="rId1" Type="http://schemas.openxmlformats.org/officeDocument/2006/relationships/slideLayout" Target="../slideLayouts/slideLayout7.xml"/><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4">
            <a:hlinkClick r:id="" action="ppaction://hlinkshowjump?jump=firstslide"/>
          </p:cNvPr>
          <p:cNvSpPr txBox="1">
            <a:spLocks noChangeArrowheads="1"/>
          </p:cNvSpPr>
          <p:nvPr/>
        </p:nvSpPr>
        <p:spPr bwMode="auto">
          <a:xfrm>
            <a:off x="928688" y="1214438"/>
            <a:ext cx="6715125" cy="923925"/>
          </a:xfrm>
          <a:prstGeom prst="rect">
            <a:avLst/>
          </a:prstGeom>
          <a:noFill/>
          <a:ln w="19050" algn="ctr">
            <a:noFill/>
            <a:miter lim="800000"/>
            <a:headEnd/>
            <a:tailEnd/>
          </a:ln>
        </p:spPr>
        <p:txBody>
          <a:bodyPr>
            <a:spAutoFit/>
          </a:bodyPr>
          <a:lstStyle/>
          <a:p>
            <a:pPr>
              <a:spcBef>
                <a:spcPct val="50000"/>
              </a:spcBef>
              <a:defRPr/>
            </a:pPr>
            <a:r>
              <a:rPr lang="zh-CN" altLang="en-US" sz="5400" b="1" dirty="0">
                <a:solidFill>
                  <a:srgbClr val="FF0000"/>
                </a:solidFill>
                <a:effectLst>
                  <a:outerShdw blurRad="38100" dist="38100" dir="2700000" algn="tl">
                    <a:srgbClr val="000000">
                      <a:alpha val="43137"/>
                    </a:srgbClr>
                  </a:outerShdw>
                </a:effectLst>
                <a:latin typeface="楷体" pitchFamily="49" charset="-122"/>
                <a:ea typeface="楷体" pitchFamily="49" charset="-122"/>
                <a:cs typeface="+mj-cs"/>
              </a:rPr>
              <a:t>第</a:t>
            </a:r>
            <a:r>
              <a:rPr lang="en-US" altLang="zh-CN" sz="5400" b="1" dirty="0">
                <a:solidFill>
                  <a:srgbClr val="FF0000"/>
                </a:solidFill>
                <a:effectLst>
                  <a:outerShdw blurRad="38100" dist="38100" dir="2700000" algn="tl">
                    <a:srgbClr val="000000">
                      <a:alpha val="43137"/>
                    </a:srgbClr>
                  </a:outerShdw>
                </a:effectLst>
                <a:ea typeface="楷体" pitchFamily="49" charset="-122"/>
                <a:cs typeface="Times New Roman" pitchFamily="18" charset="0"/>
              </a:rPr>
              <a:t>2</a:t>
            </a:r>
            <a:r>
              <a:rPr lang="zh-CN" altLang="en-US" sz="5400" b="1" dirty="0">
                <a:solidFill>
                  <a:srgbClr val="FF0000"/>
                </a:solidFill>
                <a:effectLst>
                  <a:outerShdw blurRad="38100" dist="38100" dir="2700000" algn="tl">
                    <a:srgbClr val="000000">
                      <a:alpha val="43137"/>
                    </a:srgbClr>
                  </a:outerShdw>
                </a:effectLst>
                <a:latin typeface="楷体" pitchFamily="49" charset="-122"/>
                <a:ea typeface="楷体" pitchFamily="49" charset="-122"/>
                <a:cs typeface="+mj-cs"/>
              </a:rPr>
              <a:t>篇    振动与波</a:t>
            </a:r>
            <a:endParaRPr lang="zh-CN" altLang="en-US" sz="5400" b="1" dirty="0">
              <a:solidFill>
                <a:srgbClr val="FF0000"/>
              </a:solidFill>
              <a:effectLst>
                <a:outerShdw blurRad="38100" dist="38100" dir="2700000" algn="tl">
                  <a:srgbClr val="000000">
                    <a:alpha val="43137"/>
                  </a:srgbClr>
                </a:outerShdw>
              </a:effectLst>
              <a:latin typeface="楷体" pitchFamily="49" charset="-122"/>
              <a:ea typeface="楷体" pitchFamily="49" charset="-122"/>
              <a:cs typeface="+mj-cs"/>
            </a:endParaRPr>
          </a:p>
        </p:txBody>
      </p:sp>
      <p:sp>
        <p:nvSpPr>
          <p:cNvPr id="51203" name="Rectangle 5"/>
          <p:cNvSpPr>
            <a:spLocks noChangeArrowheads="1"/>
          </p:cNvSpPr>
          <p:nvPr/>
        </p:nvSpPr>
        <p:spPr bwMode="auto">
          <a:xfrm>
            <a:off x="2227263" y="2792413"/>
            <a:ext cx="4044950" cy="708025"/>
          </a:xfrm>
          <a:prstGeom prst="rect">
            <a:avLst/>
          </a:prstGeom>
          <a:noFill/>
          <a:ln w="9525">
            <a:noFill/>
            <a:miter lim="800000"/>
            <a:headEnd/>
            <a:tailEnd/>
          </a:ln>
        </p:spPr>
        <p:txBody>
          <a:bodyPr wrap="none" anchor="ctr">
            <a:spAutoFit/>
          </a:bodyPr>
          <a:lstStyle/>
          <a:p>
            <a:r>
              <a:rPr lang="zh-CN" altLang="en-US" sz="4000" b="1">
                <a:solidFill>
                  <a:srgbClr val="3333CC"/>
                </a:solidFill>
                <a:latin typeface="楷体" pitchFamily="49" charset="-122"/>
                <a:ea typeface="楷体" pitchFamily="49" charset="-122"/>
              </a:rPr>
              <a:t>第</a:t>
            </a:r>
            <a:r>
              <a:rPr lang="en-US" altLang="zh-CN" sz="4000" b="1">
                <a:solidFill>
                  <a:srgbClr val="3333CC"/>
                </a:solidFill>
                <a:ea typeface="楷体" pitchFamily="49" charset="-122"/>
                <a:cs typeface="Times New Roman" pitchFamily="18" charset="0"/>
              </a:rPr>
              <a:t>5</a:t>
            </a:r>
            <a:r>
              <a:rPr lang="zh-CN" altLang="en-US" sz="4000" b="1">
                <a:solidFill>
                  <a:srgbClr val="3333CC"/>
                </a:solidFill>
                <a:latin typeface="楷体" pitchFamily="49" charset="-122"/>
                <a:ea typeface="楷体" pitchFamily="49" charset="-122"/>
              </a:rPr>
              <a:t>章  机械振动</a:t>
            </a:r>
          </a:p>
        </p:txBody>
      </p:sp>
      <p:sp>
        <p:nvSpPr>
          <p:cNvPr id="51204" name="Rectangle 5"/>
          <p:cNvSpPr>
            <a:spLocks noChangeArrowheads="1"/>
          </p:cNvSpPr>
          <p:nvPr/>
        </p:nvSpPr>
        <p:spPr bwMode="auto">
          <a:xfrm>
            <a:off x="2357438" y="3935413"/>
            <a:ext cx="3530600" cy="708025"/>
          </a:xfrm>
          <a:prstGeom prst="rect">
            <a:avLst/>
          </a:prstGeom>
          <a:noFill/>
          <a:ln w="9525">
            <a:noFill/>
            <a:miter lim="800000"/>
            <a:headEnd/>
            <a:tailEnd/>
          </a:ln>
        </p:spPr>
        <p:txBody>
          <a:bodyPr wrap="none" anchor="ctr">
            <a:spAutoFit/>
          </a:bodyPr>
          <a:lstStyle/>
          <a:p>
            <a:r>
              <a:rPr lang="zh-CN" altLang="en-US" sz="4000" b="1">
                <a:solidFill>
                  <a:srgbClr val="3333CC"/>
                </a:solidFill>
                <a:latin typeface="楷体" pitchFamily="49" charset="-122"/>
                <a:ea typeface="楷体" pitchFamily="49" charset="-122"/>
              </a:rPr>
              <a:t>第</a:t>
            </a:r>
            <a:r>
              <a:rPr lang="en-US" altLang="zh-CN" sz="4000" b="1">
                <a:solidFill>
                  <a:srgbClr val="3333CC"/>
                </a:solidFill>
                <a:ea typeface="楷体" pitchFamily="49" charset="-122"/>
                <a:cs typeface="Times New Roman" pitchFamily="18" charset="0"/>
              </a:rPr>
              <a:t>6</a:t>
            </a:r>
            <a:r>
              <a:rPr lang="zh-CN" altLang="en-US" sz="4000" b="1">
                <a:solidFill>
                  <a:srgbClr val="3333CC"/>
                </a:solidFill>
                <a:latin typeface="楷体" pitchFamily="49" charset="-122"/>
                <a:ea typeface="楷体" pitchFamily="49" charset="-122"/>
              </a:rPr>
              <a:t>章  机械波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6" name="Picture 4" descr="25363e8c48922930b21bba5b"/>
          <p:cNvPicPr>
            <a:picLocks noChangeAspect="1" noChangeArrowheads="1"/>
          </p:cNvPicPr>
          <p:nvPr/>
        </p:nvPicPr>
        <p:blipFill>
          <a:blip r:embed="rId3"/>
          <a:srcRect/>
          <a:stretch>
            <a:fillRect/>
          </a:stretch>
        </p:blipFill>
        <p:spPr bwMode="auto">
          <a:xfrm>
            <a:off x="1835150" y="1270000"/>
            <a:ext cx="5448300" cy="5327650"/>
          </a:xfrm>
          <a:prstGeom prst="rect">
            <a:avLst/>
          </a:prstGeom>
          <a:noFill/>
          <a:ln w="9525">
            <a:noFill/>
            <a:miter lim="800000"/>
            <a:headEnd/>
            <a:tailEnd/>
          </a:ln>
        </p:spPr>
      </p:pic>
      <p:sp>
        <p:nvSpPr>
          <p:cNvPr id="136197" name="Rectangle 5"/>
          <p:cNvSpPr>
            <a:spLocks noChangeArrowheads="1"/>
          </p:cNvSpPr>
          <p:nvPr/>
        </p:nvSpPr>
        <p:spPr bwMode="auto">
          <a:xfrm>
            <a:off x="684213" y="333375"/>
            <a:ext cx="7561262" cy="898525"/>
          </a:xfrm>
          <a:prstGeom prst="rect">
            <a:avLst/>
          </a:prstGeom>
          <a:noFill/>
          <a:ln w="9525">
            <a:noFill/>
            <a:miter lim="800000"/>
            <a:headEnd/>
            <a:tailEnd/>
          </a:ln>
          <a:effectLst/>
        </p:spPr>
        <p:txBody>
          <a:bodyPr/>
          <a:lstStyle/>
          <a:p>
            <a:pPr>
              <a:defRPr/>
            </a:pPr>
            <a:r>
              <a:rPr lang="zh-CN" altLang="en-US" sz="5400" b="1" dirty="0">
                <a:solidFill>
                  <a:srgbClr val="FF0000"/>
                </a:solidFill>
                <a:effectLst>
                  <a:outerShdw blurRad="38100" dist="38100" dir="2700000" algn="tl">
                    <a:srgbClr val="C0C0C0"/>
                  </a:outerShdw>
                </a:effectLst>
                <a:ea typeface="隶书" pitchFamily="49" charset="-122"/>
              </a:rPr>
              <a:t>第</a:t>
            </a:r>
            <a:r>
              <a:rPr lang="en-US" altLang="zh-CN" sz="5400" b="1" dirty="0">
                <a:solidFill>
                  <a:srgbClr val="FF0000"/>
                </a:solidFill>
                <a:effectLst>
                  <a:outerShdw blurRad="38100" dist="38100" dir="2700000" algn="tl">
                    <a:srgbClr val="C0C0C0"/>
                  </a:outerShdw>
                </a:effectLst>
                <a:ea typeface="隶书" pitchFamily="49" charset="-122"/>
              </a:rPr>
              <a:t>5</a:t>
            </a:r>
            <a:r>
              <a:rPr lang="zh-CN" altLang="en-US" sz="5400" b="1" dirty="0">
                <a:solidFill>
                  <a:srgbClr val="FF0000"/>
                </a:solidFill>
                <a:effectLst>
                  <a:outerShdw blurRad="38100" dist="38100" dir="2700000" algn="tl">
                    <a:srgbClr val="C0C0C0"/>
                  </a:outerShdw>
                </a:effectLst>
                <a:ea typeface="隶书" pitchFamily="49" charset="-122"/>
              </a:rPr>
              <a:t>章  机械振动</a:t>
            </a:r>
            <a:endParaRPr lang="zh-CN" altLang="en-US" sz="2400" dirty="0"/>
          </a:p>
        </p:txBody>
      </p:sp>
      <p:pic>
        <p:nvPicPr>
          <p:cNvPr id="136198" name="Picture 6" descr="xin_1103042008590781044012"/>
          <p:cNvPicPr>
            <a:picLocks noChangeAspect="1" noChangeArrowheads="1"/>
          </p:cNvPicPr>
          <p:nvPr/>
        </p:nvPicPr>
        <p:blipFill>
          <a:blip r:embed="rId4"/>
          <a:srcRect/>
          <a:stretch>
            <a:fillRect/>
          </a:stretch>
        </p:blipFill>
        <p:spPr bwMode="auto">
          <a:xfrm>
            <a:off x="1476375" y="1268413"/>
            <a:ext cx="6553200" cy="53181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7"/>
                                        </p:tgtEl>
                                        <p:attrNameLst>
                                          <p:attrName>style.visibility</p:attrName>
                                        </p:attrNameLst>
                                      </p:cBhvr>
                                      <p:to>
                                        <p:strVal val="visible"/>
                                      </p:to>
                                    </p:set>
                                    <p:animEffect transition="in" filter="wipe(left)">
                                      <p:cBhvr>
                                        <p:cTn id="7" dur="500"/>
                                        <p:tgtEl>
                                          <p:spTgt spid="13619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36196"/>
                                        </p:tgtEl>
                                        <p:attrNameLst>
                                          <p:attrName>style.visibility</p:attrName>
                                        </p:attrNameLst>
                                      </p:cBhvr>
                                      <p:to>
                                        <p:strVal val="visible"/>
                                      </p:to>
                                    </p:set>
                                    <p:animEffect transition="in" filter="box(out)">
                                      <p:cBhvr>
                                        <p:cTn id="12" dur="2000"/>
                                        <p:tgtEl>
                                          <p:spTgt spid="13619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36198"/>
                                        </p:tgtEl>
                                        <p:attrNameLst>
                                          <p:attrName>style.visibility</p:attrName>
                                        </p:attrNameLst>
                                      </p:cBhvr>
                                      <p:to>
                                        <p:strVal val="visible"/>
                                      </p:to>
                                    </p:set>
                                    <p:animEffect transition="in" filter="box(out)">
                                      <p:cBhvr>
                                        <p:cTn id="17" dur="2000"/>
                                        <p:tgtEl>
                                          <p:spTgt spid="136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6" name="Text Box 4"/>
          <p:cNvSpPr txBox="1">
            <a:spLocks noChangeArrowheads="1"/>
          </p:cNvSpPr>
          <p:nvPr/>
        </p:nvSpPr>
        <p:spPr bwMode="auto">
          <a:xfrm>
            <a:off x="179388" y="620713"/>
            <a:ext cx="2159000" cy="457200"/>
          </a:xfrm>
          <a:prstGeom prst="rect">
            <a:avLst/>
          </a:prstGeom>
          <a:noFill/>
          <a:ln w="9525">
            <a:noFill/>
            <a:miter lim="800000"/>
            <a:headEnd/>
            <a:tailEnd/>
          </a:ln>
        </p:spPr>
        <p:txBody>
          <a:bodyPr>
            <a:spAutoFit/>
          </a:bodyPr>
          <a:lstStyle/>
          <a:p>
            <a:pPr algn="just" eaLnBrk="0" hangingPunct="0"/>
            <a:r>
              <a:rPr kumimoji="0" lang="zh-CN" altLang="en-US" sz="2400" b="1">
                <a:solidFill>
                  <a:srgbClr val="FF0000"/>
                </a:solidFill>
              </a:rPr>
              <a:t>机械振动：</a:t>
            </a:r>
            <a:endParaRPr lang="zh-CN" altLang="en-US" sz="2400"/>
          </a:p>
        </p:txBody>
      </p:sp>
      <p:sp>
        <p:nvSpPr>
          <p:cNvPr id="166917" name="Text Box 5"/>
          <p:cNvSpPr txBox="1">
            <a:spLocks noChangeArrowheads="1"/>
          </p:cNvSpPr>
          <p:nvPr/>
        </p:nvSpPr>
        <p:spPr bwMode="auto">
          <a:xfrm>
            <a:off x="755650" y="1196975"/>
            <a:ext cx="7343775" cy="457200"/>
          </a:xfrm>
          <a:prstGeom prst="rect">
            <a:avLst/>
          </a:prstGeom>
          <a:noFill/>
          <a:ln w="9525">
            <a:noFill/>
            <a:miter lim="800000"/>
            <a:headEnd/>
            <a:tailEnd/>
          </a:ln>
        </p:spPr>
        <p:txBody>
          <a:bodyPr>
            <a:spAutoFit/>
          </a:bodyPr>
          <a:lstStyle/>
          <a:p>
            <a:pPr algn="just" eaLnBrk="0" hangingPunct="0"/>
            <a:r>
              <a:rPr kumimoji="0" lang="zh-CN" altLang="en-US" sz="2400" b="1"/>
              <a:t>物体在一定位置附近作来回往复的运动。</a:t>
            </a:r>
            <a:endParaRPr lang="zh-CN" altLang="en-US" sz="2400"/>
          </a:p>
        </p:txBody>
      </p:sp>
      <p:sp>
        <p:nvSpPr>
          <p:cNvPr id="166918" name="Text Box 6"/>
          <p:cNvSpPr txBox="1">
            <a:spLocks noChangeArrowheads="1"/>
          </p:cNvSpPr>
          <p:nvPr/>
        </p:nvSpPr>
        <p:spPr bwMode="auto">
          <a:xfrm>
            <a:off x="179388" y="1890713"/>
            <a:ext cx="2305050" cy="530225"/>
          </a:xfrm>
          <a:prstGeom prst="rect">
            <a:avLst/>
          </a:prstGeom>
          <a:noFill/>
          <a:ln w="9525">
            <a:noFill/>
            <a:miter lim="800000"/>
            <a:headEnd/>
            <a:tailEnd/>
          </a:ln>
        </p:spPr>
        <p:txBody>
          <a:bodyPr>
            <a:spAutoFit/>
          </a:bodyPr>
          <a:lstStyle/>
          <a:p>
            <a:pPr algn="just" eaLnBrk="0" hangingPunct="0">
              <a:lnSpc>
                <a:spcPct val="120000"/>
              </a:lnSpc>
            </a:pPr>
            <a:r>
              <a:rPr kumimoji="0" lang="zh-CN" altLang="en-US" sz="2400" b="1">
                <a:solidFill>
                  <a:srgbClr val="FF0000"/>
                </a:solidFill>
                <a:latin typeface="宋体" pitchFamily="2" charset="-122"/>
              </a:rPr>
              <a:t>广义振动：</a:t>
            </a:r>
            <a:endParaRPr kumimoji="0" lang="zh-CN" altLang="en-US" sz="2400" b="1">
              <a:latin typeface="宋体" pitchFamily="2" charset="-122"/>
            </a:endParaRPr>
          </a:p>
        </p:txBody>
      </p:sp>
      <p:sp>
        <p:nvSpPr>
          <p:cNvPr id="166919" name="Text Box 7"/>
          <p:cNvSpPr txBox="1">
            <a:spLocks noChangeArrowheads="1"/>
          </p:cNvSpPr>
          <p:nvPr/>
        </p:nvSpPr>
        <p:spPr bwMode="auto">
          <a:xfrm>
            <a:off x="755650" y="2492375"/>
            <a:ext cx="8064500" cy="530225"/>
          </a:xfrm>
          <a:prstGeom prst="rect">
            <a:avLst/>
          </a:prstGeom>
          <a:noFill/>
          <a:ln w="9525">
            <a:noFill/>
            <a:miter lim="800000"/>
            <a:headEnd/>
            <a:tailEnd/>
          </a:ln>
        </p:spPr>
        <p:txBody>
          <a:bodyPr>
            <a:spAutoFit/>
          </a:bodyPr>
          <a:lstStyle/>
          <a:p>
            <a:pPr algn="just" eaLnBrk="0" hangingPunct="0">
              <a:lnSpc>
                <a:spcPct val="120000"/>
              </a:lnSpc>
            </a:pPr>
            <a:r>
              <a:rPr kumimoji="0" lang="zh-CN" altLang="en-US" sz="2400" b="1">
                <a:latin typeface="宋体" pitchFamily="2" charset="-122"/>
              </a:rPr>
              <a:t>任一物理量</a:t>
            </a:r>
            <a:r>
              <a:rPr kumimoji="0" lang="en-US" altLang="zh-CN" sz="2400" b="1">
                <a:latin typeface="宋体" pitchFamily="2" charset="-122"/>
              </a:rPr>
              <a:t>(</a:t>
            </a:r>
            <a:r>
              <a:rPr kumimoji="0" lang="zh-CN" altLang="en-US" sz="2400" b="1">
                <a:latin typeface="宋体" pitchFamily="2" charset="-122"/>
              </a:rPr>
              <a:t>如位移、电流等</a:t>
            </a:r>
            <a:r>
              <a:rPr kumimoji="0" lang="en-US" altLang="zh-CN" sz="2400" b="1">
                <a:latin typeface="宋体" pitchFamily="2" charset="-122"/>
              </a:rPr>
              <a:t>)</a:t>
            </a:r>
            <a:r>
              <a:rPr kumimoji="0" lang="zh-CN" altLang="en-US" sz="2400" b="1">
                <a:latin typeface="宋体" pitchFamily="2" charset="-122"/>
              </a:rPr>
              <a:t>在某一数值附近反复变化。</a:t>
            </a:r>
          </a:p>
        </p:txBody>
      </p:sp>
      <p:sp>
        <p:nvSpPr>
          <p:cNvPr id="166920" name="Text Box 8"/>
          <p:cNvSpPr txBox="1">
            <a:spLocks noChangeArrowheads="1"/>
          </p:cNvSpPr>
          <p:nvPr/>
        </p:nvSpPr>
        <p:spPr bwMode="auto">
          <a:xfrm>
            <a:off x="923925" y="3367088"/>
            <a:ext cx="6456363" cy="493712"/>
          </a:xfrm>
          <a:prstGeom prst="rect">
            <a:avLst/>
          </a:prstGeom>
          <a:noFill/>
          <a:ln w="9525">
            <a:noFill/>
            <a:miter lim="800000"/>
            <a:headEnd/>
            <a:tailEnd/>
          </a:ln>
        </p:spPr>
        <p:txBody>
          <a:bodyPr>
            <a:spAutoFit/>
          </a:bodyPr>
          <a:lstStyle/>
          <a:p>
            <a:pPr algn="l">
              <a:lnSpc>
                <a:spcPct val="110000"/>
              </a:lnSpc>
            </a:pPr>
            <a:r>
              <a:rPr lang="zh-CN" altLang="en-US" sz="2400" b="1">
                <a:ea typeface="楷体_GB2312" pitchFamily="49" charset="-122"/>
              </a:rPr>
              <a:t>物体在摇摆、颠簸、打击、发声之处均有振动</a:t>
            </a:r>
          </a:p>
        </p:txBody>
      </p:sp>
      <p:sp>
        <p:nvSpPr>
          <p:cNvPr id="166923" name="Text Box 11"/>
          <p:cNvSpPr txBox="1">
            <a:spLocks noChangeArrowheads="1"/>
          </p:cNvSpPr>
          <p:nvPr/>
        </p:nvSpPr>
        <p:spPr bwMode="auto">
          <a:xfrm>
            <a:off x="3995738" y="4197350"/>
            <a:ext cx="1905000" cy="384175"/>
          </a:xfrm>
          <a:prstGeom prst="rect">
            <a:avLst/>
          </a:prstGeom>
          <a:noFill/>
          <a:ln w="9525">
            <a:noFill/>
            <a:miter lim="800000"/>
            <a:headEnd/>
            <a:tailEnd/>
          </a:ln>
        </p:spPr>
        <p:txBody>
          <a:bodyPr>
            <a:spAutoFit/>
          </a:bodyPr>
          <a:lstStyle/>
          <a:p>
            <a:pPr marL="457200" indent="-457200">
              <a:lnSpc>
                <a:spcPct val="80000"/>
              </a:lnSpc>
              <a:spcBef>
                <a:spcPct val="50000"/>
              </a:spcBef>
            </a:pPr>
            <a:r>
              <a:rPr lang="en-US" altLang="zh-CN" sz="2400" b="1">
                <a:solidFill>
                  <a:srgbClr val="0033CC"/>
                </a:solidFill>
              </a:rPr>
              <a:t> </a:t>
            </a:r>
            <a:r>
              <a:rPr lang="zh-CN" altLang="en-US" sz="2400" b="1">
                <a:solidFill>
                  <a:srgbClr val="0033CC"/>
                </a:solidFill>
                <a:latin typeface="宋体" pitchFamily="2" charset="-122"/>
              </a:rPr>
              <a:t>振动分类</a:t>
            </a:r>
            <a:endParaRPr lang="zh-CN" altLang="en-US" sz="2400" b="1">
              <a:solidFill>
                <a:srgbClr val="0033CC"/>
              </a:solidFill>
            </a:endParaRPr>
          </a:p>
        </p:txBody>
      </p:sp>
      <p:sp>
        <p:nvSpPr>
          <p:cNvPr id="166924" name="Text Box 12"/>
          <p:cNvSpPr txBox="1">
            <a:spLocks noChangeArrowheads="1"/>
          </p:cNvSpPr>
          <p:nvPr/>
        </p:nvSpPr>
        <p:spPr bwMode="auto">
          <a:xfrm>
            <a:off x="6205538" y="5043488"/>
            <a:ext cx="2133600" cy="457200"/>
          </a:xfrm>
          <a:prstGeom prst="rect">
            <a:avLst/>
          </a:prstGeom>
          <a:noFill/>
          <a:ln w="9525">
            <a:noFill/>
            <a:miter lim="800000"/>
            <a:headEnd/>
            <a:tailEnd/>
          </a:ln>
        </p:spPr>
        <p:txBody>
          <a:bodyPr>
            <a:spAutoFit/>
          </a:bodyPr>
          <a:lstStyle/>
          <a:p>
            <a:r>
              <a:rPr lang="zh-CN" altLang="en-US" sz="2400" b="1">
                <a:solidFill>
                  <a:srgbClr val="0033CC"/>
                </a:solidFill>
              </a:rPr>
              <a:t>非线性振动</a:t>
            </a:r>
          </a:p>
        </p:txBody>
      </p:sp>
      <p:sp>
        <p:nvSpPr>
          <p:cNvPr id="166925" name="Text Box 13"/>
          <p:cNvSpPr txBox="1">
            <a:spLocks noChangeArrowheads="1"/>
          </p:cNvSpPr>
          <p:nvPr/>
        </p:nvSpPr>
        <p:spPr bwMode="auto">
          <a:xfrm>
            <a:off x="1785938" y="4972050"/>
            <a:ext cx="1752600" cy="457200"/>
          </a:xfrm>
          <a:prstGeom prst="rect">
            <a:avLst/>
          </a:prstGeom>
          <a:noFill/>
          <a:ln w="9525">
            <a:noFill/>
            <a:miter lim="800000"/>
            <a:headEnd/>
            <a:tailEnd/>
          </a:ln>
        </p:spPr>
        <p:txBody>
          <a:bodyPr>
            <a:spAutoFit/>
          </a:bodyPr>
          <a:lstStyle/>
          <a:p>
            <a:r>
              <a:rPr lang="zh-CN" altLang="en-US" sz="2400" b="1">
                <a:solidFill>
                  <a:srgbClr val="0033CC"/>
                </a:solidFill>
              </a:rPr>
              <a:t>线性振动</a:t>
            </a:r>
          </a:p>
        </p:txBody>
      </p:sp>
      <p:sp>
        <p:nvSpPr>
          <p:cNvPr id="166926" name="AutoShape 14"/>
          <p:cNvSpPr>
            <a:spLocks/>
          </p:cNvSpPr>
          <p:nvPr/>
        </p:nvSpPr>
        <p:spPr bwMode="auto">
          <a:xfrm rot="5400000">
            <a:off x="4643438" y="2635250"/>
            <a:ext cx="381000" cy="4419600"/>
          </a:xfrm>
          <a:prstGeom prst="leftBrace">
            <a:avLst>
              <a:gd name="adj1" fmla="val 0"/>
              <a:gd name="adj2" fmla="val 49565"/>
            </a:avLst>
          </a:prstGeom>
          <a:noFill/>
          <a:ln w="9525">
            <a:solidFill>
              <a:srgbClr val="FF6600"/>
            </a:solidFill>
            <a:round/>
            <a:headEnd/>
            <a:tailEnd/>
          </a:ln>
        </p:spPr>
        <p:txBody>
          <a:bodyPr wrap="none" anchor="ctr"/>
          <a:lstStyle/>
          <a:p>
            <a:endParaRPr lang="zh-CN" altLang="en-US"/>
          </a:p>
        </p:txBody>
      </p:sp>
      <p:sp>
        <p:nvSpPr>
          <p:cNvPr id="166927" name="Text Box 15"/>
          <p:cNvSpPr txBox="1">
            <a:spLocks noChangeArrowheads="1"/>
          </p:cNvSpPr>
          <p:nvPr/>
        </p:nvSpPr>
        <p:spPr bwMode="auto">
          <a:xfrm>
            <a:off x="3462338" y="5797550"/>
            <a:ext cx="1676400"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0033CC"/>
                </a:solidFill>
                <a:latin typeface="楷体_GB2312" pitchFamily="49" charset="-122"/>
              </a:rPr>
              <a:t>受迫振动</a:t>
            </a:r>
          </a:p>
        </p:txBody>
      </p:sp>
      <p:sp>
        <p:nvSpPr>
          <p:cNvPr id="166928" name="Text Box 16"/>
          <p:cNvSpPr txBox="1">
            <a:spLocks noChangeArrowheads="1"/>
          </p:cNvSpPr>
          <p:nvPr/>
        </p:nvSpPr>
        <p:spPr bwMode="auto">
          <a:xfrm>
            <a:off x="414338" y="5783263"/>
            <a:ext cx="1752600"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0033CC"/>
                </a:solidFill>
                <a:latin typeface="宋体" pitchFamily="2" charset="-122"/>
              </a:rPr>
              <a:t>自由振动</a:t>
            </a:r>
            <a:endParaRPr lang="zh-CN" altLang="en-US" sz="2400" b="1">
              <a:solidFill>
                <a:srgbClr val="0033CC"/>
              </a:solidFill>
            </a:endParaRPr>
          </a:p>
        </p:txBody>
      </p:sp>
      <p:sp>
        <p:nvSpPr>
          <p:cNvPr id="166929" name="AutoShape 17"/>
          <p:cNvSpPr>
            <a:spLocks/>
          </p:cNvSpPr>
          <p:nvPr/>
        </p:nvSpPr>
        <p:spPr bwMode="auto">
          <a:xfrm rot="5400000">
            <a:off x="2471738" y="4056063"/>
            <a:ext cx="304800" cy="2971800"/>
          </a:xfrm>
          <a:prstGeom prst="leftBrace">
            <a:avLst>
              <a:gd name="adj1" fmla="val 0"/>
              <a:gd name="adj2" fmla="val 49565"/>
            </a:avLst>
          </a:prstGeom>
          <a:noFill/>
          <a:ln w="9525">
            <a:solidFill>
              <a:srgbClr val="FF6600"/>
            </a:solidFill>
            <a:round/>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wipe(left)">
                                      <p:cBhvr>
                                        <p:cTn id="7" dur="500"/>
                                        <p:tgtEl>
                                          <p:spTgt spid="1669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6917"/>
                                        </p:tgtEl>
                                        <p:attrNameLst>
                                          <p:attrName>style.visibility</p:attrName>
                                        </p:attrNameLst>
                                      </p:cBhvr>
                                      <p:to>
                                        <p:strVal val="visible"/>
                                      </p:to>
                                    </p:set>
                                    <p:animEffect transition="in" filter="wipe(left)">
                                      <p:cBhvr>
                                        <p:cTn id="12" dur="500"/>
                                        <p:tgtEl>
                                          <p:spTgt spid="1669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6918"/>
                                        </p:tgtEl>
                                        <p:attrNameLst>
                                          <p:attrName>style.visibility</p:attrName>
                                        </p:attrNameLst>
                                      </p:cBhvr>
                                      <p:to>
                                        <p:strVal val="visible"/>
                                      </p:to>
                                    </p:set>
                                    <p:animEffect transition="in" filter="wipe(left)">
                                      <p:cBhvr>
                                        <p:cTn id="17" dur="500"/>
                                        <p:tgtEl>
                                          <p:spTgt spid="1669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6919"/>
                                        </p:tgtEl>
                                        <p:attrNameLst>
                                          <p:attrName>style.visibility</p:attrName>
                                        </p:attrNameLst>
                                      </p:cBhvr>
                                      <p:to>
                                        <p:strVal val="visible"/>
                                      </p:to>
                                    </p:set>
                                    <p:animEffect transition="in" filter="wipe(left)">
                                      <p:cBhvr>
                                        <p:cTn id="22" dur="500"/>
                                        <p:tgtEl>
                                          <p:spTgt spid="1669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6920"/>
                                        </p:tgtEl>
                                        <p:attrNameLst>
                                          <p:attrName>style.visibility</p:attrName>
                                        </p:attrNameLst>
                                      </p:cBhvr>
                                      <p:to>
                                        <p:strVal val="visible"/>
                                      </p:to>
                                    </p:set>
                                    <p:animEffect transition="in" filter="wipe(left)">
                                      <p:cBhvr>
                                        <p:cTn id="27" dur="500"/>
                                        <p:tgtEl>
                                          <p:spTgt spid="1669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6923"/>
                                        </p:tgtEl>
                                        <p:attrNameLst>
                                          <p:attrName>style.visibility</p:attrName>
                                        </p:attrNameLst>
                                      </p:cBhvr>
                                      <p:to>
                                        <p:strVal val="visible"/>
                                      </p:to>
                                    </p:set>
                                    <p:animEffect transition="in" filter="wipe(left)">
                                      <p:cBhvr>
                                        <p:cTn id="32" dur="500"/>
                                        <p:tgtEl>
                                          <p:spTgt spid="1669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6926"/>
                                        </p:tgtEl>
                                        <p:attrNameLst>
                                          <p:attrName>style.visibility</p:attrName>
                                        </p:attrNameLst>
                                      </p:cBhvr>
                                      <p:to>
                                        <p:strVal val="visible"/>
                                      </p:to>
                                    </p:set>
                                    <p:animEffect transition="in" filter="wipe(left)">
                                      <p:cBhvr>
                                        <p:cTn id="37" dur="500"/>
                                        <p:tgtEl>
                                          <p:spTgt spid="1669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6925"/>
                                        </p:tgtEl>
                                        <p:attrNameLst>
                                          <p:attrName>style.visibility</p:attrName>
                                        </p:attrNameLst>
                                      </p:cBhvr>
                                      <p:to>
                                        <p:strVal val="visible"/>
                                      </p:to>
                                    </p:set>
                                    <p:animEffect transition="in" filter="wipe(left)">
                                      <p:cBhvr>
                                        <p:cTn id="42" dur="500"/>
                                        <p:tgtEl>
                                          <p:spTgt spid="1669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6924"/>
                                        </p:tgtEl>
                                        <p:attrNameLst>
                                          <p:attrName>style.visibility</p:attrName>
                                        </p:attrNameLst>
                                      </p:cBhvr>
                                      <p:to>
                                        <p:strVal val="visible"/>
                                      </p:to>
                                    </p:set>
                                    <p:animEffect transition="in" filter="wipe(left)">
                                      <p:cBhvr>
                                        <p:cTn id="47" dur="500"/>
                                        <p:tgtEl>
                                          <p:spTgt spid="1669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6929"/>
                                        </p:tgtEl>
                                        <p:attrNameLst>
                                          <p:attrName>style.visibility</p:attrName>
                                        </p:attrNameLst>
                                      </p:cBhvr>
                                      <p:to>
                                        <p:strVal val="visible"/>
                                      </p:to>
                                    </p:set>
                                    <p:animEffect transition="in" filter="wipe(left)">
                                      <p:cBhvr>
                                        <p:cTn id="52" dur="500"/>
                                        <p:tgtEl>
                                          <p:spTgt spid="1669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6928"/>
                                        </p:tgtEl>
                                        <p:attrNameLst>
                                          <p:attrName>style.visibility</p:attrName>
                                        </p:attrNameLst>
                                      </p:cBhvr>
                                      <p:to>
                                        <p:strVal val="visible"/>
                                      </p:to>
                                    </p:set>
                                    <p:animEffect transition="in" filter="wipe(left)">
                                      <p:cBhvr>
                                        <p:cTn id="57" dur="500"/>
                                        <p:tgtEl>
                                          <p:spTgt spid="16692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6927"/>
                                        </p:tgtEl>
                                        <p:attrNameLst>
                                          <p:attrName>style.visibility</p:attrName>
                                        </p:attrNameLst>
                                      </p:cBhvr>
                                      <p:to>
                                        <p:strVal val="visible"/>
                                      </p:to>
                                    </p:set>
                                    <p:animEffect transition="in" filter="wipe(left)">
                                      <p:cBhvr>
                                        <p:cTn id="62" dur="500"/>
                                        <p:tgtEl>
                                          <p:spTgt spid="166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6" grpId="0"/>
      <p:bldP spid="166917" grpId="0"/>
      <p:bldP spid="166918" grpId="0" autoUpdateAnimBg="0"/>
      <p:bldP spid="166919" grpId="0" autoUpdateAnimBg="0"/>
      <p:bldP spid="166920" grpId="0"/>
      <p:bldP spid="166923" grpId="0" autoUpdateAnimBg="0"/>
      <p:bldP spid="166924" grpId="0" autoUpdateAnimBg="0"/>
      <p:bldP spid="166925" grpId="0" autoUpdateAnimBg="0"/>
      <p:bldP spid="166926" grpId="0" animBg="1"/>
      <p:bldP spid="166927" grpId="0" autoUpdateAnimBg="0"/>
      <p:bldP spid="166928" grpId="0" autoUpdateAnimBg="0"/>
      <p:bldP spid="1669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0" name="Rectangle 4">
            <a:hlinkClick r:id="rId2" action="ppaction://hlinksldjump"/>
          </p:cNvPr>
          <p:cNvSpPr>
            <a:spLocks noChangeArrowheads="1"/>
          </p:cNvSpPr>
          <p:nvPr/>
        </p:nvSpPr>
        <p:spPr bwMode="auto">
          <a:xfrm>
            <a:off x="1619250" y="2552700"/>
            <a:ext cx="3952875" cy="695325"/>
          </a:xfrm>
          <a:prstGeom prst="rect">
            <a:avLst/>
          </a:prstGeom>
          <a:noFill/>
          <a:ln w="9525">
            <a:noFill/>
            <a:miter lim="800000"/>
            <a:headEnd/>
            <a:tailEnd/>
          </a:ln>
        </p:spPr>
        <p:txBody>
          <a:bodyPr tIns="165048" bIns="165048" anchor="ctr">
            <a:spAutoFit/>
          </a:bodyPr>
          <a:lstStyle/>
          <a:p>
            <a:pPr algn="l"/>
            <a:r>
              <a:rPr lang="en-US" altLang="zh-CN" sz="2400" b="1">
                <a:solidFill>
                  <a:srgbClr val="0000FF"/>
                </a:solidFill>
              </a:rPr>
              <a:t>§5.1  </a:t>
            </a:r>
            <a:r>
              <a:rPr lang="zh-CN" altLang="en-US" sz="2400" b="1">
                <a:solidFill>
                  <a:srgbClr val="0000FF"/>
                </a:solidFill>
              </a:rPr>
              <a:t>简谐振动的描述</a:t>
            </a:r>
          </a:p>
        </p:txBody>
      </p:sp>
      <p:sp>
        <p:nvSpPr>
          <p:cNvPr id="152581" name="Rectangle 5">
            <a:hlinkClick r:id="rId3" action="ppaction://hlinksldjump"/>
          </p:cNvPr>
          <p:cNvSpPr>
            <a:spLocks noChangeArrowheads="1"/>
          </p:cNvSpPr>
          <p:nvPr/>
        </p:nvSpPr>
        <p:spPr bwMode="auto">
          <a:xfrm>
            <a:off x="1620838" y="3338513"/>
            <a:ext cx="3743325" cy="568325"/>
          </a:xfrm>
          <a:prstGeom prst="rect">
            <a:avLst/>
          </a:prstGeom>
          <a:noFill/>
          <a:ln w="9525">
            <a:noFill/>
            <a:miter lim="800000"/>
            <a:headEnd/>
            <a:tailEnd/>
          </a:ln>
        </p:spPr>
        <p:txBody>
          <a:bodyPr tIns="101568" bIns="101568" anchor="ctr">
            <a:spAutoFit/>
          </a:bodyPr>
          <a:lstStyle/>
          <a:p>
            <a:pPr algn="l"/>
            <a:r>
              <a:rPr lang="en-US" altLang="zh-CN" sz="2400" b="1">
                <a:solidFill>
                  <a:srgbClr val="0000FF"/>
                </a:solidFill>
              </a:rPr>
              <a:t>§5.2  </a:t>
            </a:r>
            <a:r>
              <a:rPr lang="zh-CN" altLang="en-US" sz="2400" b="1">
                <a:solidFill>
                  <a:srgbClr val="0000FF"/>
                </a:solidFill>
              </a:rPr>
              <a:t>简谐振动的合成</a:t>
            </a:r>
          </a:p>
        </p:txBody>
      </p:sp>
      <p:sp>
        <p:nvSpPr>
          <p:cNvPr id="152582" name="Rectangle 6">
            <a:hlinkClick r:id="rId4" action="ppaction://hlinksldjump"/>
          </p:cNvPr>
          <p:cNvSpPr>
            <a:spLocks noChangeArrowheads="1"/>
          </p:cNvSpPr>
          <p:nvPr/>
        </p:nvSpPr>
        <p:spPr bwMode="auto">
          <a:xfrm>
            <a:off x="1619250" y="4051300"/>
            <a:ext cx="4105275" cy="568325"/>
          </a:xfrm>
          <a:prstGeom prst="rect">
            <a:avLst/>
          </a:prstGeom>
          <a:noFill/>
          <a:ln w="9525">
            <a:noFill/>
            <a:miter lim="800000"/>
            <a:headEnd/>
            <a:tailEnd/>
          </a:ln>
        </p:spPr>
        <p:txBody>
          <a:bodyPr tIns="101568" bIns="101568" anchor="ctr">
            <a:spAutoFit/>
          </a:bodyPr>
          <a:lstStyle/>
          <a:p>
            <a:pPr algn="l"/>
            <a:r>
              <a:rPr lang="en-US" altLang="zh-CN" sz="2400" b="1">
                <a:solidFill>
                  <a:srgbClr val="0000FF"/>
                </a:solidFill>
              </a:rPr>
              <a:t>§5.3  </a:t>
            </a:r>
            <a:r>
              <a:rPr lang="zh-CN" altLang="en-US" sz="2400" b="1">
                <a:solidFill>
                  <a:srgbClr val="0000FF"/>
                </a:solidFill>
              </a:rPr>
              <a:t>阻尼振动  受迫振动</a:t>
            </a:r>
          </a:p>
        </p:txBody>
      </p:sp>
      <p:sp>
        <p:nvSpPr>
          <p:cNvPr id="152584" name="Text Box 8"/>
          <p:cNvSpPr txBox="1">
            <a:spLocks noChangeArrowheads="1"/>
          </p:cNvSpPr>
          <p:nvPr/>
        </p:nvSpPr>
        <p:spPr bwMode="auto">
          <a:xfrm>
            <a:off x="827088" y="1828800"/>
            <a:ext cx="2447925" cy="519113"/>
          </a:xfrm>
          <a:prstGeom prst="rect">
            <a:avLst/>
          </a:prstGeom>
          <a:noFill/>
          <a:ln w="9525">
            <a:noFill/>
            <a:miter lim="800000"/>
            <a:headEnd/>
            <a:tailEnd/>
          </a:ln>
        </p:spPr>
        <p:txBody>
          <a:bodyPr>
            <a:spAutoFit/>
          </a:bodyPr>
          <a:lstStyle/>
          <a:p>
            <a:pPr algn="l">
              <a:spcBef>
                <a:spcPct val="50000"/>
              </a:spcBef>
            </a:pPr>
            <a:r>
              <a:rPr lang="zh-CN" altLang="en-US" sz="2800" b="1">
                <a:solidFill>
                  <a:srgbClr val="0000FF"/>
                </a:solidFill>
              </a:rPr>
              <a:t>本章内容：</a:t>
            </a:r>
          </a:p>
        </p:txBody>
      </p:sp>
      <p:sp>
        <p:nvSpPr>
          <p:cNvPr id="152585" name="Line 9"/>
          <p:cNvSpPr>
            <a:spLocks noChangeShapeType="1"/>
          </p:cNvSpPr>
          <p:nvPr/>
        </p:nvSpPr>
        <p:spPr bwMode="auto">
          <a:xfrm>
            <a:off x="34925" y="1484313"/>
            <a:ext cx="9043988" cy="0"/>
          </a:xfrm>
          <a:prstGeom prst="line">
            <a:avLst/>
          </a:prstGeom>
          <a:noFill/>
          <a:ln w="28575">
            <a:solidFill>
              <a:srgbClr val="0062E1">
                <a:alpha val="70195"/>
              </a:srgbClr>
            </a:solidFill>
            <a:round/>
            <a:headEnd/>
            <a:tailEnd/>
          </a:ln>
        </p:spPr>
        <p:txBody>
          <a:bodyPr/>
          <a:lstStyle/>
          <a:p>
            <a:endParaRPr lang="zh-CN" altLang="en-US"/>
          </a:p>
        </p:txBody>
      </p:sp>
      <p:sp>
        <p:nvSpPr>
          <p:cNvPr id="152586" name="Line 10"/>
          <p:cNvSpPr>
            <a:spLocks noChangeShapeType="1"/>
          </p:cNvSpPr>
          <p:nvPr/>
        </p:nvSpPr>
        <p:spPr bwMode="auto">
          <a:xfrm>
            <a:off x="100013" y="5876925"/>
            <a:ext cx="9043987" cy="0"/>
          </a:xfrm>
          <a:prstGeom prst="line">
            <a:avLst/>
          </a:prstGeom>
          <a:noFill/>
          <a:ln w="76200">
            <a:solidFill>
              <a:srgbClr val="0062E1">
                <a:alpha val="50195"/>
              </a:srgbClr>
            </a:solidFill>
            <a:round/>
            <a:headEnd/>
            <a:tailEnd/>
          </a:ln>
        </p:spPr>
        <p:txBody>
          <a:bodyPr/>
          <a:lstStyle/>
          <a:p>
            <a:endParaRPr lang="zh-CN" altLang="en-US"/>
          </a:p>
        </p:txBody>
      </p:sp>
      <p:sp>
        <p:nvSpPr>
          <p:cNvPr id="152587" name="Rectangle 11"/>
          <p:cNvSpPr>
            <a:spLocks noChangeArrowheads="1"/>
          </p:cNvSpPr>
          <p:nvPr/>
        </p:nvSpPr>
        <p:spPr bwMode="auto">
          <a:xfrm>
            <a:off x="539750" y="549275"/>
            <a:ext cx="7561263" cy="576263"/>
          </a:xfrm>
          <a:prstGeom prst="rect">
            <a:avLst/>
          </a:prstGeom>
          <a:noFill/>
          <a:ln w="9525">
            <a:noFill/>
            <a:miter lim="800000"/>
            <a:headEnd/>
            <a:tailEnd/>
          </a:ln>
          <a:effectLst/>
        </p:spPr>
        <p:txBody>
          <a:bodyPr/>
          <a:lstStyle/>
          <a:p>
            <a:pPr>
              <a:defRPr/>
            </a:pPr>
            <a:r>
              <a:rPr lang="zh-CN" altLang="en-US" sz="4400" b="1">
                <a:solidFill>
                  <a:srgbClr val="FF0000"/>
                </a:solidFill>
                <a:effectLst>
                  <a:outerShdw blurRad="38100" dist="38100" dir="2700000" algn="tl">
                    <a:srgbClr val="C0C0C0"/>
                  </a:outerShdw>
                </a:effectLst>
                <a:ea typeface="隶书" pitchFamily="49" charset="-122"/>
              </a:rPr>
              <a:t>第</a:t>
            </a:r>
            <a:r>
              <a:rPr lang="en-US" altLang="zh-CN" sz="4400" b="1">
                <a:solidFill>
                  <a:srgbClr val="FF0000"/>
                </a:solidFill>
                <a:effectLst>
                  <a:outerShdw blurRad="38100" dist="38100" dir="2700000" algn="tl">
                    <a:srgbClr val="C0C0C0"/>
                  </a:outerShdw>
                </a:effectLst>
                <a:ea typeface="隶书" pitchFamily="49" charset="-122"/>
              </a:rPr>
              <a:t>5</a:t>
            </a:r>
            <a:r>
              <a:rPr lang="zh-CN" altLang="en-US" sz="4400" b="1">
                <a:solidFill>
                  <a:srgbClr val="FF0000"/>
                </a:solidFill>
                <a:effectLst>
                  <a:outerShdw blurRad="38100" dist="38100" dir="2700000" algn="tl">
                    <a:srgbClr val="C0C0C0"/>
                  </a:outerShdw>
                </a:effectLst>
                <a:ea typeface="隶书" pitchFamily="49" charset="-122"/>
              </a:rPr>
              <a:t>章  机械振动</a:t>
            </a:r>
            <a:endParaRPr lang="zh-CN" altLang="en-US" sz="4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85"/>
                                        </p:tgtEl>
                                        <p:attrNameLst>
                                          <p:attrName>style.visibility</p:attrName>
                                        </p:attrNameLst>
                                      </p:cBhvr>
                                      <p:to>
                                        <p:strVal val="visible"/>
                                      </p:to>
                                    </p:set>
                                    <p:animEffect transition="in" filter="wipe(left)">
                                      <p:cBhvr>
                                        <p:cTn id="7" dur="500"/>
                                        <p:tgtEl>
                                          <p:spTgt spid="1525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584"/>
                                        </p:tgtEl>
                                        <p:attrNameLst>
                                          <p:attrName>style.visibility</p:attrName>
                                        </p:attrNameLst>
                                      </p:cBhvr>
                                      <p:to>
                                        <p:strVal val="visible"/>
                                      </p:to>
                                    </p:set>
                                    <p:animEffect transition="in" filter="wipe(left)">
                                      <p:cBhvr>
                                        <p:cTn id="12" dur="500"/>
                                        <p:tgtEl>
                                          <p:spTgt spid="15258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52580"/>
                                        </p:tgtEl>
                                        <p:attrNameLst>
                                          <p:attrName>style.visibility</p:attrName>
                                        </p:attrNameLst>
                                      </p:cBhvr>
                                      <p:to>
                                        <p:strVal val="visible"/>
                                      </p:to>
                                    </p:set>
                                    <p:animEffect transition="in" filter="wipe(left)">
                                      <p:cBhvr>
                                        <p:cTn id="16" dur="500"/>
                                        <p:tgtEl>
                                          <p:spTgt spid="152580"/>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52581"/>
                                        </p:tgtEl>
                                        <p:attrNameLst>
                                          <p:attrName>style.visibility</p:attrName>
                                        </p:attrNameLst>
                                      </p:cBhvr>
                                      <p:to>
                                        <p:strVal val="visible"/>
                                      </p:to>
                                    </p:set>
                                    <p:animEffect transition="in" filter="wipe(left)">
                                      <p:cBhvr>
                                        <p:cTn id="20" dur="500"/>
                                        <p:tgtEl>
                                          <p:spTgt spid="152581"/>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52582"/>
                                        </p:tgtEl>
                                        <p:attrNameLst>
                                          <p:attrName>style.visibility</p:attrName>
                                        </p:attrNameLst>
                                      </p:cBhvr>
                                      <p:to>
                                        <p:strVal val="visible"/>
                                      </p:to>
                                    </p:set>
                                    <p:animEffect transition="in" filter="wipe(left)">
                                      <p:cBhvr>
                                        <p:cTn id="24" dur="500"/>
                                        <p:tgtEl>
                                          <p:spTgt spid="15258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52586"/>
                                        </p:tgtEl>
                                        <p:attrNameLst>
                                          <p:attrName>style.visibility</p:attrName>
                                        </p:attrNameLst>
                                      </p:cBhvr>
                                      <p:to>
                                        <p:strVal val="visible"/>
                                      </p:to>
                                    </p:set>
                                    <p:animEffect transition="in" filter="wipe(down)">
                                      <p:cBhvr>
                                        <p:cTn id="29" dur="500"/>
                                        <p:tgtEl>
                                          <p:spTgt spid="152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0" grpId="0"/>
      <p:bldP spid="152581" grpId="0"/>
      <p:bldP spid="152582" grpId="0"/>
      <p:bldP spid="152584" grpId="0"/>
      <p:bldP spid="152585" grpId="0" animBg="1"/>
      <p:bldP spid="15258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179388" y="1125538"/>
            <a:ext cx="3024187" cy="457200"/>
          </a:xfrm>
          <a:prstGeom prst="rect">
            <a:avLst/>
          </a:prstGeom>
          <a:noFill/>
          <a:ln w="9525">
            <a:noFill/>
            <a:miter lim="800000"/>
            <a:headEnd/>
            <a:tailEnd/>
          </a:ln>
        </p:spPr>
        <p:txBody>
          <a:bodyPr>
            <a:spAutoFit/>
          </a:bodyPr>
          <a:lstStyle/>
          <a:p>
            <a:pPr algn="l"/>
            <a:r>
              <a:rPr lang="zh-CN" altLang="en-US" sz="2400" b="1">
                <a:solidFill>
                  <a:srgbClr val="0000FF"/>
                </a:solidFill>
              </a:rPr>
              <a:t>一、简谐振动</a:t>
            </a:r>
          </a:p>
        </p:txBody>
      </p:sp>
      <p:sp>
        <p:nvSpPr>
          <p:cNvPr id="160791" name="Text Box 23"/>
          <p:cNvSpPr txBox="1">
            <a:spLocks noChangeArrowheads="1"/>
          </p:cNvSpPr>
          <p:nvPr/>
        </p:nvSpPr>
        <p:spPr bwMode="auto">
          <a:xfrm>
            <a:off x="1979613" y="476250"/>
            <a:ext cx="4987925" cy="519113"/>
          </a:xfrm>
          <a:prstGeom prst="rect">
            <a:avLst/>
          </a:prstGeom>
          <a:noFill/>
          <a:ln w="9525">
            <a:noFill/>
            <a:miter lim="800000"/>
            <a:headEnd/>
            <a:tailEnd/>
          </a:ln>
        </p:spPr>
        <p:txBody>
          <a:bodyPr>
            <a:spAutoFit/>
          </a:bodyPr>
          <a:lstStyle/>
          <a:p>
            <a:pPr algn="l">
              <a:spcBef>
                <a:spcPct val="50000"/>
              </a:spcBef>
            </a:pPr>
            <a:r>
              <a:rPr lang="en-US" altLang="zh-CN" sz="2800" b="1">
                <a:solidFill>
                  <a:schemeClr val="accent2"/>
                </a:solidFill>
                <a:ea typeface="黑体" pitchFamily="49" charset="-122"/>
              </a:rPr>
              <a:t>§5.1     </a:t>
            </a:r>
            <a:r>
              <a:rPr lang="zh-CN" altLang="en-US" sz="2800" b="1">
                <a:solidFill>
                  <a:schemeClr val="accent2"/>
                </a:solidFill>
                <a:ea typeface="黑体" pitchFamily="49" charset="-122"/>
              </a:rPr>
              <a:t>简谐振动的描述</a:t>
            </a:r>
          </a:p>
        </p:txBody>
      </p:sp>
      <p:sp>
        <p:nvSpPr>
          <p:cNvPr id="160802" name="Text Box 34"/>
          <p:cNvSpPr txBox="1">
            <a:spLocks noChangeArrowheads="1"/>
          </p:cNvSpPr>
          <p:nvPr/>
        </p:nvSpPr>
        <p:spPr bwMode="auto">
          <a:xfrm>
            <a:off x="250825" y="1728788"/>
            <a:ext cx="2430463" cy="457200"/>
          </a:xfrm>
          <a:prstGeom prst="rect">
            <a:avLst/>
          </a:prstGeom>
          <a:noFill/>
          <a:ln w="9525">
            <a:noFill/>
            <a:miter lim="800000"/>
            <a:headEnd/>
            <a:tailEnd/>
          </a:ln>
        </p:spPr>
        <p:txBody>
          <a:bodyPr>
            <a:spAutoFit/>
          </a:bodyPr>
          <a:lstStyle/>
          <a:p>
            <a:pPr algn="l"/>
            <a:r>
              <a:rPr lang="zh-CN" altLang="en-US" sz="2400" b="1">
                <a:solidFill>
                  <a:srgbClr val="FF6600"/>
                </a:solidFill>
                <a:latin typeface="宋体" pitchFamily="2" charset="-122"/>
              </a:rPr>
              <a:t>弹簧振子：</a:t>
            </a:r>
            <a:endParaRPr lang="zh-CN" altLang="en-US" sz="2400">
              <a:latin typeface="宋体" pitchFamily="2" charset="-122"/>
            </a:endParaRPr>
          </a:p>
        </p:txBody>
      </p:sp>
      <p:sp>
        <p:nvSpPr>
          <p:cNvPr id="160803" name="Text Box 35"/>
          <p:cNvSpPr txBox="1">
            <a:spLocks noChangeArrowheads="1"/>
          </p:cNvSpPr>
          <p:nvPr/>
        </p:nvSpPr>
        <p:spPr bwMode="auto">
          <a:xfrm>
            <a:off x="239713" y="2879725"/>
            <a:ext cx="2262187" cy="457200"/>
          </a:xfrm>
          <a:prstGeom prst="rect">
            <a:avLst/>
          </a:prstGeom>
          <a:noFill/>
          <a:ln w="9525">
            <a:noFill/>
            <a:miter lim="800000"/>
            <a:headEnd/>
            <a:tailEnd/>
          </a:ln>
        </p:spPr>
        <p:txBody>
          <a:bodyPr>
            <a:spAutoFit/>
          </a:bodyPr>
          <a:lstStyle/>
          <a:p>
            <a:pPr algn="l"/>
            <a:r>
              <a:rPr lang="zh-CN" altLang="en-US" sz="2400" b="1">
                <a:solidFill>
                  <a:srgbClr val="FF6600"/>
                </a:solidFill>
                <a:latin typeface="宋体" pitchFamily="2" charset="-122"/>
              </a:rPr>
              <a:t>平衡位置：</a:t>
            </a:r>
            <a:endParaRPr lang="zh-CN" altLang="en-US" sz="2400">
              <a:solidFill>
                <a:srgbClr val="FF6600"/>
              </a:solidFill>
              <a:latin typeface="宋体" pitchFamily="2" charset="-122"/>
            </a:endParaRPr>
          </a:p>
        </p:txBody>
      </p:sp>
      <p:sp>
        <p:nvSpPr>
          <p:cNvPr id="160804" name="Text Box 36"/>
          <p:cNvSpPr txBox="1">
            <a:spLocks noChangeArrowheads="1"/>
          </p:cNvSpPr>
          <p:nvPr/>
        </p:nvSpPr>
        <p:spPr bwMode="auto">
          <a:xfrm>
            <a:off x="3132138" y="2305050"/>
            <a:ext cx="3457575" cy="457200"/>
          </a:xfrm>
          <a:prstGeom prst="rect">
            <a:avLst/>
          </a:prstGeom>
          <a:noFill/>
          <a:ln w="9525">
            <a:noFill/>
            <a:miter lim="800000"/>
            <a:headEnd/>
            <a:tailEnd/>
          </a:ln>
        </p:spPr>
        <p:txBody>
          <a:bodyPr>
            <a:spAutoFit/>
          </a:bodyPr>
          <a:lstStyle/>
          <a:p>
            <a:pPr algn="l"/>
            <a:r>
              <a:rPr lang="zh-CN" altLang="en-US" sz="2400" b="1">
                <a:solidFill>
                  <a:srgbClr val="FF6600"/>
                </a:solidFill>
                <a:latin typeface="楷体_GB2312" pitchFamily="49" charset="-122"/>
                <a:ea typeface="楷体_GB2312" pitchFamily="49" charset="-122"/>
              </a:rPr>
              <a:t>轻弹簧</a:t>
            </a:r>
            <a:r>
              <a:rPr lang="en-US" altLang="zh-CN" sz="2400" b="1">
                <a:latin typeface="宋体" pitchFamily="2" charset="-122"/>
                <a:ea typeface="楷体_GB2312" pitchFamily="49" charset="-122"/>
              </a:rPr>
              <a:t>—</a:t>
            </a:r>
            <a:r>
              <a:rPr lang="zh-CN" altLang="en-US" sz="2400" b="1">
                <a:latin typeface="楷体_GB2312" pitchFamily="49" charset="-122"/>
                <a:ea typeface="楷体_GB2312" pitchFamily="49" charset="-122"/>
              </a:rPr>
              <a:t>质量忽略不计</a:t>
            </a:r>
            <a:endParaRPr lang="zh-CN" altLang="en-US" sz="2400">
              <a:latin typeface="楷体_GB2312" pitchFamily="49" charset="-122"/>
              <a:ea typeface="楷体_GB2312" pitchFamily="49" charset="-122"/>
            </a:endParaRPr>
          </a:p>
        </p:txBody>
      </p:sp>
      <p:sp>
        <p:nvSpPr>
          <p:cNvPr id="160805" name="Text Box 37"/>
          <p:cNvSpPr txBox="1">
            <a:spLocks noChangeArrowheads="1"/>
          </p:cNvSpPr>
          <p:nvPr/>
        </p:nvSpPr>
        <p:spPr bwMode="auto">
          <a:xfrm>
            <a:off x="179388" y="2305050"/>
            <a:ext cx="2892425" cy="457200"/>
          </a:xfrm>
          <a:prstGeom prst="rect">
            <a:avLst/>
          </a:prstGeom>
          <a:noFill/>
          <a:ln w="9525">
            <a:noFill/>
            <a:miter lim="800000"/>
            <a:headEnd/>
            <a:tailEnd/>
          </a:ln>
        </p:spPr>
        <p:txBody>
          <a:bodyPr>
            <a:spAutoFit/>
          </a:bodyPr>
          <a:lstStyle/>
          <a:p>
            <a:pPr algn="l"/>
            <a:r>
              <a:rPr lang="zh-CN" altLang="en-US" sz="2400" b="1">
                <a:solidFill>
                  <a:srgbClr val="FF6600"/>
                </a:solidFill>
                <a:latin typeface="楷体_GB2312" pitchFamily="49" charset="-122"/>
                <a:ea typeface="楷体_GB2312" pitchFamily="49" charset="-122"/>
              </a:rPr>
              <a:t>物体</a:t>
            </a:r>
            <a:r>
              <a:rPr lang="en-US" altLang="zh-CN" sz="2400" b="1">
                <a:latin typeface="宋体" pitchFamily="2" charset="-122"/>
                <a:ea typeface="楷体_GB2312" pitchFamily="49" charset="-122"/>
              </a:rPr>
              <a:t>—</a:t>
            </a:r>
            <a:r>
              <a:rPr lang="zh-CN" altLang="en-US" sz="2400" b="1">
                <a:latin typeface="楷体_GB2312" pitchFamily="49" charset="-122"/>
                <a:ea typeface="楷体_GB2312" pitchFamily="49" charset="-122"/>
              </a:rPr>
              <a:t>可看作质点</a:t>
            </a:r>
            <a:r>
              <a:rPr lang="zh-CN" altLang="en-US" sz="2400" b="1">
                <a:latin typeface="宋体" pitchFamily="2" charset="-122"/>
              </a:rPr>
              <a:t>  </a:t>
            </a:r>
            <a:endParaRPr lang="zh-CN" altLang="en-US" sz="2400">
              <a:latin typeface="宋体" pitchFamily="2" charset="-122"/>
            </a:endParaRPr>
          </a:p>
        </p:txBody>
      </p:sp>
      <p:grpSp>
        <p:nvGrpSpPr>
          <p:cNvPr id="2" name="Group 38"/>
          <p:cNvGrpSpPr>
            <a:grpSpLocks noChangeAspect="1"/>
          </p:cNvGrpSpPr>
          <p:nvPr/>
        </p:nvGrpSpPr>
        <p:grpSpPr bwMode="auto">
          <a:xfrm>
            <a:off x="6691313" y="1903413"/>
            <a:ext cx="2201862" cy="1481137"/>
            <a:chOff x="384" y="2563"/>
            <a:chExt cx="1968" cy="1325"/>
          </a:xfrm>
        </p:grpSpPr>
        <p:sp>
          <p:nvSpPr>
            <p:cNvPr id="1051" name="Line 39"/>
            <p:cNvSpPr>
              <a:spLocks noChangeAspect="1" noChangeShapeType="1"/>
            </p:cNvSpPr>
            <p:nvPr/>
          </p:nvSpPr>
          <p:spPr bwMode="auto">
            <a:xfrm>
              <a:off x="384" y="2563"/>
              <a:ext cx="0" cy="864"/>
            </a:xfrm>
            <a:prstGeom prst="line">
              <a:avLst/>
            </a:prstGeom>
            <a:noFill/>
            <a:ln w="76200">
              <a:solidFill>
                <a:schemeClr val="tx1"/>
              </a:solidFill>
              <a:round/>
              <a:headEnd/>
              <a:tailEnd/>
            </a:ln>
          </p:spPr>
          <p:txBody>
            <a:bodyPr wrap="none" anchor="ctr"/>
            <a:lstStyle/>
            <a:p>
              <a:endParaRPr lang="zh-CN" altLang="en-US"/>
            </a:p>
          </p:txBody>
        </p:sp>
        <p:sp>
          <p:nvSpPr>
            <p:cNvPr id="1052" name="Line 40"/>
            <p:cNvSpPr>
              <a:spLocks noChangeAspect="1" noChangeShapeType="1"/>
            </p:cNvSpPr>
            <p:nvPr/>
          </p:nvSpPr>
          <p:spPr bwMode="auto">
            <a:xfrm>
              <a:off x="384" y="3427"/>
              <a:ext cx="1872" cy="0"/>
            </a:xfrm>
            <a:prstGeom prst="line">
              <a:avLst/>
            </a:prstGeom>
            <a:noFill/>
            <a:ln w="76200">
              <a:solidFill>
                <a:schemeClr val="tx1"/>
              </a:solidFill>
              <a:round/>
              <a:headEnd/>
              <a:tailEnd/>
            </a:ln>
          </p:spPr>
          <p:txBody>
            <a:bodyPr wrap="none" anchor="ctr"/>
            <a:lstStyle/>
            <a:p>
              <a:endParaRPr lang="zh-CN" altLang="en-US"/>
            </a:p>
          </p:txBody>
        </p:sp>
        <p:grpSp>
          <p:nvGrpSpPr>
            <p:cNvPr id="1053" name="Group 41"/>
            <p:cNvGrpSpPr>
              <a:grpSpLocks noChangeAspect="1"/>
            </p:cNvGrpSpPr>
            <p:nvPr/>
          </p:nvGrpSpPr>
          <p:grpSpPr bwMode="auto">
            <a:xfrm>
              <a:off x="384" y="3075"/>
              <a:ext cx="1056" cy="160"/>
              <a:chOff x="2400" y="2928"/>
              <a:chExt cx="1056" cy="160"/>
            </a:xfrm>
          </p:grpSpPr>
          <p:sp>
            <p:nvSpPr>
              <p:cNvPr id="1058" name="Freeform 42"/>
              <p:cNvSpPr>
                <a:spLocks noChangeAspect="1"/>
              </p:cNvSpPr>
              <p:nvPr/>
            </p:nvSpPr>
            <p:spPr bwMode="auto">
              <a:xfrm>
                <a:off x="2544" y="2928"/>
                <a:ext cx="624" cy="160"/>
              </a:xfrm>
              <a:custGeom>
                <a:avLst/>
                <a:gdLst>
                  <a:gd name="T0" fmla="*/ 0 w 624"/>
                  <a:gd name="T1" fmla="*/ 104 h 160"/>
                  <a:gd name="T2" fmla="*/ 48 w 624"/>
                  <a:gd name="T3" fmla="*/ 8 h 160"/>
                  <a:gd name="T4" fmla="*/ 96 w 624"/>
                  <a:gd name="T5" fmla="*/ 104 h 160"/>
                  <a:gd name="T6" fmla="*/ 144 w 624"/>
                  <a:gd name="T7" fmla="*/ 8 h 160"/>
                  <a:gd name="T8" fmla="*/ 192 w 624"/>
                  <a:gd name="T9" fmla="*/ 152 h 160"/>
                  <a:gd name="T10" fmla="*/ 240 w 624"/>
                  <a:gd name="T11" fmla="*/ 8 h 160"/>
                  <a:gd name="T12" fmla="*/ 288 w 624"/>
                  <a:gd name="T13" fmla="*/ 152 h 160"/>
                  <a:gd name="T14" fmla="*/ 336 w 624"/>
                  <a:gd name="T15" fmla="*/ 8 h 160"/>
                  <a:gd name="T16" fmla="*/ 384 w 624"/>
                  <a:gd name="T17" fmla="*/ 152 h 160"/>
                  <a:gd name="T18" fmla="*/ 432 w 624"/>
                  <a:gd name="T19" fmla="*/ 8 h 160"/>
                  <a:gd name="T20" fmla="*/ 480 w 624"/>
                  <a:gd name="T21" fmla="*/ 152 h 160"/>
                  <a:gd name="T22" fmla="*/ 528 w 624"/>
                  <a:gd name="T23" fmla="*/ 8 h 160"/>
                  <a:gd name="T24" fmla="*/ 576 w 624"/>
                  <a:gd name="T25" fmla="*/ 152 h 160"/>
                  <a:gd name="T26" fmla="*/ 624 w 624"/>
                  <a:gd name="T27" fmla="*/ 56 h 16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60"/>
                  <a:gd name="T44" fmla="*/ 624 w 624"/>
                  <a:gd name="T45" fmla="*/ 160 h 16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60">
                    <a:moveTo>
                      <a:pt x="0" y="104"/>
                    </a:moveTo>
                    <a:cubicBezTo>
                      <a:pt x="16" y="56"/>
                      <a:pt x="32" y="8"/>
                      <a:pt x="48" y="8"/>
                    </a:cubicBezTo>
                    <a:cubicBezTo>
                      <a:pt x="64" y="8"/>
                      <a:pt x="80" y="104"/>
                      <a:pt x="96" y="104"/>
                    </a:cubicBezTo>
                    <a:cubicBezTo>
                      <a:pt x="112" y="104"/>
                      <a:pt x="128" y="0"/>
                      <a:pt x="144" y="8"/>
                    </a:cubicBezTo>
                    <a:cubicBezTo>
                      <a:pt x="160" y="16"/>
                      <a:pt x="176" y="152"/>
                      <a:pt x="192" y="152"/>
                    </a:cubicBezTo>
                    <a:cubicBezTo>
                      <a:pt x="208" y="152"/>
                      <a:pt x="224" y="8"/>
                      <a:pt x="240" y="8"/>
                    </a:cubicBezTo>
                    <a:cubicBezTo>
                      <a:pt x="256" y="8"/>
                      <a:pt x="272" y="152"/>
                      <a:pt x="288" y="152"/>
                    </a:cubicBezTo>
                    <a:cubicBezTo>
                      <a:pt x="304" y="152"/>
                      <a:pt x="320" y="8"/>
                      <a:pt x="336" y="8"/>
                    </a:cubicBezTo>
                    <a:cubicBezTo>
                      <a:pt x="352" y="8"/>
                      <a:pt x="368" y="152"/>
                      <a:pt x="384" y="152"/>
                    </a:cubicBezTo>
                    <a:cubicBezTo>
                      <a:pt x="400" y="152"/>
                      <a:pt x="416" y="8"/>
                      <a:pt x="432" y="8"/>
                    </a:cubicBezTo>
                    <a:cubicBezTo>
                      <a:pt x="448" y="8"/>
                      <a:pt x="464" y="152"/>
                      <a:pt x="480" y="152"/>
                    </a:cubicBezTo>
                    <a:cubicBezTo>
                      <a:pt x="496" y="152"/>
                      <a:pt x="512" y="8"/>
                      <a:pt x="528" y="8"/>
                    </a:cubicBezTo>
                    <a:cubicBezTo>
                      <a:pt x="544" y="8"/>
                      <a:pt x="560" y="144"/>
                      <a:pt x="576" y="152"/>
                    </a:cubicBezTo>
                    <a:cubicBezTo>
                      <a:pt x="592" y="160"/>
                      <a:pt x="616" y="72"/>
                      <a:pt x="624" y="56"/>
                    </a:cubicBezTo>
                  </a:path>
                </a:pathLst>
              </a:custGeom>
              <a:noFill/>
              <a:ln w="9525">
                <a:solidFill>
                  <a:schemeClr val="tx1"/>
                </a:solidFill>
                <a:round/>
                <a:headEnd/>
                <a:tailEnd/>
              </a:ln>
            </p:spPr>
            <p:txBody>
              <a:bodyPr wrap="none" anchor="ctr"/>
              <a:lstStyle/>
              <a:p>
                <a:endParaRPr lang="zh-CN" altLang="en-US"/>
              </a:p>
            </p:txBody>
          </p:sp>
          <p:sp>
            <p:nvSpPr>
              <p:cNvPr id="1059" name="Line 43"/>
              <p:cNvSpPr>
                <a:spLocks noChangeAspect="1" noChangeShapeType="1"/>
              </p:cNvSpPr>
              <p:nvPr/>
            </p:nvSpPr>
            <p:spPr bwMode="auto">
              <a:xfrm flipH="1">
                <a:off x="2400" y="3024"/>
                <a:ext cx="144" cy="0"/>
              </a:xfrm>
              <a:prstGeom prst="line">
                <a:avLst/>
              </a:prstGeom>
              <a:noFill/>
              <a:ln w="9525">
                <a:solidFill>
                  <a:schemeClr val="tx1"/>
                </a:solidFill>
                <a:round/>
                <a:headEnd/>
                <a:tailEnd/>
              </a:ln>
            </p:spPr>
            <p:txBody>
              <a:bodyPr wrap="none" anchor="ctr"/>
              <a:lstStyle/>
              <a:p>
                <a:endParaRPr lang="zh-CN" altLang="en-US"/>
              </a:p>
            </p:txBody>
          </p:sp>
          <p:sp>
            <p:nvSpPr>
              <p:cNvPr id="1060" name="Line 44"/>
              <p:cNvSpPr>
                <a:spLocks noChangeAspect="1" noChangeShapeType="1"/>
              </p:cNvSpPr>
              <p:nvPr/>
            </p:nvSpPr>
            <p:spPr bwMode="auto">
              <a:xfrm>
                <a:off x="3168" y="3001"/>
                <a:ext cx="288" cy="0"/>
              </a:xfrm>
              <a:prstGeom prst="line">
                <a:avLst/>
              </a:prstGeom>
              <a:noFill/>
              <a:ln w="9525">
                <a:solidFill>
                  <a:schemeClr val="tx1"/>
                </a:solidFill>
                <a:round/>
                <a:headEnd/>
                <a:tailEnd/>
              </a:ln>
            </p:spPr>
            <p:txBody>
              <a:bodyPr wrap="none" anchor="ctr"/>
              <a:lstStyle/>
              <a:p>
                <a:endParaRPr lang="zh-CN" altLang="en-US"/>
              </a:p>
            </p:txBody>
          </p:sp>
        </p:grpSp>
        <p:sp>
          <p:nvSpPr>
            <p:cNvPr id="1054" name="Rectangle 45"/>
            <p:cNvSpPr>
              <a:spLocks noChangeAspect="1" noChangeArrowheads="1"/>
            </p:cNvSpPr>
            <p:nvPr/>
          </p:nvSpPr>
          <p:spPr bwMode="auto">
            <a:xfrm>
              <a:off x="1440" y="2875"/>
              <a:ext cx="480" cy="528"/>
            </a:xfrm>
            <a:prstGeom prst="rect">
              <a:avLst/>
            </a:prstGeom>
            <a:solidFill>
              <a:schemeClr val="accent1"/>
            </a:solidFill>
            <a:ln w="9525">
              <a:noFill/>
              <a:miter lim="800000"/>
              <a:headEnd/>
              <a:tailEnd/>
            </a:ln>
          </p:spPr>
          <p:txBody>
            <a:bodyPr wrap="none" anchor="ctr"/>
            <a:lstStyle/>
            <a:p>
              <a:endParaRPr lang="zh-CN" altLang="en-US"/>
            </a:p>
          </p:txBody>
        </p:sp>
        <p:sp>
          <p:nvSpPr>
            <p:cNvPr id="1055" name="Line 46"/>
            <p:cNvSpPr>
              <a:spLocks noChangeAspect="1" noChangeShapeType="1"/>
            </p:cNvSpPr>
            <p:nvPr/>
          </p:nvSpPr>
          <p:spPr bwMode="auto">
            <a:xfrm>
              <a:off x="1104" y="3427"/>
              <a:ext cx="0" cy="336"/>
            </a:xfrm>
            <a:prstGeom prst="line">
              <a:avLst/>
            </a:prstGeom>
            <a:noFill/>
            <a:ln w="9525">
              <a:solidFill>
                <a:schemeClr val="tx1"/>
              </a:solidFill>
              <a:round/>
              <a:headEnd/>
              <a:tailEnd/>
            </a:ln>
          </p:spPr>
          <p:txBody>
            <a:bodyPr wrap="none" anchor="ctr"/>
            <a:lstStyle/>
            <a:p>
              <a:endParaRPr lang="zh-CN" altLang="en-US"/>
            </a:p>
          </p:txBody>
        </p:sp>
        <p:sp>
          <p:nvSpPr>
            <p:cNvPr id="1056" name="Line 47"/>
            <p:cNvSpPr>
              <a:spLocks noChangeAspect="1" noChangeShapeType="1"/>
            </p:cNvSpPr>
            <p:nvPr/>
          </p:nvSpPr>
          <p:spPr bwMode="auto">
            <a:xfrm>
              <a:off x="1104" y="3619"/>
              <a:ext cx="1248" cy="0"/>
            </a:xfrm>
            <a:prstGeom prst="line">
              <a:avLst/>
            </a:prstGeom>
            <a:noFill/>
            <a:ln w="9525">
              <a:solidFill>
                <a:schemeClr val="tx1"/>
              </a:solidFill>
              <a:round/>
              <a:headEnd/>
              <a:tailEnd/>
            </a:ln>
          </p:spPr>
          <p:txBody>
            <a:bodyPr wrap="none" anchor="ctr"/>
            <a:lstStyle/>
            <a:p>
              <a:endParaRPr lang="zh-CN" altLang="en-US"/>
            </a:p>
          </p:txBody>
        </p:sp>
        <p:sp>
          <p:nvSpPr>
            <p:cNvPr id="1057" name="Line 48"/>
            <p:cNvSpPr>
              <a:spLocks noChangeAspect="1" noChangeShapeType="1"/>
            </p:cNvSpPr>
            <p:nvPr/>
          </p:nvSpPr>
          <p:spPr bwMode="auto">
            <a:xfrm>
              <a:off x="1680" y="3139"/>
              <a:ext cx="0" cy="480"/>
            </a:xfrm>
            <a:prstGeom prst="line">
              <a:avLst/>
            </a:prstGeom>
            <a:noFill/>
            <a:ln w="9525">
              <a:solidFill>
                <a:schemeClr val="tx1"/>
              </a:solidFill>
              <a:prstDash val="dash"/>
              <a:round/>
              <a:headEnd/>
              <a:tailEnd/>
            </a:ln>
          </p:spPr>
          <p:txBody>
            <a:bodyPr wrap="none" anchor="ctr"/>
            <a:lstStyle/>
            <a:p>
              <a:endParaRPr lang="zh-CN" altLang="en-US"/>
            </a:p>
          </p:txBody>
        </p:sp>
        <p:graphicFrame>
          <p:nvGraphicFramePr>
            <p:cNvPr id="1031" name="Object 49"/>
            <p:cNvGraphicFramePr>
              <a:graphicFrameLocks noChangeAspect="1"/>
            </p:cNvGraphicFramePr>
            <p:nvPr/>
          </p:nvGraphicFramePr>
          <p:xfrm>
            <a:off x="768" y="2803"/>
            <a:ext cx="196" cy="247"/>
          </p:xfrm>
          <a:graphic>
            <a:graphicData uri="http://schemas.openxmlformats.org/presentationml/2006/ole">
              <p:oleObj spid="_x0000_s1031" name="公式" r:id="rId4" imgW="139680" imgH="177480" progId="Equation.3">
                <p:embed/>
              </p:oleObj>
            </a:graphicData>
          </a:graphic>
        </p:graphicFrame>
        <p:graphicFrame>
          <p:nvGraphicFramePr>
            <p:cNvPr id="1032" name="Object 50"/>
            <p:cNvGraphicFramePr>
              <a:graphicFrameLocks noChangeAspect="1"/>
            </p:cNvGraphicFramePr>
            <p:nvPr/>
          </p:nvGraphicFramePr>
          <p:xfrm>
            <a:off x="1344" y="3692"/>
            <a:ext cx="196" cy="196"/>
          </p:xfrm>
          <a:graphic>
            <a:graphicData uri="http://schemas.openxmlformats.org/presentationml/2006/ole">
              <p:oleObj spid="_x0000_s1032" name="公式" r:id="rId5" imgW="139680" imgH="139680" progId="Equation.3">
                <p:embed/>
              </p:oleObj>
            </a:graphicData>
          </a:graphic>
        </p:graphicFrame>
        <p:graphicFrame>
          <p:nvGraphicFramePr>
            <p:cNvPr id="1033" name="Object 51"/>
            <p:cNvGraphicFramePr>
              <a:graphicFrameLocks noChangeAspect="1"/>
            </p:cNvGraphicFramePr>
            <p:nvPr/>
          </p:nvGraphicFramePr>
          <p:xfrm>
            <a:off x="875" y="3516"/>
            <a:ext cx="229" cy="247"/>
          </p:xfrm>
          <a:graphic>
            <a:graphicData uri="http://schemas.openxmlformats.org/presentationml/2006/ole">
              <p:oleObj spid="_x0000_s1033" name="公式" r:id="rId6" imgW="164880" imgH="177480" progId="Equation.3">
                <p:embed/>
              </p:oleObj>
            </a:graphicData>
          </a:graphic>
        </p:graphicFrame>
        <p:graphicFrame>
          <p:nvGraphicFramePr>
            <p:cNvPr id="1034" name="Object 52"/>
            <p:cNvGraphicFramePr>
              <a:graphicFrameLocks noChangeAspect="1"/>
            </p:cNvGraphicFramePr>
            <p:nvPr/>
          </p:nvGraphicFramePr>
          <p:xfrm>
            <a:off x="1559" y="2684"/>
            <a:ext cx="247" cy="196"/>
          </p:xfrm>
          <a:graphic>
            <a:graphicData uri="http://schemas.openxmlformats.org/presentationml/2006/ole">
              <p:oleObj spid="_x0000_s1034" name="公式" r:id="rId7" imgW="177480" imgH="139680" progId="Equation.3">
                <p:embed/>
              </p:oleObj>
            </a:graphicData>
          </a:graphic>
        </p:graphicFrame>
      </p:grpSp>
      <p:sp>
        <p:nvSpPr>
          <p:cNvPr id="160837" name="Text Box 69"/>
          <p:cNvSpPr txBox="1">
            <a:spLocks noChangeArrowheads="1"/>
          </p:cNvSpPr>
          <p:nvPr/>
        </p:nvSpPr>
        <p:spPr bwMode="auto">
          <a:xfrm>
            <a:off x="1871663" y="1712913"/>
            <a:ext cx="2655887" cy="457200"/>
          </a:xfrm>
          <a:prstGeom prst="rect">
            <a:avLst/>
          </a:prstGeom>
          <a:noFill/>
          <a:ln w="9525">
            <a:noFill/>
            <a:miter lim="800000"/>
            <a:headEnd/>
            <a:tailEnd/>
          </a:ln>
        </p:spPr>
        <p:txBody>
          <a:bodyPr>
            <a:spAutoFit/>
          </a:bodyPr>
          <a:lstStyle/>
          <a:p>
            <a:pPr algn="l"/>
            <a:r>
              <a:rPr lang="zh-CN" altLang="en-US" sz="2400" b="1">
                <a:latin typeface="宋体" pitchFamily="2" charset="-122"/>
              </a:rPr>
              <a:t>弹簧</a:t>
            </a:r>
            <a:r>
              <a:rPr lang="en-US" altLang="zh-CN" sz="2400" b="1">
                <a:latin typeface="宋体" pitchFamily="2" charset="-122"/>
              </a:rPr>
              <a:t>—</a:t>
            </a:r>
            <a:r>
              <a:rPr lang="zh-CN" altLang="en-US" sz="2400" b="1">
                <a:latin typeface="宋体" pitchFamily="2" charset="-122"/>
              </a:rPr>
              <a:t>物体系统  </a:t>
            </a:r>
            <a:endParaRPr lang="zh-CN" altLang="en-US" sz="2400">
              <a:latin typeface="宋体" pitchFamily="2" charset="-122"/>
            </a:endParaRPr>
          </a:p>
        </p:txBody>
      </p:sp>
      <p:sp>
        <p:nvSpPr>
          <p:cNvPr id="160838" name="Text Box 70"/>
          <p:cNvSpPr txBox="1">
            <a:spLocks noChangeArrowheads="1"/>
          </p:cNvSpPr>
          <p:nvPr/>
        </p:nvSpPr>
        <p:spPr bwMode="auto">
          <a:xfrm>
            <a:off x="1916113" y="2889250"/>
            <a:ext cx="5322887" cy="457200"/>
          </a:xfrm>
          <a:prstGeom prst="rect">
            <a:avLst/>
          </a:prstGeom>
          <a:noFill/>
          <a:ln w="9525">
            <a:noFill/>
            <a:miter lim="800000"/>
            <a:headEnd/>
            <a:tailEnd/>
          </a:ln>
        </p:spPr>
        <p:txBody>
          <a:bodyPr>
            <a:spAutoFit/>
          </a:bodyPr>
          <a:lstStyle/>
          <a:p>
            <a:pPr algn="l"/>
            <a:r>
              <a:rPr lang="zh-CN" altLang="en-US" sz="2400" b="1">
                <a:latin typeface="宋体" pitchFamily="2" charset="-122"/>
              </a:rPr>
              <a:t>弹簧处于自然状态的稳定位置</a:t>
            </a:r>
            <a:endParaRPr lang="zh-CN" altLang="en-US" sz="2400">
              <a:latin typeface="宋体" pitchFamily="2" charset="-122"/>
            </a:endParaRPr>
          </a:p>
        </p:txBody>
      </p:sp>
      <p:sp>
        <p:nvSpPr>
          <p:cNvPr id="160839" name="Text Box 71"/>
          <p:cNvSpPr txBox="1">
            <a:spLocks noChangeArrowheads="1"/>
          </p:cNvSpPr>
          <p:nvPr/>
        </p:nvSpPr>
        <p:spPr bwMode="auto">
          <a:xfrm>
            <a:off x="179388" y="3548063"/>
            <a:ext cx="2286000" cy="457200"/>
          </a:xfrm>
          <a:prstGeom prst="rect">
            <a:avLst/>
          </a:prstGeom>
          <a:noFill/>
          <a:ln w="9525">
            <a:noFill/>
            <a:miter lim="800000"/>
            <a:headEnd/>
            <a:tailEnd/>
          </a:ln>
        </p:spPr>
        <p:txBody>
          <a:bodyPr>
            <a:spAutoFit/>
          </a:bodyPr>
          <a:lstStyle/>
          <a:p>
            <a:pPr algn="just"/>
            <a:r>
              <a:rPr lang="en-US" altLang="zh-CN" sz="2400" b="1">
                <a:solidFill>
                  <a:srgbClr val="FF0000"/>
                </a:solidFill>
              </a:rPr>
              <a:t>1. </a:t>
            </a:r>
            <a:r>
              <a:rPr lang="zh-CN" altLang="en-US" sz="2400" b="1">
                <a:solidFill>
                  <a:srgbClr val="FF0000"/>
                </a:solidFill>
                <a:latin typeface="宋体" pitchFamily="2" charset="-122"/>
              </a:rPr>
              <a:t>受力特点</a:t>
            </a:r>
            <a:endParaRPr lang="zh-CN" altLang="en-US" sz="2400">
              <a:solidFill>
                <a:srgbClr val="FF0000"/>
              </a:solidFill>
            </a:endParaRPr>
          </a:p>
        </p:txBody>
      </p:sp>
      <p:graphicFrame>
        <p:nvGraphicFramePr>
          <p:cNvPr id="160840" name="Object 72"/>
          <p:cNvGraphicFramePr>
            <a:graphicFrameLocks/>
          </p:cNvGraphicFramePr>
          <p:nvPr/>
        </p:nvGraphicFramePr>
        <p:xfrm>
          <a:off x="2843213" y="4221163"/>
          <a:ext cx="1050925" cy="320675"/>
        </p:xfrm>
        <a:graphic>
          <a:graphicData uri="http://schemas.openxmlformats.org/presentationml/2006/ole">
            <p:oleObj spid="_x0000_s1026" name="公式" r:id="rId8" imgW="583920" imgH="177480" progId="Equation.3">
              <p:embed/>
            </p:oleObj>
          </a:graphicData>
        </a:graphic>
      </p:graphicFrame>
      <p:sp>
        <p:nvSpPr>
          <p:cNvPr id="160841" name="Text Box 73"/>
          <p:cNvSpPr txBox="1">
            <a:spLocks noChangeArrowheads="1"/>
          </p:cNvSpPr>
          <p:nvPr/>
        </p:nvSpPr>
        <p:spPr bwMode="auto">
          <a:xfrm>
            <a:off x="539750" y="4124325"/>
            <a:ext cx="2592388" cy="457200"/>
          </a:xfrm>
          <a:prstGeom prst="rect">
            <a:avLst/>
          </a:prstGeom>
          <a:noFill/>
          <a:ln w="9525">
            <a:noFill/>
            <a:miter lim="800000"/>
            <a:headEnd/>
            <a:tailEnd/>
          </a:ln>
        </p:spPr>
        <p:txBody>
          <a:bodyPr>
            <a:spAutoFit/>
          </a:bodyPr>
          <a:lstStyle/>
          <a:p>
            <a:pPr algn="l"/>
            <a:r>
              <a:rPr lang="zh-CN" altLang="en-US" sz="2400" b="1">
                <a:latin typeface="宋体" pitchFamily="2" charset="-122"/>
              </a:rPr>
              <a:t>由</a:t>
            </a:r>
            <a:r>
              <a:rPr lang="zh-CN" altLang="en-US" sz="2400" b="1">
                <a:solidFill>
                  <a:srgbClr val="FF6600"/>
                </a:solidFill>
                <a:latin typeface="宋体" pitchFamily="2" charset="-122"/>
              </a:rPr>
              <a:t>胡克定律</a:t>
            </a:r>
            <a:r>
              <a:rPr lang="zh-CN" altLang="en-US" sz="2400" b="1">
                <a:latin typeface="宋体" pitchFamily="2" charset="-122"/>
              </a:rPr>
              <a:t>得：</a:t>
            </a:r>
            <a:endParaRPr lang="zh-CN" altLang="en-US" sz="2400">
              <a:latin typeface="宋体" pitchFamily="2" charset="-122"/>
            </a:endParaRPr>
          </a:p>
        </p:txBody>
      </p:sp>
      <p:sp>
        <p:nvSpPr>
          <p:cNvPr id="160844" name="Text Box 76"/>
          <p:cNvSpPr txBox="1">
            <a:spLocks noChangeArrowheads="1"/>
          </p:cNvSpPr>
          <p:nvPr/>
        </p:nvSpPr>
        <p:spPr bwMode="auto">
          <a:xfrm>
            <a:off x="193675" y="4941888"/>
            <a:ext cx="2362200" cy="457200"/>
          </a:xfrm>
          <a:prstGeom prst="rect">
            <a:avLst/>
          </a:prstGeom>
          <a:noFill/>
          <a:ln w="9525">
            <a:noFill/>
            <a:miter lim="800000"/>
            <a:headEnd/>
            <a:tailEnd/>
          </a:ln>
        </p:spPr>
        <p:txBody>
          <a:bodyPr>
            <a:spAutoFit/>
          </a:bodyPr>
          <a:lstStyle/>
          <a:p>
            <a:pPr algn="l">
              <a:spcBef>
                <a:spcPct val="50000"/>
              </a:spcBef>
            </a:pPr>
            <a:r>
              <a:rPr lang="en-US" altLang="zh-CN" sz="2400" b="1">
                <a:solidFill>
                  <a:srgbClr val="FF0000"/>
                </a:solidFill>
              </a:rPr>
              <a:t>2. </a:t>
            </a:r>
            <a:r>
              <a:rPr lang="zh-CN" altLang="en-US" sz="2400" b="1">
                <a:solidFill>
                  <a:srgbClr val="FF0000"/>
                </a:solidFill>
              </a:rPr>
              <a:t>动力学方程</a:t>
            </a:r>
          </a:p>
        </p:txBody>
      </p:sp>
      <p:graphicFrame>
        <p:nvGraphicFramePr>
          <p:cNvPr id="160845" name="Object 77"/>
          <p:cNvGraphicFramePr>
            <a:graphicFrameLocks/>
          </p:cNvGraphicFramePr>
          <p:nvPr/>
        </p:nvGraphicFramePr>
        <p:xfrm>
          <a:off x="2422525" y="4833938"/>
          <a:ext cx="2236788" cy="755650"/>
        </p:xfrm>
        <a:graphic>
          <a:graphicData uri="http://schemas.openxmlformats.org/presentationml/2006/ole">
            <p:oleObj spid="_x0000_s1027" name="公式" r:id="rId9" imgW="1244520" imgH="419040" progId="Equation.3">
              <p:embed/>
            </p:oleObj>
          </a:graphicData>
        </a:graphic>
      </p:graphicFrame>
      <p:graphicFrame>
        <p:nvGraphicFramePr>
          <p:cNvPr id="160847" name="Object 79"/>
          <p:cNvGraphicFramePr>
            <a:graphicFrameLocks noChangeAspect="1"/>
          </p:cNvGraphicFramePr>
          <p:nvPr/>
        </p:nvGraphicFramePr>
        <p:xfrm>
          <a:off x="781050" y="5859463"/>
          <a:ext cx="1198563" cy="414337"/>
        </p:xfrm>
        <a:graphic>
          <a:graphicData uri="http://schemas.openxmlformats.org/presentationml/2006/ole">
            <p:oleObj spid="_x0000_s1028" name="公式" r:id="rId10" imgW="660240" imgH="228600" progId="Equation.3">
              <p:embed/>
            </p:oleObj>
          </a:graphicData>
        </a:graphic>
      </p:graphicFrame>
      <p:sp>
        <p:nvSpPr>
          <p:cNvPr id="160848" name="Text Box 80"/>
          <p:cNvSpPr txBox="1">
            <a:spLocks noChangeArrowheads="1"/>
          </p:cNvSpPr>
          <p:nvPr/>
        </p:nvSpPr>
        <p:spPr bwMode="auto">
          <a:xfrm>
            <a:off x="6156325" y="5842000"/>
            <a:ext cx="2663825" cy="457200"/>
          </a:xfrm>
          <a:prstGeom prst="rect">
            <a:avLst/>
          </a:prstGeom>
          <a:noFill/>
          <a:ln w="9525">
            <a:noFill/>
            <a:miter lim="800000"/>
            <a:headEnd/>
            <a:tailEnd/>
          </a:ln>
        </p:spPr>
        <p:txBody>
          <a:bodyPr>
            <a:spAutoFit/>
          </a:bodyPr>
          <a:lstStyle/>
          <a:p>
            <a:pPr algn="l"/>
            <a:r>
              <a:rPr lang="zh-CN" altLang="en-US" sz="2400" b="1">
                <a:solidFill>
                  <a:srgbClr val="FF0000"/>
                </a:solidFill>
              </a:rPr>
              <a:t>简谐振动微分方程</a:t>
            </a:r>
            <a:endParaRPr lang="zh-CN" altLang="en-US" sz="2400">
              <a:solidFill>
                <a:srgbClr val="FF0000"/>
              </a:solidFill>
            </a:endParaRPr>
          </a:p>
        </p:txBody>
      </p:sp>
      <p:graphicFrame>
        <p:nvGraphicFramePr>
          <p:cNvPr id="160849" name="Object 81"/>
          <p:cNvGraphicFramePr>
            <a:graphicFrameLocks/>
          </p:cNvGraphicFramePr>
          <p:nvPr/>
        </p:nvGraphicFramePr>
        <p:xfrm>
          <a:off x="4151313" y="5697538"/>
          <a:ext cx="1690687" cy="755650"/>
        </p:xfrm>
        <a:graphic>
          <a:graphicData uri="http://schemas.openxmlformats.org/presentationml/2006/ole">
            <p:oleObj spid="_x0000_s1029" name="公式" r:id="rId11" imgW="939600" imgH="419040" progId="Equation.3">
              <p:embed/>
            </p:oleObj>
          </a:graphicData>
        </a:graphic>
      </p:graphicFrame>
      <p:sp>
        <p:nvSpPr>
          <p:cNvPr id="160850" name="Text Box 82"/>
          <p:cNvSpPr txBox="1">
            <a:spLocks noChangeArrowheads="1"/>
          </p:cNvSpPr>
          <p:nvPr/>
        </p:nvSpPr>
        <p:spPr bwMode="auto">
          <a:xfrm>
            <a:off x="250825" y="5807075"/>
            <a:ext cx="792163" cy="457200"/>
          </a:xfrm>
          <a:prstGeom prst="rect">
            <a:avLst/>
          </a:prstGeom>
          <a:noFill/>
          <a:ln w="9525">
            <a:noFill/>
            <a:miter lim="800000"/>
            <a:headEnd/>
            <a:tailEnd/>
          </a:ln>
        </p:spPr>
        <p:txBody>
          <a:bodyPr>
            <a:spAutoFit/>
          </a:bodyPr>
          <a:lstStyle/>
          <a:p>
            <a:pPr algn="l"/>
            <a:r>
              <a:rPr lang="zh-CN" altLang="en-US" sz="2400" b="1">
                <a:latin typeface="宋体" pitchFamily="2" charset="-122"/>
              </a:rPr>
              <a:t>令</a:t>
            </a:r>
            <a:endParaRPr lang="zh-CN" altLang="en-US" sz="2400">
              <a:latin typeface="宋体" pitchFamily="2" charset="-122"/>
            </a:endParaRPr>
          </a:p>
        </p:txBody>
      </p:sp>
      <p:sp>
        <p:nvSpPr>
          <p:cNvPr id="160851" name="Text Box 83"/>
          <p:cNvSpPr txBox="1">
            <a:spLocks noChangeArrowheads="1"/>
          </p:cNvSpPr>
          <p:nvPr/>
        </p:nvSpPr>
        <p:spPr bwMode="auto">
          <a:xfrm>
            <a:off x="2124075" y="5816600"/>
            <a:ext cx="2232025" cy="457200"/>
          </a:xfrm>
          <a:prstGeom prst="rect">
            <a:avLst/>
          </a:prstGeom>
          <a:noFill/>
          <a:ln w="9525">
            <a:noFill/>
            <a:miter lim="800000"/>
            <a:headEnd/>
            <a:tailEnd/>
          </a:ln>
        </p:spPr>
        <p:txBody>
          <a:bodyPr>
            <a:spAutoFit/>
          </a:bodyPr>
          <a:lstStyle/>
          <a:p>
            <a:pPr algn="l"/>
            <a:r>
              <a:rPr lang="zh-CN" altLang="en-US" sz="2400" b="1">
                <a:latin typeface="宋体" pitchFamily="2" charset="-122"/>
              </a:rPr>
              <a:t>则上式变为：</a:t>
            </a:r>
            <a:endParaRPr lang="zh-CN" altLang="en-US" sz="2400">
              <a:latin typeface="宋体" pitchFamily="2" charset="-122"/>
            </a:endParaRPr>
          </a:p>
        </p:txBody>
      </p:sp>
      <p:graphicFrame>
        <p:nvGraphicFramePr>
          <p:cNvPr id="160852" name="Object 84"/>
          <p:cNvGraphicFramePr>
            <a:graphicFrameLocks/>
          </p:cNvGraphicFramePr>
          <p:nvPr/>
        </p:nvGraphicFramePr>
        <p:xfrm>
          <a:off x="5795963" y="4833938"/>
          <a:ext cx="1712912" cy="755650"/>
        </p:xfrm>
        <a:graphic>
          <a:graphicData uri="http://schemas.openxmlformats.org/presentationml/2006/ole">
            <p:oleObj spid="_x0000_s1030" name="公式" r:id="rId12" imgW="952200" imgH="419040" progId="Equation.3">
              <p:embed/>
            </p:oleObj>
          </a:graphicData>
        </a:graphic>
      </p:graphicFrame>
      <p:sp>
        <p:nvSpPr>
          <p:cNvPr id="160853" name="AutoShape 85"/>
          <p:cNvSpPr>
            <a:spLocks noChangeArrowheads="1"/>
          </p:cNvSpPr>
          <p:nvPr/>
        </p:nvSpPr>
        <p:spPr bwMode="auto">
          <a:xfrm>
            <a:off x="5003800" y="5157788"/>
            <a:ext cx="539750" cy="90487"/>
          </a:xfrm>
          <a:prstGeom prst="rightArrow">
            <a:avLst>
              <a:gd name="adj1" fmla="val 50000"/>
              <a:gd name="adj2" fmla="val 149124"/>
            </a:avLst>
          </a:prstGeom>
          <a:solidFill>
            <a:srgbClr val="0000FF"/>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91"/>
                                        </p:tgtEl>
                                        <p:attrNameLst>
                                          <p:attrName>style.visibility</p:attrName>
                                        </p:attrNameLst>
                                      </p:cBhvr>
                                      <p:to>
                                        <p:strVal val="visible"/>
                                      </p:to>
                                    </p:set>
                                    <p:animEffect transition="in" filter="wipe(left)">
                                      <p:cBhvr>
                                        <p:cTn id="7" dur="500"/>
                                        <p:tgtEl>
                                          <p:spTgt spid="1607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0"/>
                                        </p:tgtEl>
                                        <p:attrNameLst>
                                          <p:attrName>style.visibility</p:attrName>
                                        </p:attrNameLst>
                                      </p:cBhvr>
                                      <p:to>
                                        <p:strVal val="visible"/>
                                      </p:to>
                                    </p:set>
                                    <p:animEffect transition="in" filter="wipe(left)">
                                      <p:cBhvr>
                                        <p:cTn id="12" dur="500"/>
                                        <p:tgtEl>
                                          <p:spTgt spid="1607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802"/>
                                        </p:tgtEl>
                                        <p:attrNameLst>
                                          <p:attrName>style.visibility</p:attrName>
                                        </p:attrNameLst>
                                      </p:cBhvr>
                                      <p:to>
                                        <p:strVal val="visible"/>
                                      </p:to>
                                    </p:set>
                                    <p:animEffect transition="in" filter="wipe(left)">
                                      <p:cBhvr>
                                        <p:cTn id="17" dur="1000"/>
                                        <p:tgtEl>
                                          <p:spTgt spid="1608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0837"/>
                                        </p:tgtEl>
                                        <p:attrNameLst>
                                          <p:attrName>style.visibility</p:attrName>
                                        </p:attrNameLst>
                                      </p:cBhvr>
                                      <p:to>
                                        <p:strVal val="visible"/>
                                      </p:to>
                                    </p:set>
                                    <p:animEffect transition="in" filter="wipe(left)">
                                      <p:cBhvr>
                                        <p:cTn id="22" dur="1000"/>
                                        <p:tgtEl>
                                          <p:spTgt spid="1608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0805"/>
                                        </p:tgtEl>
                                        <p:attrNameLst>
                                          <p:attrName>style.visibility</p:attrName>
                                        </p:attrNameLst>
                                      </p:cBhvr>
                                      <p:to>
                                        <p:strVal val="visible"/>
                                      </p:to>
                                    </p:set>
                                    <p:animEffect transition="in" filter="wipe(left)">
                                      <p:cBhvr>
                                        <p:cTn id="27" dur="1000"/>
                                        <p:tgtEl>
                                          <p:spTgt spid="1608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0804"/>
                                        </p:tgtEl>
                                        <p:attrNameLst>
                                          <p:attrName>style.visibility</p:attrName>
                                        </p:attrNameLst>
                                      </p:cBhvr>
                                      <p:to>
                                        <p:strVal val="visible"/>
                                      </p:to>
                                    </p:set>
                                    <p:animEffect transition="in" filter="wipe(left)">
                                      <p:cBhvr>
                                        <p:cTn id="32" dur="1000"/>
                                        <p:tgtEl>
                                          <p:spTgt spid="16080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30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0803"/>
                                        </p:tgtEl>
                                        <p:attrNameLst>
                                          <p:attrName>style.visibility</p:attrName>
                                        </p:attrNameLst>
                                      </p:cBhvr>
                                      <p:to>
                                        <p:strVal val="visible"/>
                                      </p:to>
                                    </p:set>
                                    <p:animEffect transition="in" filter="wipe(left)">
                                      <p:cBhvr>
                                        <p:cTn id="42" dur="1000"/>
                                        <p:tgtEl>
                                          <p:spTgt spid="16080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0838"/>
                                        </p:tgtEl>
                                        <p:attrNameLst>
                                          <p:attrName>style.visibility</p:attrName>
                                        </p:attrNameLst>
                                      </p:cBhvr>
                                      <p:to>
                                        <p:strVal val="visible"/>
                                      </p:to>
                                    </p:set>
                                    <p:animEffect transition="in" filter="wipe(left)">
                                      <p:cBhvr>
                                        <p:cTn id="47" dur="1000"/>
                                        <p:tgtEl>
                                          <p:spTgt spid="16083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0839"/>
                                        </p:tgtEl>
                                        <p:attrNameLst>
                                          <p:attrName>style.visibility</p:attrName>
                                        </p:attrNameLst>
                                      </p:cBhvr>
                                      <p:to>
                                        <p:strVal val="visible"/>
                                      </p:to>
                                    </p:set>
                                    <p:animEffect transition="in" filter="wipe(left)">
                                      <p:cBhvr>
                                        <p:cTn id="52" dur="500"/>
                                        <p:tgtEl>
                                          <p:spTgt spid="16083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0841"/>
                                        </p:tgtEl>
                                        <p:attrNameLst>
                                          <p:attrName>style.visibility</p:attrName>
                                        </p:attrNameLst>
                                      </p:cBhvr>
                                      <p:to>
                                        <p:strVal val="visible"/>
                                      </p:to>
                                    </p:set>
                                    <p:animEffect transition="in" filter="wipe(left)">
                                      <p:cBhvr>
                                        <p:cTn id="57" dur="1000"/>
                                        <p:tgtEl>
                                          <p:spTgt spid="16084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60840"/>
                                        </p:tgtEl>
                                        <p:attrNameLst>
                                          <p:attrName>style.visibility</p:attrName>
                                        </p:attrNameLst>
                                      </p:cBhvr>
                                      <p:to>
                                        <p:strVal val="visible"/>
                                      </p:to>
                                    </p:set>
                                    <p:animEffect transition="in" filter="wipe(left)">
                                      <p:cBhvr>
                                        <p:cTn id="62" dur="1000"/>
                                        <p:tgtEl>
                                          <p:spTgt spid="16084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0844"/>
                                        </p:tgtEl>
                                        <p:attrNameLst>
                                          <p:attrName>style.visibility</p:attrName>
                                        </p:attrNameLst>
                                      </p:cBhvr>
                                      <p:to>
                                        <p:strVal val="visible"/>
                                      </p:to>
                                    </p:set>
                                    <p:animEffect transition="in" filter="wipe(left)">
                                      <p:cBhvr>
                                        <p:cTn id="67" dur="500"/>
                                        <p:tgtEl>
                                          <p:spTgt spid="16084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60845"/>
                                        </p:tgtEl>
                                        <p:attrNameLst>
                                          <p:attrName>style.visibility</p:attrName>
                                        </p:attrNameLst>
                                      </p:cBhvr>
                                      <p:to>
                                        <p:strVal val="visible"/>
                                      </p:to>
                                    </p:set>
                                    <p:animEffect transition="in" filter="wipe(left)">
                                      <p:cBhvr>
                                        <p:cTn id="72" dur="1000"/>
                                        <p:tgtEl>
                                          <p:spTgt spid="16084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60853"/>
                                        </p:tgtEl>
                                        <p:attrNameLst>
                                          <p:attrName>style.visibility</p:attrName>
                                        </p:attrNameLst>
                                      </p:cBhvr>
                                      <p:to>
                                        <p:strVal val="visible"/>
                                      </p:to>
                                    </p:set>
                                    <p:animEffect transition="in" filter="wipe(left)">
                                      <p:cBhvr>
                                        <p:cTn id="77" dur="500"/>
                                        <p:tgtEl>
                                          <p:spTgt spid="160853"/>
                                        </p:tgtEl>
                                      </p:cBhvr>
                                    </p:animEffect>
                                  </p:childTnLst>
                                </p:cTn>
                              </p:par>
                            </p:childTnLst>
                          </p:cTn>
                        </p:par>
                        <p:par>
                          <p:cTn id="78" fill="hold">
                            <p:stCondLst>
                              <p:cond delay="500"/>
                            </p:stCondLst>
                            <p:childTnLst>
                              <p:par>
                                <p:cTn id="79" presetID="22" presetClass="entr" presetSubtype="8" fill="hold" nodeType="afterEffect">
                                  <p:stCondLst>
                                    <p:cond delay="0"/>
                                  </p:stCondLst>
                                  <p:childTnLst>
                                    <p:set>
                                      <p:cBhvr>
                                        <p:cTn id="80" dur="1" fill="hold">
                                          <p:stCondLst>
                                            <p:cond delay="0"/>
                                          </p:stCondLst>
                                        </p:cTn>
                                        <p:tgtEl>
                                          <p:spTgt spid="160852"/>
                                        </p:tgtEl>
                                        <p:attrNameLst>
                                          <p:attrName>style.visibility</p:attrName>
                                        </p:attrNameLst>
                                      </p:cBhvr>
                                      <p:to>
                                        <p:strVal val="visible"/>
                                      </p:to>
                                    </p:set>
                                    <p:animEffect transition="in" filter="wipe(left)">
                                      <p:cBhvr>
                                        <p:cTn id="81" dur="1000"/>
                                        <p:tgtEl>
                                          <p:spTgt spid="16085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60850"/>
                                        </p:tgtEl>
                                        <p:attrNameLst>
                                          <p:attrName>style.visibility</p:attrName>
                                        </p:attrNameLst>
                                      </p:cBhvr>
                                      <p:to>
                                        <p:strVal val="visible"/>
                                      </p:to>
                                    </p:set>
                                    <p:animEffect transition="in" filter="wipe(left)">
                                      <p:cBhvr>
                                        <p:cTn id="86" dur="1000"/>
                                        <p:tgtEl>
                                          <p:spTgt spid="160850"/>
                                        </p:tgtEl>
                                      </p:cBhvr>
                                    </p:animEffect>
                                  </p:childTnLst>
                                </p:cTn>
                              </p:par>
                            </p:childTnLst>
                          </p:cTn>
                        </p:par>
                        <p:par>
                          <p:cTn id="87" fill="hold">
                            <p:stCondLst>
                              <p:cond delay="1000"/>
                            </p:stCondLst>
                            <p:childTnLst>
                              <p:par>
                                <p:cTn id="88" presetID="22" presetClass="entr" presetSubtype="8" fill="hold" nodeType="afterEffect">
                                  <p:stCondLst>
                                    <p:cond delay="0"/>
                                  </p:stCondLst>
                                  <p:childTnLst>
                                    <p:set>
                                      <p:cBhvr>
                                        <p:cTn id="89" dur="1" fill="hold">
                                          <p:stCondLst>
                                            <p:cond delay="0"/>
                                          </p:stCondLst>
                                        </p:cTn>
                                        <p:tgtEl>
                                          <p:spTgt spid="160847"/>
                                        </p:tgtEl>
                                        <p:attrNameLst>
                                          <p:attrName>style.visibility</p:attrName>
                                        </p:attrNameLst>
                                      </p:cBhvr>
                                      <p:to>
                                        <p:strVal val="visible"/>
                                      </p:to>
                                    </p:set>
                                    <p:animEffect transition="in" filter="wipe(left)">
                                      <p:cBhvr>
                                        <p:cTn id="90" dur="1000"/>
                                        <p:tgtEl>
                                          <p:spTgt spid="16084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60851"/>
                                        </p:tgtEl>
                                        <p:attrNameLst>
                                          <p:attrName>style.visibility</p:attrName>
                                        </p:attrNameLst>
                                      </p:cBhvr>
                                      <p:to>
                                        <p:strVal val="visible"/>
                                      </p:to>
                                    </p:set>
                                    <p:animEffect transition="in" filter="wipe(left)">
                                      <p:cBhvr>
                                        <p:cTn id="95" dur="1000"/>
                                        <p:tgtEl>
                                          <p:spTgt spid="16085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160849"/>
                                        </p:tgtEl>
                                        <p:attrNameLst>
                                          <p:attrName>style.visibility</p:attrName>
                                        </p:attrNameLst>
                                      </p:cBhvr>
                                      <p:to>
                                        <p:strVal val="visible"/>
                                      </p:to>
                                    </p:set>
                                    <p:animEffect transition="in" filter="wipe(left)">
                                      <p:cBhvr>
                                        <p:cTn id="100" dur="1000"/>
                                        <p:tgtEl>
                                          <p:spTgt spid="160849"/>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60848"/>
                                        </p:tgtEl>
                                        <p:attrNameLst>
                                          <p:attrName>style.visibility</p:attrName>
                                        </p:attrNameLst>
                                      </p:cBhvr>
                                      <p:to>
                                        <p:strVal val="visible"/>
                                      </p:to>
                                    </p:set>
                                    <p:animEffect transition="in" filter="wipe(left)">
                                      <p:cBhvr>
                                        <p:cTn id="105" dur="1000"/>
                                        <p:tgtEl>
                                          <p:spTgt spid="160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utoUpdateAnimBg="0"/>
      <p:bldP spid="160791" grpId="0" autoUpdateAnimBg="0"/>
      <p:bldP spid="160802" grpId="0" autoUpdateAnimBg="0"/>
      <p:bldP spid="160803" grpId="0" autoUpdateAnimBg="0"/>
      <p:bldP spid="160804" grpId="0" autoUpdateAnimBg="0"/>
      <p:bldP spid="160805" grpId="0" autoUpdateAnimBg="0"/>
      <p:bldP spid="160837" grpId="0" autoUpdateAnimBg="0"/>
      <p:bldP spid="160838" grpId="0" autoUpdateAnimBg="0"/>
      <p:bldP spid="160839" grpId="0" autoUpdateAnimBg="0"/>
      <p:bldP spid="160841" grpId="0" autoUpdateAnimBg="0"/>
      <p:bldP spid="160844" grpId="0" autoUpdateAnimBg="0"/>
      <p:bldP spid="160848" grpId="0" autoUpdateAnimBg="0"/>
      <p:bldP spid="160850" grpId="0" autoUpdateAnimBg="0"/>
      <p:bldP spid="160851" grpId="0" autoUpdateAnimBg="0"/>
      <p:bldP spid="16085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97" name="Text Box 33"/>
          <p:cNvSpPr txBox="1">
            <a:spLocks noChangeArrowheads="1"/>
          </p:cNvSpPr>
          <p:nvPr/>
        </p:nvSpPr>
        <p:spPr bwMode="auto">
          <a:xfrm>
            <a:off x="179388" y="476250"/>
            <a:ext cx="4968875" cy="457200"/>
          </a:xfrm>
          <a:prstGeom prst="rect">
            <a:avLst/>
          </a:prstGeom>
          <a:noFill/>
          <a:ln w="9525">
            <a:noFill/>
            <a:miter lim="800000"/>
            <a:headEnd/>
            <a:tailEnd/>
          </a:ln>
        </p:spPr>
        <p:txBody>
          <a:bodyPr>
            <a:spAutoFit/>
          </a:bodyPr>
          <a:lstStyle/>
          <a:p>
            <a:pPr algn="l"/>
            <a:r>
              <a:rPr lang="en-US" altLang="zh-CN" sz="2400" b="1">
                <a:solidFill>
                  <a:srgbClr val="FF0000"/>
                </a:solidFill>
              </a:rPr>
              <a:t>3. </a:t>
            </a:r>
            <a:r>
              <a:rPr lang="zh-CN" altLang="en-US" sz="2400" b="1">
                <a:solidFill>
                  <a:srgbClr val="FF0000"/>
                </a:solidFill>
              </a:rPr>
              <a:t>简谐振动的运动学方程</a:t>
            </a:r>
            <a:endParaRPr lang="zh-CN" altLang="en-US" sz="2400">
              <a:solidFill>
                <a:srgbClr val="FF0000"/>
              </a:solidFill>
            </a:endParaRPr>
          </a:p>
        </p:txBody>
      </p:sp>
      <p:sp>
        <p:nvSpPr>
          <p:cNvPr id="164898" name="Text Box 34"/>
          <p:cNvSpPr txBox="1">
            <a:spLocks noChangeArrowheads="1"/>
          </p:cNvSpPr>
          <p:nvPr/>
        </p:nvSpPr>
        <p:spPr bwMode="auto">
          <a:xfrm>
            <a:off x="5219700" y="1285875"/>
            <a:ext cx="2133600" cy="457200"/>
          </a:xfrm>
          <a:prstGeom prst="rect">
            <a:avLst/>
          </a:prstGeom>
          <a:noFill/>
          <a:ln w="9525">
            <a:noFill/>
            <a:miter lim="800000"/>
            <a:headEnd/>
            <a:tailEnd/>
          </a:ln>
        </p:spPr>
        <p:txBody>
          <a:bodyPr>
            <a:spAutoFit/>
          </a:bodyPr>
          <a:lstStyle/>
          <a:p>
            <a:pPr algn="l"/>
            <a:r>
              <a:rPr lang="zh-CN" altLang="en-US" sz="2400" b="1">
                <a:solidFill>
                  <a:schemeClr val="tx2"/>
                </a:solidFill>
                <a:ea typeface="楷体_GB2312" pitchFamily="49" charset="-122"/>
              </a:rPr>
              <a:t>其通解为：</a:t>
            </a:r>
            <a:endParaRPr lang="zh-CN" altLang="en-US" sz="2400">
              <a:solidFill>
                <a:schemeClr val="tx2"/>
              </a:solidFill>
              <a:ea typeface="楷体_GB2312" pitchFamily="49" charset="-122"/>
            </a:endParaRPr>
          </a:p>
        </p:txBody>
      </p:sp>
      <p:graphicFrame>
        <p:nvGraphicFramePr>
          <p:cNvPr id="164899" name="Object 35"/>
          <p:cNvGraphicFramePr>
            <a:graphicFrameLocks noChangeAspect="1"/>
          </p:cNvGraphicFramePr>
          <p:nvPr/>
        </p:nvGraphicFramePr>
        <p:xfrm>
          <a:off x="3419475" y="1125538"/>
          <a:ext cx="1763713" cy="735012"/>
        </p:xfrm>
        <a:graphic>
          <a:graphicData uri="http://schemas.openxmlformats.org/presentationml/2006/ole">
            <p:oleObj spid="_x0000_s2050" name="公式" r:id="rId4" imgW="977760" imgH="419040" progId="Equation.3">
              <p:embed/>
            </p:oleObj>
          </a:graphicData>
        </a:graphic>
      </p:graphicFrame>
      <p:sp>
        <p:nvSpPr>
          <p:cNvPr id="164900" name="Text Box 36"/>
          <p:cNvSpPr txBox="1">
            <a:spLocks noChangeArrowheads="1"/>
          </p:cNvSpPr>
          <p:nvPr/>
        </p:nvSpPr>
        <p:spPr bwMode="auto">
          <a:xfrm>
            <a:off x="396875" y="1239838"/>
            <a:ext cx="3022600" cy="457200"/>
          </a:xfrm>
          <a:prstGeom prst="rect">
            <a:avLst/>
          </a:prstGeom>
          <a:noFill/>
          <a:ln w="9525">
            <a:noFill/>
            <a:miter lim="800000"/>
            <a:headEnd/>
            <a:tailEnd/>
          </a:ln>
        </p:spPr>
        <p:txBody>
          <a:bodyPr>
            <a:spAutoFit/>
          </a:bodyPr>
          <a:lstStyle/>
          <a:p>
            <a:pPr algn="l"/>
            <a:r>
              <a:rPr lang="zh-CN" altLang="en-US" sz="2400" b="1">
                <a:solidFill>
                  <a:schemeClr val="tx2"/>
                </a:solidFill>
                <a:ea typeface="楷体_GB2312" pitchFamily="49" charset="-122"/>
              </a:rPr>
              <a:t>简谐振动的微分方程</a:t>
            </a:r>
            <a:endParaRPr lang="zh-CN" altLang="en-US" sz="2400">
              <a:solidFill>
                <a:schemeClr val="tx2"/>
              </a:solidFill>
              <a:ea typeface="楷体_GB2312" pitchFamily="49" charset="-122"/>
            </a:endParaRPr>
          </a:p>
        </p:txBody>
      </p:sp>
      <p:graphicFrame>
        <p:nvGraphicFramePr>
          <p:cNvPr id="164905" name="Object 41"/>
          <p:cNvGraphicFramePr>
            <a:graphicFrameLocks/>
          </p:cNvGraphicFramePr>
          <p:nvPr/>
        </p:nvGraphicFramePr>
        <p:xfrm>
          <a:off x="827088" y="2276475"/>
          <a:ext cx="2033587" cy="363538"/>
        </p:xfrm>
        <a:graphic>
          <a:graphicData uri="http://schemas.openxmlformats.org/presentationml/2006/ole">
            <p:oleObj spid="_x0000_s2051" name="公式" r:id="rId5" imgW="1130040" imgH="203040" progId="Equation.3">
              <p:embed/>
            </p:oleObj>
          </a:graphicData>
        </a:graphic>
      </p:graphicFrame>
      <p:sp>
        <p:nvSpPr>
          <p:cNvPr id="164906" name="Text Box 42"/>
          <p:cNvSpPr txBox="1">
            <a:spLocks noChangeArrowheads="1"/>
          </p:cNvSpPr>
          <p:nvPr/>
        </p:nvSpPr>
        <p:spPr bwMode="auto">
          <a:xfrm>
            <a:off x="3132138" y="2251075"/>
            <a:ext cx="4967287" cy="457200"/>
          </a:xfrm>
          <a:prstGeom prst="rect">
            <a:avLst/>
          </a:prstGeom>
          <a:noFill/>
          <a:ln w="9525">
            <a:noFill/>
            <a:miter lim="800000"/>
            <a:headEnd/>
            <a:tailEnd/>
          </a:ln>
        </p:spPr>
        <p:txBody>
          <a:bodyPr>
            <a:spAutoFit/>
          </a:bodyPr>
          <a:lstStyle/>
          <a:p>
            <a:pPr algn="l"/>
            <a:r>
              <a:rPr lang="zh-CN" altLang="en-US" sz="2400" b="1">
                <a:ea typeface="楷体_GB2312" pitchFamily="49" charset="-122"/>
              </a:rPr>
              <a:t>简谐振动的</a:t>
            </a:r>
            <a:r>
              <a:rPr lang="zh-CN" altLang="en-US" sz="2400" b="1">
                <a:solidFill>
                  <a:srgbClr val="FF0000"/>
                </a:solidFill>
                <a:ea typeface="楷体_GB2312" pitchFamily="49" charset="-122"/>
              </a:rPr>
              <a:t>运动学方程</a:t>
            </a:r>
            <a:r>
              <a:rPr lang="zh-CN" altLang="en-US" sz="2400" b="1">
                <a:ea typeface="楷体_GB2312" pitchFamily="49" charset="-122"/>
              </a:rPr>
              <a:t>或</a:t>
            </a:r>
            <a:r>
              <a:rPr lang="zh-CN" altLang="en-US" sz="2400" b="1">
                <a:solidFill>
                  <a:srgbClr val="FF0000"/>
                </a:solidFill>
                <a:ea typeface="楷体_GB2312" pitchFamily="49" charset="-122"/>
              </a:rPr>
              <a:t>振动方程</a:t>
            </a:r>
            <a:endParaRPr lang="zh-CN" altLang="en-US" sz="2400">
              <a:solidFill>
                <a:srgbClr val="FF0000"/>
              </a:solidFill>
              <a:ea typeface="楷体_GB2312" pitchFamily="49" charset="-122"/>
            </a:endParaRPr>
          </a:p>
        </p:txBody>
      </p:sp>
      <p:graphicFrame>
        <p:nvGraphicFramePr>
          <p:cNvPr id="164907" name="Object 43"/>
          <p:cNvGraphicFramePr>
            <a:graphicFrameLocks noChangeAspect="1"/>
          </p:cNvGraphicFramePr>
          <p:nvPr/>
        </p:nvGraphicFramePr>
        <p:xfrm>
          <a:off x="1065213" y="4333875"/>
          <a:ext cx="914400" cy="730250"/>
        </p:xfrm>
        <a:graphic>
          <a:graphicData uri="http://schemas.openxmlformats.org/presentationml/2006/ole">
            <p:oleObj spid="_x0000_s2052" name="公式" r:id="rId6" imgW="507960" imgH="406080" progId="Equation.3">
              <p:embed/>
            </p:oleObj>
          </a:graphicData>
        </a:graphic>
      </p:graphicFrame>
      <p:graphicFrame>
        <p:nvGraphicFramePr>
          <p:cNvPr id="164908" name="Object 44"/>
          <p:cNvGraphicFramePr>
            <a:graphicFrameLocks/>
          </p:cNvGraphicFramePr>
          <p:nvPr/>
        </p:nvGraphicFramePr>
        <p:xfrm>
          <a:off x="1042988" y="5413375"/>
          <a:ext cx="1690687" cy="752475"/>
        </p:xfrm>
        <a:graphic>
          <a:graphicData uri="http://schemas.openxmlformats.org/presentationml/2006/ole">
            <p:oleObj spid="_x0000_s2053" name="公式" r:id="rId7" imgW="939600" imgH="419040" progId="Equation.3">
              <p:embed/>
            </p:oleObj>
          </a:graphicData>
        </a:graphic>
      </p:graphicFrame>
      <p:sp>
        <p:nvSpPr>
          <p:cNvPr id="164909" name="Text Box 45"/>
          <p:cNvSpPr txBox="1">
            <a:spLocks noChangeArrowheads="1"/>
          </p:cNvSpPr>
          <p:nvPr/>
        </p:nvSpPr>
        <p:spPr bwMode="auto">
          <a:xfrm>
            <a:off x="4500563" y="4478338"/>
            <a:ext cx="1728787" cy="457200"/>
          </a:xfrm>
          <a:prstGeom prst="rect">
            <a:avLst/>
          </a:prstGeom>
          <a:noFill/>
          <a:ln w="9525">
            <a:noFill/>
            <a:miter lim="800000"/>
            <a:headEnd/>
            <a:tailEnd/>
          </a:ln>
        </p:spPr>
        <p:txBody>
          <a:bodyPr>
            <a:spAutoFit/>
          </a:bodyPr>
          <a:lstStyle/>
          <a:p>
            <a:pPr algn="l"/>
            <a:r>
              <a:rPr lang="zh-CN" altLang="en-US" sz="2400" b="1">
                <a:solidFill>
                  <a:srgbClr val="FF0000"/>
                </a:solidFill>
                <a:ea typeface="楷体_GB2312" pitchFamily="49" charset="-122"/>
              </a:rPr>
              <a:t>速度方程</a:t>
            </a:r>
            <a:endParaRPr lang="zh-CN" altLang="en-US" sz="2400">
              <a:solidFill>
                <a:srgbClr val="FF0000"/>
              </a:solidFill>
              <a:ea typeface="楷体_GB2312" pitchFamily="49" charset="-122"/>
            </a:endParaRPr>
          </a:p>
        </p:txBody>
      </p:sp>
      <p:sp>
        <p:nvSpPr>
          <p:cNvPr id="164910" name="Text Box 46"/>
          <p:cNvSpPr txBox="1">
            <a:spLocks noChangeArrowheads="1"/>
          </p:cNvSpPr>
          <p:nvPr/>
        </p:nvSpPr>
        <p:spPr bwMode="auto">
          <a:xfrm>
            <a:off x="5305425" y="5557838"/>
            <a:ext cx="2362200" cy="457200"/>
          </a:xfrm>
          <a:prstGeom prst="rect">
            <a:avLst/>
          </a:prstGeom>
          <a:noFill/>
          <a:ln w="9525">
            <a:noFill/>
            <a:miter lim="800000"/>
            <a:headEnd/>
            <a:tailEnd/>
          </a:ln>
        </p:spPr>
        <p:txBody>
          <a:bodyPr>
            <a:spAutoFit/>
          </a:bodyPr>
          <a:lstStyle/>
          <a:p>
            <a:pPr algn="l"/>
            <a:r>
              <a:rPr lang="zh-CN" altLang="en-US" sz="2400" b="1">
                <a:solidFill>
                  <a:srgbClr val="FF0000"/>
                </a:solidFill>
                <a:ea typeface="楷体_GB2312" pitchFamily="49" charset="-122"/>
              </a:rPr>
              <a:t>加速度方程</a:t>
            </a:r>
            <a:endParaRPr lang="zh-CN" altLang="en-US" sz="2400">
              <a:solidFill>
                <a:srgbClr val="FF0000"/>
              </a:solidFill>
              <a:ea typeface="楷体_GB2312" pitchFamily="49" charset="-122"/>
            </a:endParaRPr>
          </a:p>
        </p:txBody>
      </p:sp>
      <p:sp>
        <p:nvSpPr>
          <p:cNvPr id="164911" name="Text Box 47"/>
          <p:cNvSpPr txBox="1">
            <a:spLocks noChangeArrowheads="1"/>
          </p:cNvSpPr>
          <p:nvPr/>
        </p:nvSpPr>
        <p:spPr bwMode="auto">
          <a:xfrm>
            <a:off x="250825" y="3036888"/>
            <a:ext cx="8642350" cy="968375"/>
          </a:xfrm>
          <a:prstGeom prst="rect">
            <a:avLst/>
          </a:prstGeom>
          <a:noFill/>
          <a:ln w="9525">
            <a:noFill/>
            <a:miter lim="800000"/>
            <a:headEnd/>
            <a:tailEnd/>
          </a:ln>
        </p:spPr>
        <p:txBody>
          <a:bodyPr>
            <a:spAutoFit/>
          </a:bodyPr>
          <a:lstStyle/>
          <a:p>
            <a:pPr algn="l">
              <a:lnSpc>
                <a:spcPct val="120000"/>
              </a:lnSpc>
            </a:pPr>
            <a:r>
              <a:rPr lang="en-US" altLang="zh-CN" sz="2400" b="1"/>
              <a:t>        </a:t>
            </a:r>
            <a:r>
              <a:rPr lang="zh-CN" altLang="en-US" sz="2400" b="1"/>
              <a:t>具有位移是时间的余弦（或正弦）函数这一特殊形式的运动方程的振动叫</a:t>
            </a:r>
            <a:r>
              <a:rPr lang="zh-CN" altLang="en-US" sz="2400" b="1">
                <a:solidFill>
                  <a:srgbClr val="FF6600"/>
                </a:solidFill>
              </a:rPr>
              <a:t>简谐振动</a:t>
            </a:r>
            <a:r>
              <a:rPr lang="zh-CN" altLang="en-US" sz="2400" b="1"/>
              <a:t>或</a:t>
            </a:r>
            <a:r>
              <a:rPr lang="zh-CN" altLang="en-US" sz="2400" b="1">
                <a:solidFill>
                  <a:srgbClr val="FF6600"/>
                </a:solidFill>
              </a:rPr>
              <a:t>谐振动</a:t>
            </a:r>
            <a:r>
              <a:rPr lang="zh-CN" altLang="en-US" sz="2400" b="1"/>
              <a:t>。</a:t>
            </a:r>
            <a:endParaRPr lang="zh-CN" altLang="en-US" sz="2400"/>
          </a:p>
        </p:txBody>
      </p:sp>
      <p:graphicFrame>
        <p:nvGraphicFramePr>
          <p:cNvPr id="164912" name="Object 48"/>
          <p:cNvGraphicFramePr>
            <a:graphicFrameLocks noChangeAspect="1"/>
          </p:cNvGraphicFramePr>
          <p:nvPr/>
        </p:nvGraphicFramePr>
        <p:xfrm>
          <a:off x="2035175" y="4549775"/>
          <a:ext cx="2105025" cy="365125"/>
        </p:xfrm>
        <a:graphic>
          <a:graphicData uri="http://schemas.openxmlformats.org/presentationml/2006/ole">
            <p:oleObj spid="_x0000_s2054" name="公式" r:id="rId8" imgW="1168200" imgH="203040" progId="Equation.3">
              <p:embed/>
            </p:oleObj>
          </a:graphicData>
        </a:graphic>
      </p:graphicFrame>
      <p:graphicFrame>
        <p:nvGraphicFramePr>
          <p:cNvPr id="164913" name="Object 49"/>
          <p:cNvGraphicFramePr>
            <a:graphicFrameLocks/>
          </p:cNvGraphicFramePr>
          <p:nvPr/>
        </p:nvGraphicFramePr>
        <p:xfrm>
          <a:off x="2843213" y="5629275"/>
          <a:ext cx="2308225" cy="409575"/>
        </p:xfrm>
        <a:graphic>
          <a:graphicData uri="http://schemas.openxmlformats.org/presentationml/2006/ole">
            <p:oleObj spid="_x0000_s2055" name="公式" r:id="rId9" imgW="1282680" imgH="2286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97"/>
                                        </p:tgtEl>
                                        <p:attrNameLst>
                                          <p:attrName>style.visibility</p:attrName>
                                        </p:attrNameLst>
                                      </p:cBhvr>
                                      <p:to>
                                        <p:strVal val="visible"/>
                                      </p:to>
                                    </p:set>
                                    <p:animEffect transition="in" filter="wipe(left)">
                                      <p:cBhvr>
                                        <p:cTn id="7" dur="1000"/>
                                        <p:tgtEl>
                                          <p:spTgt spid="1648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900"/>
                                        </p:tgtEl>
                                        <p:attrNameLst>
                                          <p:attrName>style.visibility</p:attrName>
                                        </p:attrNameLst>
                                      </p:cBhvr>
                                      <p:to>
                                        <p:strVal val="visible"/>
                                      </p:to>
                                    </p:set>
                                    <p:animEffect transition="in" filter="wipe(left)">
                                      <p:cBhvr>
                                        <p:cTn id="12" dur="1000"/>
                                        <p:tgtEl>
                                          <p:spTgt spid="1649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4899"/>
                                        </p:tgtEl>
                                        <p:attrNameLst>
                                          <p:attrName>style.visibility</p:attrName>
                                        </p:attrNameLst>
                                      </p:cBhvr>
                                      <p:to>
                                        <p:strVal val="visible"/>
                                      </p:to>
                                    </p:set>
                                    <p:animEffect transition="in" filter="wipe(left)">
                                      <p:cBhvr>
                                        <p:cTn id="17" dur="1000"/>
                                        <p:tgtEl>
                                          <p:spTgt spid="1648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4898"/>
                                        </p:tgtEl>
                                        <p:attrNameLst>
                                          <p:attrName>style.visibility</p:attrName>
                                        </p:attrNameLst>
                                      </p:cBhvr>
                                      <p:to>
                                        <p:strVal val="visible"/>
                                      </p:to>
                                    </p:set>
                                    <p:animEffect transition="in" filter="wipe(left)">
                                      <p:cBhvr>
                                        <p:cTn id="22" dur="1000"/>
                                        <p:tgtEl>
                                          <p:spTgt spid="1648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4905"/>
                                        </p:tgtEl>
                                        <p:attrNameLst>
                                          <p:attrName>style.visibility</p:attrName>
                                        </p:attrNameLst>
                                      </p:cBhvr>
                                      <p:to>
                                        <p:strVal val="visible"/>
                                      </p:to>
                                    </p:set>
                                    <p:animEffect transition="in" filter="wipe(left)">
                                      <p:cBhvr>
                                        <p:cTn id="27" dur="1000"/>
                                        <p:tgtEl>
                                          <p:spTgt spid="1649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4906"/>
                                        </p:tgtEl>
                                        <p:attrNameLst>
                                          <p:attrName>style.visibility</p:attrName>
                                        </p:attrNameLst>
                                      </p:cBhvr>
                                      <p:to>
                                        <p:strVal val="visible"/>
                                      </p:to>
                                    </p:set>
                                    <p:animEffect transition="in" filter="wipe(left)">
                                      <p:cBhvr>
                                        <p:cTn id="32" dur="1000"/>
                                        <p:tgtEl>
                                          <p:spTgt spid="16490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4911"/>
                                        </p:tgtEl>
                                        <p:attrNameLst>
                                          <p:attrName>style.visibility</p:attrName>
                                        </p:attrNameLst>
                                      </p:cBhvr>
                                      <p:to>
                                        <p:strVal val="visible"/>
                                      </p:to>
                                    </p:set>
                                    <p:animEffect transition="in" filter="wipe(left)">
                                      <p:cBhvr>
                                        <p:cTn id="37" dur="1000"/>
                                        <p:tgtEl>
                                          <p:spTgt spid="1649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4907"/>
                                        </p:tgtEl>
                                        <p:attrNameLst>
                                          <p:attrName>style.visibility</p:attrName>
                                        </p:attrNameLst>
                                      </p:cBhvr>
                                      <p:to>
                                        <p:strVal val="visible"/>
                                      </p:to>
                                    </p:set>
                                    <p:animEffect transition="in" filter="wipe(left)">
                                      <p:cBhvr>
                                        <p:cTn id="42" dur="1000"/>
                                        <p:tgtEl>
                                          <p:spTgt spid="16490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4912"/>
                                        </p:tgtEl>
                                        <p:attrNameLst>
                                          <p:attrName>style.visibility</p:attrName>
                                        </p:attrNameLst>
                                      </p:cBhvr>
                                      <p:to>
                                        <p:strVal val="visible"/>
                                      </p:to>
                                    </p:set>
                                    <p:animEffect transition="in" filter="wipe(left)">
                                      <p:cBhvr>
                                        <p:cTn id="47" dur="1000"/>
                                        <p:tgtEl>
                                          <p:spTgt spid="1649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4909"/>
                                        </p:tgtEl>
                                        <p:attrNameLst>
                                          <p:attrName>style.visibility</p:attrName>
                                        </p:attrNameLst>
                                      </p:cBhvr>
                                      <p:to>
                                        <p:strVal val="visible"/>
                                      </p:to>
                                    </p:set>
                                    <p:animEffect transition="in" filter="wipe(left)">
                                      <p:cBhvr>
                                        <p:cTn id="52" dur="1000"/>
                                        <p:tgtEl>
                                          <p:spTgt spid="16490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4908"/>
                                        </p:tgtEl>
                                        <p:attrNameLst>
                                          <p:attrName>style.visibility</p:attrName>
                                        </p:attrNameLst>
                                      </p:cBhvr>
                                      <p:to>
                                        <p:strVal val="visible"/>
                                      </p:to>
                                    </p:set>
                                    <p:animEffect transition="in" filter="wipe(left)">
                                      <p:cBhvr>
                                        <p:cTn id="57" dur="1000"/>
                                        <p:tgtEl>
                                          <p:spTgt spid="16490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64913"/>
                                        </p:tgtEl>
                                        <p:attrNameLst>
                                          <p:attrName>style.visibility</p:attrName>
                                        </p:attrNameLst>
                                      </p:cBhvr>
                                      <p:to>
                                        <p:strVal val="visible"/>
                                      </p:to>
                                    </p:set>
                                    <p:animEffect transition="in" filter="wipe(left)">
                                      <p:cBhvr>
                                        <p:cTn id="62" dur="1000"/>
                                        <p:tgtEl>
                                          <p:spTgt spid="1649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4910"/>
                                        </p:tgtEl>
                                        <p:attrNameLst>
                                          <p:attrName>style.visibility</p:attrName>
                                        </p:attrNameLst>
                                      </p:cBhvr>
                                      <p:to>
                                        <p:strVal val="visible"/>
                                      </p:to>
                                    </p:set>
                                    <p:animEffect transition="in" filter="wipe(left)">
                                      <p:cBhvr>
                                        <p:cTn id="67" dur="1000"/>
                                        <p:tgtEl>
                                          <p:spTgt spid="164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97" grpId="0" autoUpdateAnimBg="0"/>
      <p:bldP spid="164898" grpId="0" autoUpdateAnimBg="0"/>
      <p:bldP spid="164900" grpId="0" autoUpdateAnimBg="0"/>
      <p:bldP spid="164906" grpId="0" autoUpdateAnimBg="0"/>
      <p:bldP spid="164909" grpId="0"/>
      <p:bldP spid="164910" grpId="0"/>
      <p:bldP spid="164911"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Text Box 3"/>
          <p:cNvSpPr txBox="1">
            <a:spLocks noChangeArrowheads="1"/>
          </p:cNvSpPr>
          <p:nvPr/>
        </p:nvSpPr>
        <p:spPr bwMode="auto">
          <a:xfrm>
            <a:off x="165100" y="2349500"/>
            <a:ext cx="7575550" cy="530225"/>
          </a:xfrm>
          <a:prstGeom prst="rect">
            <a:avLst/>
          </a:prstGeom>
          <a:noFill/>
          <a:ln w="9525">
            <a:noFill/>
            <a:miter lim="800000"/>
            <a:headEnd/>
            <a:tailEnd/>
          </a:ln>
        </p:spPr>
        <p:txBody>
          <a:bodyPr lIns="90000" tIns="46800" rIns="90000" bIns="46800">
            <a:spAutoFit/>
          </a:bodyPr>
          <a:lstStyle/>
          <a:p>
            <a:pPr algn="l">
              <a:lnSpc>
                <a:spcPct val="120000"/>
              </a:lnSpc>
              <a:spcBef>
                <a:spcPct val="50000"/>
              </a:spcBef>
            </a:pPr>
            <a:r>
              <a:rPr lang="en-US" altLang="zh-CN" sz="2400" b="1"/>
              <a:t>2</a:t>
            </a:r>
            <a:r>
              <a:rPr lang="zh-CN" altLang="en-US" sz="2400" b="1"/>
              <a:t>、平衡位置是指</a:t>
            </a:r>
            <a:r>
              <a:rPr lang="zh-CN" altLang="en-US" sz="2400" b="1">
                <a:solidFill>
                  <a:srgbClr val="FF6600"/>
                </a:solidFill>
              </a:rPr>
              <a:t>合外力为零的位置</a:t>
            </a:r>
            <a:r>
              <a:rPr lang="zh-CN" altLang="en-US" sz="2400" b="1"/>
              <a:t>。</a:t>
            </a:r>
          </a:p>
        </p:txBody>
      </p:sp>
      <p:sp>
        <p:nvSpPr>
          <p:cNvPr id="72708" name="Text Box 4"/>
          <p:cNvSpPr txBox="1">
            <a:spLocks noChangeArrowheads="1"/>
          </p:cNvSpPr>
          <p:nvPr/>
        </p:nvSpPr>
        <p:spPr bwMode="auto">
          <a:xfrm>
            <a:off x="179388" y="1268413"/>
            <a:ext cx="9145587" cy="931862"/>
          </a:xfrm>
          <a:prstGeom prst="rect">
            <a:avLst/>
          </a:prstGeom>
          <a:noFill/>
          <a:ln w="9525">
            <a:noFill/>
            <a:miter lim="800000"/>
            <a:headEnd/>
            <a:tailEnd/>
          </a:ln>
        </p:spPr>
        <p:txBody>
          <a:bodyPr lIns="90000" tIns="46800" rIns="90000" bIns="46800">
            <a:spAutoFit/>
          </a:bodyPr>
          <a:lstStyle/>
          <a:p>
            <a:pPr algn="l">
              <a:lnSpc>
                <a:spcPct val="90000"/>
              </a:lnSpc>
              <a:spcBef>
                <a:spcPct val="50000"/>
              </a:spcBef>
            </a:pPr>
            <a:r>
              <a:rPr lang="en-US" altLang="zh-CN" sz="2400" b="1"/>
              <a:t>1</a:t>
            </a:r>
            <a:r>
              <a:rPr lang="zh-CN" altLang="en-US" sz="2400" b="1"/>
              <a:t>、物体发生振动的条件：物体受到始终指向平衡位置 </a:t>
            </a:r>
          </a:p>
          <a:p>
            <a:pPr algn="l">
              <a:lnSpc>
                <a:spcPct val="90000"/>
              </a:lnSpc>
              <a:spcBef>
                <a:spcPct val="50000"/>
              </a:spcBef>
            </a:pPr>
            <a:r>
              <a:rPr lang="zh-CN" altLang="en-US" sz="2400" b="1"/>
              <a:t>      的</a:t>
            </a:r>
            <a:r>
              <a:rPr lang="zh-CN" altLang="en-US" sz="2400" b="1">
                <a:solidFill>
                  <a:srgbClr val="FF6600"/>
                </a:solidFill>
              </a:rPr>
              <a:t>回复力</a:t>
            </a:r>
            <a:r>
              <a:rPr lang="zh-CN" altLang="en-US" sz="2400" b="1"/>
              <a:t>；物体具有</a:t>
            </a:r>
            <a:r>
              <a:rPr lang="zh-CN" altLang="en-US" sz="2400" b="1">
                <a:solidFill>
                  <a:srgbClr val="FF6600"/>
                </a:solidFill>
              </a:rPr>
              <a:t>惯性</a:t>
            </a:r>
            <a:r>
              <a:rPr lang="zh-CN" altLang="en-US" sz="2400" b="1"/>
              <a:t>。</a:t>
            </a:r>
          </a:p>
        </p:txBody>
      </p:sp>
      <p:sp>
        <p:nvSpPr>
          <p:cNvPr id="72709" name="Text Box 5"/>
          <p:cNvSpPr txBox="1">
            <a:spLocks noChangeArrowheads="1"/>
          </p:cNvSpPr>
          <p:nvPr/>
        </p:nvSpPr>
        <p:spPr bwMode="auto">
          <a:xfrm>
            <a:off x="539750" y="549275"/>
            <a:ext cx="1511300" cy="457200"/>
          </a:xfrm>
          <a:prstGeom prst="rect">
            <a:avLst/>
          </a:prstGeom>
          <a:noFill/>
          <a:ln w="9525">
            <a:noFill/>
            <a:miter lim="800000"/>
            <a:headEnd/>
            <a:tailEnd/>
          </a:ln>
        </p:spPr>
        <p:txBody>
          <a:bodyPr lIns="90000" tIns="46800" rIns="90000" bIns="46800">
            <a:spAutoFit/>
          </a:bodyPr>
          <a:lstStyle/>
          <a:p>
            <a:pPr algn="l">
              <a:spcBef>
                <a:spcPct val="50000"/>
              </a:spcBef>
              <a:buClr>
                <a:srgbClr val="00FFCC"/>
              </a:buClr>
              <a:buFont typeface="Wingdings" pitchFamily="2" charset="2"/>
              <a:buNone/>
            </a:pPr>
            <a:r>
              <a:rPr lang="zh-CN" altLang="en-US" sz="2400" b="1">
                <a:solidFill>
                  <a:srgbClr val="FF6600"/>
                </a:solidFill>
                <a:latin typeface="宋体" pitchFamily="2" charset="-122"/>
              </a:rPr>
              <a:t>说明</a:t>
            </a:r>
          </a:p>
        </p:txBody>
      </p:sp>
      <p:sp>
        <p:nvSpPr>
          <p:cNvPr id="72710" name="Text Box 6"/>
          <p:cNvSpPr txBox="1">
            <a:spLocks noChangeArrowheads="1"/>
          </p:cNvSpPr>
          <p:nvPr/>
        </p:nvSpPr>
        <p:spPr bwMode="auto">
          <a:xfrm>
            <a:off x="179388" y="3141663"/>
            <a:ext cx="7489825" cy="457200"/>
          </a:xfrm>
          <a:prstGeom prst="rect">
            <a:avLst/>
          </a:prstGeom>
          <a:noFill/>
          <a:ln w="9525">
            <a:noFill/>
            <a:miter lim="800000"/>
            <a:headEnd/>
            <a:tailEnd/>
          </a:ln>
        </p:spPr>
        <p:txBody>
          <a:bodyPr>
            <a:spAutoFit/>
          </a:bodyPr>
          <a:lstStyle/>
          <a:p>
            <a:pPr algn="l">
              <a:spcBef>
                <a:spcPct val="50000"/>
              </a:spcBef>
            </a:pPr>
            <a:r>
              <a:rPr lang="en-US" altLang="zh-CN" sz="2400" b="1"/>
              <a:t>3</a:t>
            </a:r>
            <a:r>
              <a:rPr lang="zh-CN" altLang="en-US" sz="2400" b="1"/>
              <a:t>、判断物体是否作简谐振动的依据</a:t>
            </a:r>
            <a:r>
              <a:rPr lang="en-US" altLang="zh-CN" sz="2400" b="1"/>
              <a:t>:</a:t>
            </a:r>
          </a:p>
        </p:txBody>
      </p:sp>
      <p:sp>
        <p:nvSpPr>
          <p:cNvPr id="72711" name="Text Box 7"/>
          <p:cNvSpPr txBox="1">
            <a:spLocks noChangeArrowheads="1"/>
          </p:cNvSpPr>
          <p:nvPr/>
        </p:nvSpPr>
        <p:spPr bwMode="auto">
          <a:xfrm>
            <a:off x="468313" y="3759200"/>
            <a:ext cx="7704137" cy="822325"/>
          </a:xfrm>
          <a:prstGeom prst="rect">
            <a:avLst/>
          </a:prstGeom>
          <a:noFill/>
          <a:ln w="9525">
            <a:noFill/>
            <a:miter lim="800000"/>
            <a:headEnd/>
            <a:tailEnd/>
          </a:ln>
        </p:spPr>
        <p:txBody>
          <a:bodyPr>
            <a:spAutoFit/>
          </a:bodyPr>
          <a:lstStyle/>
          <a:p>
            <a:pPr algn="l"/>
            <a:r>
              <a:rPr lang="en-US" altLang="zh-CN" sz="2400" b="1">
                <a:sym typeface="Wingdings" pitchFamily="2" charset="2"/>
              </a:rPr>
              <a:t>(1)  </a:t>
            </a:r>
            <a:r>
              <a:rPr lang="zh-CN" altLang="en-US" sz="2400" b="1"/>
              <a:t>物体所受的合外力与位移</a:t>
            </a:r>
            <a:r>
              <a:rPr lang="zh-CN" altLang="en-US" sz="2400" b="1">
                <a:solidFill>
                  <a:srgbClr val="FF6600"/>
                </a:solidFill>
              </a:rPr>
              <a:t>正比但反向</a:t>
            </a:r>
            <a:r>
              <a:rPr lang="zh-CN" altLang="en-US" sz="2400" b="1"/>
              <a:t>；    </a:t>
            </a:r>
          </a:p>
          <a:p>
            <a:pPr algn="l"/>
            <a:r>
              <a:rPr lang="en-US" altLang="zh-CN" sz="2400" b="1"/>
              <a:t>(2)  </a:t>
            </a:r>
            <a:r>
              <a:rPr lang="zh-CN" altLang="en-US" sz="2400" b="1"/>
              <a:t>满足位移与时间有</a:t>
            </a:r>
            <a:r>
              <a:rPr lang="zh-CN" altLang="en-US" sz="2400" b="1">
                <a:solidFill>
                  <a:srgbClr val="FF6600"/>
                </a:solidFill>
              </a:rPr>
              <a:t>余弦</a:t>
            </a:r>
            <a:r>
              <a:rPr lang="en-US" altLang="zh-CN" sz="2400" b="1"/>
              <a:t>(</a:t>
            </a:r>
            <a:r>
              <a:rPr lang="zh-CN" altLang="en-US" sz="2400" b="1"/>
              <a:t>或</a:t>
            </a:r>
            <a:r>
              <a:rPr lang="zh-CN" altLang="en-US" sz="2400" b="1">
                <a:solidFill>
                  <a:srgbClr val="FF6600"/>
                </a:solidFill>
              </a:rPr>
              <a:t>正弦</a:t>
            </a:r>
            <a:r>
              <a:rPr lang="en-US" altLang="zh-CN" sz="2400" b="1"/>
              <a:t>)</a:t>
            </a:r>
            <a:r>
              <a:rPr lang="zh-CN" altLang="en-US" sz="2400" b="1"/>
              <a:t>关系。</a:t>
            </a:r>
          </a:p>
        </p:txBody>
      </p:sp>
      <p:sp>
        <p:nvSpPr>
          <p:cNvPr id="72713" name="Text Box 9"/>
          <p:cNvSpPr txBox="1">
            <a:spLocks noChangeArrowheads="1"/>
          </p:cNvSpPr>
          <p:nvPr/>
        </p:nvSpPr>
        <p:spPr bwMode="auto">
          <a:xfrm>
            <a:off x="142875" y="4797425"/>
            <a:ext cx="8316913" cy="457200"/>
          </a:xfrm>
          <a:prstGeom prst="rect">
            <a:avLst/>
          </a:prstGeom>
          <a:noFill/>
          <a:ln w="9525">
            <a:noFill/>
            <a:miter lim="800000"/>
            <a:headEnd/>
            <a:tailEnd/>
          </a:ln>
        </p:spPr>
        <p:txBody>
          <a:bodyPr>
            <a:spAutoFit/>
          </a:bodyPr>
          <a:lstStyle/>
          <a:p>
            <a:pPr algn="l">
              <a:spcBef>
                <a:spcPct val="50000"/>
              </a:spcBef>
            </a:pPr>
            <a:r>
              <a:rPr lang="en-US" altLang="zh-CN" sz="2400" b="1"/>
              <a:t>4</a:t>
            </a:r>
            <a:r>
              <a:rPr lang="zh-CN" altLang="en-US" sz="2400" b="1"/>
              <a:t>、简谐振动位移、速度、加速度都随时间 </a:t>
            </a:r>
            <a:r>
              <a:rPr lang="en-US" altLang="zh-CN" sz="2400" b="1" i="1">
                <a:solidFill>
                  <a:srgbClr val="FF6600"/>
                </a:solidFill>
              </a:rPr>
              <a:t>t </a:t>
            </a:r>
            <a:r>
              <a:rPr lang="zh-CN" altLang="en-US" sz="2400" b="1"/>
              <a:t>做周期性变化。</a:t>
            </a:r>
          </a:p>
        </p:txBody>
      </p:sp>
      <p:sp>
        <p:nvSpPr>
          <p:cNvPr id="72714" name="Rectangle 10"/>
          <p:cNvSpPr>
            <a:spLocks noChangeArrowheads="1"/>
          </p:cNvSpPr>
          <p:nvPr/>
        </p:nvSpPr>
        <p:spPr bwMode="auto">
          <a:xfrm>
            <a:off x="179388" y="5445125"/>
            <a:ext cx="8066087" cy="493713"/>
          </a:xfrm>
          <a:prstGeom prst="rect">
            <a:avLst/>
          </a:prstGeom>
          <a:noFill/>
          <a:ln w="9525">
            <a:noFill/>
            <a:miter lim="800000"/>
            <a:headEnd/>
            <a:tailEnd/>
          </a:ln>
        </p:spPr>
        <p:txBody>
          <a:bodyPr>
            <a:spAutoFit/>
          </a:bodyPr>
          <a:lstStyle/>
          <a:p>
            <a:pPr algn="l">
              <a:lnSpc>
                <a:spcPct val="110000"/>
              </a:lnSpc>
            </a:pPr>
            <a:r>
              <a:rPr lang="en-US" altLang="zh-CN" sz="2400" b="1"/>
              <a:t>5</a:t>
            </a:r>
            <a:r>
              <a:rPr lang="zh-CN" altLang="en-US" sz="2400" b="1"/>
              <a:t>、任何振动都可看成若干简谐振动的合成。</a:t>
            </a:r>
          </a:p>
        </p:txBody>
      </p:sp>
      <p:sp>
        <p:nvSpPr>
          <p:cNvPr id="72715" name="AutoShape 11"/>
          <p:cNvSpPr>
            <a:spLocks noChangeArrowheads="1"/>
          </p:cNvSpPr>
          <p:nvPr/>
        </p:nvSpPr>
        <p:spPr bwMode="auto">
          <a:xfrm>
            <a:off x="179388" y="476250"/>
            <a:ext cx="360362"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715"/>
                                        </p:tgtEl>
                                        <p:attrNameLst>
                                          <p:attrName>style.visibility</p:attrName>
                                        </p:attrNameLst>
                                      </p:cBhvr>
                                      <p:to>
                                        <p:strVal val="visible"/>
                                      </p:to>
                                    </p:set>
                                    <p:animEffect transition="in" filter="dissolve">
                                      <p:cBhvr>
                                        <p:cTn id="7" dur="1000"/>
                                        <p:tgtEl>
                                          <p:spTgt spid="72715"/>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72709"/>
                                        </p:tgtEl>
                                        <p:attrNameLst>
                                          <p:attrName>style.visibility</p:attrName>
                                        </p:attrNameLst>
                                      </p:cBhvr>
                                      <p:to>
                                        <p:strVal val="visible"/>
                                      </p:to>
                                    </p:set>
                                    <p:animEffect transition="in" filter="dissolve">
                                      <p:cBhvr>
                                        <p:cTn id="11" dur="500"/>
                                        <p:tgtEl>
                                          <p:spTgt spid="7270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2708"/>
                                        </p:tgtEl>
                                        <p:attrNameLst>
                                          <p:attrName>style.visibility</p:attrName>
                                        </p:attrNameLst>
                                      </p:cBhvr>
                                      <p:to>
                                        <p:strVal val="visible"/>
                                      </p:to>
                                    </p:set>
                                    <p:animEffect transition="in" filter="wipe(left)">
                                      <p:cBhvr>
                                        <p:cTn id="16" dur="500"/>
                                        <p:tgtEl>
                                          <p:spTgt spid="7270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2707">
                                            <p:txEl>
                                              <p:pRg st="0" end="0"/>
                                            </p:txEl>
                                          </p:spTgt>
                                        </p:tgtEl>
                                        <p:attrNameLst>
                                          <p:attrName>style.visibility</p:attrName>
                                        </p:attrNameLst>
                                      </p:cBhvr>
                                      <p:to>
                                        <p:strVal val="visible"/>
                                      </p:to>
                                    </p:set>
                                    <p:animEffect transition="in" filter="wipe(left)">
                                      <p:cBhvr>
                                        <p:cTn id="21" dur="500"/>
                                        <p:tgtEl>
                                          <p:spTgt spid="7270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2710"/>
                                        </p:tgtEl>
                                        <p:attrNameLst>
                                          <p:attrName>style.visibility</p:attrName>
                                        </p:attrNameLst>
                                      </p:cBhvr>
                                      <p:to>
                                        <p:strVal val="visible"/>
                                      </p:to>
                                    </p:set>
                                    <p:animEffect transition="in" filter="wipe(left)">
                                      <p:cBhvr>
                                        <p:cTn id="26" dur="500"/>
                                        <p:tgtEl>
                                          <p:spTgt spid="727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2711"/>
                                        </p:tgtEl>
                                        <p:attrNameLst>
                                          <p:attrName>style.visibility</p:attrName>
                                        </p:attrNameLst>
                                      </p:cBhvr>
                                      <p:to>
                                        <p:strVal val="visible"/>
                                      </p:to>
                                    </p:set>
                                    <p:animEffect transition="in" filter="wipe(left)">
                                      <p:cBhvr>
                                        <p:cTn id="31" dur="500"/>
                                        <p:tgtEl>
                                          <p:spTgt spid="727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2713"/>
                                        </p:tgtEl>
                                        <p:attrNameLst>
                                          <p:attrName>style.visibility</p:attrName>
                                        </p:attrNameLst>
                                      </p:cBhvr>
                                      <p:to>
                                        <p:strVal val="visible"/>
                                      </p:to>
                                    </p:set>
                                    <p:animEffect transition="in" filter="wipe(left)">
                                      <p:cBhvr>
                                        <p:cTn id="36" dur="500"/>
                                        <p:tgtEl>
                                          <p:spTgt spid="727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2714"/>
                                        </p:tgtEl>
                                        <p:attrNameLst>
                                          <p:attrName>style.visibility</p:attrName>
                                        </p:attrNameLst>
                                      </p:cBhvr>
                                      <p:to>
                                        <p:strVal val="visible"/>
                                      </p:to>
                                    </p:set>
                                    <p:animEffect transition="in" filter="wipe(left)">
                                      <p:cBhvr>
                                        <p:cTn id="41" dur="500"/>
                                        <p:tgtEl>
                                          <p:spTgt spid="72714"/>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builtIn="1"/>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allAtOnce" autoUpdateAnimBg="0"/>
      <p:bldP spid="72708" grpId="0" autoUpdateAnimBg="0"/>
      <p:bldP spid="72709" grpId="0" autoUpdateAnimBg="0"/>
      <p:bldP spid="72710" grpId="0"/>
      <p:bldP spid="72711" grpId="0"/>
      <p:bldP spid="72713" grpId="0"/>
      <p:bldP spid="72714" grpId="0" autoUpdateAnimBg="0"/>
      <p:bldP spid="727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4"/>
          <p:cNvSpPr txBox="1">
            <a:spLocks noChangeArrowheads="1"/>
          </p:cNvSpPr>
          <p:nvPr/>
        </p:nvSpPr>
        <p:spPr bwMode="auto">
          <a:xfrm>
            <a:off x="182563" y="476250"/>
            <a:ext cx="7032625" cy="461963"/>
          </a:xfrm>
          <a:prstGeom prst="rect">
            <a:avLst/>
          </a:prstGeom>
          <a:noFill/>
          <a:ln w="9525">
            <a:noFill/>
            <a:miter lim="800000"/>
            <a:headEnd/>
            <a:tailEnd/>
          </a:ln>
        </p:spPr>
        <p:txBody>
          <a:bodyPr>
            <a:spAutoFit/>
          </a:bodyPr>
          <a:lstStyle/>
          <a:p>
            <a:pPr algn="just"/>
            <a:r>
              <a:rPr lang="zh-CN" altLang="en-US" sz="2400" b="1">
                <a:solidFill>
                  <a:srgbClr val="0000FF"/>
                </a:solidFill>
                <a:latin typeface="楷体_GB2312" pitchFamily="49" charset="-122"/>
              </a:rPr>
              <a:t>二、简谐振动中的振幅、周期、频率和相位</a:t>
            </a:r>
            <a:endParaRPr lang="zh-CN" altLang="en-US" sz="2400">
              <a:solidFill>
                <a:srgbClr val="0000FF"/>
              </a:solidFill>
            </a:endParaRPr>
          </a:p>
        </p:txBody>
      </p:sp>
      <p:sp>
        <p:nvSpPr>
          <p:cNvPr id="14407" name="Text Box 1095"/>
          <p:cNvSpPr txBox="1">
            <a:spLocks noChangeArrowheads="1"/>
          </p:cNvSpPr>
          <p:nvPr/>
        </p:nvSpPr>
        <p:spPr bwMode="auto">
          <a:xfrm>
            <a:off x="250825" y="1679575"/>
            <a:ext cx="1584325" cy="457200"/>
          </a:xfrm>
          <a:prstGeom prst="rect">
            <a:avLst/>
          </a:prstGeom>
          <a:noFill/>
          <a:ln w="9525">
            <a:noFill/>
            <a:miter lim="800000"/>
            <a:headEnd/>
            <a:tailEnd/>
          </a:ln>
        </p:spPr>
        <p:txBody>
          <a:bodyPr>
            <a:spAutoFit/>
          </a:bodyPr>
          <a:lstStyle/>
          <a:p>
            <a:pPr algn="just"/>
            <a:r>
              <a:rPr lang="zh-CN" altLang="en-US" sz="2400" b="1">
                <a:solidFill>
                  <a:srgbClr val="FF6600"/>
                </a:solidFill>
              </a:rPr>
              <a:t>振幅</a:t>
            </a:r>
            <a:r>
              <a:rPr lang="zh-CN" altLang="en-US" sz="2400" b="1">
                <a:solidFill>
                  <a:srgbClr val="FF0000"/>
                </a:solidFill>
              </a:rPr>
              <a:t>  </a:t>
            </a:r>
            <a:r>
              <a:rPr lang="en-US" altLang="zh-CN" sz="2400" b="1" i="1">
                <a:solidFill>
                  <a:srgbClr val="0033CC"/>
                </a:solidFill>
              </a:rPr>
              <a:t>A</a:t>
            </a:r>
            <a:r>
              <a:rPr lang="zh-CN" altLang="en-US" sz="2400" b="1"/>
              <a:t>：</a:t>
            </a:r>
            <a:endParaRPr lang="zh-CN" altLang="en-US" sz="2400" u="sng"/>
          </a:p>
        </p:txBody>
      </p:sp>
      <p:sp>
        <p:nvSpPr>
          <p:cNvPr id="14408" name="Text Box 1096"/>
          <p:cNvSpPr txBox="1">
            <a:spLocks noChangeArrowheads="1"/>
          </p:cNvSpPr>
          <p:nvPr/>
        </p:nvSpPr>
        <p:spPr bwMode="auto">
          <a:xfrm>
            <a:off x="1619250" y="1628775"/>
            <a:ext cx="7200900" cy="968375"/>
          </a:xfrm>
          <a:prstGeom prst="rect">
            <a:avLst/>
          </a:prstGeom>
          <a:noFill/>
          <a:ln w="9525">
            <a:noFill/>
            <a:miter lim="800000"/>
            <a:headEnd/>
            <a:tailEnd/>
          </a:ln>
        </p:spPr>
        <p:txBody>
          <a:bodyPr>
            <a:spAutoFit/>
          </a:bodyPr>
          <a:lstStyle/>
          <a:p>
            <a:pPr algn="just">
              <a:lnSpc>
                <a:spcPct val="120000"/>
              </a:lnSpc>
            </a:pPr>
            <a:r>
              <a:rPr lang="zh-CN" altLang="en-US" sz="2400" b="1">
                <a:solidFill>
                  <a:schemeClr val="tx2"/>
                </a:solidFill>
              </a:rPr>
              <a:t>简谐振动物体离开平衡位置的最大位移</a:t>
            </a:r>
            <a:r>
              <a:rPr lang="en-US" altLang="zh-CN" sz="2400" b="1">
                <a:solidFill>
                  <a:schemeClr val="tx2"/>
                </a:solidFill>
              </a:rPr>
              <a:t>(</a:t>
            </a:r>
            <a:r>
              <a:rPr lang="zh-CN" altLang="en-US" sz="2400" b="1">
                <a:solidFill>
                  <a:schemeClr val="tx2"/>
                </a:solidFill>
              </a:rPr>
              <a:t>或角位移</a:t>
            </a:r>
            <a:r>
              <a:rPr lang="en-US" altLang="zh-CN" sz="2400" b="1">
                <a:solidFill>
                  <a:schemeClr val="tx2"/>
                </a:solidFill>
              </a:rPr>
              <a:t>)</a:t>
            </a:r>
            <a:r>
              <a:rPr lang="zh-CN" altLang="en-US" sz="2400" b="1">
                <a:solidFill>
                  <a:schemeClr val="tx2"/>
                </a:solidFill>
              </a:rPr>
              <a:t>的绝对值</a:t>
            </a:r>
            <a:endParaRPr lang="zh-CN" altLang="en-US" sz="2400">
              <a:solidFill>
                <a:schemeClr val="tx2"/>
              </a:solidFill>
            </a:endParaRPr>
          </a:p>
        </p:txBody>
      </p:sp>
      <p:sp>
        <p:nvSpPr>
          <p:cNvPr id="14409" name="Text Box 1097"/>
          <p:cNvSpPr txBox="1">
            <a:spLocks noChangeArrowheads="1"/>
          </p:cNvSpPr>
          <p:nvPr/>
        </p:nvSpPr>
        <p:spPr bwMode="auto">
          <a:xfrm>
            <a:off x="250825" y="2754313"/>
            <a:ext cx="1441450" cy="457200"/>
          </a:xfrm>
          <a:prstGeom prst="rect">
            <a:avLst/>
          </a:prstGeom>
          <a:noFill/>
          <a:ln w="9525">
            <a:noFill/>
            <a:miter lim="800000"/>
            <a:headEnd/>
            <a:tailEnd/>
          </a:ln>
        </p:spPr>
        <p:txBody>
          <a:bodyPr>
            <a:spAutoFit/>
          </a:bodyPr>
          <a:lstStyle/>
          <a:p>
            <a:pPr algn="just"/>
            <a:r>
              <a:rPr lang="zh-CN" altLang="en-US" sz="2400" b="1">
                <a:solidFill>
                  <a:srgbClr val="FF6600"/>
                </a:solidFill>
              </a:rPr>
              <a:t>周期 </a:t>
            </a:r>
            <a:r>
              <a:rPr lang="en-US" altLang="zh-CN" sz="2400" b="1" i="1">
                <a:solidFill>
                  <a:schemeClr val="accent2"/>
                </a:solidFill>
              </a:rPr>
              <a:t>T</a:t>
            </a:r>
            <a:r>
              <a:rPr lang="en-US" altLang="zh-CN" sz="2400" b="1" i="1">
                <a:solidFill>
                  <a:srgbClr val="FF0000"/>
                </a:solidFill>
              </a:rPr>
              <a:t> </a:t>
            </a:r>
            <a:r>
              <a:rPr lang="zh-CN" altLang="en-US" sz="2400" b="1"/>
              <a:t>：</a:t>
            </a:r>
            <a:endParaRPr lang="zh-CN" altLang="en-US" sz="2400"/>
          </a:p>
        </p:txBody>
      </p:sp>
      <p:sp>
        <p:nvSpPr>
          <p:cNvPr id="14410" name="Text Box 1098"/>
          <p:cNvSpPr txBox="1">
            <a:spLocks noChangeArrowheads="1"/>
          </p:cNvSpPr>
          <p:nvPr/>
        </p:nvSpPr>
        <p:spPr bwMode="auto">
          <a:xfrm>
            <a:off x="1619250" y="2754313"/>
            <a:ext cx="4679950" cy="457200"/>
          </a:xfrm>
          <a:prstGeom prst="rect">
            <a:avLst/>
          </a:prstGeom>
          <a:noFill/>
          <a:ln w="9525">
            <a:noFill/>
            <a:miter lim="800000"/>
            <a:headEnd/>
            <a:tailEnd/>
          </a:ln>
        </p:spPr>
        <p:txBody>
          <a:bodyPr>
            <a:spAutoFit/>
          </a:bodyPr>
          <a:lstStyle/>
          <a:p>
            <a:pPr algn="just"/>
            <a:r>
              <a:rPr lang="zh-CN" altLang="en-US" sz="2400" b="1">
                <a:solidFill>
                  <a:schemeClr val="tx2"/>
                </a:solidFill>
                <a:latin typeface="宋体" pitchFamily="2" charset="-122"/>
              </a:rPr>
              <a:t>物体完成一次全振动所需时间</a:t>
            </a:r>
            <a:endParaRPr lang="zh-CN" altLang="en-US" sz="2400"/>
          </a:p>
        </p:txBody>
      </p:sp>
      <p:graphicFrame>
        <p:nvGraphicFramePr>
          <p:cNvPr id="14411" name="Object 1099"/>
          <p:cNvGraphicFramePr>
            <a:graphicFrameLocks/>
          </p:cNvGraphicFramePr>
          <p:nvPr/>
        </p:nvGraphicFramePr>
        <p:xfrm>
          <a:off x="6897688" y="3624263"/>
          <a:ext cx="914400" cy="730250"/>
        </p:xfrm>
        <a:graphic>
          <a:graphicData uri="http://schemas.openxmlformats.org/presentationml/2006/ole">
            <p:oleObj spid="_x0000_s3074" name="公式" r:id="rId3" imgW="507960" imgH="406080" progId="Equation.3">
              <p:embed/>
            </p:oleObj>
          </a:graphicData>
        </a:graphic>
      </p:graphicFrame>
      <p:graphicFrame>
        <p:nvGraphicFramePr>
          <p:cNvPr id="14412" name="Object 1100"/>
          <p:cNvGraphicFramePr>
            <a:graphicFrameLocks/>
          </p:cNvGraphicFramePr>
          <p:nvPr/>
        </p:nvGraphicFramePr>
        <p:xfrm>
          <a:off x="1730375" y="3471863"/>
          <a:ext cx="3959225" cy="388937"/>
        </p:xfrm>
        <a:graphic>
          <a:graphicData uri="http://schemas.openxmlformats.org/presentationml/2006/ole">
            <p:oleObj spid="_x0000_s3075" name="公式" r:id="rId4" imgW="2197080" imgH="215640" progId="Equation.3">
              <p:embed/>
            </p:oleObj>
          </a:graphicData>
        </a:graphic>
      </p:graphicFrame>
      <p:graphicFrame>
        <p:nvGraphicFramePr>
          <p:cNvPr id="14413" name="Object 1101"/>
          <p:cNvGraphicFramePr>
            <a:graphicFrameLocks/>
          </p:cNvGraphicFramePr>
          <p:nvPr/>
        </p:nvGraphicFramePr>
        <p:xfrm>
          <a:off x="1730375" y="4119563"/>
          <a:ext cx="3914775" cy="388937"/>
        </p:xfrm>
        <a:graphic>
          <a:graphicData uri="http://schemas.openxmlformats.org/presentationml/2006/ole">
            <p:oleObj spid="_x0000_s3076" name="公式" r:id="rId5" imgW="2171520" imgH="215640" progId="Equation.3">
              <p:embed/>
            </p:oleObj>
          </a:graphicData>
        </a:graphic>
      </p:graphicFrame>
      <p:sp>
        <p:nvSpPr>
          <p:cNvPr id="14414" name="AutoShape 1102"/>
          <p:cNvSpPr>
            <a:spLocks/>
          </p:cNvSpPr>
          <p:nvPr/>
        </p:nvSpPr>
        <p:spPr bwMode="auto">
          <a:xfrm>
            <a:off x="5835650" y="3616325"/>
            <a:ext cx="215900" cy="719138"/>
          </a:xfrm>
          <a:prstGeom prst="rightBrace">
            <a:avLst>
              <a:gd name="adj1" fmla="val 27757"/>
              <a:gd name="adj2" fmla="val 50000"/>
            </a:avLst>
          </a:prstGeom>
          <a:noFill/>
          <a:ln w="9525">
            <a:solidFill>
              <a:srgbClr val="000080"/>
            </a:solidFill>
            <a:round/>
            <a:headEnd/>
            <a:tailEnd/>
          </a:ln>
        </p:spPr>
        <p:txBody>
          <a:bodyPr wrap="none" anchor="ctr"/>
          <a:lstStyle/>
          <a:p>
            <a:endParaRPr lang="zh-CN" altLang="zh-CN" sz="2400">
              <a:solidFill>
                <a:srgbClr val="003399"/>
              </a:solidFill>
            </a:endParaRPr>
          </a:p>
        </p:txBody>
      </p:sp>
      <p:sp>
        <p:nvSpPr>
          <p:cNvPr id="14415" name="AutoShape 1103"/>
          <p:cNvSpPr>
            <a:spLocks noChangeArrowheads="1"/>
          </p:cNvSpPr>
          <p:nvPr/>
        </p:nvSpPr>
        <p:spPr bwMode="auto">
          <a:xfrm>
            <a:off x="6223000" y="3940175"/>
            <a:ext cx="539750" cy="90488"/>
          </a:xfrm>
          <a:prstGeom prst="rightArrow">
            <a:avLst>
              <a:gd name="adj1" fmla="val 50000"/>
              <a:gd name="adj2" fmla="val 149122"/>
            </a:avLst>
          </a:prstGeom>
          <a:solidFill>
            <a:srgbClr val="0000FF"/>
          </a:solidFill>
          <a:ln w="9525">
            <a:solidFill>
              <a:schemeClr val="tx1"/>
            </a:solidFill>
            <a:miter lim="800000"/>
            <a:headEnd/>
            <a:tailEnd/>
          </a:ln>
        </p:spPr>
        <p:txBody>
          <a:bodyPr wrap="none" anchor="ctr"/>
          <a:lstStyle/>
          <a:p>
            <a:endParaRPr lang="zh-CN" altLang="en-US"/>
          </a:p>
        </p:txBody>
      </p:sp>
      <p:sp>
        <p:nvSpPr>
          <p:cNvPr id="14416" name="Text Box 1104"/>
          <p:cNvSpPr txBox="1">
            <a:spLocks noChangeArrowheads="1"/>
          </p:cNvSpPr>
          <p:nvPr/>
        </p:nvSpPr>
        <p:spPr bwMode="auto">
          <a:xfrm>
            <a:off x="250825" y="4894263"/>
            <a:ext cx="1944688" cy="457200"/>
          </a:xfrm>
          <a:prstGeom prst="rect">
            <a:avLst/>
          </a:prstGeom>
          <a:noFill/>
          <a:ln w="9525">
            <a:noFill/>
            <a:miter lim="800000"/>
            <a:headEnd/>
            <a:tailEnd/>
          </a:ln>
        </p:spPr>
        <p:txBody>
          <a:bodyPr>
            <a:spAutoFit/>
          </a:bodyPr>
          <a:lstStyle/>
          <a:p>
            <a:pPr algn="just"/>
            <a:r>
              <a:rPr lang="zh-CN" altLang="en-US" sz="2400" b="1">
                <a:solidFill>
                  <a:srgbClr val="FF6600"/>
                </a:solidFill>
              </a:rPr>
              <a:t>频率 </a:t>
            </a:r>
            <a:r>
              <a:rPr lang="zh-CN" altLang="en-US" sz="2400" b="1" i="1">
                <a:solidFill>
                  <a:schemeClr val="accent2"/>
                </a:solidFill>
                <a:sym typeface="Symbol" pitchFamily="18" charset="2"/>
              </a:rPr>
              <a:t> </a:t>
            </a:r>
            <a:r>
              <a:rPr lang="zh-CN" altLang="en-US" sz="2400" b="1"/>
              <a:t>：</a:t>
            </a:r>
            <a:endParaRPr lang="zh-CN" altLang="en-US" sz="2400"/>
          </a:p>
        </p:txBody>
      </p:sp>
      <p:graphicFrame>
        <p:nvGraphicFramePr>
          <p:cNvPr id="14417" name="Object 1105"/>
          <p:cNvGraphicFramePr>
            <a:graphicFrameLocks/>
          </p:cNvGraphicFramePr>
          <p:nvPr/>
        </p:nvGraphicFramePr>
        <p:xfrm>
          <a:off x="5289550" y="4714875"/>
          <a:ext cx="1397000" cy="730250"/>
        </p:xfrm>
        <a:graphic>
          <a:graphicData uri="http://schemas.openxmlformats.org/presentationml/2006/ole">
            <p:oleObj spid="_x0000_s3077" name="公式" r:id="rId6" imgW="774360" imgH="406080" progId="Equation.3">
              <p:embed/>
            </p:oleObj>
          </a:graphicData>
        </a:graphic>
      </p:graphicFrame>
      <p:sp>
        <p:nvSpPr>
          <p:cNvPr id="14418" name="Text Box 1106"/>
          <p:cNvSpPr txBox="1">
            <a:spLocks noChangeArrowheads="1"/>
          </p:cNvSpPr>
          <p:nvPr/>
        </p:nvSpPr>
        <p:spPr bwMode="auto">
          <a:xfrm>
            <a:off x="1646238" y="4894263"/>
            <a:ext cx="3582987" cy="457200"/>
          </a:xfrm>
          <a:prstGeom prst="rect">
            <a:avLst/>
          </a:prstGeom>
          <a:noFill/>
          <a:ln w="9525">
            <a:noFill/>
            <a:miter lim="800000"/>
            <a:headEnd/>
            <a:tailEnd/>
          </a:ln>
        </p:spPr>
        <p:txBody>
          <a:bodyPr>
            <a:spAutoFit/>
          </a:bodyPr>
          <a:lstStyle/>
          <a:p>
            <a:pPr algn="just"/>
            <a:r>
              <a:rPr lang="zh-CN" altLang="en-US" sz="2400" b="1">
                <a:solidFill>
                  <a:schemeClr val="tx2"/>
                </a:solidFill>
              </a:rPr>
              <a:t>单位时间内振动的次数</a:t>
            </a:r>
            <a:endParaRPr lang="zh-CN" altLang="en-US" sz="2400"/>
          </a:p>
        </p:txBody>
      </p:sp>
      <p:sp>
        <p:nvSpPr>
          <p:cNvPr id="14419" name="Text Box 1107"/>
          <p:cNvSpPr txBox="1">
            <a:spLocks noChangeArrowheads="1"/>
          </p:cNvSpPr>
          <p:nvPr/>
        </p:nvSpPr>
        <p:spPr bwMode="auto">
          <a:xfrm>
            <a:off x="206375" y="5903913"/>
            <a:ext cx="2133600" cy="457200"/>
          </a:xfrm>
          <a:prstGeom prst="rect">
            <a:avLst/>
          </a:prstGeom>
          <a:noFill/>
          <a:ln w="9525">
            <a:noFill/>
            <a:miter lim="800000"/>
            <a:headEnd/>
            <a:tailEnd/>
          </a:ln>
        </p:spPr>
        <p:txBody>
          <a:bodyPr>
            <a:spAutoFit/>
          </a:bodyPr>
          <a:lstStyle/>
          <a:p>
            <a:pPr algn="l"/>
            <a:r>
              <a:rPr lang="zh-CN" altLang="en-US" sz="2400" b="1">
                <a:solidFill>
                  <a:srgbClr val="FF6600"/>
                </a:solidFill>
              </a:rPr>
              <a:t>角频率 </a:t>
            </a:r>
            <a:r>
              <a:rPr lang="zh-CN" altLang="en-US" sz="2400" b="1" i="1">
                <a:solidFill>
                  <a:schemeClr val="accent2"/>
                </a:solidFill>
                <a:sym typeface="Symbol" pitchFamily="18" charset="2"/>
              </a:rPr>
              <a:t> </a:t>
            </a:r>
            <a:r>
              <a:rPr lang="zh-CN" altLang="en-US" sz="2400" b="1">
                <a:sym typeface="Symbol" pitchFamily="18" charset="2"/>
              </a:rPr>
              <a:t>：</a:t>
            </a:r>
            <a:endParaRPr lang="zh-CN" altLang="en-US" sz="2400"/>
          </a:p>
        </p:txBody>
      </p:sp>
      <p:graphicFrame>
        <p:nvGraphicFramePr>
          <p:cNvPr id="14420" name="Object 1108"/>
          <p:cNvGraphicFramePr>
            <a:graphicFrameLocks noChangeAspect="1"/>
          </p:cNvGraphicFramePr>
          <p:nvPr/>
        </p:nvGraphicFramePr>
        <p:xfrm>
          <a:off x="2097088" y="5794375"/>
          <a:ext cx="1676400" cy="730250"/>
        </p:xfrm>
        <a:graphic>
          <a:graphicData uri="http://schemas.openxmlformats.org/presentationml/2006/ole">
            <p:oleObj spid="_x0000_s3078" name="公式" r:id="rId7" imgW="939600" imgH="406080" progId="Equation.3">
              <p:embed/>
            </p:oleObj>
          </a:graphicData>
        </a:graphic>
      </p:graphicFrame>
      <p:graphicFrame>
        <p:nvGraphicFramePr>
          <p:cNvPr id="14421" name="Object 1109"/>
          <p:cNvGraphicFramePr>
            <a:graphicFrameLocks/>
          </p:cNvGraphicFramePr>
          <p:nvPr/>
        </p:nvGraphicFramePr>
        <p:xfrm>
          <a:off x="3392488" y="1052513"/>
          <a:ext cx="2835275" cy="436562"/>
        </p:xfrm>
        <a:graphic>
          <a:graphicData uri="http://schemas.openxmlformats.org/presentationml/2006/ole">
            <p:oleObj spid="_x0000_s3079" name="公式" r:id="rId8" imgW="1079280" imgH="203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wipe(left)">
                                      <p:cBhvr>
                                        <p:cTn id="7" dur="500"/>
                                        <p:tgtEl>
                                          <p:spTgt spid="102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421"/>
                                        </p:tgtEl>
                                        <p:attrNameLst>
                                          <p:attrName>style.visibility</p:attrName>
                                        </p:attrNameLst>
                                      </p:cBhvr>
                                      <p:to>
                                        <p:strVal val="visible"/>
                                      </p:to>
                                    </p:set>
                                    <p:animEffect transition="in" filter="wipe(left)">
                                      <p:cBhvr>
                                        <p:cTn id="12" dur="1000"/>
                                        <p:tgtEl>
                                          <p:spTgt spid="144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407"/>
                                        </p:tgtEl>
                                        <p:attrNameLst>
                                          <p:attrName>style.visibility</p:attrName>
                                        </p:attrNameLst>
                                      </p:cBhvr>
                                      <p:to>
                                        <p:strVal val="visible"/>
                                      </p:to>
                                    </p:set>
                                    <p:animEffect transition="in" filter="wipe(left)">
                                      <p:cBhvr>
                                        <p:cTn id="17" dur="1000"/>
                                        <p:tgtEl>
                                          <p:spTgt spid="144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408"/>
                                        </p:tgtEl>
                                        <p:attrNameLst>
                                          <p:attrName>style.visibility</p:attrName>
                                        </p:attrNameLst>
                                      </p:cBhvr>
                                      <p:to>
                                        <p:strVal val="visible"/>
                                      </p:to>
                                    </p:set>
                                    <p:animEffect transition="in" filter="wipe(left)">
                                      <p:cBhvr>
                                        <p:cTn id="22" dur="500"/>
                                        <p:tgtEl>
                                          <p:spTgt spid="144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409"/>
                                        </p:tgtEl>
                                        <p:attrNameLst>
                                          <p:attrName>style.visibility</p:attrName>
                                        </p:attrNameLst>
                                      </p:cBhvr>
                                      <p:to>
                                        <p:strVal val="visible"/>
                                      </p:to>
                                    </p:set>
                                    <p:animEffect transition="in" filter="wipe(left)">
                                      <p:cBhvr>
                                        <p:cTn id="27" dur="1000"/>
                                        <p:tgtEl>
                                          <p:spTgt spid="144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410"/>
                                        </p:tgtEl>
                                        <p:attrNameLst>
                                          <p:attrName>style.visibility</p:attrName>
                                        </p:attrNameLst>
                                      </p:cBhvr>
                                      <p:to>
                                        <p:strVal val="visible"/>
                                      </p:to>
                                    </p:set>
                                    <p:animEffect transition="in" filter="wipe(left)">
                                      <p:cBhvr>
                                        <p:cTn id="32" dur="1000"/>
                                        <p:tgtEl>
                                          <p:spTgt spid="144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412"/>
                                        </p:tgtEl>
                                        <p:attrNameLst>
                                          <p:attrName>style.visibility</p:attrName>
                                        </p:attrNameLst>
                                      </p:cBhvr>
                                      <p:to>
                                        <p:strVal val="visible"/>
                                      </p:to>
                                    </p:set>
                                    <p:animEffect transition="in" filter="wipe(left)">
                                      <p:cBhvr>
                                        <p:cTn id="37" dur="1000"/>
                                        <p:tgtEl>
                                          <p:spTgt spid="144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413"/>
                                        </p:tgtEl>
                                        <p:attrNameLst>
                                          <p:attrName>style.visibility</p:attrName>
                                        </p:attrNameLst>
                                      </p:cBhvr>
                                      <p:to>
                                        <p:strVal val="visible"/>
                                      </p:to>
                                    </p:set>
                                    <p:animEffect transition="in" filter="wipe(left)">
                                      <p:cBhvr>
                                        <p:cTn id="42" dur="1000"/>
                                        <p:tgtEl>
                                          <p:spTgt spid="144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414"/>
                                        </p:tgtEl>
                                        <p:attrNameLst>
                                          <p:attrName>style.visibility</p:attrName>
                                        </p:attrNameLst>
                                      </p:cBhvr>
                                      <p:to>
                                        <p:strVal val="visible"/>
                                      </p:to>
                                    </p:set>
                                    <p:animEffect transition="in" filter="wipe(left)">
                                      <p:cBhvr>
                                        <p:cTn id="47" dur="500"/>
                                        <p:tgtEl>
                                          <p:spTgt spid="14414"/>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14415"/>
                                        </p:tgtEl>
                                        <p:attrNameLst>
                                          <p:attrName>style.visibility</p:attrName>
                                        </p:attrNameLst>
                                      </p:cBhvr>
                                      <p:to>
                                        <p:strVal val="visible"/>
                                      </p:to>
                                    </p:set>
                                    <p:animEffect transition="in" filter="wipe(left)">
                                      <p:cBhvr>
                                        <p:cTn id="51" dur="500"/>
                                        <p:tgtEl>
                                          <p:spTgt spid="1441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4411"/>
                                        </p:tgtEl>
                                        <p:attrNameLst>
                                          <p:attrName>style.visibility</p:attrName>
                                        </p:attrNameLst>
                                      </p:cBhvr>
                                      <p:to>
                                        <p:strVal val="visible"/>
                                      </p:to>
                                    </p:set>
                                    <p:animEffect transition="in" filter="wipe(left)">
                                      <p:cBhvr>
                                        <p:cTn id="56" dur="1000"/>
                                        <p:tgtEl>
                                          <p:spTgt spid="1441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416"/>
                                        </p:tgtEl>
                                        <p:attrNameLst>
                                          <p:attrName>style.visibility</p:attrName>
                                        </p:attrNameLst>
                                      </p:cBhvr>
                                      <p:to>
                                        <p:strVal val="visible"/>
                                      </p:to>
                                    </p:set>
                                    <p:animEffect transition="in" filter="wipe(left)">
                                      <p:cBhvr>
                                        <p:cTn id="61" dur="1000"/>
                                        <p:tgtEl>
                                          <p:spTgt spid="1441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4418"/>
                                        </p:tgtEl>
                                        <p:attrNameLst>
                                          <p:attrName>style.visibility</p:attrName>
                                        </p:attrNameLst>
                                      </p:cBhvr>
                                      <p:to>
                                        <p:strVal val="visible"/>
                                      </p:to>
                                    </p:set>
                                    <p:animEffect transition="in" filter="wipe(left)">
                                      <p:cBhvr>
                                        <p:cTn id="66" dur="1000"/>
                                        <p:tgtEl>
                                          <p:spTgt spid="1441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4417"/>
                                        </p:tgtEl>
                                        <p:attrNameLst>
                                          <p:attrName>style.visibility</p:attrName>
                                        </p:attrNameLst>
                                      </p:cBhvr>
                                      <p:to>
                                        <p:strVal val="visible"/>
                                      </p:to>
                                    </p:set>
                                    <p:animEffect transition="in" filter="wipe(left)">
                                      <p:cBhvr>
                                        <p:cTn id="71" dur="1000"/>
                                        <p:tgtEl>
                                          <p:spTgt spid="1441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4419"/>
                                        </p:tgtEl>
                                        <p:attrNameLst>
                                          <p:attrName>style.visibility</p:attrName>
                                        </p:attrNameLst>
                                      </p:cBhvr>
                                      <p:to>
                                        <p:strVal val="visible"/>
                                      </p:to>
                                    </p:set>
                                    <p:animEffect transition="in" filter="wipe(left)">
                                      <p:cBhvr>
                                        <p:cTn id="76" dur="1000"/>
                                        <p:tgtEl>
                                          <p:spTgt spid="1441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4420"/>
                                        </p:tgtEl>
                                        <p:attrNameLst>
                                          <p:attrName>style.visibility</p:attrName>
                                        </p:attrNameLst>
                                      </p:cBhvr>
                                      <p:to>
                                        <p:strVal val="visible"/>
                                      </p:to>
                                    </p:set>
                                    <p:animEffect transition="in" filter="wipe(left)">
                                      <p:cBhvr>
                                        <p:cTn id="81" dur="1000"/>
                                        <p:tgtEl>
                                          <p:spTgt spid="14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utoUpdateAnimBg="0"/>
      <p:bldP spid="14407" grpId="0" autoUpdateAnimBg="0"/>
      <p:bldP spid="14408" grpId="0" autoUpdateAnimBg="0"/>
      <p:bldP spid="14409" grpId="0" autoUpdateAnimBg="0"/>
      <p:bldP spid="14410" grpId="0" autoUpdateAnimBg="0"/>
      <p:bldP spid="14414" grpId="0" animBg="1"/>
      <p:bldP spid="14415" grpId="0" animBg="1"/>
      <p:bldP spid="14416" grpId="0" autoUpdateAnimBg="0"/>
      <p:bldP spid="14418" grpId="0" autoUpdateAnimBg="0"/>
      <p:bldP spid="1441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0" name="Text Box 4"/>
          <p:cNvSpPr txBox="1">
            <a:spLocks noChangeArrowheads="1"/>
          </p:cNvSpPr>
          <p:nvPr/>
        </p:nvSpPr>
        <p:spPr bwMode="auto">
          <a:xfrm>
            <a:off x="511175" y="476250"/>
            <a:ext cx="1843088" cy="457200"/>
          </a:xfrm>
          <a:prstGeom prst="rect">
            <a:avLst/>
          </a:prstGeom>
          <a:noFill/>
          <a:ln w="9525">
            <a:noFill/>
            <a:miter lim="800000"/>
            <a:headEnd/>
            <a:tailEnd/>
          </a:ln>
        </p:spPr>
        <p:txBody>
          <a:bodyPr>
            <a:spAutoFit/>
          </a:bodyPr>
          <a:lstStyle/>
          <a:p>
            <a:pPr algn="l"/>
            <a:r>
              <a:rPr lang="zh-CN" altLang="en-US" sz="2400" b="1">
                <a:solidFill>
                  <a:schemeClr val="tx2"/>
                </a:solidFill>
                <a:latin typeface="楷体_GB2312" pitchFamily="49" charset="-122"/>
                <a:ea typeface="楷体_GB2312" pitchFamily="49" charset="-122"/>
              </a:rPr>
              <a:t>弹簧振子：</a:t>
            </a:r>
            <a:endParaRPr lang="zh-CN" altLang="en-US" sz="2400">
              <a:solidFill>
                <a:schemeClr val="tx2"/>
              </a:solidFill>
              <a:ea typeface="楷体_GB2312" pitchFamily="49" charset="-122"/>
            </a:endParaRPr>
          </a:p>
        </p:txBody>
      </p:sp>
      <p:graphicFrame>
        <p:nvGraphicFramePr>
          <p:cNvPr id="173061" name="Object 5"/>
          <p:cNvGraphicFramePr>
            <a:graphicFrameLocks noChangeAspect="1"/>
          </p:cNvGraphicFramePr>
          <p:nvPr/>
        </p:nvGraphicFramePr>
        <p:xfrm>
          <a:off x="3670300" y="1195388"/>
          <a:ext cx="1270000" cy="755650"/>
        </p:xfrm>
        <a:graphic>
          <a:graphicData uri="http://schemas.openxmlformats.org/presentationml/2006/ole">
            <p:oleObj spid="_x0000_s4098" name="公式" r:id="rId3" imgW="749160" imgH="444240" progId="Equation.3">
              <p:embed/>
            </p:oleObj>
          </a:graphicData>
        </a:graphic>
      </p:graphicFrame>
      <p:graphicFrame>
        <p:nvGraphicFramePr>
          <p:cNvPr id="173062" name="Object 6"/>
          <p:cNvGraphicFramePr>
            <a:graphicFrameLocks noChangeAspect="1"/>
          </p:cNvGraphicFramePr>
          <p:nvPr/>
        </p:nvGraphicFramePr>
        <p:xfrm>
          <a:off x="5516563" y="1182688"/>
          <a:ext cx="1309687" cy="755650"/>
        </p:xfrm>
        <a:graphic>
          <a:graphicData uri="http://schemas.openxmlformats.org/presentationml/2006/ole">
            <p:oleObj spid="_x0000_s4099" name="公式" r:id="rId4" imgW="774360" imgH="444240" progId="Equation.3">
              <p:embed/>
            </p:oleObj>
          </a:graphicData>
        </a:graphic>
      </p:graphicFrame>
      <p:graphicFrame>
        <p:nvGraphicFramePr>
          <p:cNvPr id="173063" name="Object 7"/>
          <p:cNvGraphicFramePr>
            <a:graphicFrameLocks noChangeAspect="1"/>
          </p:cNvGraphicFramePr>
          <p:nvPr/>
        </p:nvGraphicFramePr>
        <p:xfrm>
          <a:off x="2051050" y="1236663"/>
          <a:ext cx="989013" cy="755650"/>
        </p:xfrm>
        <a:graphic>
          <a:graphicData uri="http://schemas.openxmlformats.org/presentationml/2006/ole">
            <p:oleObj spid="_x0000_s4100" name="公式" r:id="rId5" imgW="583920" imgH="444240" progId="Equation.3">
              <p:embed/>
            </p:oleObj>
          </a:graphicData>
        </a:graphic>
      </p:graphicFrame>
      <p:sp>
        <p:nvSpPr>
          <p:cNvPr id="173064" name="Text Box 8"/>
          <p:cNvSpPr txBox="1">
            <a:spLocks noChangeArrowheads="1"/>
          </p:cNvSpPr>
          <p:nvPr/>
        </p:nvSpPr>
        <p:spPr bwMode="auto">
          <a:xfrm>
            <a:off x="539750" y="2827338"/>
            <a:ext cx="1304925" cy="457200"/>
          </a:xfrm>
          <a:prstGeom prst="rect">
            <a:avLst/>
          </a:prstGeom>
          <a:noFill/>
          <a:ln w="9525">
            <a:noFill/>
            <a:miter lim="800000"/>
            <a:headEnd/>
            <a:tailEnd/>
          </a:ln>
        </p:spPr>
        <p:txBody>
          <a:bodyPr>
            <a:spAutoFit/>
          </a:bodyPr>
          <a:lstStyle/>
          <a:p>
            <a:pPr algn="l"/>
            <a:r>
              <a:rPr lang="zh-CN" altLang="en-US" sz="2400" b="1">
                <a:latin typeface="楷体_GB2312" pitchFamily="49" charset="-122"/>
                <a:ea typeface="楷体_GB2312" pitchFamily="49" charset="-122"/>
              </a:rPr>
              <a:t>单摆：</a:t>
            </a:r>
            <a:endParaRPr lang="zh-CN" altLang="en-US" sz="2400">
              <a:ea typeface="楷体_GB2312" pitchFamily="49" charset="-122"/>
            </a:endParaRPr>
          </a:p>
        </p:txBody>
      </p:sp>
      <p:grpSp>
        <p:nvGrpSpPr>
          <p:cNvPr id="2" name="Group 12"/>
          <p:cNvGrpSpPr>
            <a:grpSpLocks/>
          </p:cNvGrpSpPr>
          <p:nvPr/>
        </p:nvGrpSpPr>
        <p:grpSpPr bwMode="auto">
          <a:xfrm>
            <a:off x="7675563" y="5226050"/>
            <a:ext cx="700087" cy="1173163"/>
            <a:chOff x="5062" y="1834"/>
            <a:chExt cx="441" cy="739"/>
          </a:xfrm>
        </p:grpSpPr>
        <p:sp>
          <p:nvSpPr>
            <p:cNvPr id="4126" name="Line 13"/>
            <p:cNvSpPr>
              <a:spLocks noChangeShapeType="1"/>
            </p:cNvSpPr>
            <p:nvPr/>
          </p:nvSpPr>
          <p:spPr bwMode="auto">
            <a:xfrm>
              <a:off x="5062" y="1834"/>
              <a:ext cx="0" cy="720"/>
            </a:xfrm>
            <a:prstGeom prst="line">
              <a:avLst/>
            </a:prstGeom>
            <a:noFill/>
            <a:ln w="28575">
              <a:solidFill>
                <a:schemeClr val="accent2"/>
              </a:solidFill>
              <a:round/>
              <a:headEnd/>
              <a:tailEnd type="arrow" w="med" len="lg"/>
            </a:ln>
          </p:spPr>
          <p:txBody>
            <a:bodyPr wrap="none" anchor="ctr"/>
            <a:lstStyle/>
            <a:p>
              <a:endParaRPr lang="zh-CN" altLang="en-US"/>
            </a:p>
          </p:txBody>
        </p:sp>
        <p:graphicFrame>
          <p:nvGraphicFramePr>
            <p:cNvPr id="4109" name="Object 14"/>
            <p:cNvGraphicFramePr>
              <a:graphicFrameLocks noChangeAspect="1"/>
            </p:cNvGraphicFramePr>
            <p:nvPr/>
          </p:nvGraphicFramePr>
          <p:xfrm>
            <a:off x="5093" y="2241"/>
            <a:ext cx="410" cy="332"/>
          </p:xfrm>
          <a:graphic>
            <a:graphicData uri="http://schemas.openxmlformats.org/presentationml/2006/ole">
              <p:oleObj spid="_x0000_s4109" name="公式" r:id="rId6" imgW="253800" imgH="203040" progId="Equation.3">
                <p:embed/>
              </p:oleObj>
            </a:graphicData>
          </a:graphic>
        </p:graphicFrame>
      </p:grpSp>
      <p:grpSp>
        <p:nvGrpSpPr>
          <p:cNvPr id="3" name="Group 15"/>
          <p:cNvGrpSpPr>
            <a:grpSpLocks/>
          </p:cNvGrpSpPr>
          <p:nvPr/>
        </p:nvGrpSpPr>
        <p:grpSpPr bwMode="auto">
          <a:xfrm>
            <a:off x="7075488" y="5226050"/>
            <a:ext cx="600075" cy="823913"/>
            <a:chOff x="4684" y="1834"/>
            <a:chExt cx="378" cy="519"/>
          </a:xfrm>
        </p:grpSpPr>
        <p:sp>
          <p:nvSpPr>
            <p:cNvPr id="4125" name="Line 16"/>
            <p:cNvSpPr>
              <a:spLocks noChangeShapeType="1"/>
            </p:cNvSpPr>
            <p:nvPr/>
          </p:nvSpPr>
          <p:spPr bwMode="auto">
            <a:xfrm flipH="1">
              <a:off x="4774" y="1834"/>
              <a:ext cx="288" cy="144"/>
            </a:xfrm>
            <a:prstGeom prst="line">
              <a:avLst/>
            </a:prstGeom>
            <a:noFill/>
            <a:ln w="28575">
              <a:solidFill>
                <a:schemeClr val="accent2"/>
              </a:solidFill>
              <a:round/>
              <a:headEnd/>
              <a:tailEnd type="arrow" w="med" len="lg"/>
            </a:ln>
          </p:spPr>
          <p:txBody>
            <a:bodyPr wrap="none" anchor="ctr"/>
            <a:lstStyle/>
            <a:p>
              <a:endParaRPr lang="zh-CN" altLang="en-US"/>
            </a:p>
          </p:txBody>
        </p:sp>
        <p:graphicFrame>
          <p:nvGraphicFramePr>
            <p:cNvPr id="4108" name="Object 17"/>
            <p:cNvGraphicFramePr>
              <a:graphicFrameLocks noChangeAspect="1"/>
            </p:cNvGraphicFramePr>
            <p:nvPr/>
          </p:nvGraphicFramePr>
          <p:xfrm>
            <a:off x="4684" y="1979"/>
            <a:ext cx="266" cy="374"/>
          </p:xfrm>
          <a:graphic>
            <a:graphicData uri="http://schemas.openxmlformats.org/presentationml/2006/ole">
              <p:oleObj spid="_x0000_s4108" name="公式" r:id="rId7" imgW="164880" imgH="228600" progId="Equation.3">
                <p:embed/>
              </p:oleObj>
            </a:graphicData>
          </a:graphic>
        </p:graphicFrame>
      </p:grpSp>
      <p:grpSp>
        <p:nvGrpSpPr>
          <p:cNvPr id="4" name="Group 18"/>
          <p:cNvGrpSpPr>
            <a:grpSpLocks/>
          </p:cNvGrpSpPr>
          <p:nvPr/>
        </p:nvGrpSpPr>
        <p:grpSpPr bwMode="auto">
          <a:xfrm>
            <a:off x="6227763" y="2863850"/>
            <a:ext cx="1346200" cy="457200"/>
            <a:chOff x="4150" y="346"/>
            <a:chExt cx="848" cy="288"/>
          </a:xfrm>
        </p:grpSpPr>
        <p:sp>
          <p:nvSpPr>
            <p:cNvPr id="4124" name="Line 19"/>
            <p:cNvSpPr>
              <a:spLocks noChangeShapeType="1"/>
            </p:cNvSpPr>
            <p:nvPr/>
          </p:nvSpPr>
          <p:spPr bwMode="auto">
            <a:xfrm>
              <a:off x="4150" y="346"/>
              <a:ext cx="848" cy="0"/>
            </a:xfrm>
            <a:prstGeom prst="line">
              <a:avLst/>
            </a:prstGeom>
            <a:noFill/>
            <a:ln w="79375">
              <a:solidFill>
                <a:srgbClr val="9900CC"/>
              </a:solidFill>
              <a:round/>
              <a:headEnd/>
              <a:tailEnd/>
            </a:ln>
          </p:spPr>
          <p:txBody>
            <a:bodyPr wrap="none" anchor="ctr"/>
            <a:lstStyle/>
            <a:p>
              <a:endParaRPr lang="zh-CN" altLang="en-US"/>
            </a:p>
          </p:txBody>
        </p:sp>
        <p:graphicFrame>
          <p:nvGraphicFramePr>
            <p:cNvPr id="4107" name="Object 20"/>
            <p:cNvGraphicFramePr>
              <a:graphicFrameLocks noChangeAspect="1"/>
            </p:cNvGraphicFramePr>
            <p:nvPr/>
          </p:nvGraphicFramePr>
          <p:xfrm>
            <a:off x="4246" y="346"/>
            <a:ext cx="266" cy="288"/>
          </p:xfrm>
          <a:graphic>
            <a:graphicData uri="http://schemas.openxmlformats.org/presentationml/2006/ole">
              <p:oleObj spid="_x0000_s4107" name="公式" r:id="rId8" imgW="164880" imgH="177480" progId="Equation.3">
                <p:embed/>
              </p:oleObj>
            </a:graphicData>
          </a:graphic>
        </p:graphicFrame>
      </p:grpSp>
      <p:grpSp>
        <p:nvGrpSpPr>
          <p:cNvPr id="5" name="Group 21"/>
          <p:cNvGrpSpPr>
            <a:grpSpLocks/>
          </p:cNvGrpSpPr>
          <p:nvPr/>
        </p:nvGrpSpPr>
        <p:grpSpPr bwMode="auto">
          <a:xfrm>
            <a:off x="6303963" y="2863850"/>
            <a:ext cx="1525587" cy="2819400"/>
            <a:chOff x="4198" y="346"/>
            <a:chExt cx="961" cy="1776"/>
          </a:xfrm>
        </p:grpSpPr>
        <p:grpSp>
          <p:nvGrpSpPr>
            <p:cNvPr id="4119" name="Group 22"/>
            <p:cNvGrpSpPr>
              <a:grpSpLocks/>
            </p:cNvGrpSpPr>
            <p:nvPr/>
          </p:nvGrpSpPr>
          <p:grpSpPr bwMode="auto">
            <a:xfrm>
              <a:off x="4198" y="346"/>
              <a:ext cx="570" cy="1776"/>
              <a:chOff x="4198" y="346"/>
              <a:chExt cx="570" cy="1776"/>
            </a:xfrm>
          </p:grpSpPr>
          <p:sp>
            <p:nvSpPr>
              <p:cNvPr id="4122" name="Line 23"/>
              <p:cNvSpPr>
                <a:spLocks noChangeShapeType="1"/>
              </p:cNvSpPr>
              <p:nvPr/>
            </p:nvSpPr>
            <p:spPr bwMode="auto">
              <a:xfrm>
                <a:off x="4566" y="346"/>
                <a:ext cx="0" cy="1488"/>
              </a:xfrm>
              <a:prstGeom prst="line">
                <a:avLst/>
              </a:prstGeom>
              <a:noFill/>
              <a:ln w="12700">
                <a:solidFill>
                  <a:schemeClr val="tx1"/>
                </a:solidFill>
                <a:prstDash val="dash"/>
                <a:round/>
                <a:headEnd/>
                <a:tailEnd/>
              </a:ln>
            </p:spPr>
            <p:txBody>
              <a:bodyPr wrap="none" anchor="ctr"/>
              <a:lstStyle/>
              <a:p>
                <a:endParaRPr lang="zh-CN" altLang="en-US"/>
              </a:p>
            </p:txBody>
          </p:sp>
          <p:graphicFrame>
            <p:nvGraphicFramePr>
              <p:cNvPr id="4105" name="Object 24"/>
              <p:cNvGraphicFramePr>
                <a:graphicFrameLocks noChangeAspect="1"/>
              </p:cNvGraphicFramePr>
              <p:nvPr/>
            </p:nvGraphicFramePr>
            <p:xfrm>
              <a:off x="4544" y="778"/>
              <a:ext cx="224" cy="288"/>
            </p:xfrm>
            <a:graphic>
              <a:graphicData uri="http://schemas.openxmlformats.org/presentationml/2006/ole">
                <p:oleObj spid="_x0000_s4105" name="公式" r:id="rId9" imgW="139680" imgH="177480" progId="Equation.3">
                  <p:embed/>
                </p:oleObj>
              </a:graphicData>
            </a:graphic>
          </p:graphicFrame>
          <p:sp>
            <p:nvSpPr>
              <p:cNvPr id="4123" name="Oval 25"/>
              <p:cNvSpPr>
                <a:spLocks noChangeArrowheads="1"/>
              </p:cNvSpPr>
              <p:nvPr/>
            </p:nvSpPr>
            <p:spPr bwMode="auto">
              <a:xfrm>
                <a:off x="4486" y="1834"/>
                <a:ext cx="192" cy="182"/>
              </a:xfrm>
              <a:prstGeom prst="ellipse">
                <a:avLst/>
              </a:prstGeom>
              <a:noFill/>
              <a:ln w="28575">
                <a:solidFill>
                  <a:srgbClr val="FF0000"/>
                </a:solidFill>
                <a:prstDash val="dash"/>
                <a:round/>
                <a:headEnd/>
                <a:tailEnd/>
              </a:ln>
            </p:spPr>
            <p:txBody>
              <a:bodyPr wrap="none" anchor="ctr"/>
              <a:lstStyle/>
              <a:p>
                <a:endParaRPr lang="zh-CN" altLang="en-US"/>
              </a:p>
            </p:txBody>
          </p:sp>
          <p:graphicFrame>
            <p:nvGraphicFramePr>
              <p:cNvPr id="4106" name="Object 26"/>
              <p:cNvGraphicFramePr>
                <a:graphicFrameLocks noChangeAspect="1"/>
              </p:cNvGraphicFramePr>
              <p:nvPr/>
            </p:nvGraphicFramePr>
            <p:xfrm>
              <a:off x="4198" y="1834"/>
              <a:ext cx="266" cy="288"/>
            </p:xfrm>
            <a:graphic>
              <a:graphicData uri="http://schemas.openxmlformats.org/presentationml/2006/ole">
                <p:oleObj spid="_x0000_s4106" name="公式" r:id="rId10" imgW="164880" imgH="177480" progId="Equation.3">
                  <p:embed/>
                </p:oleObj>
              </a:graphicData>
            </a:graphic>
          </p:graphicFrame>
        </p:grpSp>
        <p:sp>
          <p:nvSpPr>
            <p:cNvPr id="4120" name="Line 27"/>
            <p:cNvSpPr>
              <a:spLocks noChangeShapeType="1"/>
            </p:cNvSpPr>
            <p:nvPr/>
          </p:nvSpPr>
          <p:spPr bwMode="auto">
            <a:xfrm>
              <a:off x="4558" y="346"/>
              <a:ext cx="496" cy="1392"/>
            </a:xfrm>
            <a:prstGeom prst="line">
              <a:avLst/>
            </a:prstGeom>
            <a:noFill/>
            <a:ln w="28575">
              <a:solidFill>
                <a:schemeClr val="tx1"/>
              </a:solidFill>
              <a:round/>
              <a:headEnd/>
              <a:tailEnd/>
            </a:ln>
          </p:spPr>
          <p:txBody>
            <a:bodyPr wrap="none" anchor="ctr"/>
            <a:lstStyle/>
            <a:p>
              <a:endParaRPr lang="zh-CN" altLang="en-US"/>
            </a:p>
          </p:txBody>
        </p:sp>
        <p:sp>
          <p:nvSpPr>
            <p:cNvPr id="4121" name="Oval 28"/>
            <p:cNvSpPr>
              <a:spLocks noChangeArrowheads="1"/>
            </p:cNvSpPr>
            <p:nvPr/>
          </p:nvSpPr>
          <p:spPr bwMode="auto">
            <a:xfrm>
              <a:off x="4967" y="1730"/>
              <a:ext cx="192" cy="182"/>
            </a:xfrm>
            <a:prstGeom prst="ellipse">
              <a:avLst/>
            </a:prstGeom>
            <a:gradFill rotWithShape="1">
              <a:gsLst>
                <a:gs pos="0">
                  <a:srgbClr val="FF6600"/>
                </a:gs>
                <a:gs pos="100000">
                  <a:srgbClr val="762F00"/>
                </a:gs>
              </a:gsLst>
              <a:path path="shape">
                <a:fillToRect l="50000" t="50000" r="50000" b="50000"/>
              </a:path>
            </a:gradFill>
            <a:ln w="9525">
              <a:noFill/>
              <a:round/>
              <a:headEnd/>
              <a:tailEnd/>
            </a:ln>
          </p:spPr>
          <p:txBody>
            <a:bodyPr wrap="none" anchor="ctr"/>
            <a:lstStyle/>
            <a:p>
              <a:endParaRPr lang="zh-CN" altLang="en-US"/>
            </a:p>
          </p:txBody>
        </p:sp>
      </p:grpSp>
      <p:grpSp>
        <p:nvGrpSpPr>
          <p:cNvPr id="7" name="Group 29"/>
          <p:cNvGrpSpPr>
            <a:grpSpLocks/>
          </p:cNvGrpSpPr>
          <p:nvPr/>
        </p:nvGrpSpPr>
        <p:grpSpPr bwMode="auto">
          <a:xfrm>
            <a:off x="7326313" y="4087813"/>
            <a:ext cx="588962" cy="1008062"/>
            <a:chOff x="4842" y="1117"/>
            <a:chExt cx="371" cy="635"/>
          </a:xfrm>
        </p:grpSpPr>
        <p:graphicFrame>
          <p:nvGraphicFramePr>
            <p:cNvPr id="4104" name="Object 30"/>
            <p:cNvGraphicFramePr>
              <a:graphicFrameLocks noChangeAspect="1"/>
            </p:cNvGraphicFramePr>
            <p:nvPr/>
          </p:nvGraphicFramePr>
          <p:xfrm>
            <a:off x="4967" y="1117"/>
            <a:ext cx="246" cy="312"/>
          </p:xfrm>
          <a:graphic>
            <a:graphicData uri="http://schemas.openxmlformats.org/presentationml/2006/ole">
              <p:oleObj spid="_x0000_s4104" name="公式" r:id="rId11" imgW="152280" imgH="190440" progId="Equation.3">
                <p:embed/>
              </p:oleObj>
            </a:graphicData>
          </a:graphic>
        </p:graphicFrame>
        <p:sp>
          <p:nvSpPr>
            <p:cNvPr id="4118" name="Line 31"/>
            <p:cNvSpPr>
              <a:spLocks noChangeShapeType="1"/>
            </p:cNvSpPr>
            <p:nvPr/>
          </p:nvSpPr>
          <p:spPr bwMode="auto">
            <a:xfrm flipH="1" flipV="1">
              <a:off x="4842" y="1162"/>
              <a:ext cx="222" cy="590"/>
            </a:xfrm>
            <a:prstGeom prst="line">
              <a:avLst/>
            </a:prstGeom>
            <a:noFill/>
            <a:ln w="38100">
              <a:solidFill>
                <a:srgbClr val="CC0000"/>
              </a:solidFill>
              <a:round/>
              <a:headEnd/>
              <a:tailEnd type="triangle" w="med" len="med"/>
            </a:ln>
          </p:spPr>
          <p:txBody>
            <a:bodyPr wrap="none" anchor="ctr"/>
            <a:lstStyle/>
            <a:p>
              <a:endParaRPr lang="zh-CN" altLang="en-US"/>
            </a:p>
          </p:txBody>
        </p:sp>
      </p:grpSp>
      <p:graphicFrame>
        <p:nvGraphicFramePr>
          <p:cNvPr id="173089" name="Object 33"/>
          <p:cNvGraphicFramePr>
            <a:graphicFrameLocks noChangeAspect="1"/>
          </p:cNvGraphicFramePr>
          <p:nvPr/>
        </p:nvGraphicFramePr>
        <p:xfrm>
          <a:off x="3600450" y="3359150"/>
          <a:ext cx="1227138" cy="800100"/>
        </p:xfrm>
        <a:graphic>
          <a:graphicData uri="http://schemas.openxmlformats.org/presentationml/2006/ole">
            <p:oleObj spid="_x0000_s4101" name="公式" r:id="rId12" imgW="723600" imgH="469800" progId="Equation.3">
              <p:embed/>
            </p:oleObj>
          </a:graphicData>
        </a:graphic>
      </p:graphicFrame>
      <p:graphicFrame>
        <p:nvGraphicFramePr>
          <p:cNvPr id="173090" name="Object 34"/>
          <p:cNvGraphicFramePr>
            <a:graphicFrameLocks noChangeAspect="1"/>
          </p:cNvGraphicFramePr>
          <p:nvPr/>
        </p:nvGraphicFramePr>
        <p:xfrm>
          <a:off x="2627313" y="4618038"/>
          <a:ext cx="1270000" cy="755650"/>
        </p:xfrm>
        <a:graphic>
          <a:graphicData uri="http://schemas.openxmlformats.org/presentationml/2006/ole">
            <p:oleObj spid="_x0000_s4102" name="公式" r:id="rId13" imgW="749160" imgH="444240" progId="Equation.3">
              <p:embed/>
            </p:oleObj>
          </a:graphicData>
        </a:graphic>
      </p:graphicFrame>
      <p:graphicFrame>
        <p:nvGraphicFramePr>
          <p:cNvPr id="173091" name="Object 35"/>
          <p:cNvGraphicFramePr>
            <a:graphicFrameLocks noChangeAspect="1"/>
          </p:cNvGraphicFramePr>
          <p:nvPr/>
        </p:nvGraphicFramePr>
        <p:xfrm>
          <a:off x="1979613" y="3394075"/>
          <a:ext cx="925512" cy="757238"/>
        </p:xfrm>
        <a:graphic>
          <a:graphicData uri="http://schemas.openxmlformats.org/presentationml/2006/ole">
            <p:oleObj spid="_x0000_s4103" name="公式" r:id="rId14" imgW="545760" imgH="444240" progId="Equation.3">
              <p:embed/>
            </p:oleObj>
          </a:graphicData>
        </a:graphic>
      </p:graphicFrame>
      <p:sp>
        <p:nvSpPr>
          <p:cNvPr id="173092" name="Text Box 36"/>
          <p:cNvSpPr txBox="1">
            <a:spLocks noChangeArrowheads="1"/>
          </p:cNvSpPr>
          <p:nvPr/>
        </p:nvSpPr>
        <p:spPr bwMode="auto">
          <a:xfrm>
            <a:off x="827088" y="5851525"/>
            <a:ext cx="5078412" cy="457200"/>
          </a:xfrm>
          <a:prstGeom prst="rect">
            <a:avLst/>
          </a:prstGeom>
          <a:noFill/>
          <a:ln w="9525">
            <a:noFill/>
            <a:miter lim="800000"/>
            <a:headEnd/>
            <a:tailEnd/>
          </a:ln>
        </p:spPr>
        <p:txBody>
          <a:bodyPr>
            <a:spAutoFit/>
          </a:bodyPr>
          <a:lstStyle/>
          <a:p>
            <a:pPr algn="l"/>
            <a:r>
              <a:rPr lang="zh-CN" altLang="en-US" sz="2400" b="1">
                <a:solidFill>
                  <a:schemeClr val="tx2"/>
                </a:solidFill>
                <a:latin typeface="楷体_GB2312" pitchFamily="49" charset="-122"/>
              </a:rPr>
              <a:t>固有</a:t>
            </a:r>
            <a:r>
              <a:rPr lang="zh-CN" altLang="en-US" sz="2400" b="1">
                <a:solidFill>
                  <a:srgbClr val="FF6600"/>
                </a:solidFill>
                <a:latin typeface="楷体_GB2312" pitchFamily="49" charset="-122"/>
              </a:rPr>
              <a:t>周期</a:t>
            </a:r>
            <a:r>
              <a:rPr lang="zh-CN" altLang="en-US" sz="2400" b="1">
                <a:solidFill>
                  <a:schemeClr val="tx2"/>
                </a:solidFill>
                <a:latin typeface="楷体_GB2312" pitchFamily="49" charset="-122"/>
              </a:rPr>
              <a:t>、固有</a:t>
            </a:r>
            <a:r>
              <a:rPr lang="zh-CN" altLang="en-US" sz="2400" b="1">
                <a:solidFill>
                  <a:srgbClr val="FF6600"/>
                </a:solidFill>
                <a:latin typeface="楷体_GB2312" pitchFamily="49" charset="-122"/>
              </a:rPr>
              <a:t>频率</a:t>
            </a:r>
            <a:r>
              <a:rPr lang="zh-CN" altLang="en-US" sz="2400" b="1">
                <a:solidFill>
                  <a:schemeClr val="tx2"/>
                </a:solidFill>
                <a:latin typeface="楷体_GB2312" pitchFamily="49" charset="-122"/>
              </a:rPr>
              <a:t>、固有</a:t>
            </a:r>
            <a:r>
              <a:rPr lang="zh-CN" altLang="en-US" sz="2400" b="1">
                <a:solidFill>
                  <a:srgbClr val="FF6600"/>
                </a:solidFill>
                <a:latin typeface="楷体_GB2312" pitchFamily="49" charset="-122"/>
              </a:rPr>
              <a:t>角频率</a:t>
            </a:r>
            <a:endParaRPr lang="zh-CN" altLang="en-US" sz="2400">
              <a:solidFill>
                <a:srgbClr val="FF66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3060"/>
                                        </p:tgtEl>
                                        <p:attrNameLst>
                                          <p:attrName>style.visibility</p:attrName>
                                        </p:attrNameLst>
                                      </p:cBhvr>
                                      <p:to>
                                        <p:strVal val="visible"/>
                                      </p:to>
                                    </p:set>
                                    <p:animEffect transition="in" filter="wipe(left)">
                                      <p:cBhvr>
                                        <p:cTn id="7" dur="1000"/>
                                        <p:tgtEl>
                                          <p:spTgt spid="1730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3063"/>
                                        </p:tgtEl>
                                        <p:attrNameLst>
                                          <p:attrName>style.visibility</p:attrName>
                                        </p:attrNameLst>
                                      </p:cBhvr>
                                      <p:to>
                                        <p:strVal val="visible"/>
                                      </p:to>
                                    </p:set>
                                    <p:animEffect transition="in" filter="wipe(left)">
                                      <p:cBhvr>
                                        <p:cTn id="12" dur="1000"/>
                                        <p:tgtEl>
                                          <p:spTgt spid="1730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3061"/>
                                        </p:tgtEl>
                                        <p:attrNameLst>
                                          <p:attrName>style.visibility</p:attrName>
                                        </p:attrNameLst>
                                      </p:cBhvr>
                                      <p:to>
                                        <p:strVal val="visible"/>
                                      </p:to>
                                    </p:set>
                                    <p:animEffect transition="in" filter="wipe(left)">
                                      <p:cBhvr>
                                        <p:cTn id="17" dur="1000"/>
                                        <p:tgtEl>
                                          <p:spTgt spid="1730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3062"/>
                                        </p:tgtEl>
                                        <p:attrNameLst>
                                          <p:attrName>style.visibility</p:attrName>
                                        </p:attrNameLst>
                                      </p:cBhvr>
                                      <p:to>
                                        <p:strVal val="visible"/>
                                      </p:to>
                                    </p:set>
                                    <p:animEffect transition="in" filter="wipe(left)">
                                      <p:cBhvr>
                                        <p:cTn id="22" dur="1000"/>
                                        <p:tgtEl>
                                          <p:spTgt spid="1730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3064"/>
                                        </p:tgtEl>
                                        <p:attrNameLst>
                                          <p:attrName>style.visibility</p:attrName>
                                        </p:attrNameLst>
                                      </p:cBhvr>
                                      <p:to>
                                        <p:strVal val="visible"/>
                                      </p:to>
                                    </p:set>
                                    <p:animEffect transition="in" filter="wipe(left)">
                                      <p:cBhvr>
                                        <p:cTn id="27" dur="1000"/>
                                        <p:tgtEl>
                                          <p:spTgt spid="1730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left)">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left)">
                                      <p:cBhvr>
                                        <p:cTn id="51" dur="500"/>
                                        <p:tgtEl>
                                          <p:spTgt spid="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73091"/>
                                        </p:tgtEl>
                                        <p:attrNameLst>
                                          <p:attrName>style.visibility</p:attrName>
                                        </p:attrNameLst>
                                      </p:cBhvr>
                                      <p:to>
                                        <p:strVal val="visible"/>
                                      </p:to>
                                    </p:set>
                                    <p:animEffect transition="in" filter="wipe(left)">
                                      <p:cBhvr>
                                        <p:cTn id="56" dur="1000"/>
                                        <p:tgtEl>
                                          <p:spTgt spid="17309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73089"/>
                                        </p:tgtEl>
                                        <p:attrNameLst>
                                          <p:attrName>style.visibility</p:attrName>
                                        </p:attrNameLst>
                                      </p:cBhvr>
                                      <p:to>
                                        <p:strVal val="visible"/>
                                      </p:to>
                                    </p:set>
                                    <p:animEffect transition="in" filter="wipe(left)">
                                      <p:cBhvr>
                                        <p:cTn id="61" dur="1000"/>
                                        <p:tgtEl>
                                          <p:spTgt spid="17308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73090"/>
                                        </p:tgtEl>
                                        <p:attrNameLst>
                                          <p:attrName>style.visibility</p:attrName>
                                        </p:attrNameLst>
                                      </p:cBhvr>
                                      <p:to>
                                        <p:strVal val="visible"/>
                                      </p:to>
                                    </p:set>
                                    <p:animEffect transition="in" filter="wipe(left)">
                                      <p:cBhvr>
                                        <p:cTn id="66" dur="1000"/>
                                        <p:tgtEl>
                                          <p:spTgt spid="17309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73092"/>
                                        </p:tgtEl>
                                        <p:attrNameLst>
                                          <p:attrName>style.visibility</p:attrName>
                                        </p:attrNameLst>
                                      </p:cBhvr>
                                      <p:to>
                                        <p:strVal val="visible"/>
                                      </p:to>
                                    </p:set>
                                    <p:animEffect transition="in" filter="wipe(left)">
                                      <p:cBhvr>
                                        <p:cTn id="71" dur="1000"/>
                                        <p:tgtEl>
                                          <p:spTgt spid="173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0" grpId="0" autoUpdateAnimBg="0"/>
      <p:bldP spid="173064" grpId="0" autoUpdateAnimBg="0"/>
      <p:bldP spid="173092"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971550" y="1557338"/>
            <a:ext cx="4679950" cy="457200"/>
          </a:xfrm>
          <a:prstGeom prst="rect">
            <a:avLst/>
          </a:prstGeom>
          <a:noFill/>
          <a:ln w="9525">
            <a:noFill/>
            <a:miter lim="800000"/>
            <a:headEnd/>
            <a:tailEnd/>
          </a:ln>
        </p:spPr>
        <p:txBody>
          <a:bodyPr>
            <a:spAutoFit/>
          </a:bodyPr>
          <a:lstStyle/>
          <a:p>
            <a:pPr algn="l"/>
            <a:r>
              <a:rPr lang="en-US" altLang="zh-CN" sz="2400" b="1" i="1">
                <a:solidFill>
                  <a:srgbClr val="0033CC"/>
                </a:solidFill>
                <a:latin typeface="宋体" pitchFamily="2" charset="-122"/>
                <a:sym typeface="Symbol" pitchFamily="18" charset="2"/>
              </a:rPr>
              <a:t></a:t>
            </a:r>
            <a:r>
              <a:rPr lang="en-US" altLang="zh-CN" sz="2400" b="1" i="1">
                <a:solidFill>
                  <a:srgbClr val="0033CC"/>
                </a:solidFill>
                <a:latin typeface="宋体" pitchFamily="2" charset="-122"/>
              </a:rPr>
              <a:t> </a:t>
            </a:r>
            <a:r>
              <a:rPr lang="zh-CN" altLang="en-US" sz="2400" b="1">
                <a:solidFill>
                  <a:schemeClr val="tx2"/>
                </a:solidFill>
                <a:latin typeface="宋体" pitchFamily="2" charset="-122"/>
              </a:rPr>
              <a:t>是 </a:t>
            </a:r>
            <a:r>
              <a:rPr lang="en-US" altLang="zh-CN" sz="2400" b="1" i="1">
                <a:solidFill>
                  <a:srgbClr val="FF6600"/>
                </a:solidFill>
              </a:rPr>
              <a:t>t </a:t>
            </a:r>
            <a:r>
              <a:rPr lang="en-US" altLang="zh-CN" sz="2400" b="1">
                <a:solidFill>
                  <a:srgbClr val="FF6600"/>
                </a:solidFill>
              </a:rPr>
              <a:t>= 0</a:t>
            </a:r>
            <a:r>
              <a:rPr lang="en-US" altLang="zh-CN" sz="2400" b="1">
                <a:solidFill>
                  <a:schemeClr val="tx2"/>
                </a:solidFill>
                <a:latin typeface="宋体" pitchFamily="2" charset="-122"/>
              </a:rPr>
              <a:t> </a:t>
            </a:r>
            <a:r>
              <a:rPr lang="zh-CN" altLang="en-US" sz="2400" b="1">
                <a:solidFill>
                  <a:schemeClr val="tx2"/>
                </a:solidFill>
                <a:latin typeface="宋体" pitchFamily="2" charset="-122"/>
              </a:rPr>
              <a:t>时刻的相位</a:t>
            </a:r>
            <a:r>
              <a:rPr lang="en-US" altLang="zh-CN" sz="2400" b="1">
                <a:solidFill>
                  <a:schemeClr val="tx2"/>
                </a:solidFill>
                <a:latin typeface="Arial" charset="0"/>
              </a:rPr>
              <a:t>—</a:t>
            </a:r>
            <a:r>
              <a:rPr lang="zh-CN" altLang="en-US" sz="2400" b="1">
                <a:solidFill>
                  <a:srgbClr val="FF0000"/>
                </a:solidFill>
                <a:latin typeface="宋体" pitchFamily="2" charset="-122"/>
              </a:rPr>
              <a:t>初相位</a:t>
            </a:r>
            <a:endParaRPr lang="zh-CN" altLang="en-US" sz="2400"/>
          </a:p>
        </p:txBody>
      </p:sp>
      <p:sp>
        <p:nvSpPr>
          <p:cNvPr id="175107" name="Text Box 3"/>
          <p:cNvSpPr txBox="1">
            <a:spLocks noChangeArrowheads="1"/>
          </p:cNvSpPr>
          <p:nvPr/>
        </p:nvSpPr>
        <p:spPr bwMode="auto">
          <a:xfrm>
            <a:off x="304800" y="476250"/>
            <a:ext cx="2322513" cy="457200"/>
          </a:xfrm>
          <a:prstGeom prst="rect">
            <a:avLst/>
          </a:prstGeom>
          <a:noFill/>
          <a:ln w="9525">
            <a:noFill/>
            <a:miter lim="800000"/>
            <a:headEnd/>
            <a:tailEnd/>
          </a:ln>
        </p:spPr>
        <p:txBody>
          <a:bodyPr>
            <a:spAutoFit/>
          </a:bodyPr>
          <a:lstStyle/>
          <a:p>
            <a:pPr algn="just"/>
            <a:r>
              <a:rPr lang="zh-CN" altLang="en-US" sz="2400" b="1">
                <a:solidFill>
                  <a:srgbClr val="FF6600"/>
                </a:solidFill>
                <a:latin typeface="宋体" pitchFamily="2" charset="-122"/>
              </a:rPr>
              <a:t>相位：</a:t>
            </a:r>
          </a:p>
        </p:txBody>
      </p:sp>
      <p:graphicFrame>
        <p:nvGraphicFramePr>
          <p:cNvPr id="175108" name="Object 4"/>
          <p:cNvGraphicFramePr>
            <a:graphicFrameLocks noChangeAspect="1"/>
          </p:cNvGraphicFramePr>
          <p:nvPr/>
        </p:nvGraphicFramePr>
        <p:xfrm>
          <a:off x="6732588" y="549275"/>
          <a:ext cx="2047875" cy="366713"/>
        </p:xfrm>
        <a:graphic>
          <a:graphicData uri="http://schemas.openxmlformats.org/presentationml/2006/ole">
            <p:oleObj spid="_x0000_s5122" name="公式" r:id="rId3" imgW="1130040" imgH="203040" progId="Equation.3">
              <p:embed/>
            </p:oleObj>
          </a:graphicData>
        </a:graphic>
      </p:graphicFrame>
      <p:sp>
        <p:nvSpPr>
          <p:cNvPr id="175109" name="Text Box 5"/>
          <p:cNvSpPr txBox="1">
            <a:spLocks noChangeArrowheads="1"/>
          </p:cNvSpPr>
          <p:nvPr/>
        </p:nvSpPr>
        <p:spPr bwMode="auto">
          <a:xfrm>
            <a:off x="2693988" y="981075"/>
            <a:ext cx="4514850" cy="457200"/>
          </a:xfrm>
          <a:prstGeom prst="rect">
            <a:avLst/>
          </a:prstGeom>
          <a:noFill/>
          <a:ln w="9525">
            <a:noFill/>
            <a:miter lim="800000"/>
            <a:headEnd/>
            <a:tailEnd/>
          </a:ln>
        </p:spPr>
        <p:txBody>
          <a:bodyPr>
            <a:spAutoFit/>
          </a:bodyPr>
          <a:lstStyle/>
          <a:p>
            <a:pPr algn="just"/>
            <a:r>
              <a:rPr lang="en-US" altLang="zh-CN" sz="2400" b="1">
                <a:solidFill>
                  <a:schemeClr val="tx2"/>
                </a:solidFill>
                <a:latin typeface="Arial" charset="0"/>
              </a:rPr>
              <a:t>—</a:t>
            </a:r>
            <a:r>
              <a:rPr lang="en-US" altLang="zh-CN" sz="2400" b="1">
                <a:solidFill>
                  <a:schemeClr val="tx2"/>
                </a:solidFill>
              </a:rPr>
              <a:t> </a:t>
            </a:r>
            <a:r>
              <a:rPr lang="zh-CN" altLang="en-US" sz="2400" b="1">
                <a:solidFill>
                  <a:schemeClr val="tx2"/>
                </a:solidFill>
              </a:rPr>
              <a:t>决定谐振动物体的运动状态</a:t>
            </a:r>
            <a:endParaRPr lang="zh-CN" altLang="en-US" sz="2400"/>
          </a:p>
        </p:txBody>
      </p:sp>
      <p:graphicFrame>
        <p:nvGraphicFramePr>
          <p:cNvPr id="175110" name="Object 6"/>
          <p:cNvGraphicFramePr>
            <a:graphicFrameLocks/>
          </p:cNvGraphicFramePr>
          <p:nvPr/>
        </p:nvGraphicFramePr>
        <p:xfrm>
          <a:off x="971550" y="1071563"/>
          <a:ext cx="777875" cy="341312"/>
        </p:xfrm>
        <a:graphic>
          <a:graphicData uri="http://schemas.openxmlformats.org/presentationml/2006/ole">
            <p:oleObj spid="_x0000_s5123" name="公式" r:id="rId4" imgW="431640" imgH="190440" progId="Equation.3">
              <p:embed/>
            </p:oleObj>
          </a:graphicData>
        </a:graphic>
      </p:graphicFrame>
      <p:sp>
        <p:nvSpPr>
          <p:cNvPr id="175112" name="Text Box 8"/>
          <p:cNvSpPr txBox="1">
            <a:spLocks noChangeArrowheads="1"/>
          </p:cNvSpPr>
          <p:nvPr/>
        </p:nvSpPr>
        <p:spPr bwMode="auto">
          <a:xfrm>
            <a:off x="1884363" y="981075"/>
            <a:ext cx="1035050" cy="457200"/>
          </a:xfrm>
          <a:prstGeom prst="rect">
            <a:avLst/>
          </a:prstGeom>
          <a:noFill/>
          <a:ln w="9525">
            <a:noFill/>
            <a:miter lim="800000"/>
            <a:headEnd/>
            <a:tailEnd/>
          </a:ln>
        </p:spPr>
        <p:txBody>
          <a:bodyPr>
            <a:spAutoFit/>
          </a:bodyPr>
          <a:lstStyle/>
          <a:p>
            <a:pPr algn="just"/>
            <a:r>
              <a:rPr lang="zh-CN" altLang="en-US" sz="2400" b="1">
                <a:solidFill>
                  <a:srgbClr val="FF0000"/>
                </a:solidFill>
              </a:rPr>
              <a:t>相位</a:t>
            </a:r>
            <a:endParaRPr lang="zh-CN" altLang="en-US" sz="2400"/>
          </a:p>
        </p:txBody>
      </p:sp>
      <p:sp>
        <p:nvSpPr>
          <p:cNvPr id="175167" name="Text Box 63"/>
          <p:cNvSpPr txBox="1">
            <a:spLocks noChangeArrowheads="1"/>
          </p:cNvSpPr>
          <p:nvPr/>
        </p:nvSpPr>
        <p:spPr bwMode="auto">
          <a:xfrm>
            <a:off x="6978650" y="2673350"/>
            <a:ext cx="488950" cy="2159000"/>
          </a:xfrm>
          <a:prstGeom prst="rect">
            <a:avLst/>
          </a:prstGeom>
          <a:noFill/>
          <a:ln w="9525">
            <a:noFill/>
            <a:miter lim="800000"/>
            <a:headEnd/>
            <a:tailEnd/>
          </a:ln>
        </p:spPr>
        <p:txBody>
          <a:bodyPr vert="eaVert">
            <a:spAutoFit/>
          </a:bodyPr>
          <a:lstStyle/>
          <a:p>
            <a:pPr algn="l">
              <a:spcBef>
                <a:spcPct val="50000"/>
              </a:spcBef>
            </a:pPr>
            <a:r>
              <a:rPr lang="zh-CN" altLang="en-US" sz="2000" b="1">
                <a:solidFill>
                  <a:srgbClr val="0000FF"/>
                </a:solidFill>
                <a:ea typeface="楷体_GB2312" pitchFamily="49" charset="-122"/>
              </a:rPr>
              <a:t>月有阴晴圆缺，</a:t>
            </a:r>
            <a:endParaRPr lang="zh-CN" altLang="en-US" sz="2000">
              <a:solidFill>
                <a:srgbClr val="0000FF"/>
              </a:solidFill>
              <a:ea typeface="楷体_GB2312" pitchFamily="49" charset="-122"/>
            </a:endParaRPr>
          </a:p>
        </p:txBody>
      </p:sp>
      <p:pic>
        <p:nvPicPr>
          <p:cNvPr id="175168" name="Picture 64" descr="U68P2T78D938F1070DT20040503201721"/>
          <p:cNvPicPr>
            <a:picLocks noChangeAspect="1" noChangeArrowheads="1"/>
          </p:cNvPicPr>
          <p:nvPr/>
        </p:nvPicPr>
        <p:blipFill>
          <a:blip r:embed="rId5"/>
          <a:srcRect/>
          <a:stretch>
            <a:fillRect/>
          </a:stretch>
        </p:blipFill>
        <p:spPr bwMode="auto">
          <a:xfrm>
            <a:off x="1670050" y="2206625"/>
            <a:ext cx="3622675" cy="3959225"/>
          </a:xfrm>
          <a:prstGeom prst="rect">
            <a:avLst/>
          </a:prstGeom>
          <a:noFill/>
          <a:ln w="9525">
            <a:noFill/>
            <a:miter lim="800000"/>
            <a:headEnd/>
            <a:tailEnd/>
          </a:ln>
        </p:spPr>
      </p:pic>
      <p:sp>
        <p:nvSpPr>
          <p:cNvPr id="175169" name="Text Box 65"/>
          <p:cNvSpPr txBox="1">
            <a:spLocks noChangeArrowheads="1"/>
          </p:cNvSpPr>
          <p:nvPr/>
        </p:nvSpPr>
        <p:spPr bwMode="auto">
          <a:xfrm>
            <a:off x="2698750" y="6127750"/>
            <a:ext cx="1800225" cy="396875"/>
          </a:xfrm>
          <a:prstGeom prst="rect">
            <a:avLst/>
          </a:prstGeom>
          <a:noFill/>
          <a:ln w="9525">
            <a:noFill/>
            <a:miter lim="800000"/>
            <a:headEnd/>
            <a:tailEnd/>
          </a:ln>
        </p:spPr>
        <p:txBody>
          <a:bodyPr>
            <a:spAutoFit/>
          </a:bodyPr>
          <a:lstStyle/>
          <a:p>
            <a:pPr algn="l">
              <a:spcBef>
                <a:spcPct val="50000"/>
              </a:spcBef>
            </a:pPr>
            <a:r>
              <a:rPr lang="zh-CN" altLang="en-US" sz="2000" b="1">
                <a:solidFill>
                  <a:srgbClr val="FF0000"/>
                </a:solidFill>
              </a:rPr>
              <a:t>月相变化图</a:t>
            </a:r>
          </a:p>
        </p:txBody>
      </p:sp>
      <p:sp>
        <p:nvSpPr>
          <p:cNvPr id="175170" name="Text Box 66"/>
          <p:cNvSpPr txBox="1">
            <a:spLocks noChangeArrowheads="1"/>
          </p:cNvSpPr>
          <p:nvPr/>
        </p:nvSpPr>
        <p:spPr bwMode="auto">
          <a:xfrm>
            <a:off x="7410450" y="1952625"/>
            <a:ext cx="488950" cy="2087563"/>
          </a:xfrm>
          <a:prstGeom prst="rect">
            <a:avLst/>
          </a:prstGeom>
          <a:noFill/>
          <a:ln w="9525">
            <a:noFill/>
            <a:miter lim="800000"/>
            <a:headEnd/>
            <a:tailEnd/>
          </a:ln>
        </p:spPr>
        <p:txBody>
          <a:bodyPr vert="eaVert">
            <a:spAutoFit/>
          </a:bodyPr>
          <a:lstStyle/>
          <a:p>
            <a:pPr algn="l">
              <a:spcBef>
                <a:spcPct val="50000"/>
              </a:spcBef>
            </a:pPr>
            <a:r>
              <a:rPr lang="zh-CN" altLang="en-US" sz="2000" b="1">
                <a:solidFill>
                  <a:srgbClr val="0000FF"/>
                </a:solidFill>
                <a:ea typeface="楷体_GB2312" pitchFamily="49" charset="-122"/>
              </a:rPr>
              <a:t>人有悲欢离合，</a:t>
            </a:r>
          </a:p>
        </p:txBody>
      </p:sp>
      <p:sp>
        <p:nvSpPr>
          <p:cNvPr id="175171" name="Text Box 67"/>
          <p:cNvSpPr txBox="1">
            <a:spLocks noChangeArrowheads="1"/>
          </p:cNvSpPr>
          <p:nvPr/>
        </p:nvSpPr>
        <p:spPr bwMode="auto">
          <a:xfrm>
            <a:off x="6473825" y="3321050"/>
            <a:ext cx="488950" cy="1944688"/>
          </a:xfrm>
          <a:prstGeom prst="rect">
            <a:avLst/>
          </a:prstGeom>
          <a:noFill/>
          <a:ln w="9525">
            <a:noFill/>
            <a:miter lim="800000"/>
            <a:headEnd/>
            <a:tailEnd/>
          </a:ln>
        </p:spPr>
        <p:txBody>
          <a:bodyPr vert="eaVert">
            <a:spAutoFit/>
          </a:bodyPr>
          <a:lstStyle/>
          <a:p>
            <a:pPr algn="l">
              <a:spcBef>
                <a:spcPct val="50000"/>
              </a:spcBef>
            </a:pPr>
            <a:r>
              <a:rPr lang="zh-CN" altLang="en-US" sz="2000" b="1">
                <a:solidFill>
                  <a:srgbClr val="0000FF"/>
                </a:solidFill>
                <a:ea typeface="楷体_GB2312" pitchFamily="49" charset="-122"/>
              </a:rPr>
              <a:t>此事古难全。</a:t>
            </a:r>
          </a:p>
        </p:txBody>
      </p:sp>
      <p:sp>
        <p:nvSpPr>
          <p:cNvPr id="175172" name="Text Box 68"/>
          <p:cNvSpPr txBox="1">
            <a:spLocks noChangeArrowheads="1"/>
          </p:cNvSpPr>
          <p:nvPr/>
        </p:nvSpPr>
        <p:spPr bwMode="auto">
          <a:xfrm>
            <a:off x="6042025" y="4041775"/>
            <a:ext cx="488950" cy="1798638"/>
          </a:xfrm>
          <a:prstGeom prst="rect">
            <a:avLst/>
          </a:prstGeom>
          <a:noFill/>
          <a:ln w="9525">
            <a:noFill/>
            <a:miter lim="800000"/>
            <a:headEnd/>
            <a:tailEnd/>
          </a:ln>
        </p:spPr>
        <p:txBody>
          <a:bodyPr vert="eaVert">
            <a:spAutoFit/>
          </a:bodyPr>
          <a:lstStyle/>
          <a:p>
            <a:pPr algn="l">
              <a:spcBef>
                <a:spcPct val="50000"/>
              </a:spcBef>
            </a:pPr>
            <a:r>
              <a:rPr lang="zh-CN" altLang="en-US" sz="2000" b="1">
                <a:solidFill>
                  <a:srgbClr val="0000FF"/>
                </a:solidFill>
                <a:ea typeface="楷体_GB2312" pitchFamily="49" charset="-122"/>
              </a:rPr>
              <a:t>但愿人长久，</a:t>
            </a:r>
          </a:p>
        </p:txBody>
      </p:sp>
      <p:sp>
        <p:nvSpPr>
          <p:cNvPr id="175173" name="Text Box 69"/>
          <p:cNvSpPr txBox="1">
            <a:spLocks noChangeArrowheads="1"/>
          </p:cNvSpPr>
          <p:nvPr/>
        </p:nvSpPr>
        <p:spPr bwMode="auto">
          <a:xfrm>
            <a:off x="5537200" y="4689475"/>
            <a:ext cx="488950" cy="1943100"/>
          </a:xfrm>
          <a:prstGeom prst="rect">
            <a:avLst/>
          </a:prstGeom>
          <a:noFill/>
          <a:ln w="9525">
            <a:noFill/>
            <a:miter lim="800000"/>
            <a:headEnd/>
            <a:tailEnd/>
          </a:ln>
        </p:spPr>
        <p:txBody>
          <a:bodyPr vert="eaVert">
            <a:spAutoFit/>
          </a:bodyPr>
          <a:lstStyle/>
          <a:p>
            <a:pPr algn="l">
              <a:spcBef>
                <a:spcPct val="50000"/>
              </a:spcBef>
            </a:pPr>
            <a:r>
              <a:rPr lang="zh-CN" altLang="en-US" sz="2000" b="1">
                <a:solidFill>
                  <a:srgbClr val="0000FF"/>
                </a:solidFill>
                <a:latin typeface="楷体_GB2312" pitchFamily="49" charset="-122"/>
                <a:ea typeface="楷体_GB2312" pitchFamily="49" charset="-122"/>
              </a:rPr>
              <a:t>千里共婵娟。</a:t>
            </a:r>
            <a:r>
              <a:rPr lang="zh-CN" altLang="en-US" sz="2000">
                <a:latin typeface="楷体_GB2312" pitchFamily="49" charset="-122"/>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5107"/>
                                        </p:tgtEl>
                                        <p:attrNameLst>
                                          <p:attrName>style.visibility</p:attrName>
                                        </p:attrNameLst>
                                      </p:cBhvr>
                                      <p:to>
                                        <p:strVal val="visible"/>
                                      </p:to>
                                    </p:set>
                                    <p:animEffect transition="in" filter="wipe(left)">
                                      <p:cBhvr>
                                        <p:cTn id="7" dur="1000"/>
                                        <p:tgtEl>
                                          <p:spTgt spid="1751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5108"/>
                                        </p:tgtEl>
                                        <p:attrNameLst>
                                          <p:attrName>style.visibility</p:attrName>
                                        </p:attrNameLst>
                                      </p:cBhvr>
                                      <p:to>
                                        <p:strVal val="visible"/>
                                      </p:to>
                                    </p:set>
                                    <p:animEffect transition="in" filter="wipe(left)">
                                      <p:cBhvr>
                                        <p:cTn id="12" dur="1000"/>
                                        <p:tgtEl>
                                          <p:spTgt spid="1751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5110"/>
                                        </p:tgtEl>
                                        <p:attrNameLst>
                                          <p:attrName>style.visibility</p:attrName>
                                        </p:attrNameLst>
                                      </p:cBhvr>
                                      <p:to>
                                        <p:strVal val="visible"/>
                                      </p:to>
                                    </p:set>
                                    <p:animEffect transition="in" filter="wipe(left)">
                                      <p:cBhvr>
                                        <p:cTn id="17" dur="1000"/>
                                        <p:tgtEl>
                                          <p:spTgt spid="1751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5112"/>
                                        </p:tgtEl>
                                        <p:attrNameLst>
                                          <p:attrName>style.visibility</p:attrName>
                                        </p:attrNameLst>
                                      </p:cBhvr>
                                      <p:to>
                                        <p:strVal val="visible"/>
                                      </p:to>
                                    </p:set>
                                    <p:animEffect transition="in" filter="wipe(left)">
                                      <p:cBhvr>
                                        <p:cTn id="22" dur="1000"/>
                                        <p:tgtEl>
                                          <p:spTgt spid="1751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5109"/>
                                        </p:tgtEl>
                                        <p:attrNameLst>
                                          <p:attrName>style.visibility</p:attrName>
                                        </p:attrNameLst>
                                      </p:cBhvr>
                                      <p:to>
                                        <p:strVal val="visible"/>
                                      </p:to>
                                    </p:set>
                                    <p:animEffect transition="in" filter="wipe(left)">
                                      <p:cBhvr>
                                        <p:cTn id="27" dur="1000"/>
                                        <p:tgtEl>
                                          <p:spTgt spid="1751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5106"/>
                                        </p:tgtEl>
                                        <p:attrNameLst>
                                          <p:attrName>style.visibility</p:attrName>
                                        </p:attrNameLst>
                                      </p:cBhvr>
                                      <p:to>
                                        <p:strVal val="visible"/>
                                      </p:to>
                                    </p:set>
                                    <p:animEffect transition="in" filter="wipe(left)">
                                      <p:cBhvr>
                                        <p:cTn id="32" dur="1000"/>
                                        <p:tgtEl>
                                          <p:spTgt spid="17510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5168"/>
                                        </p:tgtEl>
                                        <p:attrNameLst>
                                          <p:attrName>style.visibility</p:attrName>
                                        </p:attrNameLst>
                                      </p:cBhvr>
                                      <p:to>
                                        <p:strVal val="visible"/>
                                      </p:to>
                                    </p:set>
                                    <p:animEffect transition="in" filter="wipe(left)">
                                      <p:cBhvr>
                                        <p:cTn id="37" dur="500"/>
                                        <p:tgtEl>
                                          <p:spTgt spid="17516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75169"/>
                                        </p:tgtEl>
                                        <p:attrNameLst>
                                          <p:attrName>style.visibility</p:attrName>
                                        </p:attrNameLst>
                                      </p:cBhvr>
                                      <p:to>
                                        <p:strVal val="visible"/>
                                      </p:to>
                                    </p:set>
                                    <p:animEffect transition="in" filter="wipe(left)">
                                      <p:cBhvr>
                                        <p:cTn id="40" dur="500"/>
                                        <p:tgtEl>
                                          <p:spTgt spid="175169"/>
                                        </p:tgtEl>
                                      </p:cBhvr>
                                    </p:animEffect>
                                  </p:childTnLst>
                                </p:cTn>
                              </p:par>
                            </p:childTnLst>
                          </p:cTn>
                        </p:par>
                        <p:par>
                          <p:cTn id="41" fill="hold">
                            <p:stCondLst>
                              <p:cond delay="500"/>
                            </p:stCondLst>
                            <p:childTnLst>
                              <p:par>
                                <p:cTn id="42" presetID="5" presetClass="entr" presetSubtype="5" fill="hold" grpId="0" nodeType="afterEffect">
                                  <p:stCondLst>
                                    <p:cond delay="0"/>
                                  </p:stCondLst>
                                  <p:childTnLst>
                                    <p:set>
                                      <p:cBhvr>
                                        <p:cTn id="43" dur="1" fill="hold">
                                          <p:stCondLst>
                                            <p:cond delay="0"/>
                                          </p:stCondLst>
                                        </p:cTn>
                                        <p:tgtEl>
                                          <p:spTgt spid="175170"/>
                                        </p:tgtEl>
                                        <p:attrNameLst>
                                          <p:attrName>style.visibility</p:attrName>
                                        </p:attrNameLst>
                                      </p:cBhvr>
                                      <p:to>
                                        <p:strVal val="visible"/>
                                      </p:to>
                                    </p:set>
                                    <p:animEffect transition="in" filter="checkerboard(down)">
                                      <p:cBhvr>
                                        <p:cTn id="44" dur="2000"/>
                                        <p:tgtEl>
                                          <p:spTgt spid="175170"/>
                                        </p:tgtEl>
                                      </p:cBhvr>
                                    </p:animEffect>
                                  </p:childTnLst>
                                </p:cTn>
                              </p:par>
                            </p:childTnLst>
                          </p:cTn>
                        </p:par>
                        <p:par>
                          <p:cTn id="45" fill="hold">
                            <p:stCondLst>
                              <p:cond delay="2500"/>
                            </p:stCondLst>
                            <p:childTnLst>
                              <p:par>
                                <p:cTn id="46" presetID="5" presetClass="entr" presetSubtype="5" fill="hold" grpId="0" nodeType="afterEffect">
                                  <p:stCondLst>
                                    <p:cond delay="0"/>
                                  </p:stCondLst>
                                  <p:childTnLst>
                                    <p:set>
                                      <p:cBhvr>
                                        <p:cTn id="47" dur="1" fill="hold">
                                          <p:stCondLst>
                                            <p:cond delay="0"/>
                                          </p:stCondLst>
                                        </p:cTn>
                                        <p:tgtEl>
                                          <p:spTgt spid="175167"/>
                                        </p:tgtEl>
                                        <p:attrNameLst>
                                          <p:attrName>style.visibility</p:attrName>
                                        </p:attrNameLst>
                                      </p:cBhvr>
                                      <p:to>
                                        <p:strVal val="visible"/>
                                      </p:to>
                                    </p:set>
                                    <p:animEffect transition="in" filter="checkerboard(down)">
                                      <p:cBhvr>
                                        <p:cTn id="48" dur="500"/>
                                        <p:tgtEl>
                                          <p:spTgt spid="175167"/>
                                        </p:tgtEl>
                                      </p:cBhvr>
                                    </p:animEffect>
                                  </p:childTnLst>
                                </p:cTn>
                              </p:par>
                            </p:childTnLst>
                          </p:cTn>
                        </p:par>
                        <p:par>
                          <p:cTn id="49" fill="hold">
                            <p:stCondLst>
                              <p:cond delay="3000"/>
                            </p:stCondLst>
                            <p:childTnLst>
                              <p:par>
                                <p:cTn id="50" presetID="5" presetClass="entr" presetSubtype="5" fill="hold" grpId="0" nodeType="afterEffect">
                                  <p:stCondLst>
                                    <p:cond delay="0"/>
                                  </p:stCondLst>
                                  <p:childTnLst>
                                    <p:set>
                                      <p:cBhvr>
                                        <p:cTn id="51" dur="1" fill="hold">
                                          <p:stCondLst>
                                            <p:cond delay="0"/>
                                          </p:stCondLst>
                                        </p:cTn>
                                        <p:tgtEl>
                                          <p:spTgt spid="175171"/>
                                        </p:tgtEl>
                                        <p:attrNameLst>
                                          <p:attrName>style.visibility</p:attrName>
                                        </p:attrNameLst>
                                      </p:cBhvr>
                                      <p:to>
                                        <p:strVal val="visible"/>
                                      </p:to>
                                    </p:set>
                                    <p:animEffect transition="in" filter="checkerboard(down)">
                                      <p:cBhvr>
                                        <p:cTn id="52" dur="500"/>
                                        <p:tgtEl>
                                          <p:spTgt spid="175171"/>
                                        </p:tgtEl>
                                      </p:cBhvr>
                                    </p:animEffect>
                                  </p:childTnLst>
                                </p:cTn>
                              </p:par>
                            </p:childTnLst>
                          </p:cTn>
                        </p:par>
                        <p:par>
                          <p:cTn id="53" fill="hold">
                            <p:stCondLst>
                              <p:cond delay="3500"/>
                            </p:stCondLst>
                            <p:childTnLst>
                              <p:par>
                                <p:cTn id="54" presetID="5" presetClass="entr" presetSubtype="5" fill="hold" grpId="0" nodeType="afterEffect">
                                  <p:stCondLst>
                                    <p:cond delay="0"/>
                                  </p:stCondLst>
                                  <p:childTnLst>
                                    <p:set>
                                      <p:cBhvr>
                                        <p:cTn id="55" dur="1" fill="hold">
                                          <p:stCondLst>
                                            <p:cond delay="0"/>
                                          </p:stCondLst>
                                        </p:cTn>
                                        <p:tgtEl>
                                          <p:spTgt spid="175172"/>
                                        </p:tgtEl>
                                        <p:attrNameLst>
                                          <p:attrName>style.visibility</p:attrName>
                                        </p:attrNameLst>
                                      </p:cBhvr>
                                      <p:to>
                                        <p:strVal val="visible"/>
                                      </p:to>
                                    </p:set>
                                    <p:animEffect transition="in" filter="checkerboard(down)">
                                      <p:cBhvr>
                                        <p:cTn id="56" dur="500"/>
                                        <p:tgtEl>
                                          <p:spTgt spid="175172"/>
                                        </p:tgtEl>
                                      </p:cBhvr>
                                    </p:animEffect>
                                  </p:childTnLst>
                                </p:cTn>
                              </p:par>
                            </p:childTnLst>
                          </p:cTn>
                        </p:par>
                        <p:par>
                          <p:cTn id="57" fill="hold">
                            <p:stCondLst>
                              <p:cond delay="4000"/>
                            </p:stCondLst>
                            <p:childTnLst>
                              <p:par>
                                <p:cTn id="58" presetID="5" presetClass="entr" presetSubtype="5" fill="hold" grpId="0" nodeType="afterEffect">
                                  <p:stCondLst>
                                    <p:cond delay="0"/>
                                  </p:stCondLst>
                                  <p:childTnLst>
                                    <p:set>
                                      <p:cBhvr>
                                        <p:cTn id="59" dur="1" fill="hold">
                                          <p:stCondLst>
                                            <p:cond delay="0"/>
                                          </p:stCondLst>
                                        </p:cTn>
                                        <p:tgtEl>
                                          <p:spTgt spid="175173"/>
                                        </p:tgtEl>
                                        <p:attrNameLst>
                                          <p:attrName>style.visibility</p:attrName>
                                        </p:attrNameLst>
                                      </p:cBhvr>
                                      <p:to>
                                        <p:strVal val="visible"/>
                                      </p:to>
                                    </p:set>
                                    <p:animEffect transition="in" filter="checkerboard(down)">
                                      <p:cBhvr>
                                        <p:cTn id="60" dur="500"/>
                                        <p:tgtEl>
                                          <p:spTgt spid="175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p:bldP spid="175107" grpId="0" autoUpdateAnimBg="0"/>
      <p:bldP spid="175109" grpId="0"/>
      <p:bldP spid="175112" grpId="0"/>
      <p:bldP spid="175167" grpId="0"/>
      <p:bldP spid="175169" grpId="0"/>
      <p:bldP spid="175170" grpId="0"/>
      <p:bldP spid="175171" grpId="0"/>
      <p:bldP spid="175172" grpId="0"/>
      <p:bldP spid="17517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Text Box 5"/>
          <p:cNvSpPr txBox="1">
            <a:spLocks noChangeArrowheads="1"/>
          </p:cNvSpPr>
          <p:nvPr/>
        </p:nvSpPr>
        <p:spPr bwMode="auto">
          <a:xfrm>
            <a:off x="233363" y="476250"/>
            <a:ext cx="1817687" cy="457200"/>
          </a:xfrm>
          <a:prstGeom prst="rect">
            <a:avLst/>
          </a:prstGeom>
          <a:noFill/>
          <a:ln w="9525">
            <a:noFill/>
            <a:miter lim="800000"/>
            <a:headEnd/>
            <a:tailEnd/>
          </a:ln>
        </p:spPr>
        <p:txBody>
          <a:bodyPr wrap="none">
            <a:spAutoFit/>
          </a:bodyPr>
          <a:lstStyle/>
          <a:p>
            <a:pPr algn="l">
              <a:buClr>
                <a:srgbClr val="00FFFF"/>
              </a:buClr>
              <a:buFont typeface="Wingdings" pitchFamily="2" charset="2"/>
              <a:buNone/>
            </a:pPr>
            <a:r>
              <a:rPr lang="zh-CN" altLang="en-US" sz="2400" b="1">
                <a:solidFill>
                  <a:srgbClr val="FF0000"/>
                </a:solidFill>
              </a:rPr>
              <a:t>相位的意义</a:t>
            </a:r>
            <a:r>
              <a:rPr lang="en-US" altLang="zh-CN" sz="2400" b="1">
                <a:solidFill>
                  <a:srgbClr val="FF0000"/>
                </a:solidFill>
              </a:rPr>
              <a:t>:</a:t>
            </a:r>
          </a:p>
        </p:txBody>
      </p:sp>
      <p:graphicFrame>
        <p:nvGraphicFramePr>
          <p:cNvPr id="61446" name="Object 6"/>
          <p:cNvGraphicFramePr>
            <a:graphicFrameLocks noChangeAspect="1"/>
          </p:cNvGraphicFramePr>
          <p:nvPr/>
        </p:nvGraphicFramePr>
        <p:xfrm>
          <a:off x="2484438" y="549275"/>
          <a:ext cx="2684462" cy="406400"/>
        </p:xfrm>
        <a:graphic>
          <a:graphicData uri="http://schemas.openxmlformats.org/presentationml/2006/ole">
            <p:oleObj spid="_x0000_s6146" name="公式" r:id="rId3" imgW="1333440" imgH="203040" progId="Equation.3">
              <p:embed/>
            </p:oleObj>
          </a:graphicData>
        </a:graphic>
      </p:graphicFrame>
      <p:graphicFrame>
        <p:nvGraphicFramePr>
          <p:cNvPr id="61448" name="Object 8"/>
          <p:cNvGraphicFramePr>
            <a:graphicFrameLocks noChangeAspect="1"/>
          </p:cNvGraphicFramePr>
          <p:nvPr/>
        </p:nvGraphicFramePr>
        <p:xfrm>
          <a:off x="2484438" y="1676400"/>
          <a:ext cx="2843212" cy="457200"/>
        </p:xfrm>
        <a:graphic>
          <a:graphicData uri="http://schemas.openxmlformats.org/presentationml/2006/ole">
            <p:oleObj spid="_x0000_s6147" name="公式" r:id="rId4" imgW="1409400" imgH="228600" progId="Equation.3">
              <p:embed/>
            </p:oleObj>
          </a:graphicData>
        </a:graphic>
      </p:graphicFrame>
      <p:graphicFrame>
        <p:nvGraphicFramePr>
          <p:cNvPr id="61449" name="Object 9"/>
          <p:cNvGraphicFramePr>
            <a:graphicFrameLocks/>
          </p:cNvGraphicFramePr>
          <p:nvPr/>
        </p:nvGraphicFramePr>
        <p:xfrm>
          <a:off x="2555875" y="1125538"/>
          <a:ext cx="2598738" cy="406400"/>
        </p:xfrm>
        <a:graphic>
          <a:graphicData uri="http://schemas.openxmlformats.org/presentationml/2006/ole">
            <p:oleObj spid="_x0000_s6148" name="公式" r:id="rId5" imgW="1295280" imgH="203040" progId="Equation.3">
              <p:embed/>
            </p:oleObj>
          </a:graphicData>
        </a:graphic>
      </p:graphicFrame>
      <p:sp>
        <p:nvSpPr>
          <p:cNvPr id="61450" name="Text Box 10"/>
          <p:cNvSpPr txBox="1">
            <a:spLocks noChangeArrowheads="1"/>
          </p:cNvSpPr>
          <p:nvPr/>
        </p:nvSpPr>
        <p:spPr bwMode="auto">
          <a:xfrm>
            <a:off x="971550" y="2352675"/>
            <a:ext cx="4032250" cy="457200"/>
          </a:xfrm>
          <a:prstGeom prst="rect">
            <a:avLst/>
          </a:prstGeom>
          <a:noFill/>
          <a:ln w="9525">
            <a:noFill/>
            <a:miter lim="800000"/>
            <a:headEnd/>
            <a:tailEnd/>
          </a:ln>
        </p:spPr>
        <p:txBody>
          <a:bodyPr>
            <a:spAutoFit/>
          </a:bodyPr>
          <a:lstStyle/>
          <a:p>
            <a:pPr algn="l">
              <a:spcBef>
                <a:spcPct val="50000"/>
              </a:spcBef>
              <a:buClr>
                <a:srgbClr val="FF9900"/>
              </a:buClr>
              <a:buSzPct val="80000"/>
              <a:buFont typeface="Wingdings" pitchFamily="2" charset="2"/>
              <a:buNone/>
            </a:pPr>
            <a:r>
              <a:rPr kumimoji="0" lang="en-US" altLang="zh-CN" sz="2400" b="1"/>
              <a:t> </a:t>
            </a:r>
            <a:r>
              <a:rPr lang="zh-CN" altLang="en-US" sz="2400" b="1">
                <a:latin typeface="楷体_GB2312" pitchFamily="49" charset="-122"/>
              </a:rPr>
              <a:t>相位确定了振动的状态</a:t>
            </a:r>
          </a:p>
        </p:txBody>
      </p:sp>
      <p:sp>
        <p:nvSpPr>
          <p:cNvPr id="61451" name="Text Box 11"/>
          <p:cNvSpPr txBox="1">
            <a:spLocks noChangeArrowheads="1"/>
          </p:cNvSpPr>
          <p:nvPr/>
        </p:nvSpPr>
        <p:spPr bwMode="auto">
          <a:xfrm>
            <a:off x="1047750" y="2924175"/>
            <a:ext cx="6934200" cy="1006475"/>
          </a:xfrm>
          <a:prstGeom prst="rect">
            <a:avLst/>
          </a:prstGeom>
          <a:noFill/>
          <a:ln w="9525">
            <a:noFill/>
            <a:miter lim="800000"/>
            <a:headEnd/>
            <a:tailEnd/>
          </a:ln>
        </p:spPr>
        <p:txBody>
          <a:bodyPr>
            <a:spAutoFit/>
          </a:bodyPr>
          <a:lstStyle/>
          <a:p>
            <a:pPr algn="l">
              <a:lnSpc>
                <a:spcPct val="125000"/>
              </a:lnSpc>
              <a:spcBef>
                <a:spcPct val="50000"/>
              </a:spcBef>
              <a:buClr>
                <a:srgbClr val="FF9900"/>
              </a:buClr>
              <a:buSzPct val="80000"/>
              <a:buFont typeface="Wingdings" pitchFamily="2" charset="2"/>
              <a:buNone/>
            </a:pPr>
            <a:r>
              <a:rPr lang="zh-CN" altLang="en-US" sz="2400" b="1">
                <a:latin typeface="楷体_GB2312" pitchFamily="49" charset="-122"/>
              </a:rPr>
              <a:t>相位每改变 </a:t>
            </a:r>
            <a:r>
              <a:rPr lang="en-US" altLang="zh-CN" sz="2400" b="1">
                <a:solidFill>
                  <a:srgbClr val="FF6600"/>
                </a:solidFill>
              </a:rPr>
              <a:t>2</a:t>
            </a:r>
            <a:r>
              <a:rPr lang="en-US" altLang="zh-CN" sz="2400" b="1">
                <a:solidFill>
                  <a:srgbClr val="FF6600"/>
                </a:solidFill>
                <a:sym typeface="Symbol" pitchFamily="18" charset="2"/>
              </a:rPr>
              <a:t></a:t>
            </a:r>
            <a:r>
              <a:rPr lang="en-US" altLang="zh-CN" sz="2400" b="1">
                <a:latin typeface="楷体_GB2312" pitchFamily="49" charset="-122"/>
                <a:sym typeface="Symbol" pitchFamily="18" charset="2"/>
              </a:rPr>
              <a:t> </a:t>
            </a:r>
            <a:r>
              <a:rPr lang="zh-CN" altLang="en-US" sz="2400" b="1">
                <a:latin typeface="楷体_GB2312" pitchFamily="49" charset="-122"/>
              </a:rPr>
              <a:t>振动重复一次，相位在 </a:t>
            </a:r>
            <a:r>
              <a:rPr lang="en-US" altLang="zh-CN" sz="2400" b="1">
                <a:solidFill>
                  <a:srgbClr val="FF6600"/>
                </a:solidFill>
              </a:rPr>
              <a:t>2</a:t>
            </a:r>
            <a:r>
              <a:rPr lang="en-US" altLang="zh-CN" sz="2400" b="1">
                <a:solidFill>
                  <a:srgbClr val="FF6600"/>
                </a:solidFill>
                <a:sym typeface="Symbol" pitchFamily="18" charset="2"/>
              </a:rPr>
              <a:t> </a:t>
            </a:r>
            <a:r>
              <a:rPr lang="en-US" altLang="zh-CN" sz="2400" b="1" i="1">
                <a:solidFill>
                  <a:srgbClr val="FF6600"/>
                </a:solidFill>
                <a:sym typeface="Symbol" pitchFamily="18" charset="2"/>
              </a:rPr>
              <a:t> </a:t>
            </a:r>
            <a:r>
              <a:rPr lang="zh-CN" altLang="en-US" sz="2400" b="1">
                <a:latin typeface="楷体_GB2312" pitchFamily="49" charset="-122"/>
                <a:sym typeface="Symbol" pitchFamily="18" charset="2"/>
              </a:rPr>
              <a:t>范围内变化，状态不重复。</a:t>
            </a:r>
          </a:p>
        </p:txBody>
      </p:sp>
      <p:sp>
        <p:nvSpPr>
          <p:cNvPr id="61452" name="AutoShape 12"/>
          <p:cNvSpPr>
            <a:spLocks noChangeArrowheads="1"/>
          </p:cNvSpPr>
          <p:nvPr/>
        </p:nvSpPr>
        <p:spPr bwMode="auto">
          <a:xfrm>
            <a:off x="666750" y="227647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61453" name="AutoShape 13"/>
          <p:cNvSpPr>
            <a:spLocks noChangeArrowheads="1"/>
          </p:cNvSpPr>
          <p:nvPr/>
        </p:nvSpPr>
        <p:spPr bwMode="auto">
          <a:xfrm>
            <a:off x="660400" y="300037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61454" name="Text Box 14"/>
          <p:cNvSpPr txBox="1">
            <a:spLocks noChangeArrowheads="1"/>
          </p:cNvSpPr>
          <p:nvPr/>
        </p:nvSpPr>
        <p:spPr bwMode="auto">
          <a:xfrm>
            <a:off x="1047750" y="4124325"/>
            <a:ext cx="2057400" cy="457200"/>
          </a:xfrm>
          <a:prstGeom prst="rect">
            <a:avLst/>
          </a:prstGeom>
          <a:noFill/>
          <a:ln w="9525">
            <a:noFill/>
            <a:miter lim="800000"/>
            <a:headEnd/>
            <a:tailEnd/>
          </a:ln>
        </p:spPr>
        <p:txBody>
          <a:bodyPr>
            <a:spAutoFit/>
          </a:bodyPr>
          <a:lstStyle/>
          <a:p>
            <a:pPr algn="l">
              <a:spcBef>
                <a:spcPct val="50000"/>
              </a:spcBef>
              <a:buClr>
                <a:srgbClr val="FF9900"/>
              </a:buClr>
              <a:buSzPct val="80000"/>
              <a:buFont typeface="Wingdings" pitchFamily="2" charset="2"/>
              <a:buNone/>
            </a:pPr>
            <a:r>
              <a:rPr lang="zh-CN" altLang="en-US" sz="2400" b="1">
                <a:solidFill>
                  <a:srgbClr val="FF6600"/>
                </a:solidFill>
                <a:latin typeface="宋体" pitchFamily="2" charset="-122"/>
              </a:rPr>
              <a:t>相位差 </a:t>
            </a:r>
            <a:r>
              <a:rPr lang="zh-CN" altLang="en-US" sz="2400" b="1" i="1">
                <a:solidFill>
                  <a:srgbClr val="FF6600"/>
                </a:solidFill>
                <a:latin typeface="宋体" pitchFamily="2" charset="-122"/>
              </a:rPr>
              <a:t>∆</a:t>
            </a:r>
            <a:r>
              <a:rPr lang="zh-CN" altLang="en-US" sz="2400" b="1" i="1">
                <a:solidFill>
                  <a:srgbClr val="FF6600"/>
                </a:solidFill>
                <a:latin typeface="宋体" pitchFamily="2" charset="-122"/>
                <a:sym typeface="Symbol" pitchFamily="18" charset="2"/>
              </a:rPr>
              <a:t></a:t>
            </a:r>
            <a:r>
              <a:rPr lang="zh-CN" altLang="en-US" sz="2400" b="1">
                <a:solidFill>
                  <a:srgbClr val="FF6600"/>
                </a:solidFill>
                <a:latin typeface="宋体" pitchFamily="2" charset="-122"/>
              </a:rPr>
              <a:t> </a:t>
            </a:r>
          </a:p>
        </p:txBody>
      </p:sp>
      <p:graphicFrame>
        <p:nvGraphicFramePr>
          <p:cNvPr id="61455" name="Object 15"/>
          <p:cNvGraphicFramePr>
            <a:graphicFrameLocks noChangeAspect="1"/>
          </p:cNvGraphicFramePr>
          <p:nvPr/>
        </p:nvGraphicFramePr>
        <p:xfrm>
          <a:off x="1258888" y="4652963"/>
          <a:ext cx="2633662" cy="431800"/>
        </p:xfrm>
        <a:graphic>
          <a:graphicData uri="http://schemas.openxmlformats.org/presentationml/2006/ole">
            <p:oleObj spid="_x0000_s6149" name="公式" r:id="rId6" imgW="1320480" imgH="215640" progId="Equation.3">
              <p:embed/>
            </p:oleObj>
          </a:graphicData>
        </a:graphic>
      </p:graphicFrame>
      <p:graphicFrame>
        <p:nvGraphicFramePr>
          <p:cNvPr id="61456" name="Object 16"/>
          <p:cNvGraphicFramePr>
            <a:graphicFrameLocks noChangeAspect="1"/>
          </p:cNvGraphicFramePr>
          <p:nvPr/>
        </p:nvGraphicFramePr>
        <p:xfrm>
          <a:off x="1258888" y="5222875"/>
          <a:ext cx="2713037" cy="431800"/>
        </p:xfrm>
        <a:graphic>
          <a:graphicData uri="http://schemas.openxmlformats.org/presentationml/2006/ole">
            <p:oleObj spid="_x0000_s6150" name="公式" r:id="rId7" imgW="1358640" imgH="215640" progId="Equation.3">
              <p:embed/>
            </p:oleObj>
          </a:graphicData>
        </a:graphic>
      </p:graphicFrame>
      <p:sp>
        <p:nvSpPr>
          <p:cNvPr id="61457" name="AutoShape 17"/>
          <p:cNvSpPr>
            <a:spLocks/>
          </p:cNvSpPr>
          <p:nvPr/>
        </p:nvSpPr>
        <p:spPr bwMode="auto">
          <a:xfrm flipH="1">
            <a:off x="4138613" y="4903788"/>
            <a:ext cx="215900" cy="576262"/>
          </a:xfrm>
          <a:prstGeom prst="leftBrace">
            <a:avLst>
              <a:gd name="adj1" fmla="val 22243"/>
              <a:gd name="adj2" fmla="val 50000"/>
            </a:avLst>
          </a:prstGeom>
          <a:noFill/>
          <a:ln w="28575">
            <a:solidFill>
              <a:srgbClr val="FF6600"/>
            </a:solidFill>
            <a:round/>
            <a:headEnd/>
            <a:tailEnd/>
          </a:ln>
        </p:spPr>
        <p:txBody>
          <a:bodyPr wrap="none" anchor="ctr"/>
          <a:lstStyle/>
          <a:p>
            <a:endParaRPr lang="zh-CN" altLang="en-US"/>
          </a:p>
        </p:txBody>
      </p:sp>
      <p:graphicFrame>
        <p:nvGraphicFramePr>
          <p:cNvPr id="61458" name="Object 18"/>
          <p:cNvGraphicFramePr>
            <a:graphicFrameLocks noChangeAspect="1"/>
          </p:cNvGraphicFramePr>
          <p:nvPr/>
        </p:nvGraphicFramePr>
        <p:xfrm>
          <a:off x="4498975" y="4941888"/>
          <a:ext cx="3494088" cy="431800"/>
        </p:xfrm>
        <a:graphic>
          <a:graphicData uri="http://schemas.openxmlformats.org/presentationml/2006/ole">
            <p:oleObj spid="_x0000_s6151" name="公式" r:id="rId8" imgW="1752480" imgH="215640" progId="Equation.3">
              <p:embed/>
            </p:oleObj>
          </a:graphicData>
        </a:graphic>
      </p:graphicFrame>
      <p:graphicFrame>
        <p:nvGraphicFramePr>
          <p:cNvPr id="61459" name="Object 19"/>
          <p:cNvGraphicFramePr>
            <a:graphicFrameLocks noChangeAspect="1"/>
          </p:cNvGraphicFramePr>
          <p:nvPr/>
        </p:nvGraphicFramePr>
        <p:xfrm>
          <a:off x="3214688" y="6021388"/>
          <a:ext cx="1644650" cy="431800"/>
        </p:xfrm>
        <a:graphic>
          <a:graphicData uri="http://schemas.openxmlformats.org/presentationml/2006/ole">
            <p:oleObj spid="_x0000_s6152" name="公式" r:id="rId9" imgW="825480" imgH="215640" progId="Equation.3">
              <p:embed/>
            </p:oleObj>
          </a:graphicData>
        </a:graphic>
      </p:graphicFrame>
      <p:graphicFrame>
        <p:nvGraphicFramePr>
          <p:cNvPr id="61460" name="Object 20"/>
          <p:cNvGraphicFramePr>
            <a:graphicFrameLocks noChangeAspect="1"/>
          </p:cNvGraphicFramePr>
          <p:nvPr/>
        </p:nvGraphicFramePr>
        <p:xfrm>
          <a:off x="1239838" y="6021388"/>
          <a:ext cx="1747837" cy="441325"/>
        </p:xfrm>
        <a:graphic>
          <a:graphicData uri="http://schemas.openxmlformats.org/presentationml/2006/ole">
            <p:oleObj spid="_x0000_s6153" name="公式" r:id="rId10" imgW="850680" imgH="215640" progId="Equation.3">
              <p:embed/>
            </p:oleObj>
          </a:graphicData>
        </a:graphic>
      </p:graphicFrame>
      <p:sp>
        <p:nvSpPr>
          <p:cNvPr id="61461" name="AutoShape 21"/>
          <p:cNvSpPr>
            <a:spLocks noChangeArrowheads="1"/>
          </p:cNvSpPr>
          <p:nvPr/>
        </p:nvSpPr>
        <p:spPr bwMode="auto">
          <a:xfrm>
            <a:off x="666750" y="400526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wipe(left)">
                                      <p:cBhvr>
                                        <p:cTn id="7" dur="500"/>
                                        <p:tgtEl>
                                          <p:spTgt spid="614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446"/>
                                        </p:tgtEl>
                                        <p:attrNameLst>
                                          <p:attrName>style.visibility</p:attrName>
                                        </p:attrNameLst>
                                      </p:cBhvr>
                                      <p:to>
                                        <p:strVal val="visible"/>
                                      </p:to>
                                    </p:set>
                                    <p:animEffect transition="in" filter="wipe(left)">
                                      <p:cBhvr>
                                        <p:cTn id="12" dur="500"/>
                                        <p:tgtEl>
                                          <p:spTgt spid="6144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1449"/>
                                        </p:tgtEl>
                                        <p:attrNameLst>
                                          <p:attrName>style.visibility</p:attrName>
                                        </p:attrNameLst>
                                      </p:cBhvr>
                                      <p:to>
                                        <p:strVal val="visible"/>
                                      </p:to>
                                    </p:set>
                                    <p:animEffect transition="in" filter="wipe(left)">
                                      <p:cBhvr>
                                        <p:cTn id="16" dur="500"/>
                                        <p:tgtEl>
                                          <p:spTgt spid="61449"/>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1448"/>
                                        </p:tgtEl>
                                        <p:attrNameLst>
                                          <p:attrName>style.visibility</p:attrName>
                                        </p:attrNameLst>
                                      </p:cBhvr>
                                      <p:to>
                                        <p:strVal val="visible"/>
                                      </p:to>
                                    </p:set>
                                    <p:animEffect transition="in" filter="wipe(left)">
                                      <p:cBhvr>
                                        <p:cTn id="20" dur="500"/>
                                        <p:tgtEl>
                                          <p:spTgt spid="6144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1452"/>
                                        </p:tgtEl>
                                        <p:attrNameLst>
                                          <p:attrName>style.visibility</p:attrName>
                                        </p:attrNameLst>
                                      </p:cBhvr>
                                      <p:to>
                                        <p:strVal val="visible"/>
                                      </p:to>
                                    </p:set>
                                    <p:animEffect transition="in" filter="dissolve">
                                      <p:cBhvr>
                                        <p:cTn id="25" dur="500"/>
                                        <p:tgtEl>
                                          <p:spTgt spid="61452"/>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61450"/>
                                        </p:tgtEl>
                                        <p:attrNameLst>
                                          <p:attrName>style.visibility</p:attrName>
                                        </p:attrNameLst>
                                      </p:cBhvr>
                                      <p:to>
                                        <p:strVal val="visible"/>
                                      </p:to>
                                    </p:set>
                                    <p:animEffect transition="in" filter="wipe(left)">
                                      <p:cBhvr>
                                        <p:cTn id="29" dur="500"/>
                                        <p:tgtEl>
                                          <p:spTgt spid="6145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1453"/>
                                        </p:tgtEl>
                                        <p:attrNameLst>
                                          <p:attrName>style.visibility</p:attrName>
                                        </p:attrNameLst>
                                      </p:cBhvr>
                                      <p:to>
                                        <p:strVal val="visible"/>
                                      </p:to>
                                    </p:set>
                                    <p:animEffect transition="in" filter="dissolve">
                                      <p:cBhvr>
                                        <p:cTn id="34" dur="500"/>
                                        <p:tgtEl>
                                          <p:spTgt spid="61453"/>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61451"/>
                                        </p:tgtEl>
                                        <p:attrNameLst>
                                          <p:attrName>style.visibility</p:attrName>
                                        </p:attrNameLst>
                                      </p:cBhvr>
                                      <p:to>
                                        <p:strVal val="visible"/>
                                      </p:to>
                                    </p:set>
                                    <p:animEffect transition="in" filter="wipe(left)">
                                      <p:cBhvr>
                                        <p:cTn id="38" dur="500"/>
                                        <p:tgtEl>
                                          <p:spTgt spid="61451"/>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61461"/>
                                        </p:tgtEl>
                                        <p:attrNameLst>
                                          <p:attrName>style.visibility</p:attrName>
                                        </p:attrNameLst>
                                      </p:cBhvr>
                                      <p:to>
                                        <p:strVal val="visible"/>
                                      </p:to>
                                    </p:set>
                                    <p:animEffect transition="in" filter="dissolve">
                                      <p:cBhvr>
                                        <p:cTn id="43" dur="500"/>
                                        <p:tgtEl>
                                          <p:spTgt spid="61461"/>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61454"/>
                                        </p:tgtEl>
                                        <p:attrNameLst>
                                          <p:attrName>style.visibility</p:attrName>
                                        </p:attrNameLst>
                                      </p:cBhvr>
                                      <p:to>
                                        <p:strVal val="visible"/>
                                      </p:to>
                                    </p:set>
                                    <p:animEffect transition="in" filter="wipe(left)">
                                      <p:cBhvr>
                                        <p:cTn id="47" dur="500"/>
                                        <p:tgtEl>
                                          <p:spTgt spid="6145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1455"/>
                                        </p:tgtEl>
                                        <p:attrNameLst>
                                          <p:attrName>style.visibility</p:attrName>
                                        </p:attrNameLst>
                                      </p:cBhvr>
                                      <p:to>
                                        <p:strVal val="visible"/>
                                      </p:to>
                                    </p:set>
                                    <p:animEffect transition="in" filter="wipe(left)">
                                      <p:cBhvr>
                                        <p:cTn id="52" dur="500"/>
                                        <p:tgtEl>
                                          <p:spTgt spid="6145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1456"/>
                                        </p:tgtEl>
                                        <p:attrNameLst>
                                          <p:attrName>style.visibility</p:attrName>
                                        </p:attrNameLst>
                                      </p:cBhvr>
                                      <p:to>
                                        <p:strVal val="visible"/>
                                      </p:to>
                                    </p:set>
                                    <p:animEffect transition="in" filter="wipe(left)">
                                      <p:cBhvr>
                                        <p:cTn id="57" dur="500"/>
                                        <p:tgtEl>
                                          <p:spTgt spid="6145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1457"/>
                                        </p:tgtEl>
                                        <p:attrNameLst>
                                          <p:attrName>style.visibility</p:attrName>
                                        </p:attrNameLst>
                                      </p:cBhvr>
                                      <p:to>
                                        <p:strVal val="visible"/>
                                      </p:to>
                                    </p:set>
                                    <p:animEffect transition="in" filter="wipe(left)">
                                      <p:cBhvr>
                                        <p:cTn id="62" dur="500"/>
                                        <p:tgtEl>
                                          <p:spTgt spid="6145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1458"/>
                                        </p:tgtEl>
                                        <p:attrNameLst>
                                          <p:attrName>style.visibility</p:attrName>
                                        </p:attrNameLst>
                                      </p:cBhvr>
                                      <p:to>
                                        <p:strVal val="visible"/>
                                      </p:to>
                                    </p:set>
                                    <p:animEffect transition="in" filter="wipe(left)">
                                      <p:cBhvr>
                                        <p:cTn id="67" dur="500"/>
                                        <p:tgtEl>
                                          <p:spTgt spid="6145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1460"/>
                                        </p:tgtEl>
                                        <p:attrNameLst>
                                          <p:attrName>style.visibility</p:attrName>
                                        </p:attrNameLst>
                                      </p:cBhvr>
                                      <p:to>
                                        <p:strVal val="visible"/>
                                      </p:to>
                                    </p:set>
                                    <p:animEffect transition="in" filter="wipe(left)">
                                      <p:cBhvr>
                                        <p:cTn id="72" dur="500"/>
                                        <p:tgtEl>
                                          <p:spTgt spid="6146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61459"/>
                                        </p:tgtEl>
                                        <p:attrNameLst>
                                          <p:attrName>style.visibility</p:attrName>
                                        </p:attrNameLst>
                                      </p:cBhvr>
                                      <p:to>
                                        <p:strVal val="visible"/>
                                      </p:to>
                                    </p:set>
                                    <p:animEffect transition="in" filter="wipe(left)">
                                      <p:cBhvr>
                                        <p:cTn id="77" dur="500"/>
                                        <p:tgtEl>
                                          <p:spTgt spid="61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autoUpdateAnimBg="0"/>
      <p:bldP spid="61450" grpId="0" autoUpdateAnimBg="0"/>
      <p:bldP spid="61451" grpId="0" autoUpdateAnimBg="0"/>
      <p:bldP spid="61452" grpId="0" animBg="1"/>
      <p:bldP spid="61453" grpId="0" animBg="1"/>
      <p:bldP spid="61454" grpId="0" autoUpdateAnimBg="0"/>
      <p:bldP spid="61457" grpId="0" animBg="1"/>
      <p:bldP spid="6146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xt Box 4"/>
          <p:cNvSpPr txBox="1">
            <a:spLocks noChangeArrowheads="1"/>
          </p:cNvSpPr>
          <p:nvPr/>
        </p:nvSpPr>
        <p:spPr bwMode="auto">
          <a:xfrm>
            <a:off x="323850" y="692150"/>
            <a:ext cx="4627563" cy="457200"/>
          </a:xfrm>
          <a:prstGeom prst="rect">
            <a:avLst/>
          </a:prstGeom>
          <a:noFill/>
          <a:ln w="9525">
            <a:noFill/>
            <a:miter lim="800000"/>
            <a:headEnd/>
            <a:tailEnd/>
          </a:ln>
        </p:spPr>
        <p:txBody>
          <a:bodyPr>
            <a:spAutoFit/>
          </a:bodyPr>
          <a:lstStyle/>
          <a:p>
            <a:pPr algn="l"/>
            <a:r>
              <a:rPr lang="en-US" altLang="zh-CN" sz="2400" b="1"/>
              <a:t> </a:t>
            </a:r>
            <a:r>
              <a:rPr lang="zh-CN" altLang="en-US" sz="2400" b="1">
                <a:solidFill>
                  <a:srgbClr val="FF0000"/>
                </a:solidFill>
              </a:rPr>
              <a:t>同相和反相 </a:t>
            </a:r>
            <a:r>
              <a:rPr lang="en-US" altLang="zh-CN" sz="2400" b="1"/>
              <a:t>(</a:t>
            </a:r>
            <a:r>
              <a:rPr lang="zh-CN" altLang="en-US" sz="2400" b="1">
                <a:ea typeface="楷体_GB2312" pitchFamily="49" charset="-122"/>
              </a:rPr>
              <a:t>同频率振动</a:t>
            </a:r>
            <a:r>
              <a:rPr lang="en-US" altLang="zh-CN" sz="2400" b="1"/>
              <a:t>)</a:t>
            </a:r>
            <a:endParaRPr lang="en-US" altLang="zh-CN" sz="2400"/>
          </a:p>
        </p:txBody>
      </p:sp>
      <p:sp>
        <p:nvSpPr>
          <p:cNvPr id="13317" name="Text Box 5"/>
          <p:cNvSpPr txBox="1">
            <a:spLocks noChangeArrowheads="1"/>
          </p:cNvSpPr>
          <p:nvPr/>
        </p:nvSpPr>
        <p:spPr bwMode="auto">
          <a:xfrm>
            <a:off x="468313" y="1916113"/>
            <a:ext cx="4465637" cy="1006475"/>
          </a:xfrm>
          <a:prstGeom prst="rect">
            <a:avLst/>
          </a:prstGeom>
          <a:noFill/>
          <a:ln w="9525">
            <a:noFill/>
            <a:miter lim="800000"/>
            <a:headEnd/>
            <a:tailEnd/>
          </a:ln>
        </p:spPr>
        <p:txBody>
          <a:bodyPr>
            <a:spAutoFit/>
          </a:bodyPr>
          <a:lstStyle/>
          <a:p>
            <a:pPr algn="just">
              <a:lnSpc>
                <a:spcPct val="125000"/>
              </a:lnSpc>
            </a:pPr>
            <a:r>
              <a:rPr lang="zh-CN" altLang="en-US" sz="2400" b="1">
                <a:latin typeface="宋体" pitchFamily="2" charset="-122"/>
              </a:rPr>
              <a:t>当 </a:t>
            </a:r>
            <a:r>
              <a:rPr lang="zh-CN" altLang="en-US" sz="2400" b="1">
                <a:solidFill>
                  <a:srgbClr val="0033CC"/>
                </a:solidFill>
                <a:sym typeface="Symbol" pitchFamily="18" charset="2"/>
              </a:rPr>
              <a:t></a:t>
            </a:r>
            <a:r>
              <a:rPr lang="zh-CN" altLang="en-US" sz="2400" b="1" i="1">
                <a:solidFill>
                  <a:srgbClr val="0033CC"/>
                </a:solidFill>
                <a:sym typeface="Symbol" pitchFamily="18" charset="2"/>
              </a:rPr>
              <a:t></a:t>
            </a:r>
            <a:r>
              <a:rPr lang="zh-CN" altLang="en-US" sz="2400" b="1" i="1">
                <a:solidFill>
                  <a:srgbClr val="0033CC"/>
                </a:solidFill>
              </a:rPr>
              <a:t>  </a:t>
            </a:r>
            <a:r>
              <a:rPr lang="en-US" altLang="zh-CN" sz="2400" b="1">
                <a:solidFill>
                  <a:srgbClr val="0033CC"/>
                </a:solidFill>
              </a:rPr>
              <a:t>= </a:t>
            </a:r>
            <a:r>
              <a:rPr lang="en-US" altLang="zh-CN" sz="2400" b="1">
                <a:solidFill>
                  <a:srgbClr val="0033CC"/>
                </a:solidFill>
                <a:sym typeface="Symbol" pitchFamily="18" charset="2"/>
              </a:rPr>
              <a:t></a:t>
            </a:r>
            <a:r>
              <a:rPr lang="en-US" altLang="zh-CN" sz="2400" b="1">
                <a:solidFill>
                  <a:srgbClr val="0033CC"/>
                </a:solidFill>
              </a:rPr>
              <a:t>2</a:t>
            </a:r>
            <a:r>
              <a:rPr lang="en-US" altLang="zh-CN" sz="2400" b="1" i="1">
                <a:solidFill>
                  <a:srgbClr val="0033CC"/>
                </a:solidFill>
              </a:rPr>
              <a:t>k</a:t>
            </a:r>
            <a:r>
              <a:rPr lang="en-US" altLang="zh-CN" sz="2400" b="1">
                <a:solidFill>
                  <a:srgbClr val="0033CC"/>
                </a:solidFill>
                <a:sym typeface="Symbol" pitchFamily="18" charset="2"/>
              </a:rPr>
              <a:t></a:t>
            </a:r>
            <a:endParaRPr lang="en-US" altLang="zh-CN" sz="2400" b="1">
              <a:solidFill>
                <a:srgbClr val="0033CC"/>
              </a:solidFill>
            </a:endParaRPr>
          </a:p>
          <a:p>
            <a:pPr algn="just">
              <a:lnSpc>
                <a:spcPct val="125000"/>
              </a:lnSpc>
            </a:pPr>
            <a:r>
              <a:rPr lang="en-US" altLang="zh-CN" sz="2400" b="1">
                <a:latin typeface="宋体" pitchFamily="2" charset="-122"/>
              </a:rPr>
              <a:t>   </a:t>
            </a:r>
            <a:r>
              <a:rPr lang="zh-CN" altLang="en-US" sz="2400" b="1">
                <a:latin typeface="宋体" pitchFamily="2" charset="-122"/>
              </a:rPr>
              <a:t>两振动步调相同，称</a:t>
            </a:r>
            <a:r>
              <a:rPr lang="zh-CN" altLang="en-US" sz="2400" b="1">
                <a:solidFill>
                  <a:srgbClr val="FF6600"/>
                </a:solidFill>
                <a:latin typeface="宋体" pitchFamily="2" charset="-122"/>
              </a:rPr>
              <a:t>同相</a:t>
            </a:r>
            <a:r>
              <a:rPr lang="zh-CN" altLang="en-US" sz="2400" b="1">
                <a:latin typeface="宋体" pitchFamily="2" charset="-122"/>
              </a:rPr>
              <a:t>。</a:t>
            </a:r>
            <a:endParaRPr lang="zh-CN" altLang="en-US" sz="2400">
              <a:latin typeface="宋体" pitchFamily="2" charset="-122"/>
            </a:endParaRPr>
          </a:p>
        </p:txBody>
      </p:sp>
      <p:sp>
        <p:nvSpPr>
          <p:cNvPr id="13338" name="Text Box 26"/>
          <p:cNvSpPr txBox="1">
            <a:spLocks noChangeArrowheads="1"/>
          </p:cNvSpPr>
          <p:nvPr/>
        </p:nvSpPr>
        <p:spPr bwMode="auto">
          <a:xfrm>
            <a:off x="468313" y="4292600"/>
            <a:ext cx="4824412" cy="1006475"/>
          </a:xfrm>
          <a:prstGeom prst="rect">
            <a:avLst/>
          </a:prstGeom>
          <a:noFill/>
          <a:ln w="9525">
            <a:noFill/>
            <a:miter lim="800000"/>
            <a:headEnd/>
            <a:tailEnd/>
          </a:ln>
        </p:spPr>
        <p:txBody>
          <a:bodyPr>
            <a:spAutoFit/>
          </a:bodyPr>
          <a:lstStyle/>
          <a:p>
            <a:pPr algn="just">
              <a:lnSpc>
                <a:spcPct val="125000"/>
              </a:lnSpc>
            </a:pPr>
            <a:r>
              <a:rPr lang="zh-CN" altLang="en-US" sz="2400" b="1">
                <a:latin typeface="宋体" pitchFamily="2" charset="-122"/>
              </a:rPr>
              <a:t>当  </a:t>
            </a:r>
            <a:r>
              <a:rPr lang="zh-CN" altLang="en-US" sz="2400" b="1">
                <a:solidFill>
                  <a:srgbClr val="0033CC"/>
                </a:solidFill>
                <a:sym typeface="Symbol" pitchFamily="18" charset="2"/>
              </a:rPr>
              <a:t></a:t>
            </a:r>
            <a:r>
              <a:rPr lang="zh-CN" altLang="en-US" sz="2400" b="1" i="1">
                <a:solidFill>
                  <a:srgbClr val="0033CC"/>
                </a:solidFill>
                <a:sym typeface="Symbol" pitchFamily="18" charset="2"/>
              </a:rPr>
              <a:t></a:t>
            </a:r>
            <a:r>
              <a:rPr lang="zh-CN" altLang="en-US" sz="2400" b="1" i="1">
                <a:solidFill>
                  <a:srgbClr val="0033CC"/>
                </a:solidFill>
              </a:rPr>
              <a:t>  </a:t>
            </a:r>
            <a:r>
              <a:rPr lang="en-US" altLang="zh-CN" sz="2400" b="1">
                <a:solidFill>
                  <a:srgbClr val="0033CC"/>
                </a:solidFill>
              </a:rPr>
              <a:t>= </a:t>
            </a:r>
            <a:r>
              <a:rPr lang="en-US" altLang="zh-CN" sz="2400" b="1">
                <a:solidFill>
                  <a:srgbClr val="0033CC"/>
                </a:solidFill>
                <a:sym typeface="Symbol" pitchFamily="18" charset="2"/>
              </a:rPr>
              <a:t></a:t>
            </a:r>
            <a:r>
              <a:rPr lang="en-US" altLang="zh-CN" sz="2400" b="1">
                <a:solidFill>
                  <a:srgbClr val="0033CC"/>
                </a:solidFill>
              </a:rPr>
              <a:t>(2</a:t>
            </a:r>
            <a:r>
              <a:rPr lang="en-US" altLang="zh-CN" sz="2400" b="1" i="1">
                <a:solidFill>
                  <a:srgbClr val="0033CC"/>
                </a:solidFill>
              </a:rPr>
              <a:t>k</a:t>
            </a:r>
            <a:r>
              <a:rPr lang="en-US" altLang="zh-CN" sz="2400" b="1">
                <a:solidFill>
                  <a:srgbClr val="0033CC"/>
                </a:solidFill>
              </a:rPr>
              <a:t>+1)</a:t>
            </a:r>
            <a:r>
              <a:rPr lang="en-US" altLang="zh-CN" sz="2400" b="1">
                <a:solidFill>
                  <a:srgbClr val="0033CC"/>
                </a:solidFill>
                <a:sym typeface="Symbol" pitchFamily="18" charset="2"/>
              </a:rPr>
              <a:t></a:t>
            </a:r>
            <a:endParaRPr lang="en-US" altLang="zh-CN" sz="2400" b="1">
              <a:solidFill>
                <a:srgbClr val="0033CC"/>
              </a:solidFill>
            </a:endParaRPr>
          </a:p>
          <a:p>
            <a:pPr algn="just">
              <a:lnSpc>
                <a:spcPct val="125000"/>
              </a:lnSpc>
            </a:pPr>
            <a:r>
              <a:rPr lang="en-US" altLang="zh-CN" sz="2400" b="1">
                <a:latin typeface="宋体" pitchFamily="2" charset="-122"/>
              </a:rPr>
              <a:t>    </a:t>
            </a:r>
            <a:r>
              <a:rPr lang="zh-CN" altLang="en-US" sz="2400" b="1">
                <a:latin typeface="宋体" pitchFamily="2" charset="-122"/>
              </a:rPr>
              <a:t>两振动步调相反，称</a:t>
            </a:r>
            <a:r>
              <a:rPr lang="zh-CN" altLang="en-US" sz="2400" b="1">
                <a:solidFill>
                  <a:srgbClr val="FF6600"/>
                </a:solidFill>
                <a:latin typeface="宋体" pitchFamily="2" charset="-122"/>
              </a:rPr>
              <a:t>反相</a:t>
            </a:r>
            <a:r>
              <a:rPr lang="zh-CN" altLang="en-US" sz="2400" b="1">
                <a:latin typeface="宋体" pitchFamily="2" charset="-122"/>
              </a:rPr>
              <a:t>。</a:t>
            </a:r>
            <a:endParaRPr lang="zh-CN" altLang="en-US" sz="2400">
              <a:latin typeface="宋体" pitchFamily="2" charset="-122"/>
            </a:endParaRPr>
          </a:p>
        </p:txBody>
      </p:sp>
      <p:grpSp>
        <p:nvGrpSpPr>
          <p:cNvPr id="2" name="Group 175"/>
          <p:cNvGrpSpPr>
            <a:grpSpLocks/>
          </p:cNvGrpSpPr>
          <p:nvPr/>
        </p:nvGrpSpPr>
        <p:grpSpPr bwMode="auto">
          <a:xfrm>
            <a:off x="5362575" y="534988"/>
            <a:ext cx="3402013" cy="2232025"/>
            <a:chOff x="3378" y="337"/>
            <a:chExt cx="2143" cy="1406"/>
          </a:xfrm>
        </p:grpSpPr>
        <p:sp>
          <p:nvSpPr>
            <p:cNvPr id="56368" name="Rectangle 124"/>
            <p:cNvSpPr>
              <a:spLocks noChangeArrowheads="1"/>
            </p:cNvSpPr>
            <p:nvPr/>
          </p:nvSpPr>
          <p:spPr bwMode="auto">
            <a:xfrm>
              <a:off x="3605" y="337"/>
              <a:ext cx="238" cy="200"/>
            </a:xfrm>
            <a:prstGeom prst="rect">
              <a:avLst/>
            </a:prstGeom>
            <a:noFill/>
            <a:ln w="9525">
              <a:noFill/>
              <a:miter lim="800000"/>
              <a:headEnd/>
              <a:tailEnd/>
            </a:ln>
          </p:spPr>
          <p:txBody>
            <a:bodyPr lIns="12700" tIns="12700" rIns="12700" bIns="12700"/>
            <a:lstStyle/>
            <a:p>
              <a:pPr algn="just"/>
              <a:r>
                <a:rPr lang="en-US" altLang="zh-CN" sz="2400" b="1" i="1"/>
                <a:t>x</a:t>
              </a:r>
              <a:endParaRPr lang="en-US" altLang="zh-CN" sz="2400"/>
            </a:p>
          </p:txBody>
        </p:sp>
        <p:sp>
          <p:nvSpPr>
            <p:cNvPr id="56369" name="Rectangle 125"/>
            <p:cNvSpPr>
              <a:spLocks noChangeArrowheads="1"/>
            </p:cNvSpPr>
            <p:nvPr/>
          </p:nvSpPr>
          <p:spPr bwMode="auto">
            <a:xfrm>
              <a:off x="5329" y="1290"/>
              <a:ext cx="192" cy="161"/>
            </a:xfrm>
            <a:prstGeom prst="rect">
              <a:avLst/>
            </a:prstGeom>
            <a:noFill/>
            <a:ln w="6350">
              <a:noFill/>
              <a:miter lim="800000"/>
              <a:headEnd/>
              <a:tailEnd/>
            </a:ln>
          </p:spPr>
          <p:txBody>
            <a:bodyPr lIns="12700" tIns="12700" rIns="12700" bIns="12700"/>
            <a:lstStyle/>
            <a:p>
              <a:pPr algn="just"/>
              <a:r>
                <a:rPr lang="en-US" altLang="zh-CN" sz="2400" b="1" i="1"/>
                <a:t>t</a:t>
              </a:r>
              <a:endParaRPr lang="en-US" altLang="zh-CN" sz="2400"/>
            </a:p>
          </p:txBody>
        </p:sp>
        <p:sp>
          <p:nvSpPr>
            <p:cNvPr id="56370" name="Rectangle 126"/>
            <p:cNvSpPr>
              <a:spLocks noChangeArrowheads="1"/>
            </p:cNvSpPr>
            <p:nvPr/>
          </p:nvSpPr>
          <p:spPr bwMode="auto">
            <a:xfrm>
              <a:off x="3378" y="1154"/>
              <a:ext cx="261" cy="227"/>
            </a:xfrm>
            <a:prstGeom prst="rect">
              <a:avLst/>
            </a:prstGeom>
            <a:noFill/>
            <a:ln w="9525">
              <a:noFill/>
              <a:miter lim="800000"/>
              <a:headEnd/>
              <a:tailEnd/>
            </a:ln>
          </p:spPr>
          <p:txBody>
            <a:bodyPr lIns="12700" tIns="12700" rIns="12700" bIns="12700"/>
            <a:lstStyle/>
            <a:p>
              <a:pPr algn="just"/>
              <a:r>
                <a:rPr lang="en-US" altLang="zh-CN" sz="2800" b="1" i="1"/>
                <a:t>o</a:t>
              </a:r>
              <a:endParaRPr lang="en-US" altLang="zh-CN" sz="2400"/>
            </a:p>
          </p:txBody>
        </p:sp>
        <p:sp>
          <p:nvSpPr>
            <p:cNvPr id="56371" name="Line 127"/>
            <p:cNvSpPr>
              <a:spLocks noChangeShapeType="1"/>
            </p:cNvSpPr>
            <p:nvPr/>
          </p:nvSpPr>
          <p:spPr bwMode="auto">
            <a:xfrm>
              <a:off x="3560" y="1253"/>
              <a:ext cx="1864" cy="0"/>
            </a:xfrm>
            <a:prstGeom prst="line">
              <a:avLst/>
            </a:prstGeom>
            <a:noFill/>
            <a:ln w="19050">
              <a:solidFill>
                <a:schemeClr val="tx2"/>
              </a:solidFill>
              <a:round/>
              <a:headEnd type="none" w="med" len="sm"/>
              <a:tailEnd type="triangle" w="med" len="lg"/>
            </a:ln>
          </p:spPr>
          <p:txBody>
            <a:bodyPr/>
            <a:lstStyle/>
            <a:p>
              <a:endParaRPr lang="zh-CN" altLang="en-US"/>
            </a:p>
          </p:txBody>
        </p:sp>
        <p:sp>
          <p:nvSpPr>
            <p:cNvPr id="56372" name="Line 128"/>
            <p:cNvSpPr>
              <a:spLocks noChangeShapeType="1"/>
            </p:cNvSpPr>
            <p:nvPr/>
          </p:nvSpPr>
          <p:spPr bwMode="auto">
            <a:xfrm>
              <a:off x="3560" y="428"/>
              <a:ext cx="1" cy="1315"/>
            </a:xfrm>
            <a:prstGeom prst="line">
              <a:avLst/>
            </a:prstGeom>
            <a:noFill/>
            <a:ln w="19050">
              <a:solidFill>
                <a:schemeClr val="tx2"/>
              </a:solidFill>
              <a:round/>
              <a:headEnd type="triangle" w="med" len="lg"/>
              <a:tailEnd type="none" w="med" len="sm"/>
            </a:ln>
          </p:spPr>
          <p:txBody>
            <a:bodyPr/>
            <a:lstStyle/>
            <a:p>
              <a:endParaRPr lang="zh-CN" altLang="en-US"/>
            </a:p>
          </p:txBody>
        </p:sp>
      </p:grpSp>
      <p:sp>
        <p:nvSpPr>
          <p:cNvPr id="13442" name="Rectangle 130"/>
          <p:cNvSpPr>
            <a:spLocks noChangeArrowheads="1"/>
          </p:cNvSpPr>
          <p:nvPr/>
        </p:nvSpPr>
        <p:spPr bwMode="auto">
          <a:xfrm>
            <a:off x="7162800" y="750888"/>
            <a:ext cx="650875" cy="541337"/>
          </a:xfrm>
          <a:prstGeom prst="rect">
            <a:avLst/>
          </a:prstGeom>
          <a:noFill/>
          <a:ln w="6350">
            <a:noFill/>
            <a:miter lim="800000"/>
            <a:headEnd/>
            <a:tailEnd/>
          </a:ln>
        </p:spPr>
        <p:txBody>
          <a:bodyPr lIns="12700" tIns="12700" rIns="12700" bIns="12700"/>
          <a:lstStyle/>
          <a:p>
            <a:pPr algn="just"/>
            <a:r>
              <a:rPr lang="zh-CN" altLang="en-US" sz="2000" b="1">
                <a:solidFill>
                  <a:srgbClr val="003399"/>
                </a:solidFill>
                <a:ea typeface="楷体_GB2312" pitchFamily="49" charset="-122"/>
              </a:rPr>
              <a:t>同相</a:t>
            </a:r>
            <a:endParaRPr lang="zh-CN" altLang="en-US" sz="2400">
              <a:solidFill>
                <a:srgbClr val="003399"/>
              </a:solidFill>
            </a:endParaRPr>
          </a:p>
        </p:txBody>
      </p:sp>
      <p:grpSp>
        <p:nvGrpSpPr>
          <p:cNvPr id="3" name="Group 174"/>
          <p:cNvGrpSpPr>
            <a:grpSpLocks/>
          </p:cNvGrpSpPr>
          <p:nvPr/>
        </p:nvGrpSpPr>
        <p:grpSpPr bwMode="auto">
          <a:xfrm>
            <a:off x="5291138" y="750888"/>
            <a:ext cx="3344862" cy="2089150"/>
            <a:chOff x="3333" y="473"/>
            <a:chExt cx="2107" cy="1316"/>
          </a:xfrm>
        </p:grpSpPr>
        <p:sp>
          <p:nvSpPr>
            <p:cNvPr id="56361" name="Rectangle 129"/>
            <p:cNvSpPr>
              <a:spLocks noChangeArrowheads="1"/>
            </p:cNvSpPr>
            <p:nvPr/>
          </p:nvSpPr>
          <p:spPr bwMode="auto">
            <a:xfrm>
              <a:off x="5147" y="1018"/>
              <a:ext cx="293" cy="161"/>
            </a:xfrm>
            <a:prstGeom prst="rect">
              <a:avLst/>
            </a:prstGeom>
            <a:noFill/>
            <a:ln w="6350">
              <a:noFill/>
              <a:miter lim="800000"/>
              <a:headEnd/>
              <a:tailEnd/>
            </a:ln>
          </p:spPr>
          <p:txBody>
            <a:bodyPr lIns="12700" tIns="12700" rIns="12700" bIns="12700"/>
            <a:lstStyle/>
            <a:p>
              <a:pPr algn="just"/>
              <a:r>
                <a:rPr lang="en-US" altLang="zh-CN" sz="2000" b="1" i="1"/>
                <a:t>T</a:t>
              </a:r>
              <a:endParaRPr lang="en-US" altLang="zh-CN" sz="2400"/>
            </a:p>
          </p:txBody>
        </p:sp>
        <p:sp>
          <p:nvSpPr>
            <p:cNvPr id="56362" name="Rectangle 132"/>
            <p:cNvSpPr>
              <a:spLocks noChangeArrowheads="1"/>
            </p:cNvSpPr>
            <p:nvPr/>
          </p:nvSpPr>
          <p:spPr bwMode="auto">
            <a:xfrm>
              <a:off x="3968" y="473"/>
              <a:ext cx="282" cy="240"/>
            </a:xfrm>
            <a:prstGeom prst="rect">
              <a:avLst/>
            </a:prstGeom>
            <a:noFill/>
            <a:ln w="6350">
              <a:noFill/>
              <a:miter lim="800000"/>
              <a:headEnd/>
              <a:tailEnd/>
            </a:ln>
          </p:spPr>
          <p:txBody>
            <a:bodyPr lIns="12700" tIns="12700" rIns="12700" bIns="12700"/>
            <a:lstStyle/>
            <a:p>
              <a:pPr algn="just"/>
              <a:r>
                <a:rPr lang="en-US" altLang="zh-CN" sz="2400" b="1" i="1">
                  <a:solidFill>
                    <a:srgbClr val="CC0000"/>
                  </a:solidFill>
                </a:rPr>
                <a:t>x</a:t>
              </a:r>
              <a:r>
                <a:rPr lang="en-US" altLang="zh-CN" sz="2400" b="1" baseline="-25000">
                  <a:solidFill>
                    <a:srgbClr val="CC0000"/>
                  </a:solidFill>
                </a:rPr>
                <a:t>1</a:t>
              </a:r>
              <a:endParaRPr lang="en-US" altLang="zh-CN" sz="2400">
                <a:solidFill>
                  <a:srgbClr val="CC0000"/>
                </a:solidFill>
              </a:endParaRPr>
            </a:p>
          </p:txBody>
        </p:sp>
        <p:grpSp>
          <p:nvGrpSpPr>
            <p:cNvPr id="56363" name="Group 133"/>
            <p:cNvGrpSpPr>
              <a:grpSpLocks/>
            </p:cNvGrpSpPr>
            <p:nvPr/>
          </p:nvGrpSpPr>
          <p:grpSpPr bwMode="auto">
            <a:xfrm>
              <a:off x="3560" y="700"/>
              <a:ext cx="1723" cy="1089"/>
              <a:chOff x="1066" y="1298"/>
              <a:chExt cx="1779" cy="1089"/>
            </a:xfrm>
          </p:grpSpPr>
          <p:sp>
            <p:nvSpPr>
              <p:cNvPr id="56366" name="Freeform 134"/>
              <p:cNvSpPr>
                <a:spLocks/>
              </p:cNvSpPr>
              <p:nvPr/>
            </p:nvSpPr>
            <p:spPr bwMode="auto">
              <a:xfrm>
                <a:off x="1066" y="1298"/>
                <a:ext cx="908" cy="59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8"/>
                    </a:moveTo>
                    <a:lnTo>
                      <a:pt x="272" y="18499"/>
                    </a:lnTo>
                    <a:lnTo>
                      <a:pt x="544" y="17909"/>
                    </a:lnTo>
                    <a:lnTo>
                      <a:pt x="680" y="17265"/>
                    </a:lnTo>
                    <a:lnTo>
                      <a:pt x="816" y="16676"/>
                    </a:lnTo>
                    <a:lnTo>
                      <a:pt x="1088" y="16086"/>
                    </a:lnTo>
                    <a:lnTo>
                      <a:pt x="1361" y="15496"/>
                    </a:lnTo>
                    <a:lnTo>
                      <a:pt x="1633" y="14906"/>
                    </a:lnTo>
                    <a:lnTo>
                      <a:pt x="1769" y="14316"/>
                    </a:lnTo>
                    <a:lnTo>
                      <a:pt x="1905" y="13673"/>
                    </a:lnTo>
                    <a:lnTo>
                      <a:pt x="2177" y="13137"/>
                    </a:lnTo>
                    <a:lnTo>
                      <a:pt x="2449" y="12601"/>
                    </a:lnTo>
                    <a:lnTo>
                      <a:pt x="2721" y="12064"/>
                    </a:lnTo>
                    <a:lnTo>
                      <a:pt x="2993" y="11421"/>
                    </a:lnTo>
                    <a:lnTo>
                      <a:pt x="2993" y="10885"/>
                    </a:lnTo>
                    <a:lnTo>
                      <a:pt x="3265" y="10349"/>
                    </a:lnTo>
                    <a:lnTo>
                      <a:pt x="3537" y="9812"/>
                    </a:lnTo>
                    <a:lnTo>
                      <a:pt x="3810" y="9276"/>
                    </a:lnTo>
                    <a:lnTo>
                      <a:pt x="4082" y="8794"/>
                    </a:lnTo>
                    <a:lnTo>
                      <a:pt x="4218" y="8257"/>
                    </a:lnTo>
                    <a:lnTo>
                      <a:pt x="4354" y="7721"/>
                    </a:lnTo>
                    <a:lnTo>
                      <a:pt x="4762" y="7239"/>
                    </a:lnTo>
                    <a:lnTo>
                      <a:pt x="4898" y="6756"/>
                    </a:lnTo>
                    <a:lnTo>
                      <a:pt x="5170" y="6327"/>
                    </a:lnTo>
                    <a:lnTo>
                      <a:pt x="5306" y="5898"/>
                    </a:lnTo>
                    <a:lnTo>
                      <a:pt x="5442" y="5469"/>
                    </a:lnTo>
                    <a:lnTo>
                      <a:pt x="5850" y="4987"/>
                    </a:lnTo>
                    <a:lnTo>
                      <a:pt x="5850" y="4558"/>
                    </a:lnTo>
                    <a:lnTo>
                      <a:pt x="6259" y="4129"/>
                    </a:lnTo>
                    <a:lnTo>
                      <a:pt x="6531" y="3753"/>
                    </a:lnTo>
                    <a:lnTo>
                      <a:pt x="6531" y="3432"/>
                    </a:lnTo>
                    <a:lnTo>
                      <a:pt x="6939" y="3003"/>
                    </a:lnTo>
                    <a:lnTo>
                      <a:pt x="7075" y="2735"/>
                    </a:lnTo>
                    <a:lnTo>
                      <a:pt x="7347" y="2413"/>
                    </a:lnTo>
                    <a:lnTo>
                      <a:pt x="7483" y="2091"/>
                    </a:lnTo>
                    <a:lnTo>
                      <a:pt x="7619" y="1823"/>
                    </a:lnTo>
                    <a:lnTo>
                      <a:pt x="7891" y="1609"/>
                    </a:lnTo>
                    <a:lnTo>
                      <a:pt x="8163" y="1287"/>
                    </a:lnTo>
                    <a:lnTo>
                      <a:pt x="8435" y="1019"/>
                    </a:lnTo>
                    <a:lnTo>
                      <a:pt x="8571" y="858"/>
                    </a:lnTo>
                    <a:lnTo>
                      <a:pt x="8844" y="643"/>
                    </a:lnTo>
                    <a:lnTo>
                      <a:pt x="8980" y="483"/>
                    </a:lnTo>
                    <a:lnTo>
                      <a:pt x="9116" y="375"/>
                    </a:lnTo>
                    <a:lnTo>
                      <a:pt x="9524" y="268"/>
                    </a:lnTo>
                    <a:lnTo>
                      <a:pt x="9524" y="107"/>
                    </a:lnTo>
                    <a:lnTo>
                      <a:pt x="9932" y="107"/>
                    </a:lnTo>
                    <a:lnTo>
                      <a:pt x="10068" y="54"/>
                    </a:lnTo>
                    <a:lnTo>
                      <a:pt x="10204" y="0"/>
                    </a:lnTo>
                    <a:lnTo>
                      <a:pt x="10476" y="54"/>
                    </a:lnTo>
                    <a:lnTo>
                      <a:pt x="10748" y="54"/>
                    </a:lnTo>
                    <a:lnTo>
                      <a:pt x="10884" y="107"/>
                    </a:lnTo>
                    <a:lnTo>
                      <a:pt x="11156" y="214"/>
                    </a:lnTo>
                    <a:lnTo>
                      <a:pt x="11293" y="322"/>
                    </a:lnTo>
                    <a:lnTo>
                      <a:pt x="11565" y="536"/>
                    </a:lnTo>
                    <a:lnTo>
                      <a:pt x="11837" y="751"/>
                    </a:lnTo>
                    <a:lnTo>
                      <a:pt x="12109" y="1019"/>
                    </a:lnTo>
                    <a:lnTo>
                      <a:pt x="12245" y="1233"/>
                    </a:lnTo>
                    <a:lnTo>
                      <a:pt x="12381" y="1609"/>
                    </a:lnTo>
                    <a:lnTo>
                      <a:pt x="12653" y="1877"/>
                    </a:lnTo>
                    <a:lnTo>
                      <a:pt x="12925" y="2306"/>
                    </a:lnTo>
                    <a:lnTo>
                      <a:pt x="13061" y="2735"/>
                    </a:lnTo>
                    <a:lnTo>
                      <a:pt x="13469" y="3110"/>
                    </a:lnTo>
                    <a:lnTo>
                      <a:pt x="13469" y="3539"/>
                    </a:lnTo>
                    <a:lnTo>
                      <a:pt x="13741" y="3968"/>
                    </a:lnTo>
                    <a:lnTo>
                      <a:pt x="14150" y="4450"/>
                    </a:lnTo>
                    <a:lnTo>
                      <a:pt x="14286" y="4987"/>
                    </a:lnTo>
                    <a:lnTo>
                      <a:pt x="14558" y="5469"/>
                    </a:lnTo>
                    <a:lnTo>
                      <a:pt x="14694" y="6005"/>
                    </a:lnTo>
                    <a:lnTo>
                      <a:pt x="14966" y="6542"/>
                    </a:lnTo>
                    <a:lnTo>
                      <a:pt x="15102" y="7024"/>
                    </a:lnTo>
                    <a:lnTo>
                      <a:pt x="15374" y="7614"/>
                    </a:lnTo>
                    <a:lnTo>
                      <a:pt x="15646" y="8150"/>
                    </a:lnTo>
                    <a:lnTo>
                      <a:pt x="15918" y="8794"/>
                    </a:lnTo>
                    <a:lnTo>
                      <a:pt x="16054" y="9330"/>
                    </a:lnTo>
                    <a:lnTo>
                      <a:pt x="16190" y="9866"/>
                    </a:lnTo>
                    <a:lnTo>
                      <a:pt x="16599" y="10456"/>
                    </a:lnTo>
                    <a:lnTo>
                      <a:pt x="16735" y="11046"/>
                    </a:lnTo>
                    <a:lnTo>
                      <a:pt x="17007" y="11635"/>
                    </a:lnTo>
                    <a:lnTo>
                      <a:pt x="17143" y="12172"/>
                    </a:lnTo>
                    <a:lnTo>
                      <a:pt x="17279" y="12761"/>
                    </a:lnTo>
                    <a:lnTo>
                      <a:pt x="17551" y="13298"/>
                    </a:lnTo>
                    <a:lnTo>
                      <a:pt x="17687" y="13834"/>
                    </a:lnTo>
                    <a:lnTo>
                      <a:pt x="17959" y="14370"/>
                    </a:lnTo>
                    <a:lnTo>
                      <a:pt x="18095" y="14960"/>
                    </a:lnTo>
                    <a:lnTo>
                      <a:pt x="18231" y="15442"/>
                    </a:lnTo>
                    <a:lnTo>
                      <a:pt x="18367" y="15871"/>
                    </a:lnTo>
                    <a:lnTo>
                      <a:pt x="18639" y="16461"/>
                    </a:lnTo>
                    <a:lnTo>
                      <a:pt x="18776" y="16836"/>
                    </a:lnTo>
                    <a:lnTo>
                      <a:pt x="19048" y="17265"/>
                    </a:lnTo>
                    <a:lnTo>
                      <a:pt x="19184" y="17748"/>
                    </a:lnTo>
                    <a:lnTo>
                      <a:pt x="19320" y="18177"/>
                    </a:lnTo>
                    <a:lnTo>
                      <a:pt x="19456" y="18552"/>
                    </a:lnTo>
                    <a:lnTo>
                      <a:pt x="19456" y="18874"/>
                    </a:lnTo>
                    <a:lnTo>
                      <a:pt x="19592" y="19196"/>
                    </a:lnTo>
                    <a:lnTo>
                      <a:pt x="19728" y="19517"/>
                    </a:lnTo>
                    <a:lnTo>
                      <a:pt x="19864" y="19732"/>
                    </a:lnTo>
                    <a:lnTo>
                      <a:pt x="19864" y="19946"/>
                    </a:lnTo>
                  </a:path>
                </a:pathLst>
              </a:custGeom>
              <a:noFill/>
              <a:ln w="28575">
                <a:solidFill>
                  <a:srgbClr val="CC0000"/>
                </a:solidFill>
                <a:round/>
                <a:headEnd/>
                <a:tailEnd/>
              </a:ln>
            </p:spPr>
            <p:txBody>
              <a:bodyPr/>
              <a:lstStyle/>
              <a:p>
                <a:endParaRPr lang="zh-CN" altLang="en-US"/>
              </a:p>
            </p:txBody>
          </p:sp>
          <p:sp>
            <p:nvSpPr>
              <p:cNvPr id="56367" name="Freeform 135"/>
              <p:cNvSpPr>
                <a:spLocks/>
              </p:cNvSpPr>
              <p:nvPr/>
            </p:nvSpPr>
            <p:spPr bwMode="auto">
              <a:xfrm flipV="1">
                <a:off x="1937" y="1797"/>
                <a:ext cx="908" cy="59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8"/>
                    </a:moveTo>
                    <a:lnTo>
                      <a:pt x="272" y="18499"/>
                    </a:lnTo>
                    <a:lnTo>
                      <a:pt x="544" y="17909"/>
                    </a:lnTo>
                    <a:lnTo>
                      <a:pt x="680" y="17265"/>
                    </a:lnTo>
                    <a:lnTo>
                      <a:pt x="816" y="16676"/>
                    </a:lnTo>
                    <a:lnTo>
                      <a:pt x="1088" y="16086"/>
                    </a:lnTo>
                    <a:lnTo>
                      <a:pt x="1361" y="15496"/>
                    </a:lnTo>
                    <a:lnTo>
                      <a:pt x="1633" y="14906"/>
                    </a:lnTo>
                    <a:lnTo>
                      <a:pt x="1769" y="14316"/>
                    </a:lnTo>
                    <a:lnTo>
                      <a:pt x="1905" y="13673"/>
                    </a:lnTo>
                    <a:lnTo>
                      <a:pt x="2177" y="13137"/>
                    </a:lnTo>
                    <a:lnTo>
                      <a:pt x="2449" y="12601"/>
                    </a:lnTo>
                    <a:lnTo>
                      <a:pt x="2721" y="12064"/>
                    </a:lnTo>
                    <a:lnTo>
                      <a:pt x="2993" y="11421"/>
                    </a:lnTo>
                    <a:lnTo>
                      <a:pt x="2993" y="10885"/>
                    </a:lnTo>
                    <a:lnTo>
                      <a:pt x="3265" y="10349"/>
                    </a:lnTo>
                    <a:lnTo>
                      <a:pt x="3537" y="9812"/>
                    </a:lnTo>
                    <a:lnTo>
                      <a:pt x="3810" y="9276"/>
                    </a:lnTo>
                    <a:lnTo>
                      <a:pt x="4082" y="8794"/>
                    </a:lnTo>
                    <a:lnTo>
                      <a:pt x="4218" y="8257"/>
                    </a:lnTo>
                    <a:lnTo>
                      <a:pt x="4354" y="7721"/>
                    </a:lnTo>
                    <a:lnTo>
                      <a:pt x="4762" y="7239"/>
                    </a:lnTo>
                    <a:lnTo>
                      <a:pt x="4898" y="6756"/>
                    </a:lnTo>
                    <a:lnTo>
                      <a:pt x="5170" y="6327"/>
                    </a:lnTo>
                    <a:lnTo>
                      <a:pt x="5306" y="5898"/>
                    </a:lnTo>
                    <a:lnTo>
                      <a:pt x="5442" y="5469"/>
                    </a:lnTo>
                    <a:lnTo>
                      <a:pt x="5850" y="4987"/>
                    </a:lnTo>
                    <a:lnTo>
                      <a:pt x="5850" y="4558"/>
                    </a:lnTo>
                    <a:lnTo>
                      <a:pt x="6259" y="4129"/>
                    </a:lnTo>
                    <a:lnTo>
                      <a:pt x="6531" y="3753"/>
                    </a:lnTo>
                    <a:lnTo>
                      <a:pt x="6531" y="3432"/>
                    </a:lnTo>
                    <a:lnTo>
                      <a:pt x="6939" y="3003"/>
                    </a:lnTo>
                    <a:lnTo>
                      <a:pt x="7075" y="2735"/>
                    </a:lnTo>
                    <a:lnTo>
                      <a:pt x="7347" y="2413"/>
                    </a:lnTo>
                    <a:lnTo>
                      <a:pt x="7483" y="2091"/>
                    </a:lnTo>
                    <a:lnTo>
                      <a:pt x="7619" y="1823"/>
                    </a:lnTo>
                    <a:lnTo>
                      <a:pt x="7891" y="1609"/>
                    </a:lnTo>
                    <a:lnTo>
                      <a:pt x="8163" y="1287"/>
                    </a:lnTo>
                    <a:lnTo>
                      <a:pt x="8435" y="1019"/>
                    </a:lnTo>
                    <a:lnTo>
                      <a:pt x="8571" y="858"/>
                    </a:lnTo>
                    <a:lnTo>
                      <a:pt x="8844" y="643"/>
                    </a:lnTo>
                    <a:lnTo>
                      <a:pt x="8980" y="483"/>
                    </a:lnTo>
                    <a:lnTo>
                      <a:pt x="9116" y="375"/>
                    </a:lnTo>
                    <a:lnTo>
                      <a:pt x="9524" y="268"/>
                    </a:lnTo>
                    <a:lnTo>
                      <a:pt x="9524" y="107"/>
                    </a:lnTo>
                    <a:lnTo>
                      <a:pt x="9932" y="107"/>
                    </a:lnTo>
                    <a:lnTo>
                      <a:pt x="10068" y="54"/>
                    </a:lnTo>
                    <a:lnTo>
                      <a:pt x="10204" y="0"/>
                    </a:lnTo>
                    <a:lnTo>
                      <a:pt x="10476" y="54"/>
                    </a:lnTo>
                    <a:lnTo>
                      <a:pt x="10748" y="54"/>
                    </a:lnTo>
                    <a:lnTo>
                      <a:pt x="10884" y="107"/>
                    </a:lnTo>
                    <a:lnTo>
                      <a:pt x="11156" y="214"/>
                    </a:lnTo>
                    <a:lnTo>
                      <a:pt x="11293" y="322"/>
                    </a:lnTo>
                    <a:lnTo>
                      <a:pt x="11565" y="536"/>
                    </a:lnTo>
                    <a:lnTo>
                      <a:pt x="11837" y="751"/>
                    </a:lnTo>
                    <a:lnTo>
                      <a:pt x="12109" y="1019"/>
                    </a:lnTo>
                    <a:lnTo>
                      <a:pt x="12245" y="1233"/>
                    </a:lnTo>
                    <a:lnTo>
                      <a:pt x="12381" y="1609"/>
                    </a:lnTo>
                    <a:lnTo>
                      <a:pt x="12653" y="1877"/>
                    </a:lnTo>
                    <a:lnTo>
                      <a:pt x="12925" y="2306"/>
                    </a:lnTo>
                    <a:lnTo>
                      <a:pt x="13061" y="2735"/>
                    </a:lnTo>
                    <a:lnTo>
                      <a:pt x="13469" y="3110"/>
                    </a:lnTo>
                    <a:lnTo>
                      <a:pt x="13469" y="3539"/>
                    </a:lnTo>
                    <a:lnTo>
                      <a:pt x="13741" y="3968"/>
                    </a:lnTo>
                    <a:lnTo>
                      <a:pt x="14150" y="4450"/>
                    </a:lnTo>
                    <a:lnTo>
                      <a:pt x="14286" y="4987"/>
                    </a:lnTo>
                    <a:lnTo>
                      <a:pt x="14558" y="5469"/>
                    </a:lnTo>
                    <a:lnTo>
                      <a:pt x="14694" y="6005"/>
                    </a:lnTo>
                    <a:lnTo>
                      <a:pt x="14966" y="6542"/>
                    </a:lnTo>
                    <a:lnTo>
                      <a:pt x="15102" y="7024"/>
                    </a:lnTo>
                    <a:lnTo>
                      <a:pt x="15374" y="7614"/>
                    </a:lnTo>
                    <a:lnTo>
                      <a:pt x="15646" y="8150"/>
                    </a:lnTo>
                    <a:lnTo>
                      <a:pt x="15918" y="8794"/>
                    </a:lnTo>
                    <a:lnTo>
                      <a:pt x="16054" y="9330"/>
                    </a:lnTo>
                    <a:lnTo>
                      <a:pt x="16190" y="9866"/>
                    </a:lnTo>
                    <a:lnTo>
                      <a:pt x="16599" y="10456"/>
                    </a:lnTo>
                    <a:lnTo>
                      <a:pt x="16735" y="11046"/>
                    </a:lnTo>
                    <a:lnTo>
                      <a:pt x="17007" y="11635"/>
                    </a:lnTo>
                    <a:lnTo>
                      <a:pt x="17143" y="12172"/>
                    </a:lnTo>
                    <a:lnTo>
                      <a:pt x="17279" y="12761"/>
                    </a:lnTo>
                    <a:lnTo>
                      <a:pt x="17551" y="13298"/>
                    </a:lnTo>
                    <a:lnTo>
                      <a:pt x="17687" y="13834"/>
                    </a:lnTo>
                    <a:lnTo>
                      <a:pt x="17959" y="14370"/>
                    </a:lnTo>
                    <a:lnTo>
                      <a:pt x="18095" y="14960"/>
                    </a:lnTo>
                    <a:lnTo>
                      <a:pt x="18231" y="15442"/>
                    </a:lnTo>
                    <a:lnTo>
                      <a:pt x="18367" y="15871"/>
                    </a:lnTo>
                    <a:lnTo>
                      <a:pt x="18639" y="16461"/>
                    </a:lnTo>
                    <a:lnTo>
                      <a:pt x="18776" y="16836"/>
                    </a:lnTo>
                    <a:lnTo>
                      <a:pt x="19048" y="17265"/>
                    </a:lnTo>
                    <a:lnTo>
                      <a:pt x="19184" y="17748"/>
                    </a:lnTo>
                    <a:lnTo>
                      <a:pt x="19320" y="18177"/>
                    </a:lnTo>
                    <a:lnTo>
                      <a:pt x="19456" y="18552"/>
                    </a:lnTo>
                    <a:lnTo>
                      <a:pt x="19456" y="18874"/>
                    </a:lnTo>
                    <a:lnTo>
                      <a:pt x="19592" y="19196"/>
                    </a:lnTo>
                    <a:lnTo>
                      <a:pt x="19728" y="19517"/>
                    </a:lnTo>
                    <a:lnTo>
                      <a:pt x="19864" y="19732"/>
                    </a:lnTo>
                    <a:lnTo>
                      <a:pt x="19864" y="19946"/>
                    </a:lnTo>
                  </a:path>
                </a:pathLst>
              </a:custGeom>
              <a:noFill/>
              <a:ln w="28575">
                <a:solidFill>
                  <a:srgbClr val="CC0000"/>
                </a:solidFill>
                <a:round/>
                <a:headEnd/>
                <a:tailEnd/>
              </a:ln>
            </p:spPr>
            <p:txBody>
              <a:bodyPr/>
              <a:lstStyle/>
              <a:p>
                <a:endParaRPr lang="zh-CN" altLang="en-US"/>
              </a:p>
            </p:txBody>
          </p:sp>
        </p:grpSp>
        <p:sp>
          <p:nvSpPr>
            <p:cNvPr id="56364" name="Rectangle 142"/>
            <p:cNvSpPr>
              <a:spLocks noChangeArrowheads="1"/>
            </p:cNvSpPr>
            <p:nvPr/>
          </p:nvSpPr>
          <p:spPr bwMode="auto">
            <a:xfrm>
              <a:off x="3333" y="609"/>
              <a:ext cx="215" cy="160"/>
            </a:xfrm>
            <a:prstGeom prst="rect">
              <a:avLst/>
            </a:prstGeom>
            <a:noFill/>
            <a:ln w="6350">
              <a:noFill/>
              <a:miter lim="800000"/>
              <a:headEnd/>
              <a:tailEnd/>
            </a:ln>
          </p:spPr>
          <p:txBody>
            <a:bodyPr lIns="12700" tIns="12700" rIns="12700" bIns="12700"/>
            <a:lstStyle/>
            <a:p>
              <a:pPr algn="just"/>
              <a:r>
                <a:rPr lang="en-US" altLang="zh-CN" sz="2000" b="1" i="1">
                  <a:solidFill>
                    <a:srgbClr val="CC0000"/>
                  </a:solidFill>
                </a:rPr>
                <a:t>A</a:t>
              </a:r>
              <a:r>
                <a:rPr lang="en-US" altLang="zh-CN" sz="2000" b="1" baseline="-25000">
                  <a:solidFill>
                    <a:srgbClr val="CC0000"/>
                  </a:solidFill>
                </a:rPr>
                <a:t>1</a:t>
              </a:r>
              <a:endParaRPr lang="en-US" altLang="zh-CN" sz="2400">
                <a:solidFill>
                  <a:srgbClr val="CC0000"/>
                </a:solidFill>
              </a:endParaRPr>
            </a:p>
          </p:txBody>
        </p:sp>
        <p:sp>
          <p:nvSpPr>
            <p:cNvPr id="56365" name="Line 143"/>
            <p:cNvSpPr>
              <a:spLocks noChangeShapeType="1"/>
            </p:cNvSpPr>
            <p:nvPr/>
          </p:nvSpPr>
          <p:spPr bwMode="auto">
            <a:xfrm>
              <a:off x="3560" y="700"/>
              <a:ext cx="453" cy="0"/>
            </a:xfrm>
            <a:prstGeom prst="line">
              <a:avLst/>
            </a:prstGeom>
            <a:noFill/>
            <a:ln w="9525">
              <a:solidFill>
                <a:srgbClr val="FF6600"/>
              </a:solidFill>
              <a:prstDash val="sysDot"/>
              <a:round/>
              <a:headEnd/>
              <a:tailEnd/>
            </a:ln>
          </p:spPr>
          <p:txBody>
            <a:bodyPr/>
            <a:lstStyle/>
            <a:p>
              <a:endParaRPr lang="zh-CN" altLang="en-US"/>
            </a:p>
          </p:txBody>
        </p:sp>
      </p:grpSp>
      <p:grpSp>
        <p:nvGrpSpPr>
          <p:cNvPr id="5" name="Group 173"/>
          <p:cNvGrpSpPr>
            <a:grpSpLocks/>
          </p:cNvGrpSpPr>
          <p:nvPr/>
        </p:nvGrpSpPr>
        <p:grpSpPr bwMode="auto">
          <a:xfrm>
            <a:off x="5291138" y="1400175"/>
            <a:ext cx="3095625" cy="1081088"/>
            <a:chOff x="3333" y="882"/>
            <a:chExt cx="1950" cy="681"/>
          </a:xfrm>
        </p:grpSpPr>
        <p:sp>
          <p:nvSpPr>
            <p:cNvPr id="56355" name="Rectangle 137"/>
            <p:cNvSpPr>
              <a:spLocks noChangeArrowheads="1"/>
            </p:cNvSpPr>
            <p:nvPr/>
          </p:nvSpPr>
          <p:spPr bwMode="auto">
            <a:xfrm>
              <a:off x="3923" y="882"/>
              <a:ext cx="249" cy="168"/>
            </a:xfrm>
            <a:prstGeom prst="rect">
              <a:avLst/>
            </a:prstGeom>
            <a:noFill/>
            <a:ln w="6350">
              <a:noFill/>
              <a:miter lim="800000"/>
              <a:headEnd/>
              <a:tailEnd/>
            </a:ln>
          </p:spPr>
          <p:txBody>
            <a:bodyPr lIns="12700" tIns="12700" rIns="12700" bIns="12700"/>
            <a:lstStyle/>
            <a:p>
              <a:pPr algn="just"/>
              <a:r>
                <a:rPr lang="en-US" altLang="zh-CN" sz="2400" b="1" i="1">
                  <a:solidFill>
                    <a:srgbClr val="9900CC"/>
                  </a:solidFill>
                </a:rPr>
                <a:t>x</a:t>
              </a:r>
              <a:r>
                <a:rPr lang="en-US" altLang="zh-CN" sz="2400" b="1" baseline="-25000">
                  <a:solidFill>
                    <a:srgbClr val="9900CC"/>
                  </a:solidFill>
                </a:rPr>
                <a:t>2</a:t>
              </a:r>
              <a:endParaRPr lang="en-US" altLang="zh-CN" sz="2400">
                <a:solidFill>
                  <a:srgbClr val="9900CC"/>
                </a:solidFill>
              </a:endParaRPr>
            </a:p>
          </p:txBody>
        </p:sp>
        <p:grpSp>
          <p:nvGrpSpPr>
            <p:cNvPr id="56356" name="Group 138"/>
            <p:cNvGrpSpPr>
              <a:grpSpLocks/>
            </p:cNvGrpSpPr>
            <p:nvPr/>
          </p:nvGrpSpPr>
          <p:grpSpPr bwMode="auto">
            <a:xfrm>
              <a:off x="3560" y="936"/>
              <a:ext cx="1723" cy="627"/>
              <a:chOff x="657" y="2251"/>
              <a:chExt cx="1740" cy="627"/>
            </a:xfrm>
          </p:grpSpPr>
          <p:sp>
            <p:nvSpPr>
              <p:cNvPr id="56359" name="Freeform 139"/>
              <p:cNvSpPr>
                <a:spLocks/>
              </p:cNvSpPr>
              <p:nvPr/>
            </p:nvSpPr>
            <p:spPr bwMode="auto">
              <a:xfrm>
                <a:off x="657" y="2251"/>
                <a:ext cx="879" cy="327"/>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63"/>
                    </a:moveTo>
                    <a:lnTo>
                      <a:pt x="272" y="18490"/>
                    </a:lnTo>
                    <a:lnTo>
                      <a:pt x="544" y="17865"/>
                    </a:lnTo>
                    <a:lnTo>
                      <a:pt x="680" y="17292"/>
                    </a:lnTo>
                    <a:lnTo>
                      <a:pt x="816" y="16667"/>
                    </a:lnTo>
                    <a:lnTo>
                      <a:pt x="1088" y="16042"/>
                    </a:lnTo>
                    <a:lnTo>
                      <a:pt x="1361" y="15469"/>
                    </a:lnTo>
                    <a:lnTo>
                      <a:pt x="1633" y="14896"/>
                    </a:lnTo>
                    <a:lnTo>
                      <a:pt x="1769" y="14271"/>
                    </a:lnTo>
                    <a:lnTo>
                      <a:pt x="1905" y="13698"/>
                    </a:lnTo>
                    <a:lnTo>
                      <a:pt x="2177" y="13177"/>
                    </a:lnTo>
                    <a:lnTo>
                      <a:pt x="2449" y="12552"/>
                    </a:lnTo>
                    <a:lnTo>
                      <a:pt x="2721" y="12031"/>
                    </a:lnTo>
                    <a:lnTo>
                      <a:pt x="2993" y="11458"/>
                    </a:lnTo>
                    <a:lnTo>
                      <a:pt x="2993" y="10885"/>
                    </a:lnTo>
                    <a:lnTo>
                      <a:pt x="3265" y="10313"/>
                    </a:lnTo>
                    <a:lnTo>
                      <a:pt x="3537" y="9792"/>
                    </a:lnTo>
                    <a:lnTo>
                      <a:pt x="3810" y="9271"/>
                    </a:lnTo>
                    <a:lnTo>
                      <a:pt x="4082" y="8750"/>
                    </a:lnTo>
                    <a:lnTo>
                      <a:pt x="4218" y="8229"/>
                    </a:lnTo>
                    <a:lnTo>
                      <a:pt x="4354" y="7708"/>
                    </a:lnTo>
                    <a:lnTo>
                      <a:pt x="4762" y="7292"/>
                    </a:lnTo>
                    <a:lnTo>
                      <a:pt x="4898" y="6771"/>
                    </a:lnTo>
                    <a:lnTo>
                      <a:pt x="5170" y="6354"/>
                    </a:lnTo>
                    <a:lnTo>
                      <a:pt x="5306" y="5885"/>
                    </a:lnTo>
                    <a:lnTo>
                      <a:pt x="5442" y="5469"/>
                    </a:lnTo>
                    <a:lnTo>
                      <a:pt x="5850" y="5000"/>
                    </a:lnTo>
                    <a:lnTo>
                      <a:pt x="5850" y="4531"/>
                    </a:lnTo>
                    <a:lnTo>
                      <a:pt x="6259" y="4167"/>
                    </a:lnTo>
                    <a:lnTo>
                      <a:pt x="6531" y="3802"/>
                    </a:lnTo>
                    <a:lnTo>
                      <a:pt x="6531" y="3438"/>
                    </a:lnTo>
                    <a:lnTo>
                      <a:pt x="6939" y="3073"/>
                    </a:lnTo>
                    <a:lnTo>
                      <a:pt x="7075" y="2708"/>
                    </a:lnTo>
                    <a:lnTo>
                      <a:pt x="7347" y="2448"/>
                    </a:lnTo>
                    <a:lnTo>
                      <a:pt x="7483" y="2083"/>
                    </a:lnTo>
                    <a:lnTo>
                      <a:pt x="7619" y="1823"/>
                    </a:lnTo>
                    <a:lnTo>
                      <a:pt x="7891" y="1563"/>
                    </a:lnTo>
                    <a:lnTo>
                      <a:pt x="8163" y="1302"/>
                    </a:lnTo>
                    <a:lnTo>
                      <a:pt x="8435" y="1042"/>
                    </a:lnTo>
                    <a:lnTo>
                      <a:pt x="8571" y="833"/>
                    </a:lnTo>
                    <a:lnTo>
                      <a:pt x="8844" y="677"/>
                    </a:lnTo>
                    <a:lnTo>
                      <a:pt x="8980" y="521"/>
                    </a:lnTo>
                    <a:lnTo>
                      <a:pt x="9116" y="365"/>
                    </a:lnTo>
                    <a:lnTo>
                      <a:pt x="9524" y="260"/>
                    </a:lnTo>
                    <a:lnTo>
                      <a:pt x="9524" y="104"/>
                    </a:lnTo>
                    <a:lnTo>
                      <a:pt x="9932" y="104"/>
                    </a:lnTo>
                    <a:lnTo>
                      <a:pt x="10068" y="52"/>
                    </a:lnTo>
                    <a:lnTo>
                      <a:pt x="10204" y="0"/>
                    </a:lnTo>
                    <a:lnTo>
                      <a:pt x="10476" y="52"/>
                    </a:lnTo>
                    <a:lnTo>
                      <a:pt x="10748" y="52"/>
                    </a:lnTo>
                    <a:lnTo>
                      <a:pt x="10884" y="104"/>
                    </a:lnTo>
                    <a:lnTo>
                      <a:pt x="11156" y="208"/>
                    </a:lnTo>
                    <a:lnTo>
                      <a:pt x="11293" y="313"/>
                    </a:lnTo>
                    <a:lnTo>
                      <a:pt x="11565" y="521"/>
                    </a:lnTo>
                    <a:lnTo>
                      <a:pt x="11837" y="781"/>
                    </a:lnTo>
                    <a:lnTo>
                      <a:pt x="12109" y="990"/>
                    </a:lnTo>
                    <a:lnTo>
                      <a:pt x="12245" y="1250"/>
                    </a:lnTo>
                    <a:lnTo>
                      <a:pt x="12381" y="1563"/>
                    </a:lnTo>
                    <a:lnTo>
                      <a:pt x="12653" y="1875"/>
                    </a:lnTo>
                    <a:lnTo>
                      <a:pt x="12925" y="2292"/>
                    </a:lnTo>
                    <a:lnTo>
                      <a:pt x="13061" y="2708"/>
                    </a:lnTo>
                    <a:lnTo>
                      <a:pt x="13469" y="3125"/>
                    </a:lnTo>
                    <a:lnTo>
                      <a:pt x="13469" y="3542"/>
                    </a:lnTo>
                    <a:lnTo>
                      <a:pt x="13741" y="4010"/>
                    </a:lnTo>
                    <a:lnTo>
                      <a:pt x="14150" y="4427"/>
                    </a:lnTo>
                    <a:lnTo>
                      <a:pt x="14286" y="4948"/>
                    </a:lnTo>
                    <a:lnTo>
                      <a:pt x="14558" y="5469"/>
                    </a:lnTo>
                    <a:lnTo>
                      <a:pt x="14694" y="5990"/>
                    </a:lnTo>
                    <a:lnTo>
                      <a:pt x="14966" y="6510"/>
                    </a:lnTo>
                    <a:lnTo>
                      <a:pt x="15102" y="7083"/>
                    </a:lnTo>
                    <a:lnTo>
                      <a:pt x="15374" y="7656"/>
                    </a:lnTo>
                    <a:lnTo>
                      <a:pt x="15646" y="8177"/>
                    </a:lnTo>
                    <a:lnTo>
                      <a:pt x="15918" y="8802"/>
                    </a:lnTo>
                    <a:lnTo>
                      <a:pt x="16054" y="9375"/>
                    </a:lnTo>
                    <a:lnTo>
                      <a:pt x="16190" y="9896"/>
                    </a:lnTo>
                    <a:lnTo>
                      <a:pt x="16599" y="10469"/>
                    </a:lnTo>
                    <a:lnTo>
                      <a:pt x="16735" y="10990"/>
                    </a:lnTo>
                    <a:lnTo>
                      <a:pt x="17007" y="11615"/>
                    </a:lnTo>
                    <a:lnTo>
                      <a:pt x="17143" y="12135"/>
                    </a:lnTo>
                    <a:lnTo>
                      <a:pt x="17279" y="12708"/>
                    </a:lnTo>
                    <a:lnTo>
                      <a:pt x="17551" y="13281"/>
                    </a:lnTo>
                    <a:lnTo>
                      <a:pt x="17687" y="13854"/>
                    </a:lnTo>
                    <a:lnTo>
                      <a:pt x="17959" y="14375"/>
                    </a:lnTo>
                    <a:lnTo>
                      <a:pt x="18095" y="14948"/>
                    </a:lnTo>
                    <a:lnTo>
                      <a:pt x="18231" y="15469"/>
                    </a:lnTo>
                    <a:lnTo>
                      <a:pt x="18367" y="15938"/>
                    </a:lnTo>
                    <a:lnTo>
                      <a:pt x="18639" y="16406"/>
                    </a:lnTo>
                    <a:lnTo>
                      <a:pt x="18776" y="16875"/>
                    </a:lnTo>
                    <a:lnTo>
                      <a:pt x="19048" y="17292"/>
                    </a:lnTo>
                    <a:lnTo>
                      <a:pt x="19184" y="17708"/>
                    </a:lnTo>
                    <a:lnTo>
                      <a:pt x="19320" y="18177"/>
                    </a:lnTo>
                    <a:lnTo>
                      <a:pt x="19456" y="18542"/>
                    </a:lnTo>
                    <a:lnTo>
                      <a:pt x="19456" y="18906"/>
                    </a:lnTo>
                    <a:lnTo>
                      <a:pt x="19592" y="19167"/>
                    </a:lnTo>
                    <a:lnTo>
                      <a:pt x="19728" y="19479"/>
                    </a:lnTo>
                    <a:lnTo>
                      <a:pt x="19864" y="19740"/>
                    </a:lnTo>
                    <a:lnTo>
                      <a:pt x="19864" y="19948"/>
                    </a:lnTo>
                  </a:path>
                </a:pathLst>
              </a:custGeom>
              <a:noFill/>
              <a:ln w="28575">
                <a:solidFill>
                  <a:srgbClr val="9900CC"/>
                </a:solidFill>
                <a:round/>
                <a:headEnd/>
                <a:tailEnd/>
              </a:ln>
            </p:spPr>
            <p:txBody>
              <a:bodyPr/>
              <a:lstStyle/>
              <a:p>
                <a:endParaRPr lang="zh-CN" altLang="en-US"/>
              </a:p>
            </p:txBody>
          </p:sp>
          <p:sp>
            <p:nvSpPr>
              <p:cNvPr id="56360" name="Freeform 140"/>
              <p:cNvSpPr>
                <a:spLocks/>
              </p:cNvSpPr>
              <p:nvPr/>
            </p:nvSpPr>
            <p:spPr bwMode="auto">
              <a:xfrm flipV="1">
                <a:off x="1518" y="2551"/>
                <a:ext cx="879" cy="327"/>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63"/>
                    </a:moveTo>
                    <a:lnTo>
                      <a:pt x="272" y="18490"/>
                    </a:lnTo>
                    <a:lnTo>
                      <a:pt x="544" y="17865"/>
                    </a:lnTo>
                    <a:lnTo>
                      <a:pt x="680" y="17292"/>
                    </a:lnTo>
                    <a:lnTo>
                      <a:pt x="816" y="16667"/>
                    </a:lnTo>
                    <a:lnTo>
                      <a:pt x="1088" y="16042"/>
                    </a:lnTo>
                    <a:lnTo>
                      <a:pt x="1361" y="15469"/>
                    </a:lnTo>
                    <a:lnTo>
                      <a:pt x="1633" y="14896"/>
                    </a:lnTo>
                    <a:lnTo>
                      <a:pt x="1769" y="14271"/>
                    </a:lnTo>
                    <a:lnTo>
                      <a:pt x="1905" y="13698"/>
                    </a:lnTo>
                    <a:lnTo>
                      <a:pt x="2177" y="13177"/>
                    </a:lnTo>
                    <a:lnTo>
                      <a:pt x="2449" y="12552"/>
                    </a:lnTo>
                    <a:lnTo>
                      <a:pt x="2721" y="12031"/>
                    </a:lnTo>
                    <a:lnTo>
                      <a:pt x="2993" y="11458"/>
                    </a:lnTo>
                    <a:lnTo>
                      <a:pt x="2993" y="10885"/>
                    </a:lnTo>
                    <a:lnTo>
                      <a:pt x="3265" y="10313"/>
                    </a:lnTo>
                    <a:lnTo>
                      <a:pt x="3537" y="9792"/>
                    </a:lnTo>
                    <a:lnTo>
                      <a:pt x="3810" y="9271"/>
                    </a:lnTo>
                    <a:lnTo>
                      <a:pt x="4082" y="8750"/>
                    </a:lnTo>
                    <a:lnTo>
                      <a:pt x="4218" y="8229"/>
                    </a:lnTo>
                    <a:lnTo>
                      <a:pt x="4354" y="7708"/>
                    </a:lnTo>
                    <a:lnTo>
                      <a:pt x="4762" y="7292"/>
                    </a:lnTo>
                    <a:lnTo>
                      <a:pt x="4898" y="6771"/>
                    </a:lnTo>
                    <a:lnTo>
                      <a:pt x="5170" y="6354"/>
                    </a:lnTo>
                    <a:lnTo>
                      <a:pt x="5306" y="5885"/>
                    </a:lnTo>
                    <a:lnTo>
                      <a:pt x="5442" y="5469"/>
                    </a:lnTo>
                    <a:lnTo>
                      <a:pt x="5850" y="5000"/>
                    </a:lnTo>
                    <a:lnTo>
                      <a:pt x="5850" y="4531"/>
                    </a:lnTo>
                    <a:lnTo>
                      <a:pt x="6259" y="4167"/>
                    </a:lnTo>
                    <a:lnTo>
                      <a:pt x="6531" y="3802"/>
                    </a:lnTo>
                    <a:lnTo>
                      <a:pt x="6531" y="3438"/>
                    </a:lnTo>
                    <a:lnTo>
                      <a:pt x="6939" y="3073"/>
                    </a:lnTo>
                    <a:lnTo>
                      <a:pt x="7075" y="2708"/>
                    </a:lnTo>
                    <a:lnTo>
                      <a:pt x="7347" y="2448"/>
                    </a:lnTo>
                    <a:lnTo>
                      <a:pt x="7483" y="2083"/>
                    </a:lnTo>
                    <a:lnTo>
                      <a:pt x="7619" y="1823"/>
                    </a:lnTo>
                    <a:lnTo>
                      <a:pt x="7891" y="1563"/>
                    </a:lnTo>
                    <a:lnTo>
                      <a:pt x="8163" y="1302"/>
                    </a:lnTo>
                    <a:lnTo>
                      <a:pt x="8435" y="1042"/>
                    </a:lnTo>
                    <a:lnTo>
                      <a:pt x="8571" y="833"/>
                    </a:lnTo>
                    <a:lnTo>
                      <a:pt x="8844" y="677"/>
                    </a:lnTo>
                    <a:lnTo>
                      <a:pt x="8980" y="521"/>
                    </a:lnTo>
                    <a:lnTo>
                      <a:pt x="9116" y="365"/>
                    </a:lnTo>
                    <a:lnTo>
                      <a:pt x="9524" y="260"/>
                    </a:lnTo>
                    <a:lnTo>
                      <a:pt x="9524" y="104"/>
                    </a:lnTo>
                    <a:lnTo>
                      <a:pt x="9932" y="104"/>
                    </a:lnTo>
                    <a:lnTo>
                      <a:pt x="10068" y="52"/>
                    </a:lnTo>
                    <a:lnTo>
                      <a:pt x="10204" y="0"/>
                    </a:lnTo>
                    <a:lnTo>
                      <a:pt x="10476" y="52"/>
                    </a:lnTo>
                    <a:lnTo>
                      <a:pt x="10748" y="52"/>
                    </a:lnTo>
                    <a:lnTo>
                      <a:pt x="10884" y="104"/>
                    </a:lnTo>
                    <a:lnTo>
                      <a:pt x="11156" y="208"/>
                    </a:lnTo>
                    <a:lnTo>
                      <a:pt x="11293" y="313"/>
                    </a:lnTo>
                    <a:lnTo>
                      <a:pt x="11565" y="521"/>
                    </a:lnTo>
                    <a:lnTo>
                      <a:pt x="11837" y="781"/>
                    </a:lnTo>
                    <a:lnTo>
                      <a:pt x="12109" y="990"/>
                    </a:lnTo>
                    <a:lnTo>
                      <a:pt x="12245" y="1250"/>
                    </a:lnTo>
                    <a:lnTo>
                      <a:pt x="12381" y="1563"/>
                    </a:lnTo>
                    <a:lnTo>
                      <a:pt x="12653" y="1875"/>
                    </a:lnTo>
                    <a:lnTo>
                      <a:pt x="12925" y="2292"/>
                    </a:lnTo>
                    <a:lnTo>
                      <a:pt x="13061" y="2708"/>
                    </a:lnTo>
                    <a:lnTo>
                      <a:pt x="13469" y="3125"/>
                    </a:lnTo>
                    <a:lnTo>
                      <a:pt x="13469" y="3542"/>
                    </a:lnTo>
                    <a:lnTo>
                      <a:pt x="13741" y="4010"/>
                    </a:lnTo>
                    <a:lnTo>
                      <a:pt x="14150" y="4427"/>
                    </a:lnTo>
                    <a:lnTo>
                      <a:pt x="14286" y="4948"/>
                    </a:lnTo>
                    <a:lnTo>
                      <a:pt x="14558" y="5469"/>
                    </a:lnTo>
                    <a:lnTo>
                      <a:pt x="14694" y="5990"/>
                    </a:lnTo>
                    <a:lnTo>
                      <a:pt x="14966" y="6510"/>
                    </a:lnTo>
                    <a:lnTo>
                      <a:pt x="15102" y="7083"/>
                    </a:lnTo>
                    <a:lnTo>
                      <a:pt x="15374" y="7656"/>
                    </a:lnTo>
                    <a:lnTo>
                      <a:pt x="15646" y="8177"/>
                    </a:lnTo>
                    <a:lnTo>
                      <a:pt x="15918" y="8802"/>
                    </a:lnTo>
                    <a:lnTo>
                      <a:pt x="16054" y="9375"/>
                    </a:lnTo>
                    <a:lnTo>
                      <a:pt x="16190" y="9896"/>
                    </a:lnTo>
                    <a:lnTo>
                      <a:pt x="16599" y="10469"/>
                    </a:lnTo>
                    <a:lnTo>
                      <a:pt x="16735" y="10990"/>
                    </a:lnTo>
                    <a:lnTo>
                      <a:pt x="17007" y="11615"/>
                    </a:lnTo>
                    <a:lnTo>
                      <a:pt x="17143" y="12135"/>
                    </a:lnTo>
                    <a:lnTo>
                      <a:pt x="17279" y="12708"/>
                    </a:lnTo>
                    <a:lnTo>
                      <a:pt x="17551" y="13281"/>
                    </a:lnTo>
                    <a:lnTo>
                      <a:pt x="17687" y="13854"/>
                    </a:lnTo>
                    <a:lnTo>
                      <a:pt x="17959" y="14375"/>
                    </a:lnTo>
                    <a:lnTo>
                      <a:pt x="18095" y="14948"/>
                    </a:lnTo>
                    <a:lnTo>
                      <a:pt x="18231" y="15469"/>
                    </a:lnTo>
                    <a:lnTo>
                      <a:pt x="18367" y="15938"/>
                    </a:lnTo>
                    <a:lnTo>
                      <a:pt x="18639" y="16406"/>
                    </a:lnTo>
                    <a:lnTo>
                      <a:pt x="18776" y="16875"/>
                    </a:lnTo>
                    <a:lnTo>
                      <a:pt x="19048" y="17292"/>
                    </a:lnTo>
                    <a:lnTo>
                      <a:pt x="19184" y="17708"/>
                    </a:lnTo>
                    <a:lnTo>
                      <a:pt x="19320" y="18177"/>
                    </a:lnTo>
                    <a:lnTo>
                      <a:pt x="19456" y="18542"/>
                    </a:lnTo>
                    <a:lnTo>
                      <a:pt x="19456" y="18906"/>
                    </a:lnTo>
                    <a:lnTo>
                      <a:pt x="19592" y="19167"/>
                    </a:lnTo>
                    <a:lnTo>
                      <a:pt x="19728" y="19479"/>
                    </a:lnTo>
                    <a:lnTo>
                      <a:pt x="19864" y="19740"/>
                    </a:lnTo>
                    <a:lnTo>
                      <a:pt x="19864" y="19948"/>
                    </a:lnTo>
                  </a:path>
                </a:pathLst>
              </a:custGeom>
              <a:noFill/>
              <a:ln w="28575">
                <a:solidFill>
                  <a:srgbClr val="9900CC"/>
                </a:solidFill>
                <a:round/>
                <a:headEnd/>
                <a:tailEnd/>
              </a:ln>
            </p:spPr>
            <p:txBody>
              <a:bodyPr/>
              <a:lstStyle/>
              <a:p>
                <a:endParaRPr lang="zh-CN" altLang="en-US"/>
              </a:p>
            </p:txBody>
          </p:sp>
        </p:grpSp>
        <p:sp>
          <p:nvSpPr>
            <p:cNvPr id="56357" name="Rectangle 145"/>
            <p:cNvSpPr>
              <a:spLocks noChangeArrowheads="1"/>
            </p:cNvSpPr>
            <p:nvPr/>
          </p:nvSpPr>
          <p:spPr bwMode="auto">
            <a:xfrm>
              <a:off x="3333" y="882"/>
              <a:ext cx="249" cy="136"/>
            </a:xfrm>
            <a:prstGeom prst="rect">
              <a:avLst/>
            </a:prstGeom>
            <a:noFill/>
            <a:ln w="6350">
              <a:noFill/>
              <a:miter lim="800000"/>
              <a:headEnd/>
              <a:tailEnd/>
            </a:ln>
          </p:spPr>
          <p:txBody>
            <a:bodyPr lIns="12700" tIns="12700" rIns="12700" bIns="12700"/>
            <a:lstStyle/>
            <a:p>
              <a:pPr algn="just"/>
              <a:r>
                <a:rPr lang="en-US" altLang="zh-CN" sz="2000" b="1" i="1">
                  <a:solidFill>
                    <a:srgbClr val="9900CC"/>
                  </a:solidFill>
                </a:rPr>
                <a:t>A</a:t>
              </a:r>
              <a:r>
                <a:rPr lang="en-US" altLang="zh-CN" sz="2000" b="1" baseline="-25000">
                  <a:solidFill>
                    <a:srgbClr val="9900CC"/>
                  </a:solidFill>
                </a:rPr>
                <a:t>2</a:t>
              </a:r>
              <a:endParaRPr lang="en-US" altLang="zh-CN" sz="2400">
                <a:solidFill>
                  <a:srgbClr val="9900CC"/>
                </a:solidFill>
              </a:endParaRPr>
            </a:p>
          </p:txBody>
        </p:sp>
        <p:sp>
          <p:nvSpPr>
            <p:cNvPr id="56358" name="Line 146"/>
            <p:cNvSpPr>
              <a:spLocks noChangeShapeType="1"/>
            </p:cNvSpPr>
            <p:nvPr/>
          </p:nvSpPr>
          <p:spPr bwMode="auto">
            <a:xfrm>
              <a:off x="3560" y="927"/>
              <a:ext cx="499" cy="0"/>
            </a:xfrm>
            <a:prstGeom prst="line">
              <a:avLst/>
            </a:prstGeom>
            <a:noFill/>
            <a:ln w="9525">
              <a:solidFill>
                <a:srgbClr val="FF6600"/>
              </a:solidFill>
              <a:prstDash val="sysDot"/>
              <a:round/>
              <a:headEnd/>
              <a:tailEnd/>
            </a:ln>
          </p:spPr>
          <p:txBody>
            <a:bodyPr/>
            <a:lstStyle/>
            <a:p>
              <a:endParaRPr lang="zh-CN" altLang="en-US"/>
            </a:p>
          </p:txBody>
        </p:sp>
      </p:grpSp>
      <p:grpSp>
        <p:nvGrpSpPr>
          <p:cNvPr id="7" name="Group 176"/>
          <p:cNvGrpSpPr>
            <a:grpSpLocks/>
          </p:cNvGrpSpPr>
          <p:nvPr/>
        </p:nvGrpSpPr>
        <p:grpSpPr bwMode="auto">
          <a:xfrm>
            <a:off x="5435600" y="3414713"/>
            <a:ext cx="3402013" cy="2447925"/>
            <a:chOff x="3424" y="2151"/>
            <a:chExt cx="2143" cy="1542"/>
          </a:xfrm>
        </p:grpSpPr>
        <p:sp>
          <p:nvSpPr>
            <p:cNvPr id="56350" name="Rectangle 148"/>
            <p:cNvSpPr>
              <a:spLocks noChangeArrowheads="1"/>
            </p:cNvSpPr>
            <p:nvPr/>
          </p:nvSpPr>
          <p:spPr bwMode="auto">
            <a:xfrm>
              <a:off x="3424" y="2151"/>
              <a:ext cx="238" cy="200"/>
            </a:xfrm>
            <a:prstGeom prst="rect">
              <a:avLst/>
            </a:prstGeom>
            <a:noFill/>
            <a:ln w="9525">
              <a:noFill/>
              <a:miter lim="800000"/>
              <a:headEnd/>
              <a:tailEnd/>
            </a:ln>
          </p:spPr>
          <p:txBody>
            <a:bodyPr lIns="12700" tIns="12700" rIns="12700" bIns="12700"/>
            <a:lstStyle/>
            <a:p>
              <a:pPr algn="just"/>
              <a:r>
                <a:rPr lang="en-US" altLang="zh-CN" sz="2400" b="1" i="1"/>
                <a:t>x</a:t>
              </a:r>
              <a:endParaRPr lang="en-US" altLang="zh-CN" sz="2400"/>
            </a:p>
          </p:txBody>
        </p:sp>
        <p:sp>
          <p:nvSpPr>
            <p:cNvPr id="56351" name="Rectangle 149"/>
            <p:cNvSpPr>
              <a:spLocks noChangeArrowheads="1"/>
            </p:cNvSpPr>
            <p:nvPr/>
          </p:nvSpPr>
          <p:spPr bwMode="auto">
            <a:xfrm>
              <a:off x="5375" y="3104"/>
              <a:ext cx="192" cy="161"/>
            </a:xfrm>
            <a:prstGeom prst="rect">
              <a:avLst/>
            </a:prstGeom>
            <a:noFill/>
            <a:ln w="6350">
              <a:noFill/>
              <a:miter lim="800000"/>
              <a:headEnd/>
              <a:tailEnd/>
            </a:ln>
          </p:spPr>
          <p:txBody>
            <a:bodyPr lIns="12700" tIns="12700" rIns="12700" bIns="12700"/>
            <a:lstStyle/>
            <a:p>
              <a:pPr algn="just"/>
              <a:r>
                <a:rPr lang="en-US" altLang="zh-CN" sz="2400" b="1" i="1"/>
                <a:t>t</a:t>
              </a:r>
              <a:endParaRPr lang="en-US" altLang="zh-CN" sz="2400"/>
            </a:p>
          </p:txBody>
        </p:sp>
        <p:sp>
          <p:nvSpPr>
            <p:cNvPr id="56352" name="Rectangle 150"/>
            <p:cNvSpPr>
              <a:spLocks noChangeArrowheads="1"/>
            </p:cNvSpPr>
            <p:nvPr/>
          </p:nvSpPr>
          <p:spPr bwMode="auto">
            <a:xfrm>
              <a:off x="3424" y="2968"/>
              <a:ext cx="261" cy="227"/>
            </a:xfrm>
            <a:prstGeom prst="rect">
              <a:avLst/>
            </a:prstGeom>
            <a:noFill/>
            <a:ln w="9525">
              <a:noFill/>
              <a:miter lim="800000"/>
              <a:headEnd/>
              <a:tailEnd/>
            </a:ln>
          </p:spPr>
          <p:txBody>
            <a:bodyPr lIns="12700" tIns="12700" rIns="12700" bIns="12700"/>
            <a:lstStyle/>
            <a:p>
              <a:pPr algn="just"/>
              <a:r>
                <a:rPr lang="en-US" altLang="zh-CN" sz="2800" b="1" i="1"/>
                <a:t>o</a:t>
              </a:r>
              <a:endParaRPr lang="en-US" altLang="zh-CN" sz="2400"/>
            </a:p>
          </p:txBody>
        </p:sp>
        <p:sp>
          <p:nvSpPr>
            <p:cNvPr id="56353" name="Line 151"/>
            <p:cNvSpPr>
              <a:spLocks noChangeShapeType="1"/>
            </p:cNvSpPr>
            <p:nvPr/>
          </p:nvSpPr>
          <p:spPr bwMode="auto">
            <a:xfrm>
              <a:off x="3606" y="3067"/>
              <a:ext cx="1864" cy="0"/>
            </a:xfrm>
            <a:prstGeom prst="line">
              <a:avLst/>
            </a:prstGeom>
            <a:noFill/>
            <a:ln w="19050">
              <a:solidFill>
                <a:schemeClr val="tx2"/>
              </a:solidFill>
              <a:round/>
              <a:headEnd type="none" w="med" len="sm"/>
              <a:tailEnd type="triangle" w="med" len="lg"/>
            </a:ln>
          </p:spPr>
          <p:txBody>
            <a:bodyPr/>
            <a:lstStyle/>
            <a:p>
              <a:endParaRPr lang="zh-CN" altLang="en-US"/>
            </a:p>
          </p:txBody>
        </p:sp>
        <p:sp>
          <p:nvSpPr>
            <p:cNvPr id="56354" name="Line 152"/>
            <p:cNvSpPr>
              <a:spLocks noChangeShapeType="1"/>
            </p:cNvSpPr>
            <p:nvPr/>
          </p:nvSpPr>
          <p:spPr bwMode="auto">
            <a:xfrm>
              <a:off x="3606" y="2242"/>
              <a:ext cx="1" cy="1451"/>
            </a:xfrm>
            <a:prstGeom prst="line">
              <a:avLst/>
            </a:prstGeom>
            <a:noFill/>
            <a:ln w="19050">
              <a:solidFill>
                <a:schemeClr val="tx2"/>
              </a:solidFill>
              <a:round/>
              <a:headEnd type="triangle" w="med" len="lg"/>
              <a:tailEnd type="none" w="med" len="sm"/>
            </a:ln>
          </p:spPr>
          <p:txBody>
            <a:bodyPr/>
            <a:lstStyle/>
            <a:p>
              <a:endParaRPr lang="zh-CN" altLang="en-US"/>
            </a:p>
          </p:txBody>
        </p:sp>
      </p:grpSp>
      <p:sp>
        <p:nvSpPr>
          <p:cNvPr id="13465" name="Rectangle 153"/>
          <p:cNvSpPr>
            <a:spLocks noChangeArrowheads="1"/>
          </p:cNvSpPr>
          <p:nvPr/>
        </p:nvSpPr>
        <p:spPr bwMode="auto">
          <a:xfrm>
            <a:off x="7235825" y="3630613"/>
            <a:ext cx="650875" cy="541337"/>
          </a:xfrm>
          <a:prstGeom prst="rect">
            <a:avLst/>
          </a:prstGeom>
          <a:noFill/>
          <a:ln w="6350">
            <a:noFill/>
            <a:miter lim="800000"/>
            <a:headEnd/>
            <a:tailEnd/>
          </a:ln>
        </p:spPr>
        <p:txBody>
          <a:bodyPr lIns="12700" tIns="12700" rIns="12700" bIns="12700"/>
          <a:lstStyle/>
          <a:p>
            <a:pPr algn="just"/>
            <a:r>
              <a:rPr lang="zh-CN" altLang="en-US" sz="2000" b="1">
                <a:solidFill>
                  <a:srgbClr val="003399"/>
                </a:solidFill>
                <a:ea typeface="楷体_GB2312" pitchFamily="49" charset="-122"/>
              </a:rPr>
              <a:t>反相</a:t>
            </a:r>
            <a:endParaRPr lang="zh-CN" altLang="en-US" sz="2400">
              <a:solidFill>
                <a:srgbClr val="003399"/>
              </a:solidFill>
            </a:endParaRPr>
          </a:p>
        </p:txBody>
      </p:sp>
      <p:grpSp>
        <p:nvGrpSpPr>
          <p:cNvPr id="8" name="Group 178"/>
          <p:cNvGrpSpPr>
            <a:grpSpLocks/>
          </p:cNvGrpSpPr>
          <p:nvPr/>
        </p:nvGrpSpPr>
        <p:grpSpPr bwMode="auto">
          <a:xfrm>
            <a:off x="5364163" y="3630613"/>
            <a:ext cx="3489325" cy="2089150"/>
            <a:chOff x="3379" y="2287"/>
            <a:chExt cx="2198" cy="1316"/>
          </a:xfrm>
        </p:grpSpPr>
        <p:grpSp>
          <p:nvGrpSpPr>
            <p:cNvPr id="56341" name="Group 154"/>
            <p:cNvGrpSpPr>
              <a:grpSpLocks/>
            </p:cNvGrpSpPr>
            <p:nvPr/>
          </p:nvGrpSpPr>
          <p:grpSpPr bwMode="auto">
            <a:xfrm>
              <a:off x="3606" y="2287"/>
              <a:ext cx="1971" cy="1316"/>
              <a:chOff x="3515" y="345"/>
              <a:chExt cx="1971" cy="1316"/>
            </a:xfrm>
          </p:grpSpPr>
          <p:sp>
            <p:nvSpPr>
              <p:cNvPr id="56345" name="Rectangle 155"/>
              <p:cNvSpPr>
                <a:spLocks noChangeArrowheads="1"/>
              </p:cNvSpPr>
              <p:nvPr/>
            </p:nvSpPr>
            <p:spPr bwMode="auto">
              <a:xfrm>
                <a:off x="5193" y="890"/>
                <a:ext cx="293" cy="161"/>
              </a:xfrm>
              <a:prstGeom prst="rect">
                <a:avLst/>
              </a:prstGeom>
              <a:noFill/>
              <a:ln w="6350">
                <a:noFill/>
                <a:miter lim="800000"/>
                <a:headEnd/>
                <a:tailEnd/>
              </a:ln>
            </p:spPr>
            <p:txBody>
              <a:bodyPr lIns="12700" tIns="12700" rIns="12700" bIns="12700"/>
              <a:lstStyle/>
              <a:p>
                <a:pPr algn="just"/>
                <a:r>
                  <a:rPr lang="en-US" altLang="zh-CN" sz="2000" b="1" i="1"/>
                  <a:t>T</a:t>
                </a:r>
                <a:endParaRPr lang="en-US" altLang="zh-CN" sz="2400"/>
              </a:p>
            </p:txBody>
          </p:sp>
          <p:sp>
            <p:nvSpPr>
              <p:cNvPr id="56346" name="Rectangle 156"/>
              <p:cNvSpPr>
                <a:spLocks noChangeArrowheads="1"/>
              </p:cNvSpPr>
              <p:nvPr/>
            </p:nvSpPr>
            <p:spPr bwMode="auto">
              <a:xfrm>
                <a:off x="3923" y="345"/>
                <a:ext cx="282" cy="240"/>
              </a:xfrm>
              <a:prstGeom prst="rect">
                <a:avLst/>
              </a:prstGeom>
              <a:noFill/>
              <a:ln w="6350">
                <a:noFill/>
                <a:miter lim="800000"/>
                <a:headEnd/>
                <a:tailEnd/>
              </a:ln>
            </p:spPr>
            <p:txBody>
              <a:bodyPr lIns="12700" tIns="12700" rIns="12700" bIns="12700"/>
              <a:lstStyle/>
              <a:p>
                <a:pPr algn="just"/>
                <a:r>
                  <a:rPr lang="en-US" altLang="zh-CN" sz="2400" b="1" i="1">
                    <a:solidFill>
                      <a:srgbClr val="CC0000"/>
                    </a:solidFill>
                  </a:rPr>
                  <a:t>x</a:t>
                </a:r>
                <a:r>
                  <a:rPr lang="en-US" altLang="zh-CN" sz="2400" b="1" baseline="-25000">
                    <a:solidFill>
                      <a:srgbClr val="CC0000"/>
                    </a:solidFill>
                  </a:rPr>
                  <a:t>1</a:t>
                </a:r>
                <a:endParaRPr lang="en-US" altLang="zh-CN" sz="2400">
                  <a:solidFill>
                    <a:srgbClr val="CC0000"/>
                  </a:solidFill>
                </a:endParaRPr>
              </a:p>
            </p:txBody>
          </p:sp>
          <p:grpSp>
            <p:nvGrpSpPr>
              <p:cNvPr id="56347" name="Group 157"/>
              <p:cNvGrpSpPr>
                <a:grpSpLocks/>
              </p:cNvGrpSpPr>
              <p:nvPr/>
            </p:nvGrpSpPr>
            <p:grpSpPr bwMode="auto">
              <a:xfrm>
                <a:off x="3515" y="572"/>
                <a:ext cx="1723" cy="1089"/>
                <a:chOff x="1066" y="1298"/>
                <a:chExt cx="1779" cy="1089"/>
              </a:xfrm>
            </p:grpSpPr>
            <p:sp>
              <p:nvSpPr>
                <p:cNvPr id="56348" name="Freeform 158"/>
                <p:cNvSpPr>
                  <a:spLocks/>
                </p:cNvSpPr>
                <p:nvPr/>
              </p:nvSpPr>
              <p:spPr bwMode="auto">
                <a:xfrm>
                  <a:off x="1066" y="1298"/>
                  <a:ext cx="908" cy="59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8"/>
                      </a:moveTo>
                      <a:lnTo>
                        <a:pt x="272" y="18499"/>
                      </a:lnTo>
                      <a:lnTo>
                        <a:pt x="544" y="17909"/>
                      </a:lnTo>
                      <a:lnTo>
                        <a:pt x="680" y="17265"/>
                      </a:lnTo>
                      <a:lnTo>
                        <a:pt x="816" y="16676"/>
                      </a:lnTo>
                      <a:lnTo>
                        <a:pt x="1088" y="16086"/>
                      </a:lnTo>
                      <a:lnTo>
                        <a:pt x="1361" y="15496"/>
                      </a:lnTo>
                      <a:lnTo>
                        <a:pt x="1633" y="14906"/>
                      </a:lnTo>
                      <a:lnTo>
                        <a:pt x="1769" y="14316"/>
                      </a:lnTo>
                      <a:lnTo>
                        <a:pt x="1905" y="13673"/>
                      </a:lnTo>
                      <a:lnTo>
                        <a:pt x="2177" y="13137"/>
                      </a:lnTo>
                      <a:lnTo>
                        <a:pt x="2449" y="12601"/>
                      </a:lnTo>
                      <a:lnTo>
                        <a:pt x="2721" y="12064"/>
                      </a:lnTo>
                      <a:lnTo>
                        <a:pt x="2993" y="11421"/>
                      </a:lnTo>
                      <a:lnTo>
                        <a:pt x="2993" y="10885"/>
                      </a:lnTo>
                      <a:lnTo>
                        <a:pt x="3265" y="10349"/>
                      </a:lnTo>
                      <a:lnTo>
                        <a:pt x="3537" y="9812"/>
                      </a:lnTo>
                      <a:lnTo>
                        <a:pt x="3810" y="9276"/>
                      </a:lnTo>
                      <a:lnTo>
                        <a:pt x="4082" y="8794"/>
                      </a:lnTo>
                      <a:lnTo>
                        <a:pt x="4218" y="8257"/>
                      </a:lnTo>
                      <a:lnTo>
                        <a:pt x="4354" y="7721"/>
                      </a:lnTo>
                      <a:lnTo>
                        <a:pt x="4762" y="7239"/>
                      </a:lnTo>
                      <a:lnTo>
                        <a:pt x="4898" y="6756"/>
                      </a:lnTo>
                      <a:lnTo>
                        <a:pt x="5170" y="6327"/>
                      </a:lnTo>
                      <a:lnTo>
                        <a:pt x="5306" y="5898"/>
                      </a:lnTo>
                      <a:lnTo>
                        <a:pt x="5442" y="5469"/>
                      </a:lnTo>
                      <a:lnTo>
                        <a:pt x="5850" y="4987"/>
                      </a:lnTo>
                      <a:lnTo>
                        <a:pt x="5850" y="4558"/>
                      </a:lnTo>
                      <a:lnTo>
                        <a:pt x="6259" y="4129"/>
                      </a:lnTo>
                      <a:lnTo>
                        <a:pt x="6531" y="3753"/>
                      </a:lnTo>
                      <a:lnTo>
                        <a:pt x="6531" y="3432"/>
                      </a:lnTo>
                      <a:lnTo>
                        <a:pt x="6939" y="3003"/>
                      </a:lnTo>
                      <a:lnTo>
                        <a:pt x="7075" y="2735"/>
                      </a:lnTo>
                      <a:lnTo>
                        <a:pt x="7347" y="2413"/>
                      </a:lnTo>
                      <a:lnTo>
                        <a:pt x="7483" y="2091"/>
                      </a:lnTo>
                      <a:lnTo>
                        <a:pt x="7619" y="1823"/>
                      </a:lnTo>
                      <a:lnTo>
                        <a:pt x="7891" y="1609"/>
                      </a:lnTo>
                      <a:lnTo>
                        <a:pt x="8163" y="1287"/>
                      </a:lnTo>
                      <a:lnTo>
                        <a:pt x="8435" y="1019"/>
                      </a:lnTo>
                      <a:lnTo>
                        <a:pt x="8571" y="858"/>
                      </a:lnTo>
                      <a:lnTo>
                        <a:pt x="8844" y="643"/>
                      </a:lnTo>
                      <a:lnTo>
                        <a:pt x="8980" y="483"/>
                      </a:lnTo>
                      <a:lnTo>
                        <a:pt x="9116" y="375"/>
                      </a:lnTo>
                      <a:lnTo>
                        <a:pt x="9524" y="268"/>
                      </a:lnTo>
                      <a:lnTo>
                        <a:pt x="9524" y="107"/>
                      </a:lnTo>
                      <a:lnTo>
                        <a:pt x="9932" y="107"/>
                      </a:lnTo>
                      <a:lnTo>
                        <a:pt x="10068" y="54"/>
                      </a:lnTo>
                      <a:lnTo>
                        <a:pt x="10204" y="0"/>
                      </a:lnTo>
                      <a:lnTo>
                        <a:pt x="10476" y="54"/>
                      </a:lnTo>
                      <a:lnTo>
                        <a:pt x="10748" y="54"/>
                      </a:lnTo>
                      <a:lnTo>
                        <a:pt x="10884" y="107"/>
                      </a:lnTo>
                      <a:lnTo>
                        <a:pt x="11156" y="214"/>
                      </a:lnTo>
                      <a:lnTo>
                        <a:pt x="11293" y="322"/>
                      </a:lnTo>
                      <a:lnTo>
                        <a:pt x="11565" y="536"/>
                      </a:lnTo>
                      <a:lnTo>
                        <a:pt x="11837" y="751"/>
                      </a:lnTo>
                      <a:lnTo>
                        <a:pt x="12109" y="1019"/>
                      </a:lnTo>
                      <a:lnTo>
                        <a:pt x="12245" y="1233"/>
                      </a:lnTo>
                      <a:lnTo>
                        <a:pt x="12381" y="1609"/>
                      </a:lnTo>
                      <a:lnTo>
                        <a:pt x="12653" y="1877"/>
                      </a:lnTo>
                      <a:lnTo>
                        <a:pt x="12925" y="2306"/>
                      </a:lnTo>
                      <a:lnTo>
                        <a:pt x="13061" y="2735"/>
                      </a:lnTo>
                      <a:lnTo>
                        <a:pt x="13469" y="3110"/>
                      </a:lnTo>
                      <a:lnTo>
                        <a:pt x="13469" y="3539"/>
                      </a:lnTo>
                      <a:lnTo>
                        <a:pt x="13741" y="3968"/>
                      </a:lnTo>
                      <a:lnTo>
                        <a:pt x="14150" y="4450"/>
                      </a:lnTo>
                      <a:lnTo>
                        <a:pt x="14286" y="4987"/>
                      </a:lnTo>
                      <a:lnTo>
                        <a:pt x="14558" y="5469"/>
                      </a:lnTo>
                      <a:lnTo>
                        <a:pt x="14694" y="6005"/>
                      </a:lnTo>
                      <a:lnTo>
                        <a:pt x="14966" y="6542"/>
                      </a:lnTo>
                      <a:lnTo>
                        <a:pt x="15102" y="7024"/>
                      </a:lnTo>
                      <a:lnTo>
                        <a:pt x="15374" y="7614"/>
                      </a:lnTo>
                      <a:lnTo>
                        <a:pt x="15646" y="8150"/>
                      </a:lnTo>
                      <a:lnTo>
                        <a:pt x="15918" y="8794"/>
                      </a:lnTo>
                      <a:lnTo>
                        <a:pt x="16054" y="9330"/>
                      </a:lnTo>
                      <a:lnTo>
                        <a:pt x="16190" y="9866"/>
                      </a:lnTo>
                      <a:lnTo>
                        <a:pt x="16599" y="10456"/>
                      </a:lnTo>
                      <a:lnTo>
                        <a:pt x="16735" y="11046"/>
                      </a:lnTo>
                      <a:lnTo>
                        <a:pt x="17007" y="11635"/>
                      </a:lnTo>
                      <a:lnTo>
                        <a:pt x="17143" y="12172"/>
                      </a:lnTo>
                      <a:lnTo>
                        <a:pt x="17279" y="12761"/>
                      </a:lnTo>
                      <a:lnTo>
                        <a:pt x="17551" y="13298"/>
                      </a:lnTo>
                      <a:lnTo>
                        <a:pt x="17687" y="13834"/>
                      </a:lnTo>
                      <a:lnTo>
                        <a:pt x="17959" y="14370"/>
                      </a:lnTo>
                      <a:lnTo>
                        <a:pt x="18095" y="14960"/>
                      </a:lnTo>
                      <a:lnTo>
                        <a:pt x="18231" y="15442"/>
                      </a:lnTo>
                      <a:lnTo>
                        <a:pt x="18367" y="15871"/>
                      </a:lnTo>
                      <a:lnTo>
                        <a:pt x="18639" y="16461"/>
                      </a:lnTo>
                      <a:lnTo>
                        <a:pt x="18776" y="16836"/>
                      </a:lnTo>
                      <a:lnTo>
                        <a:pt x="19048" y="17265"/>
                      </a:lnTo>
                      <a:lnTo>
                        <a:pt x="19184" y="17748"/>
                      </a:lnTo>
                      <a:lnTo>
                        <a:pt x="19320" y="18177"/>
                      </a:lnTo>
                      <a:lnTo>
                        <a:pt x="19456" y="18552"/>
                      </a:lnTo>
                      <a:lnTo>
                        <a:pt x="19456" y="18874"/>
                      </a:lnTo>
                      <a:lnTo>
                        <a:pt x="19592" y="19196"/>
                      </a:lnTo>
                      <a:lnTo>
                        <a:pt x="19728" y="19517"/>
                      </a:lnTo>
                      <a:lnTo>
                        <a:pt x="19864" y="19732"/>
                      </a:lnTo>
                      <a:lnTo>
                        <a:pt x="19864" y="19946"/>
                      </a:lnTo>
                    </a:path>
                  </a:pathLst>
                </a:custGeom>
                <a:noFill/>
                <a:ln w="28575">
                  <a:solidFill>
                    <a:srgbClr val="CC0000"/>
                  </a:solidFill>
                  <a:round/>
                  <a:headEnd/>
                  <a:tailEnd/>
                </a:ln>
              </p:spPr>
              <p:txBody>
                <a:bodyPr/>
                <a:lstStyle/>
                <a:p>
                  <a:endParaRPr lang="zh-CN" altLang="en-US"/>
                </a:p>
              </p:txBody>
            </p:sp>
            <p:sp>
              <p:nvSpPr>
                <p:cNvPr id="56349" name="Freeform 159"/>
                <p:cNvSpPr>
                  <a:spLocks/>
                </p:cNvSpPr>
                <p:nvPr/>
              </p:nvSpPr>
              <p:spPr bwMode="auto">
                <a:xfrm flipV="1">
                  <a:off x="1937" y="1797"/>
                  <a:ext cx="908" cy="59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8"/>
                      </a:moveTo>
                      <a:lnTo>
                        <a:pt x="272" y="18499"/>
                      </a:lnTo>
                      <a:lnTo>
                        <a:pt x="544" y="17909"/>
                      </a:lnTo>
                      <a:lnTo>
                        <a:pt x="680" y="17265"/>
                      </a:lnTo>
                      <a:lnTo>
                        <a:pt x="816" y="16676"/>
                      </a:lnTo>
                      <a:lnTo>
                        <a:pt x="1088" y="16086"/>
                      </a:lnTo>
                      <a:lnTo>
                        <a:pt x="1361" y="15496"/>
                      </a:lnTo>
                      <a:lnTo>
                        <a:pt x="1633" y="14906"/>
                      </a:lnTo>
                      <a:lnTo>
                        <a:pt x="1769" y="14316"/>
                      </a:lnTo>
                      <a:lnTo>
                        <a:pt x="1905" y="13673"/>
                      </a:lnTo>
                      <a:lnTo>
                        <a:pt x="2177" y="13137"/>
                      </a:lnTo>
                      <a:lnTo>
                        <a:pt x="2449" y="12601"/>
                      </a:lnTo>
                      <a:lnTo>
                        <a:pt x="2721" y="12064"/>
                      </a:lnTo>
                      <a:lnTo>
                        <a:pt x="2993" y="11421"/>
                      </a:lnTo>
                      <a:lnTo>
                        <a:pt x="2993" y="10885"/>
                      </a:lnTo>
                      <a:lnTo>
                        <a:pt x="3265" y="10349"/>
                      </a:lnTo>
                      <a:lnTo>
                        <a:pt x="3537" y="9812"/>
                      </a:lnTo>
                      <a:lnTo>
                        <a:pt x="3810" y="9276"/>
                      </a:lnTo>
                      <a:lnTo>
                        <a:pt x="4082" y="8794"/>
                      </a:lnTo>
                      <a:lnTo>
                        <a:pt x="4218" y="8257"/>
                      </a:lnTo>
                      <a:lnTo>
                        <a:pt x="4354" y="7721"/>
                      </a:lnTo>
                      <a:lnTo>
                        <a:pt x="4762" y="7239"/>
                      </a:lnTo>
                      <a:lnTo>
                        <a:pt x="4898" y="6756"/>
                      </a:lnTo>
                      <a:lnTo>
                        <a:pt x="5170" y="6327"/>
                      </a:lnTo>
                      <a:lnTo>
                        <a:pt x="5306" y="5898"/>
                      </a:lnTo>
                      <a:lnTo>
                        <a:pt x="5442" y="5469"/>
                      </a:lnTo>
                      <a:lnTo>
                        <a:pt x="5850" y="4987"/>
                      </a:lnTo>
                      <a:lnTo>
                        <a:pt x="5850" y="4558"/>
                      </a:lnTo>
                      <a:lnTo>
                        <a:pt x="6259" y="4129"/>
                      </a:lnTo>
                      <a:lnTo>
                        <a:pt x="6531" y="3753"/>
                      </a:lnTo>
                      <a:lnTo>
                        <a:pt x="6531" y="3432"/>
                      </a:lnTo>
                      <a:lnTo>
                        <a:pt x="6939" y="3003"/>
                      </a:lnTo>
                      <a:lnTo>
                        <a:pt x="7075" y="2735"/>
                      </a:lnTo>
                      <a:lnTo>
                        <a:pt x="7347" y="2413"/>
                      </a:lnTo>
                      <a:lnTo>
                        <a:pt x="7483" y="2091"/>
                      </a:lnTo>
                      <a:lnTo>
                        <a:pt x="7619" y="1823"/>
                      </a:lnTo>
                      <a:lnTo>
                        <a:pt x="7891" y="1609"/>
                      </a:lnTo>
                      <a:lnTo>
                        <a:pt x="8163" y="1287"/>
                      </a:lnTo>
                      <a:lnTo>
                        <a:pt x="8435" y="1019"/>
                      </a:lnTo>
                      <a:lnTo>
                        <a:pt x="8571" y="858"/>
                      </a:lnTo>
                      <a:lnTo>
                        <a:pt x="8844" y="643"/>
                      </a:lnTo>
                      <a:lnTo>
                        <a:pt x="8980" y="483"/>
                      </a:lnTo>
                      <a:lnTo>
                        <a:pt x="9116" y="375"/>
                      </a:lnTo>
                      <a:lnTo>
                        <a:pt x="9524" y="268"/>
                      </a:lnTo>
                      <a:lnTo>
                        <a:pt x="9524" y="107"/>
                      </a:lnTo>
                      <a:lnTo>
                        <a:pt x="9932" y="107"/>
                      </a:lnTo>
                      <a:lnTo>
                        <a:pt x="10068" y="54"/>
                      </a:lnTo>
                      <a:lnTo>
                        <a:pt x="10204" y="0"/>
                      </a:lnTo>
                      <a:lnTo>
                        <a:pt x="10476" y="54"/>
                      </a:lnTo>
                      <a:lnTo>
                        <a:pt x="10748" y="54"/>
                      </a:lnTo>
                      <a:lnTo>
                        <a:pt x="10884" y="107"/>
                      </a:lnTo>
                      <a:lnTo>
                        <a:pt x="11156" y="214"/>
                      </a:lnTo>
                      <a:lnTo>
                        <a:pt x="11293" y="322"/>
                      </a:lnTo>
                      <a:lnTo>
                        <a:pt x="11565" y="536"/>
                      </a:lnTo>
                      <a:lnTo>
                        <a:pt x="11837" y="751"/>
                      </a:lnTo>
                      <a:lnTo>
                        <a:pt x="12109" y="1019"/>
                      </a:lnTo>
                      <a:lnTo>
                        <a:pt x="12245" y="1233"/>
                      </a:lnTo>
                      <a:lnTo>
                        <a:pt x="12381" y="1609"/>
                      </a:lnTo>
                      <a:lnTo>
                        <a:pt x="12653" y="1877"/>
                      </a:lnTo>
                      <a:lnTo>
                        <a:pt x="12925" y="2306"/>
                      </a:lnTo>
                      <a:lnTo>
                        <a:pt x="13061" y="2735"/>
                      </a:lnTo>
                      <a:lnTo>
                        <a:pt x="13469" y="3110"/>
                      </a:lnTo>
                      <a:lnTo>
                        <a:pt x="13469" y="3539"/>
                      </a:lnTo>
                      <a:lnTo>
                        <a:pt x="13741" y="3968"/>
                      </a:lnTo>
                      <a:lnTo>
                        <a:pt x="14150" y="4450"/>
                      </a:lnTo>
                      <a:lnTo>
                        <a:pt x="14286" y="4987"/>
                      </a:lnTo>
                      <a:lnTo>
                        <a:pt x="14558" y="5469"/>
                      </a:lnTo>
                      <a:lnTo>
                        <a:pt x="14694" y="6005"/>
                      </a:lnTo>
                      <a:lnTo>
                        <a:pt x="14966" y="6542"/>
                      </a:lnTo>
                      <a:lnTo>
                        <a:pt x="15102" y="7024"/>
                      </a:lnTo>
                      <a:lnTo>
                        <a:pt x="15374" y="7614"/>
                      </a:lnTo>
                      <a:lnTo>
                        <a:pt x="15646" y="8150"/>
                      </a:lnTo>
                      <a:lnTo>
                        <a:pt x="15918" y="8794"/>
                      </a:lnTo>
                      <a:lnTo>
                        <a:pt x="16054" y="9330"/>
                      </a:lnTo>
                      <a:lnTo>
                        <a:pt x="16190" y="9866"/>
                      </a:lnTo>
                      <a:lnTo>
                        <a:pt x="16599" y="10456"/>
                      </a:lnTo>
                      <a:lnTo>
                        <a:pt x="16735" y="11046"/>
                      </a:lnTo>
                      <a:lnTo>
                        <a:pt x="17007" y="11635"/>
                      </a:lnTo>
                      <a:lnTo>
                        <a:pt x="17143" y="12172"/>
                      </a:lnTo>
                      <a:lnTo>
                        <a:pt x="17279" y="12761"/>
                      </a:lnTo>
                      <a:lnTo>
                        <a:pt x="17551" y="13298"/>
                      </a:lnTo>
                      <a:lnTo>
                        <a:pt x="17687" y="13834"/>
                      </a:lnTo>
                      <a:lnTo>
                        <a:pt x="17959" y="14370"/>
                      </a:lnTo>
                      <a:lnTo>
                        <a:pt x="18095" y="14960"/>
                      </a:lnTo>
                      <a:lnTo>
                        <a:pt x="18231" y="15442"/>
                      </a:lnTo>
                      <a:lnTo>
                        <a:pt x="18367" y="15871"/>
                      </a:lnTo>
                      <a:lnTo>
                        <a:pt x="18639" y="16461"/>
                      </a:lnTo>
                      <a:lnTo>
                        <a:pt x="18776" y="16836"/>
                      </a:lnTo>
                      <a:lnTo>
                        <a:pt x="19048" y="17265"/>
                      </a:lnTo>
                      <a:lnTo>
                        <a:pt x="19184" y="17748"/>
                      </a:lnTo>
                      <a:lnTo>
                        <a:pt x="19320" y="18177"/>
                      </a:lnTo>
                      <a:lnTo>
                        <a:pt x="19456" y="18552"/>
                      </a:lnTo>
                      <a:lnTo>
                        <a:pt x="19456" y="18874"/>
                      </a:lnTo>
                      <a:lnTo>
                        <a:pt x="19592" y="19196"/>
                      </a:lnTo>
                      <a:lnTo>
                        <a:pt x="19728" y="19517"/>
                      </a:lnTo>
                      <a:lnTo>
                        <a:pt x="19864" y="19732"/>
                      </a:lnTo>
                      <a:lnTo>
                        <a:pt x="19864" y="19946"/>
                      </a:lnTo>
                    </a:path>
                  </a:pathLst>
                </a:custGeom>
                <a:noFill/>
                <a:ln w="28575">
                  <a:solidFill>
                    <a:srgbClr val="CC0000"/>
                  </a:solidFill>
                  <a:round/>
                  <a:headEnd/>
                  <a:tailEnd/>
                </a:ln>
              </p:spPr>
              <p:txBody>
                <a:bodyPr/>
                <a:lstStyle/>
                <a:p>
                  <a:endParaRPr lang="zh-CN" altLang="en-US"/>
                </a:p>
              </p:txBody>
            </p:sp>
          </p:grpSp>
        </p:grpSp>
        <p:grpSp>
          <p:nvGrpSpPr>
            <p:cNvPr id="56342" name="Group 165"/>
            <p:cNvGrpSpPr>
              <a:grpSpLocks/>
            </p:cNvGrpSpPr>
            <p:nvPr/>
          </p:nvGrpSpPr>
          <p:grpSpPr bwMode="auto">
            <a:xfrm>
              <a:off x="3379" y="2424"/>
              <a:ext cx="680" cy="227"/>
              <a:chOff x="3288" y="482"/>
              <a:chExt cx="680" cy="227"/>
            </a:xfrm>
          </p:grpSpPr>
          <p:sp>
            <p:nvSpPr>
              <p:cNvPr id="56343" name="Rectangle 166"/>
              <p:cNvSpPr>
                <a:spLocks noChangeArrowheads="1"/>
              </p:cNvSpPr>
              <p:nvPr/>
            </p:nvSpPr>
            <p:spPr bwMode="auto">
              <a:xfrm>
                <a:off x="3288" y="482"/>
                <a:ext cx="318" cy="227"/>
              </a:xfrm>
              <a:prstGeom prst="rect">
                <a:avLst/>
              </a:prstGeom>
              <a:noFill/>
              <a:ln w="6350">
                <a:noFill/>
                <a:miter lim="800000"/>
                <a:headEnd/>
                <a:tailEnd/>
              </a:ln>
            </p:spPr>
            <p:txBody>
              <a:bodyPr lIns="12700" tIns="12700" rIns="12700" bIns="12700"/>
              <a:lstStyle/>
              <a:p>
                <a:pPr algn="just"/>
                <a:r>
                  <a:rPr lang="en-US" altLang="zh-CN" sz="2000" b="1" i="1"/>
                  <a:t>A</a:t>
                </a:r>
                <a:r>
                  <a:rPr lang="en-US" altLang="zh-CN" sz="2000" b="1" baseline="-25000"/>
                  <a:t>1</a:t>
                </a:r>
                <a:endParaRPr lang="en-US" altLang="zh-CN" sz="2400"/>
              </a:p>
            </p:txBody>
          </p:sp>
          <p:sp>
            <p:nvSpPr>
              <p:cNvPr id="56344" name="Line 167"/>
              <p:cNvSpPr>
                <a:spLocks noChangeShapeType="1"/>
              </p:cNvSpPr>
              <p:nvPr/>
            </p:nvSpPr>
            <p:spPr bwMode="auto">
              <a:xfrm>
                <a:off x="3515" y="572"/>
                <a:ext cx="453" cy="0"/>
              </a:xfrm>
              <a:prstGeom prst="line">
                <a:avLst/>
              </a:prstGeom>
              <a:noFill/>
              <a:ln w="9525">
                <a:solidFill>
                  <a:srgbClr val="FF6600"/>
                </a:solidFill>
                <a:prstDash val="sysDot"/>
                <a:round/>
                <a:headEnd/>
                <a:tailEnd/>
              </a:ln>
            </p:spPr>
            <p:txBody>
              <a:bodyPr/>
              <a:lstStyle/>
              <a:p>
                <a:endParaRPr lang="zh-CN" altLang="en-US"/>
              </a:p>
            </p:txBody>
          </p:sp>
        </p:grpSp>
      </p:grpSp>
      <p:grpSp>
        <p:nvGrpSpPr>
          <p:cNvPr id="12" name="Group 177"/>
          <p:cNvGrpSpPr>
            <a:grpSpLocks/>
          </p:cNvGrpSpPr>
          <p:nvPr/>
        </p:nvGrpSpPr>
        <p:grpSpPr bwMode="auto">
          <a:xfrm>
            <a:off x="5292725" y="4208463"/>
            <a:ext cx="3152775" cy="1274762"/>
            <a:chOff x="3334" y="2651"/>
            <a:chExt cx="1986" cy="803"/>
          </a:xfrm>
        </p:grpSpPr>
        <p:grpSp>
          <p:nvGrpSpPr>
            <p:cNvPr id="56333" name="Group 160"/>
            <p:cNvGrpSpPr>
              <a:grpSpLocks/>
            </p:cNvGrpSpPr>
            <p:nvPr/>
          </p:nvGrpSpPr>
          <p:grpSpPr bwMode="auto">
            <a:xfrm>
              <a:off x="3597" y="2750"/>
              <a:ext cx="1723" cy="704"/>
              <a:chOff x="3506" y="808"/>
              <a:chExt cx="1723" cy="704"/>
            </a:xfrm>
          </p:grpSpPr>
          <p:sp>
            <p:nvSpPr>
              <p:cNvPr id="56337" name="Rectangle 161"/>
              <p:cNvSpPr>
                <a:spLocks noChangeArrowheads="1"/>
              </p:cNvSpPr>
              <p:nvPr/>
            </p:nvSpPr>
            <p:spPr bwMode="auto">
              <a:xfrm>
                <a:off x="4014" y="1344"/>
                <a:ext cx="249" cy="168"/>
              </a:xfrm>
              <a:prstGeom prst="rect">
                <a:avLst/>
              </a:prstGeom>
              <a:noFill/>
              <a:ln w="6350">
                <a:noFill/>
                <a:miter lim="800000"/>
                <a:headEnd/>
                <a:tailEnd/>
              </a:ln>
            </p:spPr>
            <p:txBody>
              <a:bodyPr lIns="12700" tIns="12700" rIns="12700" bIns="12700"/>
              <a:lstStyle/>
              <a:p>
                <a:pPr algn="just"/>
                <a:r>
                  <a:rPr lang="en-US" altLang="zh-CN" sz="2400" b="1" i="1">
                    <a:solidFill>
                      <a:srgbClr val="9900CC"/>
                    </a:solidFill>
                  </a:rPr>
                  <a:t>x</a:t>
                </a:r>
                <a:r>
                  <a:rPr lang="en-US" altLang="zh-CN" sz="2400" b="1" baseline="-25000">
                    <a:solidFill>
                      <a:srgbClr val="9900CC"/>
                    </a:solidFill>
                  </a:rPr>
                  <a:t>2</a:t>
                </a:r>
                <a:endParaRPr lang="en-US" altLang="zh-CN" sz="2400">
                  <a:solidFill>
                    <a:srgbClr val="9900CC"/>
                  </a:solidFill>
                </a:endParaRPr>
              </a:p>
            </p:txBody>
          </p:sp>
          <p:grpSp>
            <p:nvGrpSpPr>
              <p:cNvPr id="56338" name="Group 162"/>
              <p:cNvGrpSpPr>
                <a:grpSpLocks/>
              </p:cNvGrpSpPr>
              <p:nvPr/>
            </p:nvGrpSpPr>
            <p:grpSpPr bwMode="auto">
              <a:xfrm flipH="1">
                <a:off x="3506" y="808"/>
                <a:ext cx="1723" cy="627"/>
                <a:chOff x="657" y="2251"/>
                <a:chExt cx="1740" cy="627"/>
              </a:xfrm>
            </p:grpSpPr>
            <p:sp>
              <p:nvSpPr>
                <p:cNvPr id="56339" name="Freeform 163"/>
                <p:cNvSpPr>
                  <a:spLocks/>
                </p:cNvSpPr>
                <p:nvPr/>
              </p:nvSpPr>
              <p:spPr bwMode="auto">
                <a:xfrm>
                  <a:off x="657" y="2251"/>
                  <a:ext cx="879" cy="327"/>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63"/>
                      </a:moveTo>
                      <a:lnTo>
                        <a:pt x="272" y="18490"/>
                      </a:lnTo>
                      <a:lnTo>
                        <a:pt x="544" y="17865"/>
                      </a:lnTo>
                      <a:lnTo>
                        <a:pt x="680" y="17292"/>
                      </a:lnTo>
                      <a:lnTo>
                        <a:pt x="816" y="16667"/>
                      </a:lnTo>
                      <a:lnTo>
                        <a:pt x="1088" y="16042"/>
                      </a:lnTo>
                      <a:lnTo>
                        <a:pt x="1361" y="15469"/>
                      </a:lnTo>
                      <a:lnTo>
                        <a:pt x="1633" y="14896"/>
                      </a:lnTo>
                      <a:lnTo>
                        <a:pt x="1769" y="14271"/>
                      </a:lnTo>
                      <a:lnTo>
                        <a:pt x="1905" y="13698"/>
                      </a:lnTo>
                      <a:lnTo>
                        <a:pt x="2177" y="13177"/>
                      </a:lnTo>
                      <a:lnTo>
                        <a:pt x="2449" y="12552"/>
                      </a:lnTo>
                      <a:lnTo>
                        <a:pt x="2721" y="12031"/>
                      </a:lnTo>
                      <a:lnTo>
                        <a:pt x="2993" y="11458"/>
                      </a:lnTo>
                      <a:lnTo>
                        <a:pt x="2993" y="10885"/>
                      </a:lnTo>
                      <a:lnTo>
                        <a:pt x="3265" y="10313"/>
                      </a:lnTo>
                      <a:lnTo>
                        <a:pt x="3537" y="9792"/>
                      </a:lnTo>
                      <a:lnTo>
                        <a:pt x="3810" y="9271"/>
                      </a:lnTo>
                      <a:lnTo>
                        <a:pt x="4082" y="8750"/>
                      </a:lnTo>
                      <a:lnTo>
                        <a:pt x="4218" y="8229"/>
                      </a:lnTo>
                      <a:lnTo>
                        <a:pt x="4354" y="7708"/>
                      </a:lnTo>
                      <a:lnTo>
                        <a:pt x="4762" y="7292"/>
                      </a:lnTo>
                      <a:lnTo>
                        <a:pt x="4898" y="6771"/>
                      </a:lnTo>
                      <a:lnTo>
                        <a:pt x="5170" y="6354"/>
                      </a:lnTo>
                      <a:lnTo>
                        <a:pt x="5306" y="5885"/>
                      </a:lnTo>
                      <a:lnTo>
                        <a:pt x="5442" y="5469"/>
                      </a:lnTo>
                      <a:lnTo>
                        <a:pt x="5850" y="5000"/>
                      </a:lnTo>
                      <a:lnTo>
                        <a:pt x="5850" y="4531"/>
                      </a:lnTo>
                      <a:lnTo>
                        <a:pt x="6259" y="4167"/>
                      </a:lnTo>
                      <a:lnTo>
                        <a:pt x="6531" y="3802"/>
                      </a:lnTo>
                      <a:lnTo>
                        <a:pt x="6531" y="3438"/>
                      </a:lnTo>
                      <a:lnTo>
                        <a:pt x="6939" y="3073"/>
                      </a:lnTo>
                      <a:lnTo>
                        <a:pt x="7075" y="2708"/>
                      </a:lnTo>
                      <a:lnTo>
                        <a:pt x="7347" y="2448"/>
                      </a:lnTo>
                      <a:lnTo>
                        <a:pt x="7483" y="2083"/>
                      </a:lnTo>
                      <a:lnTo>
                        <a:pt x="7619" y="1823"/>
                      </a:lnTo>
                      <a:lnTo>
                        <a:pt x="7891" y="1563"/>
                      </a:lnTo>
                      <a:lnTo>
                        <a:pt x="8163" y="1302"/>
                      </a:lnTo>
                      <a:lnTo>
                        <a:pt x="8435" y="1042"/>
                      </a:lnTo>
                      <a:lnTo>
                        <a:pt x="8571" y="833"/>
                      </a:lnTo>
                      <a:lnTo>
                        <a:pt x="8844" y="677"/>
                      </a:lnTo>
                      <a:lnTo>
                        <a:pt x="8980" y="521"/>
                      </a:lnTo>
                      <a:lnTo>
                        <a:pt x="9116" y="365"/>
                      </a:lnTo>
                      <a:lnTo>
                        <a:pt x="9524" y="260"/>
                      </a:lnTo>
                      <a:lnTo>
                        <a:pt x="9524" y="104"/>
                      </a:lnTo>
                      <a:lnTo>
                        <a:pt x="9932" y="104"/>
                      </a:lnTo>
                      <a:lnTo>
                        <a:pt x="10068" y="52"/>
                      </a:lnTo>
                      <a:lnTo>
                        <a:pt x="10204" y="0"/>
                      </a:lnTo>
                      <a:lnTo>
                        <a:pt x="10476" y="52"/>
                      </a:lnTo>
                      <a:lnTo>
                        <a:pt x="10748" y="52"/>
                      </a:lnTo>
                      <a:lnTo>
                        <a:pt x="10884" y="104"/>
                      </a:lnTo>
                      <a:lnTo>
                        <a:pt x="11156" y="208"/>
                      </a:lnTo>
                      <a:lnTo>
                        <a:pt x="11293" y="313"/>
                      </a:lnTo>
                      <a:lnTo>
                        <a:pt x="11565" y="521"/>
                      </a:lnTo>
                      <a:lnTo>
                        <a:pt x="11837" y="781"/>
                      </a:lnTo>
                      <a:lnTo>
                        <a:pt x="12109" y="990"/>
                      </a:lnTo>
                      <a:lnTo>
                        <a:pt x="12245" y="1250"/>
                      </a:lnTo>
                      <a:lnTo>
                        <a:pt x="12381" y="1563"/>
                      </a:lnTo>
                      <a:lnTo>
                        <a:pt x="12653" y="1875"/>
                      </a:lnTo>
                      <a:lnTo>
                        <a:pt x="12925" y="2292"/>
                      </a:lnTo>
                      <a:lnTo>
                        <a:pt x="13061" y="2708"/>
                      </a:lnTo>
                      <a:lnTo>
                        <a:pt x="13469" y="3125"/>
                      </a:lnTo>
                      <a:lnTo>
                        <a:pt x="13469" y="3542"/>
                      </a:lnTo>
                      <a:lnTo>
                        <a:pt x="13741" y="4010"/>
                      </a:lnTo>
                      <a:lnTo>
                        <a:pt x="14150" y="4427"/>
                      </a:lnTo>
                      <a:lnTo>
                        <a:pt x="14286" y="4948"/>
                      </a:lnTo>
                      <a:lnTo>
                        <a:pt x="14558" y="5469"/>
                      </a:lnTo>
                      <a:lnTo>
                        <a:pt x="14694" y="5990"/>
                      </a:lnTo>
                      <a:lnTo>
                        <a:pt x="14966" y="6510"/>
                      </a:lnTo>
                      <a:lnTo>
                        <a:pt x="15102" y="7083"/>
                      </a:lnTo>
                      <a:lnTo>
                        <a:pt x="15374" y="7656"/>
                      </a:lnTo>
                      <a:lnTo>
                        <a:pt x="15646" y="8177"/>
                      </a:lnTo>
                      <a:lnTo>
                        <a:pt x="15918" y="8802"/>
                      </a:lnTo>
                      <a:lnTo>
                        <a:pt x="16054" y="9375"/>
                      </a:lnTo>
                      <a:lnTo>
                        <a:pt x="16190" y="9896"/>
                      </a:lnTo>
                      <a:lnTo>
                        <a:pt x="16599" y="10469"/>
                      </a:lnTo>
                      <a:lnTo>
                        <a:pt x="16735" y="10990"/>
                      </a:lnTo>
                      <a:lnTo>
                        <a:pt x="17007" y="11615"/>
                      </a:lnTo>
                      <a:lnTo>
                        <a:pt x="17143" y="12135"/>
                      </a:lnTo>
                      <a:lnTo>
                        <a:pt x="17279" y="12708"/>
                      </a:lnTo>
                      <a:lnTo>
                        <a:pt x="17551" y="13281"/>
                      </a:lnTo>
                      <a:lnTo>
                        <a:pt x="17687" y="13854"/>
                      </a:lnTo>
                      <a:lnTo>
                        <a:pt x="17959" y="14375"/>
                      </a:lnTo>
                      <a:lnTo>
                        <a:pt x="18095" y="14948"/>
                      </a:lnTo>
                      <a:lnTo>
                        <a:pt x="18231" y="15469"/>
                      </a:lnTo>
                      <a:lnTo>
                        <a:pt x="18367" y="15938"/>
                      </a:lnTo>
                      <a:lnTo>
                        <a:pt x="18639" y="16406"/>
                      </a:lnTo>
                      <a:lnTo>
                        <a:pt x="18776" y="16875"/>
                      </a:lnTo>
                      <a:lnTo>
                        <a:pt x="19048" y="17292"/>
                      </a:lnTo>
                      <a:lnTo>
                        <a:pt x="19184" y="17708"/>
                      </a:lnTo>
                      <a:lnTo>
                        <a:pt x="19320" y="18177"/>
                      </a:lnTo>
                      <a:lnTo>
                        <a:pt x="19456" y="18542"/>
                      </a:lnTo>
                      <a:lnTo>
                        <a:pt x="19456" y="18906"/>
                      </a:lnTo>
                      <a:lnTo>
                        <a:pt x="19592" y="19167"/>
                      </a:lnTo>
                      <a:lnTo>
                        <a:pt x="19728" y="19479"/>
                      </a:lnTo>
                      <a:lnTo>
                        <a:pt x="19864" y="19740"/>
                      </a:lnTo>
                      <a:lnTo>
                        <a:pt x="19864" y="19948"/>
                      </a:lnTo>
                    </a:path>
                  </a:pathLst>
                </a:custGeom>
                <a:noFill/>
                <a:ln w="28575">
                  <a:solidFill>
                    <a:srgbClr val="9900CC"/>
                  </a:solidFill>
                  <a:round/>
                  <a:headEnd/>
                  <a:tailEnd/>
                </a:ln>
              </p:spPr>
              <p:txBody>
                <a:bodyPr/>
                <a:lstStyle/>
                <a:p>
                  <a:endParaRPr lang="zh-CN" altLang="en-US"/>
                </a:p>
              </p:txBody>
            </p:sp>
            <p:sp>
              <p:nvSpPr>
                <p:cNvPr id="56340" name="Freeform 164"/>
                <p:cNvSpPr>
                  <a:spLocks/>
                </p:cNvSpPr>
                <p:nvPr/>
              </p:nvSpPr>
              <p:spPr bwMode="auto">
                <a:xfrm flipV="1">
                  <a:off x="1518" y="2551"/>
                  <a:ext cx="879" cy="327"/>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63"/>
                      </a:moveTo>
                      <a:lnTo>
                        <a:pt x="272" y="18490"/>
                      </a:lnTo>
                      <a:lnTo>
                        <a:pt x="544" y="17865"/>
                      </a:lnTo>
                      <a:lnTo>
                        <a:pt x="680" y="17292"/>
                      </a:lnTo>
                      <a:lnTo>
                        <a:pt x="816" y="16667"/>
                      </a:lnTo>
                      <a:lnTo>
                        <a:pt x="1088" y="16042"/>
                      </a:lnTo>
                      <a:lnTo>
                        <a:pt x="1361" y="15469"/>
                      </a:lnTo>
                      <a:lnTo>
                        <a:pt x="1633" y="14896"/>
                      </a:lnTo>
                      <a:lnTo>
                        <a:pt x="1769" y="14271"/>
                      </a:lnTo>
                      <a:lnTo>
                        <a:pt x="1905" y="13698"/>
                      </a:lnTo>
                      <a:lnTo>
                        <a:pt x="2177" y="13177"/>
                      </a:lnTo>
                      <a:lnTo>
                        <a:pt x="2449" y="12552"/>
                      </a:lnTo>
                      <a:lnTo>
                        <a:pt x="2721" y="12031"/>
                      </a:lnTo>
                      <a:lnTo>
                        <a:pt x="2993" y="11458"/>
                      </a:lnTo>
                      <a:lnTo>
                        <a:pt x="2993" y="10885"/>
                      </a:lnTo>
                      <a:lnTo>
                        <a:pt x="3265" y="10313"/>
                      </a:lnTo>
                      <a:lnTo>
                        <a:pt x="3537" y="9792"/>
                      </a:lnTo>
                      <a:lnTo>
                        <a:pt x="3810" y="9271"/>
                      </a:lnTo>
                      <a:lnTo>
                        <a:pt x="4082" y="8750"/>
                      </a:lnTo>
                      <a:lnTo>
                        <a:pt x="4218" y="8229"/>
                      </a:lnTo>
                      <a:lnTo>
                        <a:pt x="4354" y="7708"/>
                      </a:lnTo>
                      <a:lnTo>
                        <a:pt x="4762" y="7292"/>
                      </a:lnTo>
                      <a:lnTo>
                        <a:pt x="4898" y="6771"/>
                      </a:lnTo>
                      <a:lnTo>
                        <a:pt x="5170" y="6354"/>
                      </a:lnTo>
                      <a:lnTo>
                        <a:pt x="5306" y="5885"/>
                      </a:lnTo>
                      <a:lnTo>
                        <a:pt x="5442" y="5469"/>
                      </a:lnTo>
                      <a:lnTo>
                        <a:pt x="5850" y="5000"/>
                      </a:lnTo>
                      <a:lnTo>
                        <a:pt x="5850" y="4531"/>
                      </a:lnTo>
                      <a:lnTo>
                        <a:pt x="6259" y="4167"/>
                      </a:lnTo>
                      <a:lnTo>
                        <a:pt x="6531" y="3802"/>
                      </a:lnTo>
                      <a:lnTo>
                        <a:pt x="6531" y="3438"/>
                      </a:lnTo>
                      <a:lnTo>
                        <a:pt x="6939" y="3073"/>
                      </a:lnTo>
                      <a:lnTo>
                        <a:pt x="7075" y="2708"/>
                      </a:lnTo>
                      <a:lnTo>
                        <a:pt x="7347" y="2448"/>
                      </a:lnTo>
                      <a:lnTo>
                        <a:pt x="7483" y="2083"/>
                      </a:lnTo>
                      <a:lnTo>
                        <a:pt x="7619" y="1823"/>
                      </a:lnTo>
                      <a:lnTo>
                        <a:pt x="7891" y="1563"/>
                      </a:lnTo>
                      <a:lnTo>
                        <a:pt x="8163" y="1302"/>
                      </a:lnTo>
                      <a:lnTo>
                        <a:pt x="8435" y="1042"/>
                      </a:lnTo>
                      <a:lnTo>
                        <a:pt x="8571" y="833"/>
                      </a:lnTo>
                      <a:lnTo>
                        <a:pt x="8844" y="677"/>
                      </a:lnTo>
                      <a:lnTo>
                        <a:pt x="8980" y="521"/>
                      </a:lnTo>
                      <a:lnTo>
                        <a:pt x="9116" y="365"/>
                      </a:lnTo>
                      <a:lnTo>
                        <a:pt x="9524" y="260"/>
                      </a:lnTo>
                      <a:lnTo>
                        <a:pt x="9524" y="104"/>
                      </a:lnTo>
                      <a:lnTo>
                        <a:pt x="9932" y="104"/>
                      </a:lnTo>
                      <a:lnTo>
                        <a:pt x="10068" y="52"/>
                      </a:lnTo>
                      <a:lnTo>
                        <a:pt x="10204" y="0"/>
                      </a:lnTo>
                      <a:lnTo>
                        <a:pt x="10476" y="52"/>
                      </a:lnTo>
                      <a:lnTo>
                        <a:pt x="10748" y="52"/>
                      </a:lnTo>
                      <a:lnTo>
                        <a:pt x="10884" y="104"/>
                      </a:lnTo>
                      <a:lnTo>
                        <a:pt x="11156" y="208"/>
                      </a:lnTo>
                      <a:lnTo>
                        <a:pt x="11293" y="313"/>
                      </a:lnTo>
                      <a:lnTo>
                        <a:pt x="11565" y="521"/>
                      </a:lnTo>
                      <a:lnTo>
                        <a:pt x="11837" y="781"/>
                      </a:lnTo>
                      <a:lnTo>
                        <a:pt x="12109" y="990"/>
                      </a:lnTo>
                      <a:lnTo>
                        <a:pt x="12245" y="1250"/>
                      </a:lnTo>
                      <a:lnTo>
                        <a:pt x="12381" y="1563"/>
                      </a:lnTo>
                      <a:lnTo>
                        <a:pt x="12653" y="1875"/>
                      </a:lnTo>
                      <a:lnTo>
                        <a:pt x="12925" y="2292"/>
                      </a:lnTo>
                      <a:lnTo>
                        <a:pt x="13061" y="2708"/>
                      </a:lnTo>
                      <a:lnTo>
                        <a:pt x="13469" y="3125"/>
                      </a:lnTo>
                      <a:lnTo>
                        <a:pt x="13469" y="3542"/>
                      </a:lnTo>
                      <a:lnTo>
                        <a:pt x="13741" y="4010"/>
                      </a:lnTo>
                      <a:lnTo>
                        <a:pt x="14150" y="4427"/>
                      </a:lnTo>
                      <a:lnTo>
                        <a:pt x="14286" y="4948"/>
                      </a:lnTo>
                      <a:lnTo>
                        <a:pt x="14558" y="5469"/>
                      </a:lnTo>
                      <a:lnTo>
                        <a:pt x="14694" y="5990"/>
                      </a:lnTo>
                      <a:lnTo>
                        <a:pt x="14966" y="6510"/>
                      </a:lnTo>
                      <a:lnTo>
                        <a:pt x="15102" y="7083"/>
                      </a:lnTo>
                      <a:lnTo>
                        <a:pt x="15374" y="7656"/>
                      </a:lnTo>
                      <a:lnTo>
                        <a:pt x="15646" y="8177"/>
                      </a:lnTo>
                      <a:lnTo>
                        <a:pt x="15918" y="8802"/>
                      </a:lnTo>
                      <a:lnTo>
                        <a:pt x="16054" y="9375"/>
                      </a:lnTo>
                      <a:lnTo>
                        <a:pt x="16190" y="9896"/>
                      </a:lnTo>
                      <a:lnTo>
                        <a:pt x="16599" y="10469"/>
                      </a:lnTo>
                      <a:lnTo>
                        <a:pt x="16735" y="10990"/>
                      </a:lnTo>
                      <a:lnTo>
                        <a:pt x="17007" y="11615"/>
                      </a:lnTo>
                      <a:lnTo>
                        <a:pt x="17143" y="12135"/>
                      </a:lnTo>
                      <a:lnTo>
                        <a:pt x="17279" y="12708"/>
                      </a:lnTo>
                      <a:lnTo>
                        <a:pt x="17551" y="13281"/>
                      </a:lnTo>
                      <a:lnTo>
                        <a:pt x="17687" y="13854"/>
                      </a:lnTo>
                      <a:lnTo>
                        <a:pt x="17959" y="14375"/>
                      </a:lnTo>
                      <a:lnTo>
                        <a:pt x="18095" y="14948"/>
                      </a:lnTo>
                      <a:lnTo>
                        <a:pt x="18231" y="15469"/>
                      </a:lnTo>
                      <a:lnTo>
                        <a:pt x="18367" y="15938"/>
                      </a:lnTo>
                      <a:lnTo>
                        <a:pt x="18639" y="16406"/>
                      </a:lnTo>
                      <a:lnTo>
                        <a:pt x="18776" y="16875"/>
                      </a:lnTo>
                      <a:lnTo>
                        <a:pt x="19048" y="17292"/>
                      </a:lnTo>
                      <a:lnTo>
                        <a:pt x="19184" y="17708"/>
                      </a:lnTo>
                      <a:lnTo>
                        <a:pt x="19320" y="18177"/>
                      </a:lnTo>
                      <a:lnTo>
                        <a:pt x="19456" y="18542"/>
                      </a:lnTo>
                      <a:lnTo>
                        <a:pt x="19456" y="18906"/>
                      </a:lnTo>
                      <a:lnTo>
                        <a:pt x="19592" y="19167"/>
                      </a:lnTo>
                      <a:lnTo>
                        <a:pt x="19728" y="19479"/>
                      </a:lnTo>
                      <a:lnTo>
                        <a:pt x="19864" y="19740"/>
                      </a:lnTo>
                      <a:lnTo>
                        <a:pt x="19864" y="19948"/>
                      </a:lnTo>
                    </a:path>
                  </a:pathLst>
                </a:custGeom>
                <a:noFill/>
                <a:ln w="28575">
                  <a:solidFill>
                    <a:srgbClr val="9900CC"/>
                  </a:solidFill>
                  <a:round/>
                  <a:headEnd/>
                  <a:tailEnd/>
                </a:ln>
              </p:spPr>
              <p:txBody>
                <a:bodyPr/>
                <a:lstStyle/>
                <a:p>
                  <a:endParaRPr lang="zh-CN" altLang="en-US"/>
                </a:p>
              </p:txBody>
            </p:sp>
          </p:grpSp>
        </p:grpSp>
        <p:grpSp>
          <p:nvGrpSpPr>
            <p:cNvPr id="56334" name="Group 168"/>
            <p:cNvGrpSpPr>
              <a:grpSpLocks/>
            </p:cNvGrpSpPr>
            <p:nvPr/>
          </p:nvGrpSpPr>
          <p:grpSpPr bwMode="auto">
            <a:xfrm>
              <a:off x="3334" y="2651"/>
              <a:ext cx="1542" cy="272"/>
              <a:chOff x="3243" y="709"/>
              <a:chExt cx="1542" cy="272"/>
            </a:xfrm>
          </p:grpSpPr>
          <p:sp>
            <p:nvSpPr>
              <p:cNvPr id="56335" name="Rectangle 169"/>
              <p:cNvSpPr>
                <a:spLocks noChangeArrowheads="1"/>
              </p:cNvSpPr>
              <p:nvPr/>
            </p:nvSpPr>
            <p:spPr bwMode="auto">
              <a:xfrm>
                <a:off x="3243" y="709"/>
                <a:ext cx="362" cy="272"/>
              </a:xfrm>
              <a:prstGeom prst="rect">
                <a:avLst/>
              </a:prstGeom>
              <a:noFill/>
              <a:ln w="6350">
                <a:noFill/>
                <a:miter lim="800000"/>
                <a:headEnd/>
                <a:tailEnd/>
              </a:ln>
            </p:spPr>
            <p:txBody>
              <a:bodyPr lIns="12700" tIns="12700" rIns="12700" bIns="12700"/>
              <a:lstStyle/>
              <a:p>
                <a:pPr algn="just"/>
                <a:r>
                  <a:rPr lang="en-US" altLang="zh-CN" sz="2000" b="1" i="1"/>
                  <a:t> A</a:t>
                </a:r>
                <a:r>
                  <a:rPr lang="en-US" altLang="zh-CN" sz="2000" b="1" baseline="-25000"/>
                  <a:t>2</a:t>
                </a:r>
                <a:endParaRPr lang="en-US" altLang="zh-CN" sz="2400"/>
              </a:p>
            </p:txBody>
          </p:sp>
          <p:sp>
            <p:nvSpPr>
              <p:cNvPr id="56336" name="Line 170"/>
              <p:cNvSpPr>
                <a:spLocks noChangeShapeType="1"/>
              </p:cNvSpPr>
              <p:nvPr/>
            </p:nvSpPr>
            <p:spPr bwMode="auto">
              <a:xfrm>
                <a:off x="3515" y="799"/>
                <a:ext cx="1270" cy="0"/>
              </a:xfrm>
              <a:prstGeom prst="line">
                <a:avLst/>
              </a:prstGeom>
              <a:noFill/>
              <a:ln w="9525">
                <a:solidFill>
                  <a:srgbClr val="FF6600"/>
                </a:solidFill>
                <a:prstDash val="sysDot"/>
                <a:round/>
                <a:headEnd/>
                <a:tailEn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wipe(left)">
                                      <p:cBhvr>
                                        <p:cTn id="7" dur="500"/>
                                        <p:tgtEl>
                                          <p:spTgt spid="133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7"/>
                                        </p:tgtEl>
                                        <p:attrNameLst>
                                          <p:attrName>style.visibility</p:attrName>
                                        </p:attrNameLst>
                                      </p:cBhvr>
                                      <p:to>
                                        <p:strVal val="visible"/>
                                      </p:to>
                                    </p:set>
                                    <p:animEffect transition="in" filter="wipe(left)">
                                      <p:cBhvr>
                                        <p:cTn id="12" dur="500"/>
                                        <p:tgtEl>
                                          <p:spTgt spid="133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1000"/>
                                        <p:tgtEl>
                                          <p:spTgt spid="3"/>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13442"/>
                                        </p:tgtEl>
                                        <p:attrNameLst>
                                          <p:attrName>style.visibility</p:attrName>
                                        </p:attrNameLst>
                                      </p:cBhvr>
                                      <p:to>
                                        <p:strVal val="visible"/>
                                      </p:to>
                                    </p:set>
                                    <p:animEffect transition="in" filter="wipe(left)">
                                      <p:cBhvr>
                                        <p:cTn id="31" dur="500"/>
                                        <p:tgtEl>
                                          <p:spTgt spid="1344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338"/>
                                        </p:tgtEl>
                                        <p:attrNameLst>
                                          <p:attrName>style.visibility</p:attrName>
                                        </p:attrNameLst>
                                      </p:cBhvr>
                                      <p:to>
                                        <p:strVal val="visible"/>
                                      </p:to>
                                    </p:set>
                                    <p:animEffect transition="in" filter="wipe(left)">
                                      <p:cBhvr>
                                        <p:cTn id="36" dur="500"/>
                                        <p:tgtEl>
                                          <p:spTgt spid="1333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10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10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3465"/>
                                        </p:tgtEl>
                                        <p:attrNameLst>
                                          <p:attrName>style.visibility</p:attrName>
                                        </p:attrNameLst>
                                      </p:cBhvr>
                                      <p:to>
                                        <p:strVal val="visible"/>
                                      </p:to>
                                    </p:set>
                                    <p:animEffect transition="in" filter="wipe(left)">
                                      <p:cBhvr>
                                        <p:cTn id="56" dur="1000"/>
                                        <p:tgtEl>
                                          <p:spTgt spid="13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autoUpdateAnimBg="0"/>
      <p:bldP spid="13317" grpId="0" autoUpdateAnimBg="0"/>
      <p:bldP spid="13338" grpId="0" autoUpdateAnimBg="0"/>
      <p:bldP spid="13442" grpId="0"/>
      <p:bldP spid="1346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161925" y="503238"/>
            <a:ext cx="2590800" cy="457200"/>
          </a:xfrm>
          <a:prstGeom prst="rect">
            <a:avLst/>
          </a:prstGeom>
          <a:noFill/>
          <a:ln w="9525">
            <a:noFill/>
            <a:miter lim="800000"/>
            <a:headEnd/>
            <a:tailEnd/>
          </a:ln>
        </p:spPr>
        <p:txBody>
          <a:bodyPr>
            <a:spAutoFit/>
          </a:bodyPr>
          <a:lstStyle/>
          <a:p>
            <a:pPr algn="just"/>
            <a:r>
              <a:rPr lang="en-US" altLang="zh-CN" sz="2400" b="1">
                <a:solidFill>
                  <a:srgbClr val="FF0000"/>
                </a:solidFill>
              </a:rPr>
              <a:t> </a:t>
            </a:r>
            <a:r>
              <a:rPr lang="zh-CN" altLang="en-US" sz="2400" b="1">
                <a:solidFill>
                  <a:srgbClr val="FF0000"/>
                </a:solidFill>
                <a:latin typeface="宋体" pitchFamily="2" charset="-122"/>
              </a:rPr>
              <a:t>超前和落后</a:t>
            </a:r>
            <a:endParaRPr lang="zh-CN" altLang="en-US" sz="2400">
              <a:solidFill>
                <a:srgbClr val="FF0000"/>
              </a:solidFill>
            </a:endParaRPr>
          </a:p>
        </p:txBody>
      </p:sp>
      <p:sp>
        <p:nvSpPr>
          <p:cNvPr id="177155" name="Text Box 3"/>
          <p:cNvSpPr txBox="1">
            <a:spLocks noChangeArrowheads="1"/>
          </p:cNvSpPr>
          <p:nvPr/>
        </p:nvSpPr>
        <p:spPr bwMode="auto">
          <a:xfrm>
            <a:off x="250825" y="954088"/>
            <a:ext cx="2825750" cy="530225"/>
          </a:xfrm>
          <a:prstGeom prst="rect">
            <a:avLst/>
          </a:prstGeom>
          <a:noFill/>
          <a:ln w="9525">
            <a:noFill/>
            <a:miter lim="800000"/>
            <a:headEnd/>
            <a:tailEnd/>
          </a:ln>
        </p:spPr>
        <p:txBody>
          <a:bodyPr>
            <a:spAutoFit/>
          </a:bodyPr>
          <a:lstStyle/>
          <a:p>
            <a:pPr algn="l">
              <a:lnSpc>
                <a:spcPct val="120000"/>
              </a:lnSpc>
            </a:pPr>
            <a:r>
              <a:rPr lang="zh-CN" altLang="en-US" sz="2400" b="1"/>
              <a:t>若 </a:t>
            </a:r>
            <a:r>
              <a:rPr lang="zh-CN" altLang="en-US" sz="2400" b="1">
                <a:solidFill>
                  <a:srgbClr val="0033CC"/>
                </a:solidFill>
                <a:sym typeface="Symbol" pitchFamily="18" charset="2"/>
              </a:rPr>
              <a:t></a:t>
            </a:r>
            <a:r>
              <a:rPr lang="zh-CN" altLang="en-US" sz="2400" b="1" i="1">
                <a:solidFill>
                  <a:srgbClr val="0033CC"/>
                </a:solidFill>
                <a:sym typeface="Symbol" pitchFamily="18" charset="2"/>
              </a:rPr>
              <a:t></a:t>
            </a:r>
            <a:r>
              <a:rPr lang="zh-CN" altLang="en-US" sz="2400" b="1" i="1">
                <a:solidFill>
                  <a:srgbClr val="0033CC"/>
                </a:solidFill>
              </a:rPr>
              <a:t> </a:t>
            </a:r>
            <a:r>
              <a:rPr lang="zh-CN" altLang="en-US" sz="2400" b="1">
                <a:solidFill>
                  <a:srgbClr val="0033CC"/>
                </a:solidFill>
              </a:rPr>
              <a:t> </a:t>
            </a:r>
            <a:r>
              <a:rPr lang="en-US" altLang="zh-CN" sz="2400" b="1">
                <a:solidFill>
                  <a:srgbClr val="0033CC"/>
                </a:solidFill>
              </a:rPr>
              <a:t>= </a:t>
            </a:r>
            <a:r>
              <a:rPr lang="en-US" altLang="zh-CN" sz="2400" b="1" i="1">
                <a:solidFill>
                  <a:srgbClr val="0033CC"/>
                </a:solidFill>
                <a:sym typeface="Symbol" pitchFamily="18" charset="2"/>
              </a:rPr>
              <a:t></a:t>
            </a:r>
            <a:r>
              <a:rPr lang="en-US" altLang="zh-CN" sz="2400" b="1" i="1">
                <a:solidFill>
                  <a:srgbClr val="0033CC"/>
                </a:solidFill>
              </a:rPr>
              <a:t> </a:t>
            </a:r>
            <a:r>
              <a:rPr lang="en-US" altLang="zh-CN" sz="2400" b="1" baseline="-25000">
                <a:solidFill>
                  <a:srgbClr val="0033CC"/>
                </a:solidFill>
              </a:rPr>
              <a:t>2</a:t>
            </a:r>
            <a:r>
              <a:rPr lang="en-US" altLang="zh-CN" sz="2400" b="1">
                <a:solidFill>
                  <a:srgbClr val="0033CC"/>
                </a:solidFill>
                <a:latin typeface="宋体" pitchFamily="2" charset="-122"/>
              </a:rPr>
              <a:t>-</a:t>
            </a:r>
            <a:r>
              <a:rPr lang="en-US" altLang="zh-CN" sz="2400" b="1" i="1">
                <a:solidFill>
                  <a:srgbClr val="0033CC"/>
                </a:solidFill>
                <a:sym typeface="Symbol" pitchFamily="18" charset="2"/>
              </a:rPr>
              <a:t></a:t>
            </a:r>
            <a:r>
              <a:rPr lang="en-US" altLang="zh-CN" sz="2400" b="1" i="1">
                <a:solidFill>
                  <a:srgbClr val="0033CC"/>
                </a:solidFill>
              </a:rPr>
              <a:t> </a:t>
            </a:r>
            <a:r>
              <a:rPr lang="en-US" altLang="zh-CN" sz="2400" b="1" baseline="-25000">
                <a:solidFill>
                  <a:srgbClr val="0033CC"/>
                </a:solidFill>
              </a:rPr>
              <a:t>1</a:t>
            </a:r>
            <a:r>
              <a:rPr lang="en-US" altLang="zh-CN" sz="2400" b="1">
                <a:solidFill>
                  <a:srgbClr val="0033CC"/>
                </a:solidFill>
              </a:rPr>
              <a:t>&gt; 0</a:t>
            </a:r>
            <a:endParaRPr lang="en-US" altLang="zh-CN" sz="2400"/>
          </a:p>
        </p:txBody>
      </p:sp>
      <p:sp>
        <p:nvSpPr>
          <p:cNvPr id="177156" name="Text Box 4"/>
          <p:cNvSpPr txBox="1">
            <a:spLocks noChangeArrowheads="1"/>
          </p:cNvSpPr>
          <p:nvPr/>
        </p:nvSpPr>
        <p:spPr bwMode="auto">
          <a:xfrm>
            <a:off x="315913" y="2932113"/>
            <a:ext cx="4471987" cy="519112"/>
          </a:xfrm>
          <a:prstGeom prst="rect">
            <a:avLst/>
          </a:prstGeom>
          <a:noFill/>
          <a:ln w="9525">
            <a:noFill/>
            <a:miter lim="800000"/>
            <a:headEnd/>
            <a:tailEnd/>
          </a:ln>
        </p:spPr>
        <p:txBody>
          <a:bodyPr>
            <a:spAutoFit/>
          </a:bodyPr>
          <a:lstStyle/>
          <a:p>
            <a:pPr algn="l"/>
            <a:r>
              <a:rPr lang="zh-CN" altLang="en-US" sz="2400" b="1">
                <a:solidFill>
                  <a:srgbClr val="FF0000"/>
                </a:solidFill>
                <a:latin typeface="宋体" pitchFamily="2" charset="-122"/>
              </a:rPr>
              <a:t>由初始条件求振幅和初相</a:t>
            </a:r>
            <a:r>
              <a:rPr lang="zh-CN" altLang="en-US" sz="2800" b="1">
                <a:solidFill>
                  <a:srgbClr val="FF0000"/>
                </a:solidFill>
                <a:latin typeface="宋体" pitchFamily="2" charset="-122"/>
              </a:rPr>
              <a:t>位</a:t>
            </a:r>
            <a:endParaRPr lang="zh-CN" altLang="en-US" sz="2800">
              <a:solidFill>
                <a:srgbClr val="FF0000"/>
              </a:solidFill>
            </a:endParaRPr>
          </a:p>
        </p:txBody>
      </p:sp>
      <p:graphicFrame>
        <p:nvGraphicFramePr>
          <p:cNvPr id="177157" name="Object 5"/>
          <p:cNvGraphicFramePr>
            <a:graphicFrameLocks noChangeAspect="1"/>
          </p:cNvGraphicFramePr>
          <p:nvPr/>
        </p:nvGraphicFramePr>
        <p:xfrm>
          <a:off x="611188" y="3738563"/>
          <a:ext cx="2417762" cy="366712"/>
        </p:xfrm>
        <a:graphic>
          <a:graphicData uri="http://schemas.openxmlformats.org/presentationml/2006/ole">
            <p:oleObj spid="_x0000_s7170" name="公式" r:id="rId3" imgW="1333440" imgH="203040" progId="Equation.3">
              <p:embed/>
            </p:oleObj>
          </a:graphicData>
        </a:graphic>
      </p:graphicFrame>
      <p:sp>
        <p:nvSpPr>
          <p:cNvPr id="177158" name="AutoShape 6"/>
          <p:cNvSpPr>
            <a:spLocks noChangeArrowheads="1"/>
          </p:cNvSpPr>
          <p:nvPr/>
        </p:nvSpPr>
        <p:spPr bwMode="auto">
          <a:xfrm>
            <a:off x="3222625" y="3856038"/>
            <a:ext cx="539750" cy="107950"/>
          </a:xfrm>
          <a:prstGeom prst="rightArrow">
            <a:avLst>
              <a:gd name="adj1" fmla="val 50000"/>
              <a:gd name="adj2" fmla="val 125000"/>
            </a:avLst>
          </a:prstGeom>
          <a:solidFill>
            <a:srgbClr val="0000FF"/>
          </a:solidFill>
          <a:ln w="9525">
            <a:solidFill>
              <a:srgbClr val="000080"/>
            </a:solidFill>
            <a:miter lim="800000"/>
            <a:headEnd/>
            <a:tailEnd/>
          </a:ln>
        </p:spPr>
        <p:txBody>
          <a:bodyPr wrap="none" anchor="ctr"/>
          <a:lstStyle/>
          <a:p>
            <a:endParaRPr lang="zh-CN" altLang="en-US"/>
          </a:p>
        </p:txBody>
      </p:sp>
      <p:graphicFrame>
        <p:nvGraphicFramePr>
          <p:cNvPr id="177159" name="Object 7"/>
          <p:cNvGraphicFramePr>
            <a:graphicFrameLocks noChangeAspect="1"/>
          </p:cNvGraphicFramePr>
          <p:nvPr/>
        </p:nvGraphicFramePr>
        <p:xfrm>
          <a:off x="3941763" y="3694113"/>
          <a:ext cx="1428750" cy="409575"/>
        </p:xfrm>
        <a:graphic>
          <a:graphicData uri="http://schemas.openxmlformats.org/presentationml/2006/ole">
            <p:oleObj spid="_x0000_s7171" name="公式" r:id="rId4" imgW="799920" imgH="228600" progId="Equation.3">
              <p:embed/>
            </p:oleObj>
          </a:graphicData>
        </a:graphic>
      </p:graphicFrame>
      <p:graphicFrame>
        <p:nvGraphicFramePr>
          <p:cNvPr id="177160" name="Object 8"/>
          <p:cNvGraphicFramePr>
            <a:graphicFrameLocks noChangeAspect="1"/>
          </p:cNvGraphicFramePr>
          <p:nvPr/>
        </p:nvGraphicFramePr>
        <p:xfrm>
          <a:off x="611188" y="4227513"/>
          <a:ext cx="2559050" cy="366712"/>
        </p:xfrm>
        <a:graphic>
          <a:graphicData uri="http://schemas.openxmlformats.org/presentationml/2006/ole">
            <p:oleObj spid="_x0000_s7172" name="公式" r:id="rId5" imgW="1409400" imgH="203040" progId="Equation.3">
              <p:embed/>
            </p:oleObj>
          </a:graphicData>
        </a:graphic>
      </p:graphicFrame>
      <p:sp>
        <p:nvSpPr>
          <p:cNvPr id="177161" name="AutoShape 9"/>
          <p:cNvSpPr>
            <a:spLocks noChangeArrowheads="1"/>
          </p:cNvSpPr>
          <p:nvPr/>
        </p:nvSpPr>
        <p:spPr bwMode="auto">
          <a:xfrm>
            <a:off x="3311525" y="4324350"/>
            <a:ext cx="539750" cy="107950"/>
          </a:xfrm>
          <a:prstGeom prst="rightArrow">
            <a:avLst>
              <a:gd name="adj1" fmla="val 50000"/>
              <a:gd name="adj2" fmla="val 125000"/>
            </a:avLst>
          </a:prstGeom>
          <a:solidFill>
            <a:srgbClr val="0000FF"/>
          </a:solidFill>
          <a:ln w="9525">
            <a:solidFill>
              <a:srgbClr val="000080"/>
            </a:solidFill>
            <a:miter lim="800000"/>
            <a:headEnd/>
            <a:tailEnd/>
          </a:ln>
        </p:spPr>
        <p:txBody>
          <a:bodyPr wrap="none" anchor="ctr"/>
          <a:lstStyle/>
          <a:p>
            <a:endParaRPr lang="zh-CN" altLang="en-US"/>
          </a:p>
        </p:txBody>
      </p:sp>
      <p:graphicFrame>
        <p:nvGraphicFramePr>
          <p:cNvPr id="177162" name="Object 10"/>
          <p:cNvGraphicFramePr>
            <a:graphicFrameLocks noChangeAspect="1"/>
          </p:cNvGraphicFramePr>
          <p:nvPr/>
        </p:nvGraphicFramePr>
        <p:xfrm>
          <a:off x="4032250" y="4189413"/>
          <a:ext cx="1849438" cy="409575"/>
        </p:xfrm>
        <a:graphic>
          <a:graphicData uri="http://schemas.openxmlformats.org/presentationml/2006/ole">
            <p:oleObj spid="_x0000_s7173" name="公式" r:id="rId6" imgW="1028520" imgH="228600" progId="Equation.3">
              <p:embed/>
            </p:oleObj>
          </a:graphicData>
        </a:graphic>
      </p:graphicFrame>
      <p:graphicFrame>
        <p:nvGraphicFramePr>
          <p:cNvPr id="177163" name="Object 11"/>
          <p:cNvGraphicFramePr>
            <a:graphicFrameLocks/>
          </p:cNvGraphicFramePr>
          <p:nvPr/>
        </p:nvGraphicFramePr>
        <p:xfrm>
          <a:off x="1827213" y="5049838"/>
          <a:ext cx="1763712" cy="849312"/>
        </p:xfrm>
        <a:graphic>
          <a:graphicData uri="http://schemas.openxmlformats.org/presentationml/2006/ole">
            <p:oleObj spid="_x0000_s7174" name="公式" r:id="rId7" imgW="977760" imgH="469800" progId="Equation.3">
              <p:embed/>
            </p:oleObj>
          </a:graphicData>
        </a:graphic>
      </p:graphicFrame>
      <p:graphicFrame>
        <p:nvGraphicFramePr>
          <p:cNvPr id="177164" name="Object 12"/>
          <p:cNvGraphicFramePr>
            <a:graphicFrameLocks noChangeAspect="1"/>
          </p:cNvGraphicFramePr>
          <p:nvPr/>
        </p:nvGraphicFramePr>
        <p:xfrm>
          <a:off x="4662488" y="5049838"/>
          <a:ext cx="1749425" cy="803275"/>
        </p:xfrm>
        <a:graphic>
          <a:graphicData uri="http://schemas.openxmlformats.org/presentationml/2006/ole">
            <p:oleObj spid="_x0000_s7175" name="公式" r:id="rId8" imgW="1066680" imgH="444240" progId="Equation.3">
              <p:embed/>
            </p:oleObj>
          </a:graphicData>
        </a:graphic>
      </p:graphicFrame>
      <p:sp>
        <p:nvSpPr>
          <p:cNvPr id="7181" name="Line 13"/>
          <p:cNvSpPr>
            <a:spLocks noChangeShapeType="1"/>
          </p:cNvSpPr>
          <p:nvPr/>
        </p:nvSpPr>
        <p:spPr bwMode="auto">
          <a:xfrm>
            <a:off x="5864225" y="2312988"/>
            <a:ext cx="715963" cy="0"/>
          </a:xfrm>
          <a:prstGeom prst="line">
            <a:avLst/>
          </a:prstGeom>
          <a:noFill/>
          <a:ln w="12700">
            <a:solidFill>
              <a:schemeClr val="bg1"/>
            </a:solidFill>
            <a:prstDash val="sysDot"/>
            <a:round/>
            <a:headEnd type="none" w="med" len="sm"/>
            <a:tailEnd type="none" w="med" len="sm"/>
          </a:ln>
        </p:spPr>
        <p:txBody>
          <a:bodyPr/>
          <a:lstStyle/>
          <a:p>
            <a:endParaRPr lang="zh-CN" altLang="en-US"/>
          </a:p>
        </p:txBody>
      </p:sp>
      <p:grpSp>
        <p:nvGrpSpPr>
          <p:cNvPr id="2" name="Group 14"/>
          <p:cNvGrpSpPr>
            <a:grpSpLocks/>
          </p:cNvGrpSpPr>
          <p:nvPr/>
        </p:nvGrpSpPr>
        <p:grpSpPr bwMode="auto">
          <a:xfrm>
            <a:off x="5003800" y="368300"/>
            <a:ext cx="3889375" cy="2379663"/>
            <a:chOff x="272" y="1842"/>
            <a:chExt cx="2450" cy="1499"/>
          </a:xfrm>
        </p:grpSpPr>
        <p:sp>
          <p:nvSpPr>
            <p:cNvPr id="7207" name="Rectangle 15"/>
            <p:cNvSpPr>
              <a:spLocks noChangeArrowheads="1"/>
            </p:cNvSpPr>
            <p:nvPr/>
          </p:nvSpPr>
          <p:spPr bwMode="auto">
            <a:xfrm>
              <a:off x="2403" y="2677"/>
              <a:ext cx="319" cy="288"/>
            </a:xfrm>
            <a:prstGeom prst="rect">
              <a:avLst/>
            </a:prstGeom>
            <a:noFill/>
            <a:ln w="6350">
              <a:noFill/>
              <a:miter lim="800000"/>
              <a:headEnd/>
              <a:tailEnd/>
            </a:ln>
          </p:spPr>
          <p:txBody>
            <a:bodyPr lIns="12700" tIns="12700" rIns="12700" bIns="12700"/>
            <a:lstStyle/>
            <a:p>
              <a:pPr algn="just"/>
              <a:r>
                <a:rPr lang="en-US" altLang="zh-CN" sz="2000" b="1" i="1"/>
                <a:t>   </a:t>
              </a:r>
              <a:r>
                <a:rPr lang="en-US" altLang="zh-CN" sz="2400" b="1" i="1"/>
                <a:t>t</a:t>
              </a:r>
              <a:endParaRPr lang="en-US" altLang="zh-CN" sz="2400"/>
            </a:p>
          </p:txBody>
        </p:sp>
        <p:sp>
          <p:nvSpPr>
            <p:cNvPr id="7208" name="Rectangle 16"/>
            <p:cNvSpPr>
              <a:spLocks noChangeArrowheads="1"/>
            </p:cNvSpPr>
            <p:nvPr/>
          </p:nvSpPr>
          <p:spPr bwMode="auto">
            <a:xfrm>
              <a:off x="440" y="1842"/>
              <a:ext cx="241" cy="200"/>
            </a:xfrm>
            <a:prstGeom prst="rect">
              <a:avLst/>
            </a:prstGeom>
            <a:noFill/>
            <a:ln w="9525">
              <a:noFill/>
              <a:miter lim="800000"/>
              <a:headEnd/>
              <a:tailEnd/>
            </a:ln>
          </p:spPr>
          <p:txBody>
            <a:bodyPr lIns="12700" tIns="12700" rIns="12700" bIns="12700"/>
            <a:lstStyle/>
            <a:p>
              <a:pPr algn="r"/>
              <a:r>
                <a:rPr lang="en-US" altLang="zh-CN" sz="2800" b="1" i="1"/>
                <a:t>  x</a:t>
              </a:r>
              <a:endParaRPr lang="en-US" altLang="zh-CN" sz="2400"/>
            </a:p>
          </p:txBody>
        </p:sp>
        <p:sp>
          <p:nvSpPr>
            <p:cNvPr id="7209" name="Rectangle 17"/>
            <p:cNvSpPr>
              <a:spLocks noChangeArrowheads="1"/>
            </p:cNvSpPr>
            <p:nvPr/>
          </p:nvSpPr>
          <p:spPr bwMode="auto">
            <a:xfrm>
              <a:off x="272" y="2597"/>
              <a:ext cx="263" cy="184"/>
            </a:xfrm>
            <a:prstGeom prst="rect">
              <a:avLst/>
            </a:prstGeom>
            <a:noFill/>
            <a:ln w="9525">
              <a:noFill/>
              <a:miter lim="800000"/>
              <a:headEnd/>
              <a:tailEnd/>
            </a:ln>
          </p:spPr>
          <p:txBody>
            <a:bodyPr lIns="12700" tIns="12700" rIns="12700" bIns="12700"/>
            <a:lstStyle/>
            <a:p>
              <a:pPr algn="just"/>
              <a:r>
                <a:rPr lang="en-US" altLang="zh-CN" sz="2000" b="1" i="1"/>
                <a:t>O</a:t>
              </a:r>
              <a:endParaRPr lang="en-US" altLang="zh-CN" sz="2400"/>
            </a:p>
          </p:txBody>
        </p:sp>
        <p:sp>
          <p:nvSpPr>
            <p:cNvPr id="7210" name="Line 18"/>
            <p:cNvSpPr>
              <a:spLocks noChangeShapeType="1"/>
            </p:cNvSpPr>
            <p:nvPr/>
          </p:nvSpPr>
          <p:spPr bwMode="auto">
            <a:xfrm>
              <a:off x="464" y="2682"/>
              <a:ext cx="2178" cy="3"/>
            </a:xfrm>
            <a:prstGeom prst="line">
              <a:avLst/>
            </a:prstGeom>
            <a:noFill/>
            <a:ln w="9525">
              <a:solidFill>
                <a:schemeClr val="tx2"/>
              </a:solidFill>
              <a:round/>
              <a:headEnd type="none" w="med" len="sm"/>
              <a:tailEnd type="triangle" w="med" len="lg"/>
            </a:ln>
          </p:spPr>
          <p:txBody>
            <a:bodyPr/>
            <a:lstStyle/>
            <a:p>
              <a:endParaRPr lang="zh-CN" altLang="en-US"/>
            </a:p>
          </p:txBody>
        </p:sp>
        <p:sp>
          <p:nvSpPr>
            <p:cNvPr id="7211" name="Line 19"/>
            <p:cNvSpPr>
              <a:spLocks noChangeShapeType="1"/>
            </p:cNvSpPr>
            <p:nvPr/>
          </p:nvSpPr>
          <p:spPr bwMode="auto">
            <a:xfrm>
              <a:off x="455" y="1997"/>
              <a:ext cx="1" cy="1344"/>
            </a:xfrm>
            <a:prstGeom prst="line">
              <a:avLst/>
            </a:prstGeom>
            <a:noFill/>
            <a:ln w="19050">
              <a:solidFill>
                <a:schemeClr val="tx1"/>
              </a:solidFill>
              <a:round/>
              <a:headEnd type="triangle" w="med" len="lg"/>
              <a:tailEnd/>
            </a:ln>
          </p:spPr>
          <p:txBody>
            <a:bodyPr/>
            <a:lstStyle/>
            <a:p>
              <a:endParaRPr lang="zh-CN" altLang="en-US"/>
            </a:p>
          </p:txBody>
        </p:sp>
      </p:grpSp>
      <p:grpSp>
        <p:nvGrpSpPr>
          <p:cNvPr id="3" name="Group 20"/>
          <p:cNvGrpSpPr>
            <a:grpSpLocks/>
          </p:cNvGrpSpPr>
          <p:nvPr/>
        </p:nvGrpSpPr>
        <p:grpSpPr bwMode="auto">
          <a:xfrm>
            <a:off x="4878388" y="677863"/>
            <a:ext cx="2749550" cy="2032000"/>
            <a:chOff x="3027" y="629"/>
            <a:chExt cx="1732" cy="1280"/>
          </a:xfrm>
        </p:grpSpPr>
        <p:sp>
          <p:nvSpPr>
            <p:cNvPr id="7203" name="Line 21"/>
            <p:cNvSpPr>
              <a:spLocks noChangeShapeType="1"/>
            </p:cNvSpPr>
            <p:nvPr/>
          </p:nvSpPr>
          <p:spPr bwMode="auto">
            <a:xfrm>
              <a:off x="3301" y="725"/>
              <a:ext cx="620" cy="0"/>
            </a:xfrm>
            <a:prstGeom prst="line">
              <a:avLst/>
            </a:prstGeom>
            <a:noFill/>
            <a:ln w="6350">
              <a:solidFill>
                <a:schemeClr val="tx2"/>
              </a:solidFill>
              <a:prstDash val="sysDot"/>
              <a:round/>
              <a:headEnd type="none" w="med" len="sm"/>
              <a:tailEnd type="none" w="med" len="sm"/>
            </a:ln>
          </p:spPr>
          <p:txBody>
            <a:bodyPr/>
            <a:lstStyle/>
            <a:p>
              <a:endParaRPr lang="zh-CN" altLang="en-US"/>
            </a:p>
          </p:txBody>
        </p:sp>
        <p:sp>
          <p:nvSpPr>
            <p:cNvPr id="7204" name="Line 22"/>
            <p:cNvSpPr>
              <a:spLocks noChangeShapeType="1"/>
            </p:cNvSpPr>
            <p:nvPr/>
          </p:nvSpPr>
          <p:spPr bwMode="auto">
            <a:xfrm flipV="1">
              <a:off x="3301" y="1805"/>
              <a:ext cx="1458" cy="8"/>
            </a:xfrm>
            <a:prstGeom prst="line">
              <a:avLst/>
            </a:prstGeom>
            <a:noFill/>
            <a:ln w="6350">
              <a:solidFill>
                <a:schemeClr val="tx2"/>
              </a:solidFill>
              <a:prstDash val="sysDot"/>
              <a:round/>
              <a:headEnd type="none" w="med" len="sm"/>
              <a:tailEnd type="none" w="med" len="sm"/>
            </a:ln>
          </p:spPr>
          <p:txBody>
            <a:bodyPr/>
            <a:lstStyle/>
            <a:p>
              <a:endParaRPr lang="zh-CN" altLang="en-US"/>
            </a:p>
          </p:txBody>
        </p:sp>
        <p:sp>
          <p:nvSpPr>
            <p:cNvPr id="7205" name="Rectangle 23"/>
            <p:cNvSpPr>
              <a:spLocks noChangeArrowheads="1"/>
            </p:cNvSpPr>
            <p:nvPr/>
          </p:nvSpPr>
          <p:spPr bwMode="auto">
            <a:xfrm>
              <a:off x="3083" y="629"/>
              <a:ext cx="218" cy="160"/>
            </a:xfrm>
            <a:prstGeom prst="rect">
              <a:avLst/>
            </a:prstGeom>
            <a:noFill/>
            <a:ln w="6350">
              <a:noFill/>
              <a:miter lim="800000"/>
              <a:headEnd/>
              <a:tailEnd/>
            </a:ln>
          </p:spPr>
          <p:txBody>
            <a:bodyPr lIns="12700" tIns="12700" rIns="12700" bIns="12700"/>
            <a:lstStyle/>
            <a:p>
              <a:pPr algn="just"/>
              <a:r>
                <a:rPr lang="en-US" altLang="zh-CN" sz="2000" b="1" i="1">
                  <a:solidFill>
                    <a:srgbClr val="CC0000"/>
                  </a:solidFill>
                </a:rPr>
                <a:t>A</a:t>
              </a:r>
              <a:r>
                <a:rPr lang="en-US" altLang="zh-CN" sz="2000" b="1" baseline="-25000">
                  <a:solidFill>
                    <a:srgbClr val="CC0000"/>
                  </a:solidFill>
                </a:rPr>
                <a:t>1</a:t>
              </a:r>
              <a:endParaRPr lang="en-US" altLang="zh-CN" sz="2400">
                <a:solidFill>
                  <a:srgbClr val="CC0000"/>
                </a:solidFill>
              </a:endParaRPr>
            </a:p>
          </p:txBody>
        </p:sp>
        <p:sp>
          <p:nvSpPr>
            <p:cNvPr id="7206" name="Rectangle 24"/>
            <p:cNvSpPr>
              <a:spLocks noChangeArrowheads="1"/>
            </p:cNvSpPr>
            <p:nvPr/>
          </p:nvSpPr>
          <p:spPr bwMode="auto">
            <a:xfrm>
              <a:off x="3027" y="1733"/>
              <a:ext cx="629" cy="176"/>
            </a:xfrm>
            <a:prstGeom prst="rect">
              <a:avLst/>
            </a:prstGeom>
            <a:noFill/>
            <a:ln w="6350">
              <a:noFill/>
              <a:miter lim="800000"/>
              <a:headEnd/>
              <a:tailEnd/>
            </a:ln>
          </p:spPr>
          <p:txBody>
            <a:bodyPr lIns="12700" tIns="12700" rIns="12700" bIns="12700"/>
            <a:lstStyle/>
            <a:p>
              <a:pPr algn="just"/>
              <a:r>
                <a:rPr lang="en-US" altLang="zh-CN" sz="2000" b="1" i="1">
                  <a:solidFill>
                    <a:srgbClr val="CC0000"/>
                  </a:solidFill>
                </a:rPr>
                <a:t>-A</a:t>
              </a:r>
              <a:r>
                <a:rPr lang="en-US" altLang="zh-CN" sz="2000" b="1" baseline="-25000">
                  <a:solidFill>
                    <a:srgbClr val="CC0000"/>
                  </a:solidFill>
                </a:rPr>
                <a:t>1</a:t>
              </a:r>
              <a:endParaRPr lang="en-US" altLang="zh-CN" sz="2400">
                <a:solidFill>
                  <a:srgbClr val="CC0000"/>
                </a:solidFill>
              </a:endParaRPr>
            </a:p>
          </p:txBody>
        </p:sp>
      </p:grpSp>
      <p:grpSp>
        <p:nvGrpSpPr>
          <p:cNvPr id="4" name="Group 25"/>
          <p:cNvGrpSpPr>
            <a:grpSpLocks/>
          </p:cNvGrpSpPr>
          <p:nvPr/>
        </p:nvGrpSpPr>
        <p:grpSpPr bwMode="auto">
          <a:xfrm>
            <a:off x="5286375" y="685800"/>
            <a:ext cx="3127375" cy="1868488"/>
            <a:chOff x="450" y="2042"/>
            <a:chExt cx="1970" cy="1177"/>
          </a:xfrm>
        </p:grpSpPr>
        <p:sp>
          <p:nvSpPr>
            <p:cNvPr id="7199" name="Line 26"/>
            <p:cNvSpPr>
              <a:spLocks noChangeShapeType="1"/>
            </p:cNvSpPr>
            <p:nvPr/>
          </p:nvSpPr>
          <p:spPr bwMode="auto">
            <a:xfrm flipH="1">
              <a:off x="450" y="2646"/>
              <a:ext cx="239" cy="384"/>
            </a:xfrm>
            <a:prstGeom prst="line">
              <a:avLst/>
            </a:prstGeom>
            <a:noFill/>
            <a:ln w="38100">
              <a:solidFill>
                <a:srgbClr val="CC0000"/>
              </a:solidFill>
              <a:round/>
              <a:headEnd/>
              <a:tailEnd/>
            </a:ln>
          </p:spPr>
          <p:txBody>
            <a:bodyPr/>
            <a:lstStyle/>
            <a:p>
              <a:endParaRPr lang="zh-CN" altLang="en-US"/>
            </a:p>
          </p:txBody>
        </p:sp>
        <p:sp>
          <p:nvSpPr>
            <p:cNvPr id="7200" name="Freeform 27"/>
            <p:cNvSpPr>
              <a:spLocks/>
            </p:cNvSpPr>
            <p:nvPr/>
          </p:nvSpPr>
          <p:spPr bwMode="auto">
            <a:xfrm>
              <a:off x="663" y="2157"/>
              <a:ext cx="863" cy="561"/>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01"/>
                  </a:moveTo>
                  <a:lnTo>
                    <a:pt x="225" y="18502"/>
                  </a:lnTo>
                  <a:lnTo>
                    <a:pt x="437" y="17889"/>
                  </a:lnTo>
                  <a:lnTo>
                    <a:pt x="662" y="17290"/>
                  </a:lnTo>
                  <a:lnTo>
                    <a:pt x="887" y="16662"/>
                  </a:lnTo>
                  <a:lnTo>
                    <a:pt x="1099" y="16077"/>
                  </a:lnTo>
                  <a:lnTo>
                    <a:pt x="1325" y="15492"/>
                  </a:lnTo>
                  <a:lnTo>
                    <a:pt x="1550" y="14893"/>
                  </a:lnTo>
                  <a:lnTo>
                    <a:pt x="1762" y="14308"/>
                  </a:lnTo>
                  <a:lnTo>
                    <a:pt x="1987" y="13738"/>
                  </a:lnTo>
                  <a:lnTo>
                    <a:pt x="2225" y="13153"/>
                  </a:lnTo>
                  <a:lnTo>
                    <a:pt x="2450" y="12582"/>
                  </a:lnTo>
                  <a:lnTo>
                    <a:pt x="2675" y="12026"/>
                  </a:lnTo>
                  <a:lnTo>
                    <a:pt x="2887" y="11455"/>
                  </a:lnTo>
                  <a:lnTo>
                    <a:pt x="3113" y="10884"/>
                  </a:lnTo>
                  <a:lnTo>
                    <a:pt x="3338" y="10342"/>
                  </a:lnTo>
                  <a:lnTo>
                    <a:pt x="3550" y="9815"/>
                  </a:lnTo>
                  <a:lnTo>
                    <a:pt x="3775" y="9287"/>
                  </a:lnTo>
                  <a:lnTo>
                    <a:pt x="4000" y="8759"/>
                  </a:lnTo>
                  <a:lnTo>
                    <a:pt x="4225" y="8231"/>
                  </a:lnTo>
                  <a:lnTo>
                    <a:pt x="4437" y="7732"/>
                  </a:lnTo>
                  <a:lnTo>
                    <a:pt x="4662" y="7247"/>
                  </a:lnTo>
                  <a:lnTo>
                    <a:pt x="4887" y="6805"/>
                  </a:lnTo>
                  <a:lnTo>
                    <a:pt x="5113" y="6334"/>
                  </a:lnTo>
                  <a:lnTo>
                    <a:pt x="5338" y="5892"/>
                  </a:lnTo>
                  <a:lnTo>
                    <a:pt x="5550" y="5421"/>
                  </a:lnTo>
                  <a:lnTo>
                    <a:pt x="5762" y="4993"/>
                  </a:lnTo>
                  <a:lnTo>
                    <a:pt x="5974" y="4579"/>
                  </a:lnTo>
                  <a:lnTo>
                    <a:pt x="6199" y="4165"/>
                  </a:lnTo>
                  <a:lnTo>
                    <a:pt x="6424" y="3780"/>
                  </a:lnTo>
                  <a:lnTo>
                    <a:pt x="6636" y="3409"/>
                  </a:lnTo>
                  <a:lnTo>
                    <a:pt x="6861" y="3067"/>
                  </a:lnTo>
                  <a:lnTo>
                    <a:pt x="7086" y="2725"/>
                  </a:lnTo>
                  <a:lnTo>
                    <a:pt x="7285" y="2411"/>
                  </a:lnTo>
                  <a:lnTo>
                    <a:pt x="7510" y="2097"/>
                  </a:lnTo>
                  <a:lnTo>
                    <a:pt x="7735" y="1826"/>
                  </a:lnTo>
                  <a:lnTo>
                    <a:pt x="7960" y="1555"/>
                  </a:lnTo>
                  <a:lnTo>
                    <a:pt x="8159" y="1298"/>
                  </a:lnTo>
                  <a:lnTo>
                    <a:pt x="8371" y="1056"/>
                  </a:lnTo>
                  <a:lnTo>
                    <a:pt x="8583" y="842"/>
                  </a:lnTo>
                  <a:lnTo>
                    <a:pt x="8808" y="670"/>
                  </a:lnTo>
                  <a:lnTo>
                    <a:pt x="9020" y="499"/>
                  </a:lnTo>
                  <a:lnTo>
                    <a:pt x="9232" y="385"/>
                  </a:lnTo>
                  <a:lnTo>
                    <a:pt x="9444" y="243"/>
                  </a:lnTo>
                  <a:lnTo>
                    <a:pt x="9642" y="128"/>
                  </a:lnTo>
                  <a:lnTo>
                    <a:pt x="9854" y="86"/>
                  </a:lnTo>
                  <a:lnTo>
                    <a:pt x="10079" y="14"/>
                  </a:lnTo>
                  <a:lnTo>
                    <a:pt x="10291" y="0"/>
                  </a:lnTo>
                  <a:lnTo>
                    <a:pt x="10503" y="14"/>
                  </a:lnTo>
                  <a:lnTo>
                    <a:pt x="10702" y="14"/>
                  </a:lnTo>
                  <a:lnTo>
                    <a:pt x="10914" y="86"/>
                  </a:lnTo>
                  <a:lnTo>
                    <a:pt x="11126" y="214"/>
                  </a:lnTo>
                  <a:lnTo>
                    <a:pt x="11338" y="328"/>
                  </a:lnTo>
                  <a:lnTo>
                    <a:pt x="11563" y="514"/>
                  </a:lnTo>
                  <a:lnTo>
                    <a:pt x="11788" y="756"/>
                  </a:lnTo>
                  <a:lnTo>
                    <a:pt x="12000" y="984"/>
                  </a:lnTo>
                  <a:lnTo>
                    <a:pt x="12225" y="1255"/>
                  </a:lnTo>
                  <a:lnTo>
                    <a:pt x="12450" y="1555"/>
                  </a:lnTo>
                  <a:lnTo>
                    <a:pt x="12689" y="1912"/>
                  </a:lnTo>
                  <a:lnTo>
                    <a:pt x="12914" y="2268"/>
                  </a:lnTo>
                  <a:lnTo>
                    <a:pt x="13152" y="2696"/>
                  </a:lnTo>
                  <a:lnTo>
                    <a:pt x="13377" y="3096"/>
                  </a:lnTo>
                  <a:lnTo>
                    <a:pt x="13616" y="3524"/>
                  </a:lnTo>
                  <a:lnTo>
                    <a:pt x="13841" y="3980"/>
                  </a:lnTo>
                  <a:lnTo>
                    <a:pt x="14066" y="4451"/>
                  </a:lnTo>
                  <a:lnTo>
                    <a:pt x="14291" y="4936"/>
                  </a:lnTo>
                  <a:lnTo>
                    <a:pt x="14530" y="5464"/>
                  </a:lnTo>
                  <a:lnTo>
                    <a:pt x="14755" y="6006"/>
                  </a:lnTo>
                  <a:lnTo>
                    <a:pt x="14993" y="6519"/>
                  </a:lnTo>
                  <a:lnTo>
                    <a:pt x="15219" y="7061"/>
                  </a:lnTo>
                  <a:lnTo>
                    <a:pt x="15444" y="7632"/>
                  </a:lnTo>
                  <a:lnTo>
                    <a:pt x="15682" y="8188"/>
                  </a:lnTo>
                  <a:lnTo>
                    <a:pt x="15894" y="8773"/>
                  </a:lnTo>
                  <a:lnTo>
                    <a:pt x="16106" y="9358"/>
                  </a:lnTo>
                  <a:lnTo>
                    <a:pt x="16318" y="9914"/>
                  </a:lnTo>
                  <a:lnTo>
                    <a:pt x="16530" y="10471"/>
                  </a:lnTo>
                  <a:lnTo>
                    <a:pt x="16742" y="11041"/>
                  </a:lnTo>
                  <a:lnTo>
                    <a:pt x="16954" y="11626"/>
                  </a:lnTo>
                  <a:lnTo>
                    <a:pt x="17152" y="12183"/>
                  </a:lnTo>
                  <a:lnTo>
                    <a:pt x="17351" y="12753"/>
                  </a:lnTo>
                  <a:lnTo>
                    <a:pt x="17550" y="13295"/>
                  </a:lnTo>
                  <a:lnTo>
                    <a:pt x="17735" y="13852"/>
                  </a:lnTo>
                  <a:lnTo>
                    <a:pt x="17934" y="14394"/>
                  </a:lnTo>
                  <a:lnTo>
                    <a:pt x="18119" y="14936"/>
                  </a:lnTo>
                  <a:lnTo>
                    <a:pt x="18291" y="15435"/>
                  </a:lnTo>
                  <a:lnTo>
                    <a:pt x="18464" y="15949"/>
                  </a:lnTo>
                  <a:lnTo>
                    <a:pt x="18636" y="16419"/>
                  </a:lnTo>
                  <a:lnTo>
                    <a:pt x="18795" y="16862"/>
                  </a:lnTo>
                  <a:lnTo>
                    <a:pt x="18954" y="17332"/>
                  </a:lnTo>
                  <a:lnTo>
                    <a:pt x="19099" y="17746"/>
                  </a:lnTo>
                  <a:lnTo>
                    <a:pt x="19258" y="18146"/>
                  </a:lnTo>
                  <a:lnTo>
                    <a:pt x="19391" y="18545"/>
                  </a:lnTo>
                  <a:lnTo>
                    <a:pt x="19523" y="18887"/>
                  </a:lnTo>
                  <a:lnTo>
                    <a:pt x="19642" y="19187"/>
                  </a:lnTo>
                  <a:lnTo>
                    <a:pt x="19775" y="19515"/>
                  </a:lnTo>
                  <a:lnTo>
                    <a:pt x="19881" y="19772"/>
                  </a:lnTo>
                  <a:lnTo>
                    <a:pt x="19987" y="19986"/>
                  </a:lnTo>
                </a:path>
              </a:pathLst>
            </a:custGeom>
            <a:noFill/>
            <a:ln w="38100">
              <a:solidFill>
                <a:srgbClr val="CC0000"/>
              </a:solidFill>
              <a:round/>
              <a:headEnd/>
              <a:tailEnd/>
            </a:ln>
          </p:spPr>
          <p:txBody>
            <a:bodyPr/>
            <a:lstStyle/>
            <a:p>
              <a:endParaRPr lang="zh-CN" altLang="en-US"/>
            </a:p>
          </p:txBody>
        </p:sp>
        <p:sp>
          <p:nvSpPr>
            <p:cNvPr id="7201" name="Freeform 28"/>
            <p:cNvSpPr>
              <a:spLocks/>
            </p:cNvSpPr>
            <p:nvPr/>
          </p:nvSpPr>
          <p:spPr bwMode="auto">
            <a:xfrm>
              <a:off x="1504" y="2677"/>
              <a:ext cx="916" cy="54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20"/>
                  </a:lnTo>
                  <a:lnTo>
                    <a:pt x="399" y="1255"/>
                  </a:lnTo>
                  <a:lnTo>
                    <a:pt x="598" y="1875"/>
                  </a:lnTo>
                  <a:lnTo>
                    <a:pt x="798" y="2524"/>
                  </a:lnTo>
                  <a:lnTo>
                    <a:pt x="984" y="3144"/>
                  </a:lnTo>
                  <a:lnTo>
                    <a:pt x="1184" y="3734"/>
                  </a:lnTo>
                  <a:lnTo>
                    <a:pt x="1383" y="4354"/>
                  </a:lnTo>
                  <a:lnTo>
                    <a:pt x="1583" y="4959"/>
                  </a:lnTo>
                  <a:lnTo>
                    <a:pt x="1782" y="5565"/>
                  </a:lnTo>
                  <a:lnTo>
                    <a:pt x="1981" y="6155"/>
                  </a:lnTo>
                  <a:lnTo>
                    <a:pt x="2181" y="6745"/>
                  </a:lnTo>
                  <a:lnTo>
                    <a:pt x="2380" y="7292"/>
                  </a:lnTo>
                  <a:lnTo>
                    <a:pt x="2567" y="7897"/>
                  </a:lnTo>
                  <a:lnTo>
                    <a:pt x="2766" y="8472"/>
                  </a:lnTo>
                  <a:lnTo>
                    <a:pt x="2966" y="9033"/>
                  </a:lnTo>
                  <a:lnTo>
                    <a:pt x="3165" y="9594"/>
                  </a:lnTo>
                  <a:lnTo>
                    <a:pt x="3364" y="10140"/>
                  </a:lnTo>
                  <a:lnTo>
                    <a:pt x="3564" y="10672"/>
                  </a:lnTo>
                  <a:lnTo>
                    <a:pt x="3763" y="11203"/>
                  </a:lnTo>
                  <a:lnTo>
                    <a:pt x="3963" y="11720"/>
                  </a:lnTo>
                  <a:lnTo>
                    <a:pt x="4162" y="12236"/>
                  </a:lnTo>
                  <a:lnTo>
                    <a:pt x="4361" y="12708"/>
                  </a:lnTo>
                  <a:lnTo>
                    <a:pt x="4573" y="13196"/>
                  </a:lnTo>
                  <a:lnTo>
                    <a:pt x="4785" y="13653"/>
                  </a:lnTo>
                  <a:lnTo>
                    <a:pt x="4972" y="14140"/>
                  </a:lnTo>
                  <a:lnTo>
                    <a:pt x="5171" y="14583"/>
                  </a:lnTo>
                  <a:lnTo>
                    <a:pt x="5371" y="15011"/>
                  </a:lnTo>
                  <a:lnTo>
                    <a:pt x="5570" y="15439"/>
                  </a:lnTo>
                  <a:lnTo>
                    <a:pt x="5782" y="15838"/>
                  </a:lnTo>
                  <a:lnTo>
                    <a:pt x="5981" y="16207"/>
                  </a:lnTo>
                  <a:lnTo>
                    <a:pt x="6181" y="16605"/>
                  </a:lnTo>
                  <a:lnTo>
                    <a:pt x="6380" y="16959"/>
                  </a:lnTo>
                  <a:lnTo>
                    <a:pt x="6579" y="17299"/>
                  </a:lnTo>
                  <a:lnTo>
                    <a:pt x="6791" y="17609"/>
                  </a:lnTo>
                  <a:lnTo>
                    <a:pt x="6991" y="17919"/>
                  </a:lnTo>
                  <a:lnTo>
                    <a:pt x="7202" y="18185"/>
                  </a:lnTo>
                  <a:lnTo>
                    <a:pt x="7402" y="18480"/>
                  </a:lnTo>
                  <a:lnTo>
                    <a:pt x="7614" y="18731"/>
                  </a:lnTo>
                  <a:lnTo>
                    <a:pt x="7813" y="18952"/>
                  </a:lnTo>
                  <a:lnTo>
                    <a:pt x="8025" y="19159"/>
                  </a:lnTo>
                  <a:lnTo>
                    <a:pt x="8237" y="19336"/>
                  </a:lnTo>
                  <a:lnTo>
                    <a:pt x="8436" y="19483"/>
                  </a:lnTo>
                  <a:lnTo>
                    <a:pt x="8648" y="19646"/>
                  </a:lnTo>
                  <a:lnTo>
                    <a:pt x="8860" y="19764"/>
                  </a:lnTo>
                  <a:lnTo>
                    <a:pt x="9059" y="19867"/>
                  </a:lnTo>
                  <a:lnTo>
                    <a:pt x="9271" y="19911"/>
                  </a:lnTo>
                  <a:lnTo>
                    <a:pt x="9483" y="19956"/>
                  </a:lnTo>
                  <a:lnTo>
                    <a:pt x="9695" y="19956"/>
                  </a:lnTo>
                  <a:lnTo>
                    <a:pt x="9907" y="19985"/>
                  </a:lnTo>
                  <a:lnTo>
                    <a:pt x="10118" y="19941"/>
                  </a:lnTo>
                  <a:lnTo>
                    <a:pt x="10330" y="19823"/>
                  </a:lnTo>
                  <a:lnTo>
                    <a:pt x="10555" y="19720"/>
                  </a:lnTo>
                  <a:lnTo>
                    <a:pt x="10791" y="19557"/>
                  </a:lnTo>
                  <a:lnTo>
                    <a:pt x="11016" y="19336"/>
                  </a:lnTo>
                  <a:lnTo>
                    <a:pt x="11240" y="19129"/>
                  </a:lnTo>
                  <a:lnTo>
                    <a:pt x="11477" y="18849"/>
                  </a:lnTo>
                  <a:lnTo>
                    <a:pt x="11713" y="18554"/>
                  </a:lnTo>
                  <a:lnTo>
                    <a:pt x="11963" y="18244"/>
                  </a:lnTo>
                  <a:lnTo>
                    <a:pt x="12212" y="17904"/>
                  </a:lnTo>
                  <a:lnTo>
                    <a:pt x="12461" y="17520"/>
                  </a:lnTo>
                  <a:lnTo>
                    <a:pt x="12710" y="17137"/>
                  </a:lnTo>
                  <a:lnTo>
                    <a:pt x="12960" y="16738"/>
                  </a:lnTo>
                  <a:lnTo>
                    <a:pt x="13196" y="16280"/>
                  </a:lnTo>
                  <a:lnTo>
                    <a:pt x="13445" y="15823"/>
                  </a:lnTo>
                  <a:lnTo>
                    <a:pt x="13707" y="15351"/>
                  </a:lnTo>
                  <a:lnTo>
                    <a:pt x="13956" y="14834"/>
                  </a:lnTo>
                  <a:lnTo>
                    <a:pt x="14206" y="14362"/>
                  </a:lnTo>
                  <a:lnTo>
                    <a:pt x="14442" y="13830"/>
                  </a:lnTo>
                  <a:lnTo>
                    <a:pt x="14692" y="13314"/>
                  </a:lnTo>
                  <a:lnTo>
                    <a:pt x="14953" y="12768"/>
                  </a:lnTo>
                  <a:lnTo>
                    <a:pt x="15202" y="12236"/>
                  </a:lnTo>
                  <a:lnTo>
                    <a:pt x="15452" y="11661"/>
                  </a:lnTo>
                  <a:lnTo>
                    <a:pt x="15688" y="11114"/>
                  </a:lnTo>
                  <a:lnTo>
                    <a:pt x="15925" y="10583"/>
                  </a:lnTo>
                  <a:lnTo>
                    <a:pt x="16150" y="10037"/>
                  </a:lnTo>
                  <a:lnTo>
                    <a:pt x="16386" y="9461"/>
                  </a:lnTo>
                  <a:lnTo>
                    <a:pt x="16611" y="8900"/>
                  </a:lnTo>
                  <a:lnTo>
                    <a:pt x="16847" y="8369"/>
                  </a:lnTo>
                  <a:lnTo>
                    <a:pt x="17072" y="7823"/>
                  </a:lnTo>
                  <a:lnTo>
                    <a:pt x="17283" y="7292"/>
                  </a:lnTo>
                  <a:lnTo>
                    <a:pt x="17495" y="6760"/>
                  </a:lnTo>
                  <a:lnTo>
                    <a:pt x="17720" y="6244"/>
                  </a:lnTo>
                  <a:lnTo>
                    <a:pt x="17919" y="5727"/>
                  </a:lnTo>
                  <a:lnTo>
                    <a:pt x="18118" y="5210"/>
                  </a:lnTo>
                  <a:lnTo>
                    <a:pt x="18305" y="4738"/>
                  </a:lnTo>
                  <a:lnTo>
                    <a:pt x="18492" y="4295"/>
                  </a:lnTo>
                  <a:lnTo>
                    <a:pt x="18679" y="3852"/>
                  </a:lnTo>
                  <a:lnTo>
                    <a:pt x="18854" y="3395"/>
                  </a:lnTo>
                  <a:lnTo>
                    <a:pt x="19016" y="2982"/>
                  </a:lnTo>
                  <a:lnTo>
                    <a:pt x="19178" y="2613"/>
                  </a:lnTo>
                  <a:lnTo>
                    <a:pt x="19340" y="2244"/>
                  </a:lnTo>
                  <a:lnTo>
                    <a:pt x="19489" y="1904"/>
                  </a:lnTo>
                  <a:lnTo>
                    <a:pt x="19614" y="1609"/>
                  </a:lnTo>
                  <a:lnTo>
                    <a:pt x="19751" y="1314"/>
                  </a:lnTo>
                  <a:lnTo>
                    <a:pt x="19875" y="1048"/>
                  </a:lnTo>
                  <a:lnTo>
                    <a:pt x="19988" y="841"/>
                  </a:lnTo>
                </a:path>
              </a:pathLst>
            </a:custGeom>
            <a:noFill/>
            <a:ln w="38100">
              <a:solidFill>
                <a:srgbClr val="CC0000"/>
              </a:solidFill>
              <a:round/>
              <a:headEnd/>
              <a:tailEnd/>
            </a:ln>
          </p:spPr>
          <p:txBody>
            <a:bodyPr/>
            <a:lstStyle/>
            <a:p>
              <a:endParaRPr lang="zh-CN" altLang="en-US"/>
            </a:p>
          </p:txBody>
        </p:sp>
        <p:sp>
          <p:nvSpPr>
            <p:cNvPr id="7202" name="Rectangle 29"/>
            <p:cNvSpPr>
              <a:spLocks noChangeArrowheads="1"/>
            </p:cNvSpPr>
            <p:nvPr/>
          </p:nvSpPr>
          <p:spPr bwMode="auto">
            <a:xfrm>
              <a:off x="1347" y="2042"/>
              <a:ext cx="286" cy="240"/>
            </a:xfrm>
            <a:prstGeom prst="rect">
              <a:avLst/>
            </a:prstGeom>
            <a:noFill/>
            <a:ln w="6350">
              <a:noFill/>
              <a:miter lim="800000"/>
              <a:headEnd/>
              <a:tailEnd/>
            </a:ln>
          </p:spPr>
          <p:txBody>
            <a:bodyPr lIns="12700" tIns="12700" rIns="12700" bIns="12700"/>
            <a:lstStyle/>
            <a:p>
              <a:pPr algn="just"/>
              <a:r>
                <a:rPr lang="en-US" altLang="zh-CN" sz="2800" b="1" i="1">
                  <a:solidFill>
                    <a:srgbClr val="CC0000"/>
                  </a:solidFill>
                </a:rPr>
                <a:t>x</a:t>
              </a:r>
              <a:r>
                <a:rPr lang="en-US" altLang="zh-CN" sz="2400" b="1" baseline="-25000">
                  <a:solidFill>
                    <a:srgbClr val="CC0000"/>
                  </a:solidFill>
                </a:rPr>
                <a:t>1</a:t>
              </a:r>
              <a:endParaRPr lang="en-US" altLang="zh-CN" sz="2400">
                <a:solidFill>
                  <a:srgbClr val="CC0000"/>
                </a:solidFill>
              </a:endParaRPr>
            </a:p>
          </p:txBody>
        </p:sp>
      </p:grpSp>
      <p:sp>
        <p:nvSpPr>
          <p:cNvPr id="7185" name="Line 30"/>
          <p:cNvSpPr>
            <a:spLocks noChangeShapeType="1"/>
          </p:cNvSpPr>
          <p:nvPr/>
        </p:nvSpPr>
        <p:spPr bwMode="auto">
          <a:xfrm>
            <a:off x="5883275" y="2025650"/>
            <a:ext cx="717550" cy="0"/>
          </a:xfrm>
          <a:prstGeom prst="line">
            <a:avLst/>
          </a:prstGeom>
          <a:noFill/>
          <a:ln w="12700">
            <a:solidFill>
              <a:schemeClr val="bg1"/>
            </a:solidFill>
            <a:prstDash val="sysDot"/>
            <a:round/>
            <a:headEnd type="none" w="med" len="sm"/>
            <a:tailEnd type="none" w="med" len="sm"/>
          </a:ln>
        </p:spPr>
        <p:txBody>
          <a:bodyPr/>
          <a:lstStyle/>
          <a:p>
            <a:endParaRPr lang="zh-CN" altLang="en-US"/>
          </a:p>
        </p:txBody>
      </p:sp>
      <p:grpSp>
        <p:nvGrpSpPr>
          <p:cNvPr id="5" name="Group 31"/>
          <p:cNvGrpSpPr>
            <a:grpSpLocks/>
          </p:cNvGrpSpPr>
          <p:nvPr/>
        </p:nvGrpSpPr>
        <p:grpSpPr bwMode="auto">
          <a:xfrm>
            <a:off x="4822825" y="1198563"/>
            <a:ext cx="2520950" cy="977900"/>
            <a:chOff x="2992" y="957"/>
            <a:chExt cx="1588" cy="616"/>
          </a:xfrm>
        </p:grpSpPr>
        <p:sp>
          <p:nvSpPr>
            <p:cNvPr id="7195" name="Line 32"/>
            <p:cNvSpPr>
              <a:spLocks noChangeShapeType="1"/>
            </p:cNvSpPr>
            <p:nvPr/>
          </p:nvSpPr>
          <p:spPr bwMode="auto">
            <a:xfrm>
              <a:off x="3289" y="1504"/>
              <a:ext cx="1291" cy="0"/>
            </a:xfrm>
            <a:prstGeom prst="line">
              <a:avLst/>
            </a:prstGeom>
            <a:noFill/>
            <a:ln w="6350">
              <a:solidFill>
                <a:schemeClr val="tx2"/>
              </a:solidFill>
              <a:prstDash val="sysDot"/>
              <a:round/>
              <a:headEnd type="none" w="med" len="sm"/>
              <a:tailEnd type="none" w="med" len="sm"/>
            </a:ln>
          </p:spPr>
          <p:txBody>
            <a:bodyPr/>
            <a:lstStyle/>
            <a:p>
              <a:endParaRPr lang="zh-CN" altLang="en-US"/>
            </a:p>
          </p:txBody>
        </p:sp>
        <p:sp>
          <p:nvSpPr>
            <p:cNvPr id="7196" name="Rectangle 33"/>
            <p:cNvSpPr>
              <a:spLocks noChangeArrowheads="1"/>
            </p:cNvSpPr>
            <p:nvPr/>
          </p:nvSpPr>
          <p:spPr bwMode="auto">
            <a:xfrm>
              <a:off x="2992" y="1405"/>
              <a:ext cx="446" cy="168"/>
            </a:xfrm>
            <a:prstGeom prst="rect">
              <a:avLst/>
            </a:prstGeom>
            <a:noFill/>
            <a:ln w="6350">
              <a:noFill/>
              <a:miter lim="800000"/>
              <a:headEnd/>
              <a:tailEnd/>
            </a:ln>
          </p:spPr>
          <p:txBody>
            <a:bodyPr lIns="12700" tIns="12700" rIns="12700" bIns="12700"/>
            <a:lstStyle/>
            <a:p>
              <a:pPr algn="just"/>
              <a:r>
                <a:rPr lang="en-US" altLang="zh-CN" sz="2000" b="1" i="1">
                  <a:solidFill>
                    <a:srgbClr val="9900CC"/>
                  </a:solidFill>
                </a:rPr>
                <a:t>- A</a:t>
              </a:r>
              <a:r>
                <a:rPr lang="en-US" altLang="zh-CN" sz="2000" b="1" baseline="-25000">
                  <a:solidFill>
                    <a:srgbClr val="9900CC"/>
                  </a:solidFill>
                </a:rPr>
                <a:t>2</a:t>
              </a:r>
              <a:endParaRPr lang="en-US" altLang="zh-CN" sz="2400">
                <a:solidFill>
                  <a:srgbClr val="9900CC"/>
                </a:solidFill>
              </a:endParaRPr>
            </a:p>
          </p:txBody>
        </p:sp>
        <p:sp>
          <p:nvSpPr>
            <p:cNvPr id="7197" name="Line 34"/>
            <p:cNvSpPr>
              <a:spLocks noChangeShapeType="1"/>
            </p:cNvSpPr>
            <p:nvPr/>
          </p:nvSpPr>
          <p:spPr bwMode="auto">
            <a:xfrm>
              <a:off x="3301" y="1037"/>
              <a:ext cx="457" cy="0"/>
            </a:xfrm>
            <a:prstGeom prst="line">
              <a:avLst/>
            </a:prstGeom>
            <a:noFill/>
            <a:ln w="6350">
              <a:solidFill>
                <a:schemeClr val="tx2"/>
              </a:solidFill>
              <a:prstDash val="sysDot"/>
              <a:round/>
              <a:headEnd type="none" w="med" len="sm"/>
              <a:tailEnd type="none" w="med" len="sm"/>
            </a:ln>
          </p:spPr>
          <p:txBody>
            <a:bodyPr/>
            <a:lstStyle/>
            <a:p>
              <a:endParaRPr lang="zh-CN" altLang="en-US"/>
            </a:p>
          </p:txBody>
        </p:sp>
        <p:sp>
          <p:nvSpPr>
            <p:cNvPr id="7198" name="Rectangle 35"/>
            <p:cNvSpPr>
              <a:spLocks noChangeArrowheads="1"/>
            </p:cNvSpPr>
            <p:nvPr/>
          </p:nvSpPr>
          <p:spPr bwMode="auto">
            <a:xfrm>
              <a:off x="3083" y="957"/>
              <a:ext cx="252" cy="136"/>
            </a:xfrm>
            <a:prstGeom prst="rect">
              <a:avLst/>
            </a:prstGeom>
            <a:noFill/>
            <a:ln w="6350">
              <a:noFill/>
              <a:miter lim="800000"/>
              <a:headEnd/>
              <a:tailEnd/>
            </a:ln>
          </p:spPr>
          <p:txBody>
            <a:bodyPr lIns="12700" tIns="12700" rIns="12700" bIns="12700"/>
            <a:lstStyle/>
            <a:p>
              <a:pPr algn="just"/>
              <a:r>
                <a:rPr lang="en-US" altLang="zh-CN" sz="2000" b="1" i="1">
                  <a:solidFill>
                    <a:srgbClr val="9900CC"/>
                  </a:solidFill>
                </a:rPr>
                <a:t>A</a:t>
              </a:r>
              <a:r>
                <a:rPr lang="en-US" altLang="zh-CN" sz="2000" b="1" baseline="-25000">
                  <a:solidFill>
                    <a:srgbClr val="9900CC"/>
                  </a:solidFill>
                </a:rPr>
                <a:t>2</a:t>
              </a:r>
              <a:endParaRPr lang="en-US" altLang="zh-CN" sz="2400">
                <a:solidFill>
                  <a:srgbClr val="9900CC"/>
                </a:solidFill>
              </a:endParaRPr>
            </a:p>
          </p:txBody>
        </p:sp>
      </p:grpSp>
      <p:grpSp>
        <p:nvGrpSpPr>
          <p:cNvPr id="6" name="Group 36"/>
          <p:cNvGrpSpPr>
            <a:grpSpLocks/>
          </p:cNvGrpSpPr>
          <p:nvPr/>
        </p:nvGrpSpPr>
        <p:grpSpPr bwMode="auto">
          <a:xfrm>
            <a:off x="5308600" y="923925"/>
            <a:ext cx="2809875" cy="1128713"/>
            <a:chOff x="3298" y="784"/>
            <a:chExt cx="1770" cy="711"/>
          </a:xfrm>
        </p:grpSpPr>
        <p:grpSp>
          <p:nvGrpSpPr>
            <p:cNvPr id="7191" name="Group 37"/>
            <p:cNvGrpSpPr>
              <a:grpSpLocks/>
            </p:cNvGrpSpPr>
            <p:nvPr/>
          </p:nvGrpSpPr>
          <p:grpSpPr bwMode="auto">
            <a:xfrm>
              <a:off x="3298" y="1039"/>
              <a:ext cx="1770" cy="456"/>
              <a:chOff x="3298" y="1039"/>
              <a:chExt cx="1770" cy="456"/>
            </a:xfrm>
          </p:grpSpPr>
          <p:sp>
            <p:nvSpPr>
              <p:cNvPr id="7193" name="Freeform 38"/>
              <p:cNvSpPr>
                <a:spLocks/>
              </p:cNvSpPr>
              <p:nvPr/>
            </p:nvSpPr>
            <p:spPr bwMode="auto">
              <a:xfrm>
                <a:off x="3298" y="1039"/>
                <a:ext cx="863" cy="23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6"/>
                    </a:moveTo>
                    <a:lnTo>
                      <a:pt x="225" y="18477"/>
                    </a:lnTo>
                    <a:lnTo>
                      <a:pt x="437" y="17868"/>
                    </a:lnTo>
                    <a:lnTo>
                      <a:pt x="662" y="17259"/>
                    </a:lnTo>
                    <a:lnTo>
                      <a:pt x="887" y="16684"/>
                    </a:lnTo>
                    <a:lnTo>
                      <a:pt x="1099" y="16074"/>
                    </a:lnTo>
                    <a:lnTo>
                      <a:pt x="1325" y="15465"/>
                    </a:lnTo>
                    <a:lnTo>
                      <a:pt x="1550" y="14890"/>
                    </a:lnTo>
                    <a:lnTo>
                      <a:pt x="1762" y="14281"/>
                    </a:lnTo>
                    <a:lnTo>
                      <a:pt x="1987" y="13706"/>
                    </a:lnTo>
                    <a:lnTo>
                      <a:pt x="2225" y="13164"/>
                    </a:lnTo>
                    <a:lnTo>
                      <a:pt x="2450" y="12589"/>
                    </a:lnTo>
                    <a:lnTo>
                      <a:pt x="2675" y="12014"/>
                    </a:lnTo>
                    <a:lnTo>
                      <a:pt x="2887" y="11472"/>
                    </a:lnTo>
                    <a:lnTo>
                      <a:pt x="3113" y="10863"/>
                    </a:lnTo>
                    <a:lnTo>
                      <a:pt x="3338" y="10355"/>
                    </a:lnTo>
                    <a:lnTo>
                      <a:pt x="3550" y="9780"/>
                    </a:lnTo>
                    <a:lnTo>
                      <a:pt x="3775" y="9272"/>
                    </a:lnTo>
                    <a:lnTo>
                      <a:pt x="4000" y="8731"/>
                    </a:lnTo>
                    <a:lnTo>
                      <a:pt x="4225" y="8223"/>
                    </a:lnTo>
                    <a:lnTo>
                      <a:pt x="4437" y="7716"/>
                    </a:lnTo>
                    <a:lnTo>
                      <a:pt x="4662" y="7242"/>
                    </a:lnTo>
                    <a:lnTo>
                      <a:pt x="4887" y="6802"/>
                    </a:lnTo>
                    <a:lnTo>
                      <a:pt x="5113" y="6328"/>
                    </a:lnTo>
                    <a:lnTo>
                      <a:pt x="5338" y="5888"/>
                    </a:lnTo>
                    <a:lnTo>
                      <a:pt x="5550" y="5415"/>
                    </a:lnTo>
                    <a:lnTo>
                      <a:pt x="5762" y="4975"/>
                    </a:lnTo>
                    <a:lnTo>
                      <a:pt x="5974" y="4569"/>
                    </a:lnTo>
                    <a:lnTo>
                      <a:pt x="6199" y="4162"/>
                    </a:lnTo>
                    <a:lnTo>
                      <a:pt x="6424" y="3756"/>
                    </a:lnTo>
                    <a:lnTo>
                      <a:pt x="6636" y="3418"/>
                    </a:lnTo>
                    <a:lnTo>
                      <a:pt x="6861" y="3046"/>
                    </a:lnTo>
                    <a:lnTo>
                      <a:pt x="7086" y="2707"/>
                    </a:lnTo>
                    <a:lnTo>
                      <a:pt x="7285" y="2437"/>
                    </a:lnTo>
                    <a:lnTo>
                      <a:pt x="7510" y="2098"/>
                    </a:lnTo>
                    <a:lnTo>
                      <a:pt x="7735" y="1794"/>
                    </a:lnTo>
                    <a:lnTo>
                      <a:pt x="7960" y="1591"/>
                    </a:lnTo>
                    <a:lnTo>
                      <a:pt x="8159" y="1320"/>
                    </a:lnTo>
                    <a:lnTo>
                      <a:pt x="8371" y="1083"/>
                    </a:lnTo>
                    <a:lnTo>
                      <a:pt x="8583" y="846"/>
                    </a:lnTo>
                    <a:lnTo>
                      <a:pt x="8808" y="677"/>
                    </a:lnTo>
                    <a:lnTo>
                      <a:pt x="9020" y="508"/>
                    </a:lnTo>
                    <a:lnTo>
                      <a:pt x="9232" y="372"/>
                    </a:lnTo>
                    <a:lnTo>
                      <a:pt x="9444" y="271"/>
                    </a:lnTo>
                    <a:lnTo>
                      <a:pt x="9642" y="135"/>
                    </a:lnTo>
                    <a:lnTo>
                      <a:pt x="9854" y="102"/>
                    </a:lnTo>
                    <a:lnTo>
                      <a:pt x="10079" y="34"/>
                    </a:lnTo>
                    <a:lnTo>
                      <a:pt x="10291" y="0"/>
                    </a:lnTo>
                    <a:lnTo>
                      <a:pt x="10503" y="34"/>
                    </a:lnTo>
                    <a:lnTo>
                      <a:pt x="10702" y="34"/>
                    </a:lnTo>
                    <a:lnTo>
                      <a:pt x="10914" y="102"/>
                    </a:lnTo>
                    <a:lnTo>
                      <a:pt x="11126" y="203"/>
                    </a:lnTo>
                    <a:lnTo>
                      <a:pt x="11338" y="305"/>
                    </a:lnTo>
                    <a:lnTo>
                      <a:pt x="11563" y="541"/>
                    </a:lnTo>
                    <a:lnTo>
                      <a:pt x="11788" y="745"/>
                    </a:lnTo>
                    <a:lnTo>
                      <a:pt x="12000" y="981"/>
                    </a:lnTo>
                    <a:lnTo>
                      <a:pt x="12225" y="1252"/>
                    </a:lnTo>
                    <a:lnTo>
                      <a:pt x="12450" y="1591"/>
                    </a:lnTo>
                    <a:lnTo>
                      <a:pt x="12689" y="1895"/>
                    </a:lnTo>
                    <a:lnTo>
                      <a:pt x="12914" y="2267"/>
                    </a:lnTo>
                    <a:lnTo>
                      <a:pt x="13152" y="2707"/>
                    </a:lnTo>
                    <a:lnTo>
                      <a:pt x="13377" y="3080"/>
                    </a:lnTo>
                    <a:lnTo>
                      <a:pt x="13616" y="3519"/>
                    </a:lnTo>
                    <a:lnTo>
                      <a:pt x="13841" y="3959"/>
                    </a:lnTo>
                    <a:lnTo>
                      <a:pt x="14066" y="4433"/>
                    </a:lnTo>
                    <a:lnTo>
                      <a:pt x="14291" y="4941"/>
                    </a:lnTo>
                    <a:lnTo>
                      <a:pt x="14530" y="5448"/>
                    </a:lnTo>
                    <a:lnTo>
                      <a:pt x="14755" y="5990"/>
                    </a:lnTo>
                    <a:lnTo>
                      <a:pt x="14993" y="6497"/>
                    </a:lnTo>
                    <a:lnTo>
                      <a:pt x="15219" y="7039"/>
                    </a:lnTo>
                    <a:lnTo>
                      <a:pt x="15444" y="7614"/>
                    </a:lnTo>
                    <a:lnTo>
                      <a:pt x="15682" y="8190"/>
                    </a:lnTo>
                    <a:lnTo>
                      <a:pt x="15894" y="8765"/>
                    </a:lnTo>
                    <a:lnTo>
                      <a:pt x="16106" y="9340"/>
                    </a:lnTo>
                    <a:lnTo>
                      <a:pt x="16318" y="9915"/>
                    </a:lnTo>
                    <a:lnTo>
                      <a:pt x="16530" y="10457"/>
                    </a:lnTo>
                    <a:lnTo>
                      <a:pt x="16742" y="11032"/>
                    </a:lnTo>
                    <a:lnTo>
                      <a:pt x="16954" y="11641"/>
                    </a:lnTo>
                    <a:lnTo>
                      <a:pt x="17152" y="12183"/>
                    </a:lnTo>
                    <a:lnTo>
                      <a:pt x="17351" y="12724"/>
                    </a:lnTo>
                    <a:lnTo>
                      <a:pt x="17550" y="13299"/>
                    </a:lnTo>
                    <a:lnTo>
                      <a:pt x="17735" y="13841"/>
                    </a:lnTo>
                    <a:lnTo>
                      <a:pt x="17934" y="14382"/>
                    </a:lnTo>
                    <a:lnTo>
                      <a:pt x="18119" y="14924"/>
                    </a:lnTo>
                    <a:lnTo>
                      <a:pt x="18291" y="15431"/>
                    </a:lnTo>
                    <a:lnTo>
                      <a:pt x="18464" y="15905"/>
                    </a:lnTo>
                    <a:lnTo>
                      <a:pt x="18636" y="16413"/>
                    </a:lnTo>
                    <a:lnTo>
                      <a:pt x="18795" y="16853"/>
                    </a:lnTo>
                    <a:lnTo>
                      <a:pt x="18954" y="17327"/>
                    </a:lnTo>
                    <a:lnTo>
                      <a:pt x="19099" y="17733"/>
                    </a:lnTo>
                    <a:lnTo>
                      <a:pt x="19258" y="18139"/>
                    </a:lnTo>
                    <a:lnTo>
                      <a:pt x="19391" y="18511"/>
                    </a:lnTo>
                    <a:lnTo>
                      <a:pt x="19523" y="18883"/>
                    </a:lnTo>
                    <a:lnTo>
                      <a:pt x="19642" y="19188"/>
                    </a:lnTo>
                    <a:lnTo>
                      <a:pt x="19775" y="19459"/>
                    </a:lnTo>
                    <a:lnTo>
                      <a:pt x="19881" y="19763"/>
                    </a:lnTo>
                    <a:lnTo>
                      <a:pt x="19987" y="19966"/>
                    </a:lnTo>
                  </a:path>
                </a:pathLst>
              </a:custGeom>
              <a:noFill/>
              <a:ln w="38100">
                <a:solidFill>
                  <a:srgbClr val="9900CC"/>
                </a:solidFill>
                <a:round/>
                <a:headEnd/>
                <a:tailEnd/>
              </a:ln>
            </p:spPr>
            <p:txBody>
              <a:bodyPr/>
              <a:lstStyle/>
              <a:p>
                <a:endParaRPr lang="zh-CN" altLang="en-US"/>
              </a:p>
            </p:txBody>
          </p:sp>
          <p:sp>
            <p:nvSpPr>
              <p:cNvPr id="7194" name="Freeform 39"/>
              <p:cNvSpPr>
                <a:spLocks/>
              </p:cNvSpPr>
              <p:nvPr/>
            </p:nvSpPr>
            <p:spPr bwMode="auto">
              <a:xfrm>
                <a:off x="4151" y="1267"/>
                <a:ext cx="91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30"/>
                    </a:lnTo>
                    <a:lnTo>
                      <a:pt x="399" y="1261"/>
                    </a:lnTo>
                    <a:lnTo>
                      <a:pt x="598" y="1856"/>
                    </a:lnTo>
                    <a:lnTo>
                      <a:pt x="798" y="2487"/>
                    </a:lnTo>
                    <a:lnTo>
                      <a:pt x="984" y="3152"/>
                    </a:lnTo>
                    <a:lnTo>
                      <a:pt x="1184" y="3748"/>
                    </a:lnTo>
                    <a:lnTo>
                      <a:pt x="1383" y="4343"/>
                    </a:lnTo>
                    <a:lnTo>
                      <a:pt x="1583" y="4939"/>
                    </a:lnTo>
                    <a:lnTo>
                      <a:pt x="1782" y="5569"/>
                    </a:lnTo>
                    <a:lnTo>
                      <a:pt x="1981" y="6165"/>
                    </a:lnTo>
                    <a:lnTo>
                      <a:pt x="2181" y="6725"/>
                    </a:lnTo>
                    <a:lnTo>
                      <a:pt x="2380" y="7285"/>
                    </a:lnTo>
                    <a:lnTo>
                      <a:pt x="2567" y="7881"/>
                    </a:lnTo>
                    <a:lnTo>
                      <a:pt x="2766" y="8476"/>
                    </a:lnTo>
                    <a:lnTo>
                      <a:pt x="2966" y="9037"/>
                    </a:lnTo>
                    <a:lnTo>
                      <a:pt x="3165" y="9597"/>
                    </a:lnTo>
                    <a:lnTo>
                      <a:pt x="3364" y="10123"/>
                    </a:lnTo>
                    <a:lnTo>
                      <a:pt x="3564" y="10648"/>
                    </a:lnTo>
                    <a:lnTo>
                      <a:pt x="3763" y="11208"/>
                    </a:lnTo>
                    <a:lnTo>
                      <a:pt x="3963" y="11734"/>
                    </a:lnTo>
                    <a:lnTo>
                      <a:pt x="4162" y="12224"/>
                    </a:lnTo>
                    <a:lnTo>
                      <a:pt x="4361" y="12715"/>
                    </a:lnTo>
                    <a:lnTo>
                      <a:pt x="4573" y="13170"/>
                    </a:lnTo>
                    <a:lnTo>
                      <a:pt x="4785" y="13660"/>
                    </a:lnTo>
                    <a:lnTo>
                      <a:pt x="4972" y="14116"/>
                    </a:lnTo>
                    <a:lnTo>
                      <a:pt x="5171" y="14571"/>
                    </a:lnTo>
                    <a:lnTo>
                      <a:pt x="5371" y="15026"/>
                    </a:lnTo>
                    <a:lnTo>
                      <a:pt x="5570" y="15412"/>
                    </a:lnTo>
                    <a:lnTo>
                      <a:pt x="5782" y="15832"/>
                    </a:lnTo>
                    <a:lnTo>
                      <a:pt x="5981" y="16182"/>
                    </a:lnTo>
                    <a:lnTo>
                      <a:pt x="6181" y="16602"/>
                    </a:lnTo>
                    <a:lnTo>
                      <a:pt x="6380" y="16953"/>
                    </a:lnTo>
                    <a:lnTo>
                      <a:pt x="6579" y="17268"/>
                    </a:lnTo>
                    <a:lnTo>
                      <a:pt x="6791" y="17618"/>
                    </a:lnTo>
                    <a:lnTo>
                      <a:pt x="6991" y="17933"/>
                    </a:lnTo>
                    <a:lnTo>
                      <a:pt x="7202" y="18179"/>
                    </a:lnTo>
                    <a:lnTo>
                      <a:pt x="7402" y="18459"/>
                    </a:lnTo>
                    <a:lnTo>
                      <a:pt x="7614" y="18739"/>
                    </a:lnTo>
                    <a:lnTo>
                      <a:pt x="7813" y="18949"/>
                    </a:lnTo>
                    <a:lnTo>
                      <a:pt x="8025" y="19159"/>
                    </a:lnTo>
                    <a:lnTo>
                      <a:pt x="8237" y="19335"/>
                    </a:lnTo>
                    <a:lnTo>
                      <a:pt x="8436" y="19475"/>
                    </a:lnTo>
                    <a:lnTo>
                      <a:pt x="8648" y="19650"/>
                    </a:lnTo>
                    <a:lnTo>
                      <a:pt x="8860" y="19755"/>
                    </a:lnTo>
                    <a:lnTo>
                      <a:pt x="9059" y="19860"/>
                    </a:lnTo>
                    <a:lnTo>
                      <a:pt x="9271" y="19895"/>
                    </a:lnTo>
                    <a:lnTo>
                      <a:pt x="9483" y="19965"/>
                    </a:lnTo>
                    <a:lnTo>
                      <a:pt x="9695" y="19965"/>
                    </a:lnTo>
                    <a:lnTo>
                      <a:pt x="9907" y="19965"/>
                    </a:lnTo>
                    <a:lnTo>
                      <a:pt x="10118" y="19930"/>
                    </a:lnTo>
                    <a:lnTo>
                      <a:pt x="10330" y="19825"/>
                    </a:lnTo>
                    <a:lnTo>
                      <a:pt x="10555" y="19720"/>
                    </a:lnTo>
                    <a:lnTo>
                      <a:pt x="10791" y="19545"/>
                    </a:lnTo>
                    <a:lnTo>
                      <a:pt x="11016" y="19335"/>
                    </a:lnTo>
                    <a:lnTo>
                      <a:pt x="11240" y="19124"/>
                    </a:lnTo>
                    <a:lnTo>
                      <a:pt x="11477" y="18844"/>
                    </a:lnTo>
                    <a:lnTo>
                      <a:pt x="11713" y="18564"/>
                    </a:lnTo>
                    <a:lnTo>
                      <a:pt x="11963" y="18249"/>
                    </a:lnTo>
                    <a:lnTo>
                      <a:pt x="12212" y="17898"/>
                    </a:lnTo>
                    <a:lnTo>
                      <a:pt x="12461" y="17513"/>
                    </a:lnTo>
                    <a:lnTo>
                      <a:pt x="12710" y="17128"/>
                    </a:lnTo>
                    <a:lnTo>
                      <a:pt x="12960" y="16743"/>
                    </a:lnTo>
                    <a:lnTo>
                      <a:pt x="13196" y="16252"/>
                    </a:lnTo>
                    <a:lnTo>
                      <a:pt x="13445" y="15797"/>
                    </a:lnTo>
                    <a:lnTo>
                      <a:pt x="13707" y="15342"/>
                    </a:lnTo>
                    <a:lnTo>
                      <a:pt x="13956" y="14851"/>
                    </a:lnTo>
                    <a:lnTo>
                      <a:pt x="14206" y="14361"/>
                    </a:lnTo>
                    <a:lnTo>
                      <a:pt x="14442" y="13800"/>
                    </a:lnTo>
                    <a:lnTo>
                      <a:pt x="14692" y="13310"/>
                    </a:lnTo>
                    <a:lnTo>
                      <a:pt x="14953" y="12750"/>
                    </a:lnTo>
                    <a:lnTo>
                      <a:pt x="15202" y="12224"/>
                    </a:lnTo>
                    <a:lnTo>
                      <a:pt x="15452" y="11629"/>
                    </a:lnTo>
                    <a:lnTo>
                      <a:pt x="15688" y="11103"/>
                    </a:lnTo>
                    <a:lnTo>
                      <a:pt x="15925" y="10578"/>
                    </a:lnTo>
                    <a:lnTo>
                      <a:pt x="16150" y="10053"/>
                    </a:lnTo>
                    <a:lnTo>
                      <a:pt x="16386" y="9457"/>
                    </a:lnTo>
                    <a:lnTo>
                      <a:pt x="16611" y="8897"/>
                    </a:lnTo>
                    <a:lnTo>
                      <a:pt x="16847" y="8371"/>
                    </a:lnTo>
                    <a:lnTo>
                      <a:pt x="17072" y="7811"/>
                    </a:lnTo>
                    <a:lnTo>
                      <a:pt x="17283" y="7285"/>
                    </a:lnTo>
                    <a:lnTo>
                      <a:pt x="17495" y="6760"/>
                    </a:lnTo>
                    <a:lnTo>
                      <a:pt x="17720" y="6235"/>
                    </a:lnTo>
                    <a:lnTo>
                      <a:pt x="17919" y="5744"/>
                    </a:lnTo>
                    <a:lnTo>
                      <a:pt x="18118" y="5219"/>
                    </a:lnTo>
                    <a:lnTo>
                      <a:pt x="18305" y="4729"/>
                    </a:lnTo>
                    <a:lnTo>
                      <a:pt x="18492" y="4273"/>
                    </a:lnTo>
                    <a:lnTo>
                      <a:pt x="18679" y="3853"/>
                    </a:lnTo>
                    <a:lnTo>
                      <a:pt x="18854" y="3398"/>
                    </a:lnTo>
                    <a:lnTo>
                      <a:pt x="19016" y="2977"/>
                    </a:lnTo>
                    <a:lnTo>
                      <a:pt x="19178" y="2627"/>
                    </a:lnTo>
                    <a:lnTo>
                      <a:pt x="19340" y="2277"/>
                    </a:lnTo>
                    <a:lnTo>
                      <a:pt x="19489" y="1891"/>
                    </a:lnTo>
                    <a:lnTo>
                      <a:pt x="19614" y="1646"/>
                    </a:lnTo>
                    <a:lnTo>
                      <a:pt x="19751" y="1331"/>
                    </a:lnTo>
                    <a:lnTo>
                      <a:pt x="19875" y="1051"/>
                    </a:lnTo>
                    <a:lnTo>
                      <a:pt x="19988" y="841"/>
                    </a:lnTo>
                  </a:path>
                </a:pathLst>
              </a:custGeom>
              <a:noFill/>
              <a:ln w="38100">
                <a:solidFill>
                  <a:srgbClr val="9900CC"/>
                </a:solidFill>
                <a:round/>
                <a:headEnd/>
                <a:tailEnd/>
              </a:ln>
            </p:spPr>
            <p:txBody>
              <a:bodyPr/>
              <a:lstStyle/>
              <a:p>
                <a:endParaRPr lang="zh-CN" altLang="en-US"/>
              </a:p>
            </p:txBody>
          </p:sp>
        </p:grpSp>
        <p:sp>
          <p:nvSpPr>
            <p:cNvPr id="7192" name="Rectangle 40"/>
            <p:cNvSpPr>
              <a:spLocks noChangeArrowheads="1"/>
            </p:cNvSpPr>
            <p:nvPr/>
          </p:nvSpPr>
          <p:spPr bwMode="auto">
            <a:xfrm>
              <a:off x="3802" y="784"/>
              <a:ext cx="251" cy="168"/>
            </a:xfrm>
            <a:prstGeom prst="rect">
              <a:avLst/>
            </a:prstGeom>
            <a:noFill/>
            <a:ln w="6350">
              <a:noFill/>
              <a:miter lim="800000"/>
              <a:headEnd/>
              <a:tailEnd/>
            </a:ln>
          </p:spPr>
          <p:txBody>
            <a:bodyPr lIns="12700" tIns="12700" rIns="12700" bIns="12700"/>
            <a:lstStyle/>
            <a:p>
              <a:pPr algn="just"/>
              <a:r>
                <a:rPr lang="en-US" altLang="zh-CN" sz="2400" b="1" i="1">
                  <a:solidFill>
                    <a:srgbClr val="9900CC"/>
                  </a:solidFill>
                </a:rPr>
                <a:t>x</a:t>
              </a:r>
              <a:r>
                <a:rPr lang="en-US" altLang="zh-CN" sz="2400" b="1" baseline="-25000">
                  <a:solidFill>
                    <a:srgbClr val="9900CC"/>
                  </a:solidFill>
                </a:rPr>
                <a:t>2</a:t>
              </a:r>
              <a:endParaRPr lang="en-US" altLang="zh-CN" sz="2400">
                <a:solidFill>
                  <a:srgbClr val="9900CC"/>
                </a:solidFill>
              </a:endParaRPr>
            </a:p>
          </p:txBody>
        </p:sp>
      </p:grpSp>
      <p:sp>
        <p:nvSpPr>
          <p:cNvPr id="177193" name="Text Box 41"/>
          <p:cNvSpPr txBox="1">
            <a:spLocks noChangeArrowheads="1"/>
          </p:cNvSpPr>
          <p:nvPr/>
        </p:nvSpPr>
        <p:spPr bwMode="auto">
          <a:xfrm>
            <a:off x="296863" y="1560513"/>
            <a:ext cx="3600450" cy="968375"/>
          </a:xfrm>
          <a:prstGeom prst="rect">
            <a:avLst/>
          </a:prstGeom>
          <a:noFill/>
          <a:ln w="9525">
            <a:noFill/>
            <a:miter lim="800000"/>
            <a:headEnd/>
            <a:tailEnd/>
          </a:ln>
        </p:spPr>
        <p:txBody>
          <a:bodyPr>
            <a:spAutoFit/>
          </a:bodyPr>
          <a:lstStyle/>
          <a:p>
            <a:pPr algn="l">
              <a:lnSpc>
                <a:spcPct val="120000"/>
              </a:lnSpc>
            </a:pPr>
            <a:r>
              <a:rPr lang="zh-CN" altLang="en-US" sz="2400" b="1"/>
              <a:t>则</a:t>
            </a:r>
            <a:r>
              <a:rPr lang="zh-CN" altLang="en-US" sz="2400" b="1">
                <a:solidFill>
                  <a:srgbClr val="0033CC"/>
                </a:solidFill>
              </a:rPr>
              <a:t> </a:t>
            </a:r>
            <a:r>
              <a:rPr lang="zh-CN" altLang="en-US" sz="2400" b="1"/>
              <a:t>称 </a:t>
            </a:r>
            <a:r>
              <a:rPr lang="en-US" altLang="zh-CN" sz="2400" b="1" i="1"/>
              <a:t>x</a:t>
            </a:r>
            <a:r>
              <a:rPr lang="en-US" altLang="zh-CN" sz="2400" b="1" baseline="-25000"/>
              <a:t>2</a:t>
            </a:r>
            <a:r>
              <a:rPr lang="en-US" altLang="zh-CN" sz="2400" b="1" baseline="-25000">
                <a:solidFill>
                  <a:srgbClr val="0033CC"/>
                </a:solidFill>
              </a:rPr>
              <a:t> </a:t>
            </a:r>
            <a:r>
              <a:rPr lang="zh-CN" altLang="en-US" sz="2400" b="1"/>
              <a:t>比 </a:t>
            </a:r>
            <a:r>
              <a:rPr lang="en-US" altLang="zh-CN" sz="2400" b="1" i="1"/>
              <a:t>x</a:t>
            </a:r>
            <a:r>
              <a:rPr lang="en-US" altLang="zh-CN" sz="2400" b="1" baseline="-25000"/>
              <a:t>1</a:t>
            </a:r>
            <a:r>
              <a:rPr lang="en-US" altLang="zh-CN" sz="2400" b="1" baseline="-25000">
                <a:solidFill>
                  <a:srgbClr val="0033CC"/>
                </a:solidFill>
              </a:rPr>
              <a:t> </a:t>
            </a:r>
            <a:r>
              <a:rPr lang="zh-CN" altLang="en-US" sz="2400" b="1">
                <a:solidFill>
                  <a:srgbClr val="FF0000"/>
                </a:solidFill>
                <a:latin typeface="宋体" pitchFamily="2" charset="-122"/>
              </a:rPr>
              <a:t>超前</a:t>
            </a:r>
            <a:r>
              <a:rPr lang="zh-CN" altLang="en-US" sz="2400" b="1">
                <a:solidFill>
                  <a:srgbClr val="0033CC"/>
                </a:solidFill>
                <a:sym typeface="Symbol" pitchFamily="18" charset="2"/>
              </a:rPr>
              <a:t></a:t>
            </a:r>
            <a:r>
              <a:rPr lang="zh-CN" altLang="en-US" sz="2400" b="1" i="1">
                <a:solidFill>
                  <a:srgbClr val="0033CC"/>
                </a:solidFill>
                <a:sym typeface="Symbol" pitchFamily="18" charset="2"/>
              </a:rPr>
              <a:t></a:t>
            </a:r>
            <a:r>
              <a:rPr lang="zh-CN" altLang="en-US" sz="2400" b="1" i="1">
                <a:solidFill>
                  <a:srgbClr val="0033CC"/>
                </a:solidFill>
              </a:rPr>
              <a:t> </a:t>
            </a:r>
            <a:r>
              <a:rPr lang="en-US" altLang="zh-CN" sz="2400" b="1"/>
              <a:t>(</a:t>
            </a:r>
            <a:r>
              <a:rPr lang="zh-CN" altLang="en-US" sz="2400" b="1"/>
              <a:t>或 </a:t>
            </a:r>
            <a:r>
              <a:rPr lang="en-US" altLang="zh-CN" sz="2400" b="1" i="1"/>
              <a:t>x</a:t>
            </a:r>
            <a:r>
              <a:rPr lang="en-US" altLang="zh-CN" sz="2400" b="1" baseline="-25000"/>
              <a:t>1 </a:t>
            </a:r>
            <a:r>
              <a:rPr lang="zh-CN" altLang="en-US" sz="2400" b="1"/>
              <a:t>比 </a:t>
            </a:r>
            <a:r>
              <a:rPr lang="en-US" altLang="zh-CN" sz="2400" b="1" i="1"/>
              <a:t>x</a:t>
            </a:r>
            <a:r>
              <a:rPr lang="en-US" altLang="zh-CN" sz="2400" b="1" baseline="-25000"/>
              <a:t>2</a:t>
            </a:r>
            <a:r>
              <a:rPr lang="en-US" altLang="zh-CN" sz="2400" b="1" baseline="-25000">
                <a:solidFill>
                  <a:srgbClr val="0033CC"/>
                </a:solidFill>
              </a:rPr>
              <a:t> </a:t>
            </a:r>
            <a:r>
              <a:rPr lang="zh-CN" altLang="en-US" sz="2400" b="1">
                <a:solidFill>
                  <a:srgbClr val="FF0000"/>
                </a:solidFill>
              </a:rPr>
              <a:t>落后</a:t>
            </a:r>
            <a:r>
              <a:rPr lang="zh-CN" altLang="en-US" sz="2400" b="1"/>
              <a:t> </a:t>
            </a:r>
            <a:r>
              <a:rPr lang="zh-CN" altLang="en-US" sz="2400" b="1">
                <a:solidFill>
                  <a:srgbClr val="0033CC"/>
                </a:solidFill>
                <a:sym typeface="Symbol" pitchFamily="18" charset="2"/>
              </a:rPr>
              <a:t></a:t>
            </a:r>
            <a:r>
              <a:rPr lang="zh-CN" altLang="en-US" sz="2400" b="1" i="1">
                <a:solidFill>
                  <a:srgbClr val="0033CC"/>
                </a:solidFill>
                <a:sym typeface="Symbol" pitchFamily="18" charset="2"/>
              </a:rPr>
              <a:t></a:t>
            </a:r>
            <a:r>
              <a:rPr lang="zh-CN" altLang="en-US" sz="2400" b="1" i="1"/>
              <a:t> </a:t>
            </a:r>
            <a:r>
              <a:rPr lang="en-US" altLang="zh-CN" sz="2400" b="1"/>
              <a:t>)</a:t>
            </a:r>
            <a:endParaRPr lang="en-US" altLang="zh-CN" sz="2400"/>
          </a:p>
        </p:txBody>
      </p:sp>
      <p:sp>
        <p:nvSpPr>
          <p:cNvPr id="177194" name="AutoShape 42"/>
          <p:cNvSpPr>
            <a:spLocks/>
          </p:cNvSpPr>
          <p:nvPr/>
        </p:nvSpPr>
        <p:spPr bwMode="auto">
          <a:xfrm>
            <a:off x="6146800" y="3784600"/>
            <a:ext cx="360363" cy="630238"/>
          </a:xfrm>
          <a:prstGeom prst="rightBrace">
            <a:avLst>
              <a:gd name="adj1" fmla="val 14574"/>
              <a:gd name="adj2" fmla="val 50000"/>
            </a:avLst>
          </a:prstGeom>
          <a:noFill/>
          <a:ln w="9525">
            <a:solidFill>
              <a:srgbClr val="000080"/>
            </a:solidFill>
            <a:round/>
            <a:headEnd/>
            <a:tailEnd/>
          </a:ln>
        </p:spPr>
        <p:txBody>
          <a:bodyPr wrap="none" anchor="ctr"/>
          <a:lstStyle/>
          <a:p>
            <a:endParaRPr lang="zh-CN" altLang="en-US"/>
          </a:p>
        </p:txBody>
      </p:sp>
      <p:sp>
        <p:nvSpPr>
          <p:cNvPr id="177195" name="AutoShape 43"/>
          <p:cNvSpPr>
            <a:spLocks noChangeArrowheads="1"/>
          </p:cNvSpPr>
          <p:nvPr/>
        </p:nvSpPr>
        <p:spPr bwMode="auto">
          <a:xfrm>
            <a:off x="6597650" y="4054475"/>
            <a:ext cx="539750" cy="90488"/>
          </a:xfrm>
          <a:prstGeom prst="rightArrow">
            <a:avLst>
              <a:gd name="adj1" fmla="val 50000"/>
              <a:gd name="adj2" fmla="val 149122"/>
            </a:avLst>
          </a:prstGeom>
          <a:solidFill>
            <a:srgbClr val="0000FF"/>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wipe(left)">
                                      <p:cBhvr>
                                        <p:cTn id="7" dur="1000"/>
                                        <p:tgtEl>
                                          <p:spTgt spid="177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5"/>
                                        </p:tgtEl>
                                        <p:attrNameLst>
                                          <p:attrName>style.visibility</p:attrName>
                                        </p:attrNameLst>
                                      </p:cBhvr>
                                      <p:to>
                                        <p:strVal val="visible"/>
                                      </p:to>
                                    </p:set>
                                    <p:animEffect transition="in" filter="wipe(left)">
                                      <p:cBhvr>
                                        <p:cTn id="12" dur="1000"/>
                                        <p:tgtEl>
                                          <p:spTgt spid="177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7193"/>
                                        </p:tgtEl>
                                        <p:attrNameLst>
                                          <p:attrName>style.visibility</p:attrName>
                                        </p:attrNameLst>
                                      </p:cBhvr>
                                      <p:to>
                                        <p:strVal val="visible"/>
                                      </p:to>
                                    </p:set>
                                    <p:animEffect transition="in" filter="wipe(left)">
                                      <p:cBhvr>
                                        <p:cTn id="17" dur="1000"/>
                                        <p:tgtEl>
                                          <p:spTgt spid="1771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10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10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10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7156"/>
                                        </p:tgtEl>
                                        <p:attrNameLst>
                                          <p:attrName>style.visibility</p:attrName>
                                        </p:attrNameLst>
                                      </p:cBhvr>
                                      <p:to>
                                        <p:strVal val="visible"/>
                                      </p:to>
                                    </p:set>
                                    <p:animEffect transition="in" filter="wipe(left)">
                                      <p:cBhvr>
                                        <p:cTn id="47" dur="1000"/>
                                        <p:tgtEl>
                                          <p:spTgt spid="17715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77157"/>
                                        </p:tgtEl>
                                        <p:attrNameLst>
                                          <p:attrName>style.visibility</p:attrName>
                                        </p:attrNameLst>
                                      </p:cBhvr>
                                      <p:to>
                                        <p:strVal val="visible"/>
                                      </p:to>
                                    </p:set>
                                    <p:animEffect transition="in" filter="wipe(left)">
                                      <p:cBhvr>
                                        <p:cTn id="52" dur="1000"/>
                                        <p:tgtEl>
                                          <p:spTgt spid="17715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7158"/>
                                        </p:tgtEl>
                                        <p:attrNameLst>
                                          <p:attrName>style.visibility</p:attrName>
                                        </p:attrNameLst>
                                      </p:cBhvr>
                                      <p:to>
                                        <p:strVal val="visible"/>
                                      </p:to>
                                    </p:set>
                                    <p:animEffect transition="in" filter="wipe(left)">
                                      <p:cBhvr>
                                        <p:cTn id="57" dur="1000"/>
                                        <p:tgtEl>
                                          <p:spTgt spid="17715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77159"/>
                                        </p:tgtEl>
                                        <p:attrNameLst>
                                          <p:attrName>style.visibility</p:attrName>
                                        </p:attrNameLst>
                                      </p:cBhvr>
                                      <p:to>
                                        <p:strVal val="visible"/>
                                      </p:to>
                                    </p:set>
                                    <p:animEffect transition="in" filter="wipe(left)">
                                      <p:cBhvr>
                                        <p:cTn id="62" dur="1000"/>
                                        <p:tgtEl>
                                          <p:spTgt spid="17715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77160"/>
                                        </p:tgtEl>
                                        <p:attrNameLst>
                                          <p:attrName>style.visibility</p:attrName>
                                        </p:attrNameLst>
                                      </p:cBhvr>
                                      <p:to>
                                        <p:strVal val="visible"/>
                                      </p:to>
                                    </p:set>
                                    <p:animEffect transition="in" filter="wipe(left)">
                                      <p:cBhvr>
                                        <p:cTn id="67" dur="1000"/>
                                        <p:tgtEl>
                                          <p:spTgt spid="17716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7161"/>
                                        </p:tgtEl>
                                        <p:attrNameLst>
                                          <p:attrName>style.visibility</p:attrName>
                                        </p:attrNameLst>
                                      </p:cBhvr>
                                      <p:to>
                                        <p:strVal val="visible"/>
                                      </p:to>
                                    </p:set>
                                    <p:animEffect transition="in" filter="wipe(left)">
                                      <p:cBhvr>
                                        <p:cTn id="72" dur="1000"/>
                                        <p:tgtEl>
                                          <p:spTgt spid="17716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77162"/>
                                        </p:tgtEl>
                                        <p:attrNameLst>
                                          <p:attrName>style.visibility</p:attrName>
                                        </p:attrNameLst>
                                      </p:cBhvr>
                                      <p:to>
                                        <p:strVal val="visible"/>
                                      </p:to>
                                    </p:set>
                                    <p:animEffect transition="in" filter="wipe(left)">
                                      <p:cBhvr>
                                        <p:cTn id="77" dur="1000"/>
                                        <p:tgtEl>
                                          <p:spTgt spid="17716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7194"/>
                                        </p:tgtEl>
                                        <p:attrNameLst>
                                          <p:attrName>style.visibility</p:attrName>
                                        </p:attrNameLst>
                                      </p:cBhvr>
                                      <p:to>
                                        <p:strVal val="visible"/>
                                      </p:to>
                                    </p:set>
                                    <p:animEffect transition="in" filter="wipe(left)">
                                      <p:cBhvr>
                                        <p:cTn id="82" dur="500"/>
                                        <p:tgtEl>
                                          <p:spTgt spid="177194"/>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177195"/>
                                        </p:tgtEl>
                                        <p:attrNameLst>
                                          <p:attrName>style.visibility</p:attrName>
                                        </p:attrNameLst>
                                      </p:cBhvr>
                                      <p:to>
                                        <p:strVal val="visible"/>
                                      </p:to>
                                    </p:set>
                                    <p:animEffect transition="in" filter="wipe(left)">
                                      <p:cBhvr>
                                        <p:cTn id="86" dur="500"/>
                                        <p:tgtEl>
                                          <p:spTgt spid="17719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77163"/>
                                        </p:tgtEl>
                                        <p:attrNameLst>
                                          <p:attrName>style.visibility</p:attrName>
                                        </p:attrNameLst>
                                      </p:cBhvr>
                                      <p:to>
                                        <p:strVal val="visible"/>
                                      </p:to>
                                    </p:set>
                                    <p:animEffect transition="in" filter="wipe(left)">
                                      <p:cBhvr>
                                        <p:cTn id="91" dur="1000"/>
                                        <p:tgtEl>
                                          <p:spTgt spid="17716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177164"/>
                                        </p:tgtEl>
                                        <p:attrNameLst>
                                          <p:attrName>style.visibility</p:attrName>
                                        </p:attrNameLst>
                                      </p:cBhvr>
                                      <p:to>
                                        <p:strVal val="visible"/>
                                      </p:to>
                                    </p:set>
                                    <p:animEffect transition="in" filter="wipe(left)">
                                      <p:cBhvr>
                                        <p:cTn id="96" dur="1000"/>
                                        <p:tgtEl>
                                          <p:spTgt spid="177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autoUpdateAnimBg="0"/>
      <p:bldP spid="177155" grpId="0" autoUpdateAnimBg="0"/>
      <p:bldP spid="177156" grpId="0" autoUpdateAnimBg="0"/>
      <p:bldP spid="177158" grpId="0" animBg="1"/>
      <p:bldP spid="177161" grpId="0" animBg="1"/>
      <p:bldP spid="177193" grpId="0" autoUpdateAnimBg="0"/>
      <p:bldP spid="177194" grpId="0" animBg="1"/>
      <p:bldP spid="17719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a:grpSpLocks/>
          </p:cNvGrpSpPr>
          <p:nvPr/>
        </p:nvGrpSpPr>
        <p:grpSpPr bwMode="auto">
          <a:xfrm>
            <a:off x="468313" y="836613"/>
            <a:ext cx="5334000" cy="457200"/>
            <a:chOff x="384" y="672"/>
            <a:chExt cx="3360" cy="288"/>
          </a:xfrm>
        </p:grpSpPr>
        <p:sp>
          <p:nvSpPr>
            <p:cNvPr id="8204" name="Text Box 5"/>
            <p:cNvSpPr txBox="1">
              <a:spLocks noChangeArrowheads="1"/>
            </p:cNvSpPr>
            <p:nvPr/>
          </p:nvSpPr>
          <p:spPr bwMode="auto">
            <a:xfrm>
              <a:off x="384" y="672"/>
              <a:ext cx="3360" cy="288"/>
            </a:xfrm>
            <a:prstGeom prst="rect">
              <a:avLst/>
            </a:prstGeom>
            <a:noFill/>
            <a:ln w="9525">
              <a:noFill/>
              <a:miter lim="800000"/>
              <a:headEnd/>
              <a:tailEnd/>
            </a:ln>
          </p:spPr>
          <p:txBody>
            <a:bodyPr>
              <a:spAutoFit/>
            </a:bodyPr>
            <a:lstStyle/>
            <a:p>
              <a:pPr algn="l">
                <a:spcBef>
                  <a:spcPct val="50000"/>
                </a:spcBef>
              </a:pPr>
              <a:r>
                <a:rPr kumimoji="0" lang="zh-CN" altLang="en-US" sz="2400" b="1">
                  <a:solidFill>
                    <a:srgbClr val="FF6600"/>
                  </a:solidFill>
                  <a:latin typeface="Arial" charset="0"/>
                </a:rPr>
                <a:t>相位差                    小结：</a:t>
              </a:r>
            </a:p>
          </p:txBody>
        </p:sp>
        <p:graphicFrame>
          <p:nvGraphicFramePr>
            <p:cNvPr id="8195" name="Object 6"/>
            <p:cNvGraphicFramePr>
              <a:graphicFrameLocks/>
            </p:cNvGraphicFramePr>
            <p:nvPr/>
          </p:nvGraphicFramePr>
          <p:xfrm>
            <a:off x="1111" y="690"/>
            <a:ext cx="934" cy="245"/>
          </p:xfrm>
          <a:graphic>
            <a:graphicData uri="http://schemas.openxmlformats.org/presentationml/2006/ole">
              <p:oleObj spid="_x0000_s8195" name="公式" r:id="rId3" imgW="825480" imgH="215640" progId="Equation.3">
                <p:embed/>
              </p:oleObj>
            </a:graphicData>
          </a:graphic>
        </p:graphicFrame>
      </p:grpSp>
      <p:sp>
        <p:nvSpPr>
          <p:cNvPr id="178184" name="Text Box 8"/>
          <p:cNvSpPr txBox="1">
            <a:spLocks noChangeArrowheads="1"/>
          </p:cNvSpPr>
          <p:nvPr/>
        </p:nvSpPr>
        <p:spPr bwMode="auto">
          <a:xfrm>
            <a:off x="539750" y="1628775"/>
            <a:ext cx="7848600" cy="822325"/>
          </a:xfrm>
          <a:prstGeom prst="rect">
            <a:avLst/>
          </a:prstGeom>
          <a:noFill/>
          <a:ln w="9525">
            <a:noFill/>
            <a:miter lim="800000"/>
            <a:headEnd/>
            <a:tailEnd/>
          </a:ln>
        </p:spPr>
        <p:txBody>
          <a:bodyPr>
            <a:spAutoFit/>
          </a:bodyPr>
          <a:lstStyle/>
          <a:p>
            <a:pPr marL="457200" indent="-457200" algn="just" eaLnBrk="0" hangingPunct="0">
              <a:buFontTx/>
              <a:buAutoNum type="arabicPeriod"/>
            </a:pPr>
            <a:r>
              <a:rPr kumimoji="0" lang="zh-CN" altLang="en-US" sz="2400" b="1"/>
              <a:t>当 </a:t>
            </a:r>
            <a:r>
              <a:rPr kumimoji="0" lang="zh-CN" altLang="en-US" sz="2400">
                <a:solidFill>
                  <a:srgbClr val="0000FF"/>
                </a:solidFill>
                <a:sym typeface="Symbol" pitchFamily="18" charset="2"/>
              </a:rPr>
              <a:t></a:t>
            </a:r>
            <a:r>
              <a:rPr kumimoji="0" lang="zh-CN" altLang="en-US" sz="2400" i="1">
                <a:solidFill>
                  <a:srgbClr val="0000FF"/>
                </a:solidFill>
                <a:sym typeface="Symbol" pitchFamily="18" charset="2"/>
              </a:rPr>
              <a:t> </a:t>
            </a:r>
            <a:r>
              <a:rPr kumimoji="0" lang="en-US" altLang="zh-CN" sz="2400">
                <a:solidFill>
                  <a:srgbClr val="0000FF"/>
                </a:solidFill>
              </a:rPr>
              <a:t>= </a:t>
            </a:r>
            <a:r>
              <a:rPr kumimoji="0" lang="en-US" altLang="zh-CN" sz="2400" b="1">
                <a:solidFill>
                  <a:srgbClr val="0000FF"/>
                </a:solidFill>
              </a:rPr>
              <a:t>2</a:t>
            </a:r>
            <a:r>
              <a:rPr kumimoji="0" lang="en-US" altLang="zh-CN" sz="2400" b="1" i="1">
                <a:solidFill>
                  <a:srgbClr val="0000FF"/>
                </a:solidFill>
              </a:rPr>
              <a:t>k</a:t>
            </a:r>
            <a:r>
              <a:rPr kumimoji="0" lang="en-US" altLang="zh-CN" sz="2400" b="1">
                <a:solidFill>
                  <a:srgbClr val="0000FF"/>
                </a:solidFill>
                <a:sym typeface="Symbol" pitchFamily="18" charset="2"/>
              </a:rPr>
              <a:t></a:t>
            </a:r>
            <a:r>
              <a:rPr kumimoji="0" lang="en-US" altLang="zh-CN" sz="2400" b="1" i="1">
                <a:solidFill>
                  <a:srgbClr val="0000FF"/>
                </a:solidFill>
              </a:rPr>
              <a:t> </a:t>
            </a:r>
            <a:r>
              <a:rPr kumimoji="0" lang="zh-CN" altLang="en-US" sz="2400" b="1" i="1">
                <a:solidFill>
                  <a:srgbClr val="0000FF"/>
                </a:solidFill>
              </a:rPr>
              <a:t>，</a:t>
            </a:r>
            <a:r>
              <a:rPr kumimoji="0" lang="en-US" altLang="zh-CN" sz="2400" b="1" i="1">
                <a:solidFill>
                  <a:srgbClr val="0000FF"/>
                </a:solidFill>
              </a:rPr>
              <a:t>k </a:t>
            </a:r>
            <a:r>
              <a:rPr kumimoji="0" lang="en-US" altLang="zh-CN" sz="2400" b="1">
                <a:solidFill>
                  <a:srgbClr val="0000FF"/>
                </a:solidFill>
              </a:rPr>
              <a:t>=0</a:t>
            </a:r>
            <a:r>
              <a:rPr kumimoji="0" lang="zh-CN" altLang="en-US" sz="2400" b="1">
                <a:solidFill>
                  <a:srgbClr val="0000FF"/>
                </a:solidFill>
              </a:rPr>
              <a:t>，</a:t>
            </a:r>
            <a:r>
              <a:rPr kumimoji="0" lang="en-US" altLang="zh-CN" sz="2400" b="1">
                <a:solidFill>
                  <a:srgbClr val="0000FF"/>
                </a:solidFill>
              </a:rPr>
              <a:t>±1</a:t>
            </a:r>
            <a:r>
              <a:rPr kumimoji="0" lang="zh-CN" altLang="en-US" sz="2400" b="1">
                <a:solidFill>
                  <a:srgbClr val="0000FF"/>
                </a:solidFill>
              </a:rPr>
              <a:t>，</a:t>
            </a:r>
            <a:r>
              <a:rPr kumimoji="0" lang="en-US" altLang="zh-CN" sz="2400" b="1">
                <a:solidFill>
                  <a:srgbClr val="0000FF"/>
                </a:solidFill>
              </a:rPr>
              <a:t>±2</a:t>
            </a:r>
            <a:r>
              <a:rPr kumimoji="0" lang="en-US" altLang="zh-CN" sz="2400" b="1" i="1">
                <a:solidFill>
                  <a:srgbClr val="0000FF"/>
                </a:solidFill>
              </a:rPr>
              <a:t>…</a:t>
            </a:r>
            <a:r>
              <a:rPr kumimoji="0" lang="zh-CN" altLang="en-US" sz="2400" b="1">
                <a:solidFill>
                  <a:srgbClr val="0000FF"/>
                </a:solidFill>
              </a:rPr>
              <a:t>，</a:t>
            </a:r>
            <a:r>
              <a:rPr kumimoji="0" lang="zh-CN" altLang="en-US" sz="2400" b="1"/>
              <a:t>两振动步调相同，</a:t>
            </a:r>
          </a:p>
          <a:p>
            <a:pPr marL="457200" indent="-457200" algn="just" eaLnBrk="0" hangingPunct="0"/>
            <a:r>
              <a:rPr kumimoji="0" lang="zh-CN" altLang="en-US" sz="2400" b="1"/>
              <a:t>      称</a:t>
            </a:r>
            <a:r>
              <a:rPr kumimoji="0" lang="zh-CN" altLang="en-US" sz="2400" b="1">
                <a:solidFill>
                  <a:srgbClr val="FF6600"/>
                </a:solidFill>
              </a:rPr>
              <a:t>同相</a:t>
            </a:r>
            <a:r>
              <a:rPr kumimoji="0" lang="zh-CN" altLang="en-US" sz="2400" b="1"/>
              <a:t>。</a:t>
            </a:r>
          </a:p>
        </p:txBody>
      </p:sp>
      <p:sp>
        <p:nvSpPr>
          <p:cNvPr id="178185" name="Text Box 9"/>
          <p:cNvSpPr txBox="1">
            <a:spLocks noChangeArrowheads="1"/>
          </p:cNvSpPr>
          <p:nvPr/>
        </p:nvSpPr>
        <p:spPr bwMode="auto">
          <a:xfrm>
            <a:off x="611188" y="2676525"/>
            <a:ext cx="7543800" cy="968375"/>
          </a:xfrm>
          <a:prstGeom prst="rect">
            <a:avLst/>
          </a:prstGeom>
          <a:noFill/>
          <a:ln w="9525">
            <a:noFill/>
            <a:miter lim="800000"/>
            <a:headEnd/>
            <a:tailEnd/>
          </a:ln>
        </p:spPr>
        <p:txBody>
          <a:bodyPr>
            <a:spAutoFit/>
          </a:bodyPr>
          <a:lstStyle/>
          <a:p>
            <a:pPr marL="457200" indent="-457200" algn="just" eaLnBrk="0" hangingPunct="0">
              <a:lnSpc>
                <a:spcPct val="120000"/>
              </a:lnSpc>
              <a:buFontTx/>
              <a:buAutoNum type="arabicPeriod" startAt="2"/>
            </a:pPr>
            <a:r>
              <a:rPr kumimoji="0" lang="zh-CN" altLang="en-US" sz="2400" b="1"/>
              <a:t>当 </a:t>
            </a:r>
            <a:r>
              <a:rPr kumimoji="0" lang="zh-CN" altLang="en-US" sz="2400">
                <a:solidFill>
                  <a:srgbClr val="0000FF"/>
                </a:solidFill>
                <a:sym typeface="Symbol" pitchFamily="18" charset="2"/>
              </a:rPr>
              <a:t></a:t>
            </a:r>
            <a:r>
              <a:rPr kumimoji="0" lang="zh-CN" altLang="en-US" sz="2400" i="1">
                <a:solidFill>
                  <a:srgbClr val="0000FF"/>
                </a:solidFill>
                <a:sym typeface="Symbol" pitchFamily="18" charset="2"/>
              </a:rPr>
              <a:t>  </a:t>
            </a:r>
            <a:r>
              <a:rPr kumimoji="0" lang="en-US" altLang="zh-CN" sz="2400" b="1">
                <a:solidFill>
                  <a:srgbClr val="0000FF"/>
                </a:solidFill>
              </a:rPr>
              <a:t>= (2</a:t>
            </a:r>
            <a:r>
              <a:rPr kumimoji="0" lang="en-US" altLang="zh-CN" sz="2400" b="1" i="1">
                <a:solidFill>
                  <a:srgbClr val="0000FF"/>
                </a:solidFill>
              </a:rPr>
              <a:t>k</a:t>
            </a:r>
            <a:r>
              <a:rPr kumimoji="0" lang="en-US" altLang="zh-CN" sz="2400" b="1">
                <a:solidFill>
                  <a:srgbClr val="0000FF"/>
                </a:solidFill>
              </a:rPr>
              <a:t>+1)</a:t>
            </a:r>
            <a:r>
              <a:rPr kumimoji="0" lang="en-US" altLang="zh-CN" sz="2400" b="1">
                <a:solidFill>
                  <a:srgbClr val="0000FF"/>
                </a:solidFill>
                <a:sym typeface="Symbol" pitchFamily="18" charset="2"/>
              </a:rPr>
              <a:t></a:t>
            </a:r>
            <a:r>
              <a:rPr kumimoji="0" lang="en-US" altLang="zh-CN" sz="2400" b="1"/>
              <a:t> </a:t>
            </a:r>
            <a:r>
              <a:rPr kumimoji="0" lang="zh-CN" altLang="en-US" sz="2400" b="1"/>
              <a:t>，</a:t>
            </a:r>
            <a:r>
              <a:rPr kumimoji="0" lang="zh-CN" altLang="en-US" sz="2400" b="1">
                <a:solidFill>
                  <a:srgbClr val="0000FF"/>
                </a:solidFill>
              </a:rPr>
              <a:t> </a:t>
            </a:r>
            <a:r>
              <a:rPr kumimoji="0" lang="en-US" altLang="zh-CN" sz="2400" b="1" i="1">
                <a:solidFill>
                  <a:srgbClr val="0000FF"/>
                </a:solidFill>
              </a:rPr>
              <a:t>k </a:t>
            </a:r>
            <a:r>
              <a:rPr kumimoji="0" lang="en-US" altLang="zh-CN" sz="2400" b="1">
                <a:solidFill>
                  <a:srgbClr val="0000FF"/>
                </a:solidFill>
              </a:rPr>
              <a:t>= 0</a:t>
            </a:r>
            <a:r>
              <a:rPr kumimoji="0" lang="zh-CN" altLang="en-US" sz="2400" b="1">
                <a:solidFill>
                  <a:srgbClr val="0000FF"/>
                </a:solidFill>
              </a:rPr>
              <a:t>，</a:t>
            </a:r>
            <a:r>
              <a:rPr kumimoji="0" lang="en-US" altLang="zh-CN" sz="2400" b="1">
                <a:solidFill>
                  <a:srgbClr val="0000FF"/>
                </a:solidFill>
              </a:rPr>
              <a:t>±1</a:t>
            </a:r>
            <a:r>
              <a:rPr kumimoji="0" lang="zh-CN" altLang="en-US" sz="2400" b="1">
                <a:solidFill>
                  <a:srgbClr val="0000FF"/>
                </a:solidFill>
              </a:rPr>
              <a:t>，</a:t>
            </a:r>
            <a:r>
              <a:rPr kumimoji="0" lang="en-US" altLang="zh-CN" sz="2400" b="1">
                <a:solidFill>
                  <a:srgbClr val="0000FF"/>
                </a:solidFill>
              </a:rPr>
              <a:t>±2.</a:t>
            </a:r>
            <a:r>
              <a:rPr kumimoji="0" lang="en-US" altLang="zh-CN" sz="2400" b="1" i="1">
                <a:solidFill>
                  <a:srgbClr val="0000FF"/>
                </a:solidFill>
              </a:rPr>
              <a:t>..</a:t>
            </a:r>
            <a:r>
              <a:rPr kumimoji="0" lang="zh-CN" altLang="en-US" sz="2400" b="1">
                <a:solidFill>
                  <a:srgbClr val="0000FF"/>
                </a:solidFill>
              </a:rPr>
              <a:t>，</a:t>
            </a:r>
            <a:r>
              <a:rPr kumimoji="0" lang="zh-CN" altLang="en-US" sz="2400" b="1"/>
              <a:t>两振动步</a:t>
            </a:r>
          </a:p>
          <a:p>
            <a:pPr marL="457200" indent="-457200" algn="just" eaLnBrk="0" hangingPunct="0">
              <a:lnSpc>
                <a:spcPct val="120000"/>
              </a:lnSpc>
            </a:pPr>
            <a:r>
              <a:rPr kumimoji="0" lang="zh-CN" altLang="en-US" sz="2400" b="1"/>
              <a:t>      调相反，称</a:t>
            </a:r>
            <a:r>
              <a:rPr kumimoji="0" lang="zh-CN" altLang="en-US" sz="2400" b="1">
                <a:solidFill>
                  <a:srgbClr val="FF6600"/>
                </a:solidFill>
              </a:rPr>
              <a:t>反相</a:t>
            </a:r>
            <a:r>
              <a:rPr kumimoji="0" lang="zh-CN" altLang="en-US" sz="2400" b="1"/>
              <a:t>。</a:t>
            </a:r>
          </a:p>
        </p:txBody>
      </p:sp>
      <p:grpSp>
        <p:nvGrpSpPr>
          <p:cNvPr id="3" name="Group 16"/>
          <p:cNvGrpSpPr>
            <a:grpSpLocks/>
          </p:cNvGrpSpPr>
          <p:nvPr/>
        </p:nvGrpSpPr>
        <p:grpSpPr bwMode="auto">
          <a:xfrm>
            <a:off x="685800" y="3933825"/>
            <a:ext cx="3309938" cy="457200"/>
            <a:chOff x="432" y="2478"/>
            <a:chExt cx="2085" cy="288"/>
          </a:xfrm>
        </p:grpSpPr>
        <p:graphicFrame>
          <p:nvGraphicFramePr>
            <p:cNvPr id="8194" name="Object 11"/>
            <p:cNvGraphicFramePr>
              <a:graphicFrameLocks noChangeAspect="1"/>
            </p:cNvGraphicFramePr>
            <p:nvPr/>
          </p:nvGraphicFramePr>
          <p:xfrm>
            <a:off x="987" y="2514"/>
            <a:ext cx="920" cy="231"/>
          </p:xfrm>
          <a:graphic>
            <a:graphicData uri="http://schemas.openxmlformats.org/presentationml/2006/ole">
              <p:oleObj spid="_x0000_s8194" name="公式" r:id="rId4" imgW="812520" imgH="203040" progId="Equation.3">
                <p:embed/>
              </p:oleObj>
            </a:graphicData>
          </a:graphic>
        </p:graphicFrame>
        <p:sp>
          <p:nvSpPr>
            <p:cNvPr id="8203" name="Text Box 12"/>
            <p:cNvSpPr txBox="1">
              <a:spLocks noChangeArrowheads="1"/>
            </p:cNvSpPr>
            <p:nvPr/>
          </p:nvSpPr>
          <p:spPr bwMode="auto">
            <a:xfrm>
              <a:off x="432" y="2478"/>
              <a:ext cx="2085" cy="288"/>
            </a:xfrm>
            <a:prstGeom prst="rect">
              <a:avLst/>
            </a:prstGeom>
            <a:noFill/>
            <a:ln w="9525">
              <a:noFill/>
              <a:miter lim="800000"/>
              <a:headEnd/>
              <a:tailEnd/>
            </a:ln>
          </p:spPr>
          <p:txBody>
            <a:bodyPr lIns="90000" tIns="46800" rIns="90000" bIns="46800">
              <a:spAutoFit/>
            </a:bodyPr>
            <a:lstStyle/>
            <a:p>
              <a:pPr algn="l">
                <a:spcBef>
                  <a:spcPct val="50000"/>
                </a:spcBef>
              </a:pPr>
              <a:r>
                <a:rPr lang="en-US" altLang="zh-CN" sz="2400" b="1">
                  <a:latin typeface="Garamond" pitchFamily="18" charset="0"/>
                </a:rPr>
                <a:t>3.  </a:t>
              </a:r>
              <a:r>
                <a:rPr lang="zh-CN" altLang="en-US" sz="2400" b="1">
                  <a:latin typeface="Garamond" pitchFamily="18" charset="0"/>
                </a:rPr>
                <a:t>当                      时，</a:t>
              </a:r>
            </a:p>
          </p:txBody>
        </p:sp>
      </p:grpSp>
      <p:sp>
        <p:nvSpPr>
          <p:cNvPr id="178189" name="Text Box 13"/>
          <p:cNvSpPr txBox="1">
            <a:spLocks noChangeArrowheads="1"/>
          </p:cNvSpPr>
          <p:nvPr/>
        </p:nvSpPr>
        <p:spPr bwMode="auto">
          <a:xfrm>
            <a:off x="1116013" y="4556125"/>
            <a:ext cx="4953000" cy="457200"/>
          </a:xfrm>
          <a:prstGeom prst="rect">
            <a:avLst/>
          </a:prstGeom>
          <a:noFill/>
          <a:ln w="9525">
            <a:noFill/>
            <a:miter lim="800000"/>
            <a:headEnd/>
            <a:tailEnd/>
          </a:ln>
        </p:spPr>
        <p:txBody>
          <a:bodyPr>
            <a:spAutoFit/>
          </a:bodyPr>
          <a:lstStyle/>
          <a:p>
            <a:pPr algn="l" eaLnBrk="0" hangingPunct="0"/>
            <a:r>
              <a:rPr kumimoji="0" lang="en-US" altLang="zh-CN" sz="2400" i="1">
                <a:solidFill>
                  <a:srgbClr val="FF6600"/>
                </a:solidFill>
                <a:ea typeface="楷体_GB2312" pitchFamily="49" charset="-122"/>
                <a:sym typeface="Symbol" pitchFamily="18" charset="2"/>
              </a:rPr>
              <a:t></a:t>
            </a:r>
            <a:r>
              <a:rPr kumimoji="0" lang="en-US" altLang="zh-CN" sz="2400" baseline="-25000">
                <a:solidFill>
                  <a:srgbClr val="FF6600"/>
                </a:solidFill>
                <a:ea typeface="楷体_GB2312" pitchFamily="49" charset="-122"/>
              </a:rPr>
              <a:t>2</a:t>
            </a:r>
            <a:r>
              <a:rPr kumimoji="0" lang="en-US" altLang="zh-CN" sz="2400" b="1" i="1" baseline="-25000">
                <a:solidFill>
                  <a:srgbClr val="FF6600"/>
                </a:solidFill>
                <a:ea typeface="楷体_GB2312" pitchFamily="49" charset="-122"/>
              </a:rPr>
              <a:t>  </a:t>
            </a:r>
            <a:r>
              <a:rPr kumimoji="0" lang="zh-CN" altLang="en-US" sz="2400" b="1">
                <a:solidFill>
                  <a:srgbClr val="FF6600"/>
                </a:solidFill>
              </a:rPr>
              <a:t>超前于 </a:t>
            </a:r>
            <a:r>
              <a:rPr kumimoji="0" lang="zh-CN" altLang="en-US" sz="2400" i="1">
                <a:solidFill>
                  <a:srgbClr val="FF6600"/>
                </a:solidFill>
                <a:sym typeface="Symbol" pitchFamily="18" charset="2"/>
              </a:rPr>
              <a:t></a:t>
            </a:r>
            <a:r>
              <a:rPr kumimoji="0" lang="en-US" altLang="zh-CN" sz="2400" baseline="-25000">
                <a:solidFill>
                  <a:srgbClr val="FF6600"/>
                </a:solidFill>
              </a:rPr>
              <a:t>1</a:t>
            </a:r>
            <a:r>
              <a:rPr kumimoji="0" lang="en-US" altLang="zh-CN" sz="2400" i="1" baseline="-25000"/>
              <a:t>  </a:t>
            </a:r>
            <a:r>
              <a:rPr kumimoji="0" lang="zh-CN" altLang="en-US" sz="2400" b="1"/>
              <a:t>或</a:t>
            </a:r>
            <a:r>
              <a:rPr kumimoji="0" lang="zh-CN" altLang="en-US" sz="2400"/>
              <a:t>  </a:t>
            </a:r>
            <a:r>
              <a:rPr kumimoji="0" lang="zh-CN" altLang="en-US" sz="2400" i="1">
                <a:solidFill>
                  <a:srgbClr val="FF6600"/>
                </a:solidFill>
                <a:sym typeface="Symbol" pitchFamily="18" charset="2"/>
              </a:rPr>
              <a:t></a:t>
            </a:r>
            <a:r>
              <a:rPr kumimoji="0" lang="en-US" altLang="zh-CN" sz="2400" baseline="-25000">
                <a:solidFill>
                  <a:srgbClr val="FF6600"/>
                </a:solidFill>
              </a:rPr>
              <a:t>1 </a:t>
            </a:r>
            <a:r>
              <a:rPr kumimoji="0" lang="zh-CN" altLang="en-US" sz="2400" b="1">
                <a:solidFill>
                  <a:srgbClr val="FF6600"/>
                </a:solidFill>
              </a:rPr>
              <a:t>滞后于</a:t>
            </a:r>
            <a:r>
              <a:rPr kumimoji="0" lang="zh-CN" altLang="en-US" sz="2400" b="1" i="1">
                <a:solidFill>
                  <a:srgbClr val="FF6600"/>
                </a:solidFill>
              </a:rPr>
              <a:t> </a:t>
            </a:r>
            <a:r>
              <a:rPr kumimoji="0" lang="zh-CN" altLang="en-US" sz="2400" i="1">
                <a:solidFill>
                  <a:srgbClr val="FF6600"/>
                </a:solidFill>
                <a:sym typeface="Symbol" pitchFamily="18" charset="2"/>
              </a:rPr>
              <a:t></a:t>
            </a:r>
            <a:r>
              <a:rPr kumimoji="0" lang="en-US" altLang="zh-CN" sz="2400" baseline="-25000">
                <a:solidFill>
                  <a:srgbClr val="FF6600"/>
                </a:solidFill>
              </a:rPr>
              <a:t>2</a:t>
            </a:r>
            <a:r>
              <a:rPr kumimoji="0" lang="en-US" altLang="zh-CN" sz="2400" b="1"/>
              <a:t> </a:t>
            </a:r>
          </a:p>
        </p:txBody>
      </p:sp>
      <p:sp>
        <p:nvSpPr>
          <p:cNvPr id="178190" name="Text Box 14"/>
          <p:cNvSpPr txBox="1">
            <a:spLocks noChangeArrowheads="1"/>
          </p:cNvSpPr>
          <p:nvPr/>
        </p:nvSpPr>
        <p:spPr bwMode="auto">
          <a:xfrm>
            <a:off x="1042988" y="5372100"/>
            <a:ext cx="6821487" cy="457200"/>
          </a:xfrm>
          <a:prstGeom prst="rect">
            <a:avLst/>
          </a:prstGeom>
          <a:noFill/>
          <a:ln w="9525">
            <a:noFill/>
            <a:miter lim="800000"/>
            <a:headEnd/>
            <a:tailEnd/>
          </a:ln>
        </p:spPr>
        <p:txBody>
          <a:bodyPr>
            <a:spAutoFit/>
          </a:bodyPr>
          <a:lstStyle/>
          <a:p>
            <a:pPr algn="l" eaLnBrk="0" hangingPunct="0"/>
            <a:r>
              <a:rPr kumimoji="0" lang="zh-CN" altLang="en-US" sz="2400" b="1">
                <a:latin typeface="宋体" pitchFamily="2" charset="-122"/>
              </a:rPr>
              <a:t>相位差反映了两个振动不同程度的参差错落。 </a:t>
            </a:r>
          </a:p>
        </p:txBody>
      </p:sp>
      <p:sp>
        <p:nvSpPr>
          <p:cNvPr id="178191" name="AutoShape 15"/>
          <p:cNvSpPr>
            <a:spLocks noChangeArrowheads="1"/>
          </p:cNvSpPr>
          <p:nvPr/>
        </p:nvSpPr>
        <p:spPr bwMode="auto">
          <a:xfrm>
            <a:off x="611188" y="5300663"/>
            <a:ext cx="360362"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184"/>
                                        </p:tgtEl>
                                        <p:attrNameLst>
                                          <p:attrName>style.visibility</p:attrName>
                                        </p:attrNameLst>
                                      </p:cBhvr>
                                      <p:to>
                                        <p:strVal val="visible"/>
                                      </p:to>
                                    </p:set>
                                    <p:animEffect transition="in" filter="wipe(left)">
                                      <p:cBhvr>
                                        <p:cTn id="12" dur="500"/>
                                        <p:tgtEl>
                                          <p:spTgt spid="1781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8185"/>
                                        </p:tgtEl>
                                        <p:attrNameLst>
                                          <p:attrName>style.visibility</p:attrName>
                                        </p:attrNameLst>
                                      </p:cBhvr>
                                      <p:to>
                                        <p:strVal val="visible"/>
                                      </p:to>
                                    </p:set>
                                    <p:animEffect transition="in" filter="wipe(left)">
                                      <p:cBhvr>
                                        <p:cTn id="17" dur="500"/>
                                        <p:tgtEl>
                                          <p:spTgt spid="1781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78189"/>
                                        </p:tgtEl>
                                        <p:attrNameLst>
                                          <p:attrName>style.visibility</p:attrName>
                                        </p:attrNameLst>
                                      </p:cBhvr>
                                      <p:to>
                                        <p:strVal val="visible"/>
                                      </p:to>
                                    </p:set>
                                    <p:animEffect transition="in" filter="wipe(left)">
                                      <p:cBhvr>
                                        <p:cTn id="26" dur="500"/>
                                        <p:tgtEl>
                                          <p:spTgt spid="17818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78191"/>
                                        </p:tgtEl>
                                        <p:attrNameLst>
                                          <p:attrName>style.visibility</p:attrName>
                                        </p:attrNameLst>
                                      </p:cBhvr>
                                      <p:to>
                                        <p:strVal val="visible"/>
                                      </p:to>
                                    </p:set>
                                    <p:animEffect transition="in" filter="dissolve">
                                      <p:cBhvr>
                                        <p:cTn id="31" dur="500"/>
                                        <p:tgtEl>
                                          <p:spTgt spid="178191"/>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78190"/>
                                        </p:tgtEl>
                                        <p:attrNameLst>
                                          <p:attrName>style.visibility</p:attrName>
                                        </p:attrNameLst>
                                      </p:cBhvr>
                                      <p:to>
                                        <p:strVal val="visible"/>
                                      </p:to>
                                    </p:set>
                                    <p:animEffect transition="in" filter="wipe(left)">
                                      <p:cBhvr>
                                        <p:cTn id="35" dur="500"/>
                                        <p:tgtEl>
                                          <p:spTgt spid="178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4" grpId="0" autoUpdateAnimBg="0"/>
      <p:bldP spid="178185" grpId="0" autoUpdateAnimBg="0"/>
      <p:bldP spid="178189" grpId="0" autoUpdateAnimBg="0"/>
      <p:bldP spid="178190" grpId="0" autoUpdateAnimBg="0"/>
      <p:bldP spid="17819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p:cNvSpPr txBox="1">
            <a:spLocks noChangeArrowheads="1"/>
          </p:cNvSpPr>
          <p:nvPr/>
        </p:nvSpPr>
        <p:spPr bwMode="auto">
          <a:xfrm>
            <a:off x="161925" y="549275"/>
            <a:ext cx="595313" cy="457200"/>
          </a:xfrm>
          <a:prstGeom prst="rect">
            <a:avLst/>
          </a:prstGeom>
          <a:noFill/>
          <a:ln w="9525">
            <a:noFill/>
            <a:miter lim="800000"/>
            <a:headEnd/>
            <a:tailEnd/>
          </a:ln>
        </p:spPr>
        <p:txBody>
          <a:bodyPr lIns="90000" tIns="46800" rIns="90000" bIns="46800">
            <a:spAutoFit/>
          </a:bodyPr>
          <a:lstStyle/>
          <a:p>
            <a:pPr algn="l"/>
            <a:r>
              <a:rPr lang="zh-CN" altLang="en-US" sz="2400" b="1">
                <a:solidFill>
                  <a:srgbClr val="FF0000"/>
                </a:solidFill>
                <a:latin typeface="宋体" pitchFamily="2" charset="-122"/>
              </a:rPr>
              <a:t>例</a:t>
            </a:r>
            <a:endParaRPr lang="zh-CN" altLang="en-US" sz="2400">
              <a:solidFill>
                <a:srgbClr val="FF0000"/>
              </a:solidFill>
              <a:latin typeface="宋体" pitchFamily="2" charset="-122"/>
            </a:endParaRPr>
          </a:p>
        </p:txBody>
      </p:sp>
      <p:graphicFrame>
        <p:nvGraphicFramePr>
          <p:cNvPr id="180227" name="Object 3"/>
          <p:cNvGraphicFramePr>
            <a:graphicFrameLocks/>
          </p:cNvGraphicFramePr>
          <p:nvPr/>
        </p:nvGraphicFramePr>
        <p:xfrm>
          <a:off x="3627438" y="3654425"/>
          <a:ext cx="2306637" cy="365125"/>
        </p:xfrm>
        <a:graphic>
          <a:graphicData uri="http://schemas.openxmlformats.org/presentationml/2006/ole">
            <p:oleObj spid="_x0000_s9218" name="公式" r:id="rId3" imgW="1282680" imgH="203040" progId="Equation.3">
              <p:embed/>
            </p:oleObj>
          </a:graphicData>
        </a:graphic>
      </p:graphicFrame>
      <p:graphicFrame>
        <p:nvGraphicFramePr>
          <p:cNvPr id="180228" name="Object 4"/>
          <p:cNvGraphicFramePr>
            <a:graphicFrameLocks/>
          </p:cNvGraphicFramePr>
          <p:nvPr/>
        </p:nvGraphicFramePr>
        <p:xfrm>
          <a:off x="3762375" y="3068638"/>
          <a:ext cx="2036763" cy="366712"/>
        </p:xfrm>
        <a:graphic>
          <a:graphicData uri="http://schemas.openxmlformats.org/presentationml/2006/ole">
            <p:oleObj spid="_x0000_s9219" name="公式" r:id="rId4" imgW="1130040" imgH="203040" progId="Equation.3">
              <p:embed/>
            </p:oleObj>
          </a:graphicData>
        </a:graphic>
      </p:graphicFrame>
      <p:graphicFrame>
        <p:nvGraphicFramePr>
          <p:cNvPr id="180229" name="Object 5"/>
          <p:cNvGraphicFramePr>
            <a:graphicFrameLocks/>
          </p:cNvGraphicFramePr>
          <p:nvPr/>
        </p:nvGraphicFramePr>
        <p:xfrm>
          <a:off x="3251200" y="4059238"/>
          <a:ext cx="2374900" cy="730250"/>
        </p:xfrm>
        <a:graphic>
          <a:graphicData uri="http://schemas.openxmlformats.org/presentationml/2006/ole">
            <p:oleObj spid="_x0000_s9220" name="公式" r:id="rId5" imgW="1320480" imgH="406080" progId="Equation.3">
              <p:embed/>
            </p:oleObj>
          </a:graphicData>
        </a:graphic>
      </p:graphicFrame>
      <p:sp>
        <p:nvSpPr>
          <p:cNvPr id="180230" name="Text Box 6"/>
          <p:cNvSpPr txBox="1">
            <a:spLocks noChangeArrowheads="1"/>
          </p:cNvSpPr>
          <p:nvPr/>
        </p:nvSpPr>
        <p:spPr bwMode="auto">
          <a:xfrm>
            <a:off x="741363" y="4232275"/>
            <a:ext cx="3200400" cy="457200"/>
          </a:xfrm>
          <a:prstGeom prst="rect">
            <a:avLst/>
          </a:prstGeom>
          <a:noFill/>
          <a:ln w="9525">
            <a:noFill/>
            <a:miter lim="800000"/>
            <a:headEnd/>
            <a:tailEnd/>
          </a:ln>
        </p:spPr>
        <p:txBody>
          <a:bodyPr lIns="90000" tIns="46800" rIns="90000" bIns="46800">
            <a:spAutoFit/>
          </a:bodyPr>
          <a:lstStyle/>
          <a:p>
            <a:pPr algn="l"/>
            <a:r>
              <a:rPr lang="zh-CN" altLang="en-US" sz="2400" b="1"/>
              <a:t>已知 </a:t>
            </a:r>
            <a:r>
              <a:rPr lang="en-US" altLang="zh-CN" sz="2400" b="1" i="1">
                <a:solidFill>
                  <a:srgbClr val="FF6600"/>
                </a:solidFill>
              </a:rPr>
              <a:t>T </a:t>
            </a:r>
            <a:r>
              <a:rPr lang="en-US" altLang="zh-CN" sz="2400" b="1">
                <a:solidFill>
                  <a:srgbClr val="FF6600"/>
                </a:solidFill>
              </a:rPr>
              <a:t>= 2s </a:t>
            </a:r>
            <a:r>
              <a:rPr lang="zh-CN" altLang="en-US" sz="2400" b="1"/>
              <a:t>，则</a:t>
            </a:r>
            <a:endParaRPr lang="zh-CN" altLang="en-US" sz="2400"/>
          </a:p>
        </p:txBody>
      </p:sp>
      <p:sp>
        <p:nvSpPr>
          <p:cNvPr id="180231" name="Text Box 7"/>
          <p:cNvSpPr txBox="1">
            <a:spLocks noChangeArrowheads="1"/>
          </p:cNvSpPr>
          <p:nvPr/>
        </p:nvSpPr>
        <p:spPr bwMode="auto">
          <a:xfrm>
            <a:off x="684213" y="503238"/>
            <a:ext cx="8118475" cy="968375"/>
          </a:xfrm>
          <a:prstGeom prst="rect">
            <a:avLst/>
          </a:prstGeom>
          <a:noFill/>
          <a:ln w="9525">
            <a:noFill/>
            <a:miter lim="800000"/>
            <a:headEnd/>
            <a:tailEnd/>
          </a:ln>
        </p:spPr>
        <p:txBody>
          <a:bodyPr>
            <a:spAutoFit/>
          </a:bodyPr>
          <a:lstStyle/>
          <a:p>
            <a:pPr algn="l">
              <a:lnSpc>
                <a:spcPct val="120000"/>
              </a:lnSpc>
            </a:pPr>
            <a:r>
              <a:rPr lang="zh-CN" altLang="en-US" sz="2400" b="1"/>
              <a:t>一物体沿 </a:t>
            </a:r>
            <a:r>
              <a:rPr lang="en-US" altLang="zh-CN" sz="2400" b="1" i="1">
                <a:solidFill>
                  <a:srgbClr val="FF6600"/>
                </a:solidFill>
              </a:rPr>
              <a:t>x </a:t>
            </a:r>
            <a:r>
              <a:rPr lang="zh-CN" altLang="en-US" sz="2400" b="1"/>
              <a:t>轴作简谐振动，振幅为 </a:t>
            </a:r>
            <a:r>
              <a:rPr lang="en-US" altLang="zh-CN" sz="2400" b="1">
                <a:solidFill>
                  <a:srgbClr val="FF6600"/>
                </a:solidFill>
              </a:rPr>
              <a:t>0.12 m </a:t>
            </a:r>
            <a:r>
              <a:rPr lang="zh-CN" altLang="en-US" sz="2400" b="1"/>
              <a:t>，周期为 </a:t>
            </a:r>
            <a:r>
              <a:rPr lang="en-US" altLang="zh-CN" sz="2400" b="1">
                <a:solidFill>
                  <a:srgbClr val="FF6600"/>
                </a:solidFill>
              </a:rPr>
              <a:t>2 s </a:t>
            </a:r>
            <a:r>
              <a:rPr lang="zh-CN" altLang="en-US" sz="2400" b="1"/>
              <a:t>。当</a:t>
            </a:r>
            <a:r>
              <a:rPr lang="en-US" altLang="zh-CN" sz="2400" b="1" i="1">
                <a:solidFill>
                  <a:srgbClr val="FF6600"/>
                </a:solidFill>
              </a:rPr>
              <a:t>t </a:t>
            </a:r>
            <a:r>
              <a:rPr lang="en-US" altLang="zh-CN" sz="2400" b="1">
                <a:solidFill>
                  <a:srgbClr val="FF6600"/>
                </a:solidFill>
              </a:rPr>
              <a:t>= 0 </a:t>
            </a:r>
            <a:r>
              <a:rPr lang="zh-CN" altLang="en-US" sz="2400" b="1"/>
              <a:t>时，位移为 </a:t>
            </a:r>
            <a:r>
              <a:rPr lang="en-US" altLang="zh-CN" sz="2400" b="1">
                <a:solidFill>
                  <a:srgbClr val="FF6600"/>
                </a:solidFill>
              </a:rPr>
              <a:t>0.06 m </a:t>
            </a:r>
            <a:r>
              <a:rPr lang="zh-CN" altLang="en-US" sz="2400" b="1"/>
              <a:t>，且向 </a:t>
            </a:r>
            <a:r>
              <a:rPr lang="en-US" altLang="zh-CN" sz="2400" b="1" i="1">
                <a:solidFill>
                  <a:srgbClr val="FF6600"/>
                </a:solidFill>
              </a:rPr>
              <a:t>x </a:t>
            </a:r>
            <a:r>
              <a:rPr lang="zh-CN" altLang="en-US" sz="2400" b="1"/>
              <a:t>轴</a:t>
            </a:r>
            <a:r>
              <a:rPr lang="zh-CN" altLang="en-US" sz="2400" b="1">
                <a:solidFill>
                  <a:srgbClr val="009900"/>
                </a:solidFill>
              </a:rPr>
              <a:t>正</a:t>
            </a:r>
            <a:r>
              <a:rPr lang="zh-CN" altLang="en-US" sz="2400" b="1"/>
              <a:t>方向运动。</a:t>
            </a:r>
            <a:endParaRPr lang="zh-CN" altLang="en-US" sz="2400"/>
          </a:p>
        </p:txBody>
      </p:sp>
      <p:sp>
        <p:nvSpPr>
          <p:cNvPr id="180232" name="Text Box 8"/>
          <p:cNvSpPr txBox="1">
            <a:spLocks noChangeArrowheads="1"/>
          </p:cNvSpPr>
          <p:nvPr/>
        </p:nvSpPr>
        <p:spPr bwMode="auto">
          <a:xfrm>
            <a:off x="161925" y="1531938"/>
            <a:ext cx="649288" cy="457200"/>
          </a:xfrm>
          <a:prstGeom prst="rect">
            <a:avLst/>
          </a:prstGeom>
          <a:noFill/>
          <a:ln w="9525">
            <a:noFill/>
            <a:miter lim="800000"/>
            <a:headEnd/>
            <a:tailEnd/>
          </a:ln>
        </p:spPr>
        <p:txBody>
          <a:bodyPr>
            <a:spAutoFit/>
          </a:bodyPr>
          <a:lstStyle/>
          <a:p>
            <a:pPr algn="l"/>
            <a:r>
              <a:rPr lang="zh-CN" altLang="en-US" sz="2400" b="1">
                <a:solidFill>
                  <a:srgbClr val="FF0000"/>
                </a:solidFill>
              </a:rPr>
              <a:t>求</a:t>
            </a:r>
            <a:endParaRPr lang="zh-CN" altLang="en-US" sz="2400">
              <a:solidFill>
                <a:srgbClr val="FF0000"/>
              </a:solidFill>
            </a:endParaRPr>
          </a:p>
        </p:txBody>
      </p:sp>
      <p:sp>
        <p:nvSpPr>
          <p:cNvPr id="180233" name="Text Box 9"/>
          <p:cNvSpPr txBox="1">
            <a:spLocks noChangeArrowheads="1"/>
          </p:cNvSpPr>
          <p:nvPr/>
        </p:nvSpPr>
        <p:spPr bwMode="auto">
          <a:xfrm>
            <a:off x="684213" y="1493838"/>
            <a:ext cx="8066087" cy="1406525"/>
          </a:xfrm>
          <a:prstGeom prst="rect">
            <a:avLst/>
          </a:prstGeom>
          <a:noFill/>
          <a:ln w="9525">
            <a:noFill/>
            <a:miter lim="800000"/>
            <a:headEnd/>
            <a:tailEnd/>
          </a:ln>
        </p:spPr>
        <p:txBody>
          <a:bodyPr>
            <a:spAutoFit/>
          </a:bodyPr>
          <a:lstStyle/>
          <a:p>
            <a:pPr algn="l">
              <a:lnSpc>
                <a:spcPct val="120000"/>
              </a:lnSpc>
            </a:pPr>
            <a:r>
              <a:rPr lang="en-US" altLang="zh-CN" sz="2400" b="1"/>
              <a:t>(1)  </a:t>
            </a:r>
            <a:r>
              <a:rPr lang="zh-CN" altLang="en-US" sz="2400" b="1"/>
              <a:t>初相；</a:t>
            </a:r>
            <a:r>
              <a:rPr lang="en-US" altLang="zh-CN" sz="2400" b="1"/>
              <a:t>(</a:t>
            </a:r>
            <a:r>
              <a:rPr lang="en-US" altLang="zh-CN" sz="2400" b="1">
                <a:solidFill>
                  <a:schemeClr val="tx2"/>
                </a:solidFill>
              </a:rPr>
              <a:t>2)   </a:t>
            </a:r>
            <a:r>
              <a:rPr lang="en-US" altLang="zh-CN" sz="2400" b="1" i="1">
                <a:solidFill>
                  <a:srgbClr val="FF6600"/>
                </a:solidFill>
              </a:rPr>
              <a:t>t </a:t>
            </a:r>
            <a:r>
              <a:rPr lang="en-US" altLang="zh-CN" sz="2400" b="1">
                <a:solidFill>
                  <a:srgbClr val="FF6600"/>
                </a:solidFill>
              </a:rPr>
              <a:t>= 0.5 s </a:t>
            </a:r>
            <a:r>
              <a:rPr lang="zh-CN" altLang="en-US" sz="2400" b="1"/>
              <a:t>时，物体的位置、速度和加速度；</a:t>
            </a:r>
          </a:p>
          <a:p>
            <a:pPr algn="l">
              <a:lnSpc>
                <a:spcPct val="120000"/>
              </a:lnSpc>
            </a:pPr>
            <a:r>
              <a:rPr lang="en-US" altLang="zh-CN" sz="2400" b="1"/>
              <a:t>(3)  </a:t>
            </a:r>
            <a:r>
              <a:rPr lang="zh-CN" altLang="en-US" sz="2400" b="1"/>
              <a:t>在 </a:t>
            </a:r>
            <a:r>
              <a:rPr lang="en-US" altLang="zh-CN" sz="2400" b="1" i="1">
                <a:solidFill>
                  <a:srgbClr val="FF6600"/>
                </a:solidFill>
              </a:rPr>
              <a:t>x </a:t>
            </a:r>
            <a:r>
              <a:rPr lang="en-US" altLang="zh-CN" sz="2400" b="1">
                <a:solidFill>
                  <a:srgbClr val="FF6600"/>
                </a:solidFill>
              </a:rPr>
              <a:t>= -0.06 m </a:t>
            </a:r>
            <a:r>
              <a:rPr lang="zh-CN" altLang="en-US" sz="2400" b="1"/>
              <a:t>处，且向 </a:t>
            </a:r>
            <a:r>
              <a:rPr lang="en-US" altLang="zh-CN" sz="2400" b="1" i="1">
                <a:solidFill>
                  <a:srgbClr val="FF6600"/>
                </a:solidFill>
              </a:rPr>
              <a:t>x</a:t>
            </a:r>
            <a:r>
              <a:rPr lang="en-US" altLang="zh-CN" sz="2400" b="1" i="1"/>
              <a:t> </a:t>
            </a:r>
            <a:r>
              <a:rPr lang="zh-CN" altLang="en-US" sz="2400" b="1"/>
              <a:t>轴</a:t>
            </a:r>
            <a:r>
              <a:rPr lang="zh-CN" altLang="en-US" sz="2400" b="1">
                <a:solidFill>
                  <a:srgbClr val="009900"/>
                </a:solidFill>
              </a:rPr>
              <a:t>负</a:t>
            </a:r>
            <a:r>
              <a:rPr lang="zh-CN" altLang="en-US" sz="2400" b="1"/>
              <a:t>向方向运动。物体从这一状态回到平衡位置的最短时间。</a:t>
            </a:r>
            <a:endParaRPr lang="zh-CN" altLang="en-US" sz="2400"/>
          </a:p>
        </p:txBody>
      </p:sp>
      <p:sp>
        <p:nvSpPr>
          <p:cNvPr id="180234" name="Text Box 10"/>
          <p:cNvSpPr txBox="1">
            <a:spLocks noChangeArrowheads="1"/>
          </p:cNvSpPr>
          <p:nvPr/>
        </p:nvSpPr>
        <p:spPr bwMode="auto">
          <a:xfrm>
            <a:off x="161925" y="3016250"/>
            <a:ext cx="576263" cy="457200"/>
          </a:xfrm>
          <a:prstGeom prst="rect">
            <a:avLst/>
          </a:prstGeom>
          <a:noFill/>
          <a:ln w="9525">
            <a:noFill/>
            <a:miter lim="800000"/>
            <a:headEnd/>
            <a:tailEnd/>
          </a:ln>
        </p:spPr>
        <p:txBody>
          <a:bodyPr>
            <a:spAutoFit/>
          </a:bodyPr>
          <a:lstStyle/>
          <a:p>
            <a:pPr algn="l"/>
            <a:r>
              <a:rPr lang="zh-CN" altLang="en-US" sz="2400" b="1">
                <a:solidFill>
                  <a:srgbClr val="FF0000"/>
                </a:solidFill>
              </a:rPr>
              <a:t>解</a:t>
            </a:r>
            <a:endParaRPr lang="zh-CN" altLang="en-US" sz="2400">
              <a:solidFill>
                <a:srgbClr val="FF0000"/>
              </a:solidFill>
            </a:endParaRPr>
          </a:p>
        </p:txBody>
      </p:sp>
      <p:sp>
        <p:nvSpPr>
          <p:cNvPr id="180235" name="Text Box 11"/>
          <p:cNvSpPr txBox="1">
            <a:spLocks noChangeArrowheads="1"/>
          </p:cNvSpPr>
          <p:nvPr/>
        </p:nvSpPr>
        <p:spPr bwMode="auto">
          <a:xfrm>
            <a:off x="684213" y="3024188"/>
            <a:ext cx="3078162" cy="457200"/>
          </a:xfrm>
          <a:prstGeom prst="rect">
            <a:avLst/>
          </a:prstGeom>
          <a:noFill/>
          <a:ln w="9525">
            <a:noFill/>
            <a:miter lim="800000"/>
            <a:headEnd/>
            <a:tailEnd/>
          </a:ln>
        </p:spPr>
        <p:txBody>
          <a:bodyPr>
            <a:spAutoFit/>
          </a:bodyPr>
          <a:lstStyle/>
          <a:p>
            <a:pPr algn="l"/>
            <a:r>
              <a:rPr lang="en-US" altLang="zh-CN" sz="2400" b="1"/>
              <a:t>(1)  </a:t>
            </a:r>
            <a:r>
              <a:rPr lang="zh-CN" altLang="en-US" sz="2400" b="1"/>
              <a:t>设其运动方程为</a:t>
            </a:r>
            <a:endParaRPr lang="zh-CN" altLang="en-US" sz="2400"/>
          </a:p>
        </p:txBody>
      </p:sp>
      <p:sp>
        <p:nvSpPr>
          <p:cNvPr id="180236" name="Text Box 12"/>
          <p:cNvSpPr txBox="1">
            <a:spLocks noChangeArrowheads="1"/>
          </p:cNvSpPr>
          <p:nvPr/>
        </p:nvSpPr>
        <p:spPr bwMode="auto">
          <a:xfrm>
            <a:off x="250825" y="3563938"/>
            <a:ext cx="3600450" cy="457200"/>
          </a:xfrm>
          <a:prstGeom prst="rect">
            <a:avLst/>
          </a:prstGeom>
          <a:noFill/>
          <a:ln w="9525">
            <a:noFill/>
            <a:miter lim="800000"/>
            <a:headEnd/>
            <a:tailEnd/>
          </a:ln>
        </p:spPr>
        <p:txBody>
          <a:bodyPr>
            <a:spAutoFit/>
          </a:bodyPr>
          <a:lstStyle/>
          <a:p>
            <a:pPr algn="l">
              <a:spcBef>
                <a:spcPct val="50000"/>
              </a:spcBef>
            </a:pPr>
            <a:r>
              <a:rPr lang="zh-CN" altLang="en-US" sz="2400" b="1"/>
              <a:t>则速度和加速度分别为</a:t>
            </a:r>
          </a:p>
        </p:txBody>
      </p:sp>
      <p:graphicFrame>
        <p:nvGraphicFramePr>
          <p:cNvPr id="180237" name="Object 13"/>
          <p:cNvGraphicFramePr>
            <a:graphicFrameLocks/>
          </p:cNvGraphicFramePr>
          <p:nvPr/>
        </p:nvGraphicFramePr>
        <p:xfrm>
          <a:off x="6281738" y="3603625"/>
          <a:ext cx="2465387" cy="411163"/>
        </p:xfrm>
        <a:graphic>
          <a:graphicData uri="http://schemas.openxmlformats.org/presentationml/2006/ole">
            <p:oleObj spid="_x0000_s9221" name="公式" r:id="rId6" imgW="1371600" imgH="228600" progId="Equation.3">
              <p:embed/>
            </p:oleObj>
          </a:graphicData>
        </a:graphic>
      </p:graphicFrame>
      <p:sp>
        <p:nvSpPr>
          <p:cNvPr id="180238" name="Text Box 14"/>
          <p:cNvSpPr txBox="1">
            <a:spLocks noChangeArrowheads="1"/>
          </p:cNvSpPr>
          <p:nvPr/>
        </p:nvSpPr>
        <p:spPr bwMode="auto">
          <a:xfrm>
            <a:off x="341313" y="4824413"/>
            <a:ext cx="1882775" cy="457200"/>
          </a:xfrm>
          <a:prstGeom prst="rect">
            <a:avLst/>
          </a:prstGeom>
          <a:noFill/>
          <a:ln w="9525">
            <a:noFill/>
            <a:miter lim="800000"/>
            <a:headEnd/>
            <a:tailEnd/>
          </a:ln>
        </p:spPr>
        <p:txBody>
          <a:bodyPr lIns="90000" tIns="46800" rIns="90000" bIns="46800">
            <a:spAutoFit/>
          </a:bodyPr>
          <a:lstStyle/>
          <a:p>
            <a:pPr algn="l"/>
            <a:r>
              <a:rPr lang="zh-CN" altLang="en-US" sz="2400" b="1"/>
              <a:t>当 </a:t>
            </a:r>
            <a:r>
              <a:rPr lang="en-US" altLang="zh-CN" sz="2400" b="1" i="1">
                <a:solidFill>
                  <a:srgbClr val="FF6600"/>
                </a:solidFill>
              </a:rPr>
              <a:t>t </a:t>
            </a:r>
            <a:r>
              <a:rPr lang="en-US" altLang="zh-CN" sz="2400" b="1">
                <a:solidFill>
                  <a:srgbClr val="FF6600"/>
                </a:solidFill>
              </a:rPr>
              <a:t>= 0 </a:t>
            </a:r>
            <a:r>
              <a:rPr lang="zh-CN" altLang="en-US" sz="2400" b="1"/>
              <a:t>时，</a:t>
            </a:r>
            <a:endParaRPr lang="zh-CN" altLang="en-US" sz="2400"/>
          </a:p>
        </p:txBody>
      </p:sp>
      <p:graphicFrame>
        <p:nvGraphicFramePr>
          <p:cNvPr id="180239" name="Object 15"/>
          <p:cNvGraphicFramePr>
            <a:graphicFrameLocks/>
          </p:cNvGraphicFramePr>
          <p:nvPr/>
        </p:nvGraphicFramePr>
        <p:xfrm>
          <a:off x="2251075" y="4845050"/>
          <a:ext cx="2493963" cy="409575"/>
        </p:xfrm>
        <a:graphic>
          <a:graphicData uri="http://schemas.openxmlformats.org/presentationml/2006/ole">
            <p:oleObj spid="_x0000_s9222" name="公式" r:id="rId7" imgW="1384200" imgH="228600" progId="Equation.3">
              <p:embed/>
            </p:oleObj>
          </a:graphicData>
        </a:graphic>
      </p:graphicFrame>
      <p:sp>
        <p:nvSpPr>
          <p:cNvPr id="180240" name="AutoShape 16"/>
          <p:cNvSpPr>
            <a:spLocks noChangeArrowheads="1"/>
          </p:cNvSpPr>
          <p:nvPr/>
        </p:nvSpPr>
        <p:spPr bwMode="auto">
          <a:xfrm>
            <a:off x="5021263" y="5003800"/>
            <a:ext cx="541337" cy="88900"/>
          </a:xfrm>
          <a:prstGeom prst="rightArrow">
            <a:avLst>
              <a:gd name="adj1" fmla="val 50000"/>
              <a:gd name="adj2" fmla="val 152232"/>
            </a:avLst>
          </a:prstGeom>
          <a:solidFill>
            <a:srgbClr val="0000FF"/>
          </a:solidFill>
          <a:ln w="9525">
            <a:solidFill>
              <a:schemeClr val="tx1"/>
            </a:solidFill>
            <a:miter lim="800000"/>
            <a:headEnd/>
            <a:tailEnd/>
          </a:ln>
        </p:spPr>
        <p:txBody>
          <a:bodyPr wrap="none" anchor="ctr"/>
          <a:lstStyle/>
          <a:p>
            <a:endParaRPr lang="zh-CN" altLang="en-US"/>
          </a:p>
        </p:txBody>
      </p:sp>
      <p:graphicFrame>
        <p:nvGraphicFramePr>
          <p:cNvPr id="180241" name="Object 17"/>
          <p:cNvGraphicFramePr>
            <a:graphicFrameLocks/>
          </p:cNvGraphicFramePr>
          <p:nvPr/>
        </p:nvGraphicFramePr>
        <p:xfrm>
          <a:off x="5786438" y="4643438"/>
          <a:ext cx="1120775" cy="730250"/>
        </p:xfrm>
        <a:graphic>
          <a:graphicData uri="http://schemas.openxmlformats.org/presentationml/2006/ole">
            <p:oleObj spid="_x0000_s9223" name="公式" r:id="rId8" imgW="622080" imgH="406080" progId="Equation.3">
              <p:embed/>
            </p:oleObj>
          </a:graphicData>
        </a:graphic>
      </p:graphicFrame>
      <p:sp>
        <p:nvSpPr>
          <p:cNvPr id="180242" name="AutoShape 18"/>
          <p:cNvSpPr>
            <a:spLocks noChangeArrowheads="1"/>
          </p:cNvSpPr>
          <p:nvPr/>
        </p:nvSpPr>
        <p:spPr bwMode="auto">
          <a:xfrm>
            <a:off x="2276475" y="5949950"/>
            <a:ext cx="2808288" cy="144463"/>
          </a:xfrm>
          <a:prstGeom prst="rightArrow">
            <a:avLst>
              <a:gd name="adj1" fmla="val 50000"/>
              <a:gd name="adj2" fmla="val 485987"/>
            </a:avLst>
          </a:prstGeom>
          <a:solidFill>
            <a:srgbClr val="0000FF"/>
          </a:solidFill>
          <a:ln w="9525">
            <a:solidFill>
              <a:srgbClr val="000080"/>
            </a:solidFill>
            <a:miter lim="800000"/>
            <a:headEnd/>
            <a:tailEnd/>
          </a:ln>
        </p:spPr>
        <p:txBody>
          <a:bodyPr wrap="none" anchor="ctr"/>
          <a:lstStyle/>
          <a:p>
            <a:endParaRPr lang="zh-CN" altLang="en-US"/>
          </a:p>
        </p:txBody>
      </p:sp>
      <p:graphicFrame>
        <p:nvGraphicFramePr>
          <p:cNvPr id="180243" name="Object 19"/>
          <p:cNvGraphicFramePr>
            <a:graphicFrameLocks noChangeAspect="1"/>
          </p:cNvGraphicFramePr>
          <p:nvPr/>
        </p:nvGraphicFramePr>
        <p:xfrm>
          <a:off x="2451100" y="5499100"/>
          <a:ext cx="2030413" cy="411163"/>
        </p:xfrm>
        <a:graphic>
          <a:graphicData uri="http://schemas.openxmlformats.org/presentationml/2006/ole">
            <p:oleObj spid="_x0000_s9224" name="公式" r:id="rId9" imgW="1104840" imgH="228600" progId="Equation.3">
              <p:embed/>
            </p:oleObj>
          </a:graphicData>
        </a:graphic>
      </p:graphicFrame>
      <p:graphicFrame>
        <p:nvGraphicFramePr>
          <p:cNvPr id="180244" name="Object 20"/>
          <p:cNvGraphicFramePr>
            <a:graphicFrameLocks/>
          </p:cNvGraphicFramePr>
          <p:nvPr/>
        </p:nvGraphicFramePr>
        <p:xfrm>
          <a:off x="5238750" y="5597525"/>
          <a:ext cx="960438" cy="730250"/>
        </p:xfrm>
        <a:graphic>
          <a:graphicData uri="http://schemas.openxmlformats.org/presentationml/2006/ole">
            <p:oleObj spid="_x0000_s9225" name="公式" r:id="rId10" imgW="533160" imgH="406080" progId="Equation.3">
              <p:embed/>
            </p:oleObj>
          </a:graphicData>
        </a:graphic>
      </p:graphicFrame>
      <p:sp>
        <p:nvSpPr>
          <p:cNvPr id="180245" name="Text Box 21"/>
          <p:cNvSpPr txBox="1">
            <a:spLocks noChangeArrowheads="1"/>
          </p:cNvSpPr>
          <p:nvPr/>
        </p:nvSpPr>
        <p:spPr bwMode="auto">
          <a:xfrm>
            <a:off x="5832475" y="3016250"/>
            <a:ext cx="2987675" cy="457200"/>
          </a:xfrm>
          <a:prstGeom prst="rect">
            <a:avLst/>
          </a:prstGeom>
          <a:noFill/>
          <a:ln w="9525">
            <a:noFill/>
            <a:miter lim="800000"/>
            <a:headEnd/>
            <a:tailEnd/>
          </a:ln>
        </p:spPr>
        <p:txBody>
          <a:bodyPr>
            <a:spAutoFit/>
          </a:bodyPr>
          <a:lstStyle/>
          <a:p>
            <a:pPr algn="l"/>
            <a:r>
              <a:rPr lang="zh-CN" altLang="en-US" sz="2400" b="1"/>
              <a:t>（已知</a:t>
            </a:r>
            <a:r>
              <a:rPr lang="zh-CN" altLang="en-US" sz="2400" b="1" i="1">
                <a:solidFill>
                  <a:srgbClr val="FF6600"/>
                </a:solidFill>
              </a:rPr>
              <a:t> </a:t>
            </a:r>
            <a:r>
              <a:rPr lang="en-US" altLang="zh-CN" sz="2400" b="1" i="1">
                <a:solidFill>
                  <a:srgbClr val="FF6600"/>
                </a:solidFill>
              </a:rPr>
              <a:t>A</a:t>
            </a:r>
            <a:r>
              <a:rPr lang="en-US" altLang="zh-CN" sz="2400" b="1">
                <a:solidFill>
                  <a:srgbClr val="FF6600"/>
                </a:solidFill>
              </a:rPr>
              <a:t> = 0.12 m</a:t>
            </a:r>
            <a:r>
              <a:rPr lang="zh-CN" altLang="en-US" sz="2400" b="1"/>
              <a:t>）</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26"/>
                                        </p:tgtEl>
                                        <p:attrNameLst>
                                          <p:attrName>style.visibility</p:attrName>
                                        </p:attrNameLst>
                                      </p:cBhvr>
                                      <p:to>
                                        <p:strVal val="visible"/>
                                      </p:to>
                                    </p:set>
                                    <p:animEffect transition="in" filter="wipe(left)">
                                      <p:cBhvr>
                                        <p:cTn id="7" dur="1000"/>
                                        <p:tgtEl>
                                          <p:spTgt spid="1802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0231"/>
                                        </p:tgtEl>
                                        <p:attrNameLst>
                                          <p:attrName>style.visibility</p:attrName>
                                        </p:attrNameLst>
                                      </p:cBhvr>
                                      <p:to>
                                        <p:strVal val="visible"/>
                                      </p:to>
                                    </p:set>
                                    <p:animEffect transition="in" filter="wipe(left)">
                                      <p:cBhvr>
                                        <p:cTn id="12" dur="1000"/>
                                        <p:tgtEl>
                                          <p:spTgt spid="1802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0232"/>
                                        </p:tgtEl>
                                        <p:attrNameLst>
                                          <p:attrName>style.visibility</p:attrName>
                                        </p:attrNameLst>
                                      </p:cBhvr>
                                      <p:to>
                                        <p:strVal val="visible"/>
                                      </p:to>
                                    </p:set>
                                    <p:animEffect transition="in" filter="wipe(left)">
                                      <p:cBhvr>
                                        <p:cTn id="17" dur="1000"/>
                                        <p:tgtEl>
                                          <p:spTgt spid="1802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0233"/>
                                        </p:tgtEl>
                                        <p:attrNameLst>
                                          <p:attrName>style.visibility</p:attrName>
                                        </p:attrNameLst>
                                      </p:cBhvr>
                                      <p:to>
                                        <p:strVal val="visible"/>
                                      </p:to>
                                    </p:set>
                                    <p:animEffect transition="in" filter="wipe(left)">
                                      <p:cBhvr>
                                        <p:cTn id="22" dur="1000"/>
                                        <p:tgtEl>
                                          <p:spTgt spid="1802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0234"/>
                                        </p:tgtEl>
                                        <p:attrNameLst>
                                          <p:attrName>style.visibility</p:attrName>
                                        </p:attrNameLst>
                                      </p:cBhvr>
                                      <p:to>
                                        <p:strVal val="visible"/>
                                      </p:to>
                                    </p:set>
                                    <p:animEffect transition="in" filter="wipe(left)">
                                      <p:cBhvr>
                                        <p:cTn id="27" dur="1000"/>
                                        <p:tgtEl>
                                          <p:spTgt spid="1802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0235"/>
                                        </p:tgtEl>
                                        <p:attrNameLst>
                                          <p:attrName>style.visibility</p:attrName>
                                        </p:attrNameLst>
                                      </p:cBhvr>
                                      <p:to>
                                        <p:strVal val="visible"/>
                                      </p:to>
                                    </p:set>
                                    <p:animEffect transition="in" filter="wipe(left)">
                                      <p:cBhvr>
                                        <p:cTn id="32" dur="1000"/>
                                        <p:tgtEl>
                                          <p:spTgt spid="1802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0228"/>
                                        </p:tgtEl>
                                        <p:attrNameLst>
                                          <p:attrName>style.visibility</p:attrName>
                                        </p:attrNameLst>
                                      </p:cBhvr>
                                      <p:to>
                                        <p:strVal val="visible"/>
                                      </p:to>
                                    </p:set>
                                    <p:animEffect transition="in" filter="wipe(left)">
                                      <p:cBhvr>
                                        <p:cTn id="37" dur="1000"/>
                                        <p:tgtEl>
                                          <p:spTgt spid="1802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0245"/>
                                        </p:tgtEl>
                                        <p:attrNameLst>
                                          <p:attrName>style.visibility</p:attrName>
                                        </p:attrNameLst>
                                      </p:cBhvr>
                                      <p:to>
                                        <p:strVal val="visible"/>
                                      </p:to>
                                    </p:set>
                                    <p:animEffect transition="in" filter="wipe(left)">
                                      <p:cBhvr>
                                        <p:cTn id="42" dur="1000"/>
                                        <p:tgtEl>
                                          <p:spTgt spid="18024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0236"/>
                                        </p:tgtEl>
                                        <p:attrNameLst>
                                          <p:attrName>style.visibility</p:attrName>
                                        </p:attrNameLst>
                                      </p:cBhvr>
                                      <p:to>
                                        <p:strVal val="visible"/>
                                      </p:to>
                                    </p:set>
                                    <p:animEffect transition="in" filter="wipe(left)">
                                      <p:cBhvr>
                                        <p:cTn id="47" dur="1000"/>
                                        <p:tgtEl>
                                          <p:spTgt spid="18023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0227"/>
                                        </p:tgtEl>
                                        <p:attrNameLst>
                                          <p:attrName>style.visibility</p:attrName>
                                        </p:attrNameLst>
                                      </p:cBhvr>
                                      <p:to>
                                        <p:strVal val="visible"/>
                                      </p:to>
                                    </p:set>
                                    <p:animEffect transition="in" filter="wipe(left)">
                                      <p:cBhvr>
                                        <p:cTn id="52" dur="1000"/>
                                        <p:tgtEl>
                                          <p:spTgt spid="18022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80237"/>
                                        </p:tgtEl>
                                        <p:attrNameLst>
                                          <p:attrName>style.visibility</p:attrName>
                                        </p:attrNameLst>
                                      </p:cBhvr>
                                      <p:to>
                                        <p:strVal val="visible"/>
                                      </p:to>
                                    </p:set>
                                    <p:animEffect transition="in" filter="wipe(left)">
                                      <p:cBhvr>
                                        <p:cTn id="57" dur="1000"/>
                                        <p:tgtEl>
                                          <p:spTgt spid="18023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0230"/>
                                        </p:tgtEl>
                                        <p:attrNameLst>
                                          <p:attrName>style.visibility</p:attrName>
                                        </p:attrNameLst>
                                      </p:cBhvr>
                                      <p:to>
                                        <p:strVal val="visible"/>
                                      </p:to>
                                    </p:set>
                                    <p:animEffect transition="in" filter="wipe(left)">
                                      <p:cBhvr>
                                        <p:cTn id="62" dur="1000"/>
                                        <p:tgtEl>
                                          <p:spTgt spid="18023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0229"/>
                                        </p:tgtEl>
                                        <p:attrNameLst>
                                          <p:attrName>style.visibility</p:attrName>
                                        </p:attrNameLst>
                                      </p:cBhvr>
                                      <p:to>
                                        <p:strVal val="visible"/>
                                      </p:to>
                                    </p:set>
                                    <p:animEffect transition="in" filter="wipe(left)">
                                      <p:cBhvr>
                                        <p:cTn id="67" dur="1000"/>
                                        <p:tgtEl>
                                          <p:spTgt spid="18022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80238"/>
                                        </p:tgtEl>
                                        <p:attrNameLst>
                                          <p:attrName>style.visibility</p:attrName>
                                        </p:attrNameLst>
                                      </p:cBhvr>
                                      <p:to>
                                        <p:strVal val="visible"/>
                                      </p:to>
                                    </p:set>
                                    <p:animEffect transition="in" filter="wipe(left)">
                                      <p:cBhvr>
                                        <p:cTn id="72" dur="1000"/>
                                        <p:tgtEl>
                                          <p:spTgt spid="18023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80239"/>
                                        </p:tgtEl>
                                        <p:attrNameLst>
                                          <p:attrName>style.visibility</p:attrName>
                                        </p:attrNameLst>
                                      </p:cBhvr>
                                      <p:to>
                                        <p:strVal val="visible"/>
                                      </p:to>
                                    </p:set>
                                    <p:animEffect transition="in" filter="wipe(left)">
                                      <p:cBhvr>
                                        <p:cTn id="77" dur="1000"/>
                                        <p:tgtEl>
                                          <p:spTgt spid="18023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80240"/>
                                        </p:tgtEl>
                                        <p:attrNameLst>
                                          <p:attrName>style.visibility</p:attrName>
                                        </p:attrNameLst>
                                      </p:cBhvr>
                                      <p:to>
                                        <p:strVal val="visible"/>
                                      </p:to>
                                    </p:set>
                                    <p:animEffect transition="in" filter="wipe(left)">
                                      <p:cBhvr>
                                        <p:cTn id="82" dur="500"/>
                                        <p:tgtEl>
                                          <p:spTgt spid="18024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80241"/>
                                        </p:tgtEl>
                                        <p:attrNameLst>
                                          <p:attrName>style.visibility</p:attrName>
                                        </p:attrNameLst>
                                      </p:cBhvr>
                                      <p:to>
                                        <p:strVal val="visible"/>
                                      </p:to>
                                    </p:set>
                                    <p:animEffect transition="in" filter="wipe(left)">
                                      <p:cBhvr>
                                        <p:cTn id="87" dur="1000"/>
                                        <p:tgtEl>
                                          <p:spTgt spid="18024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80242"/>
                                        </p:tgtEl>
                                        <p:attrNameLst>
                                          <p:attrName>style.visibility</p:attrName>
                                        </p:attrNameLst>
                                      </p:cBhvr>
                                      <p:to>
                                        <p:strVal val="visible"/>
                                      </p:to>
                                    </p:set>
                                    <p:animEffect transition="in" filter="wipe(left)">
                                      <p:cBhvr>
                                        <p:cTn id="92" dur="1000"/>
                                        <p:tgtEl>
                                          <p:spTgt spid="180242"/>
                                        </p:tgtEl>
                                      </p:cBhvr>
                                    </p:animEffect>
                                  </p:childTnLst>
                                </p:cTn>
                              </p:par>
                            </p:childTnLst>
                          </p:cTn>
                        </p:par>
                        <p:par>
                          <p:cTn id="93" fill="hold">
                            <p:stCondLst>
                              <p:cond delay="1000"/>
                            </p:stCondLst>
                            <p:childTnLst>
                              <p:par>
                                <p:cTn id="94" presetID="22" presetClass="entr" presetSubtype="8" fill="hold" nodeType="afterEffect">
                                  <p:stCondLst>
                                    <p:cond delay="0"/>
                                  </p:stCondLst>
                                  <p:childTnLst>
                                    <p:set>
                                      <p:cBhvr>
                                        <p:cTn id="95" dur="1" fill="hold">
                                          <p:stCondLst>
                                            <p:cond delay="0"/>
                                          </p:stCondLst>
                                        </p:cTn>
                                        <p:tgtEl>
                                          <p:spTgt spid="180243"/>
                                        </p:tgtEl>
                                        <p:attrNameLst>
                                          <p:attrName>style.visibility</p:attrName>
                                        </p:attrNameLst>
                                      </p:cBhvr>
                                      <p:to>
                                        <p:strVal val="visible"/>
                                      </p:to>
                                    </p:set>
                                    <p:animEffect transition="in" filter="wipe(left)">
                                      <p:cBhvr>
                                        <p:cTn id="96" dur="1000"/>
                                        <p:tgtEl>
                                          <p:spTgt spid="180243"/>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80244"/>
                                        </p:tgtEl>
                                        <p:attrNameLst>
                                          <p:attrName>style.visibility</p:attrName>
                                        </p:attrNameLst>
                                      </p:cBhvr>
                                      <p:to>
                                        <p:strVal val="visible"/>
                                      </p:to>
                                    </p:set>
                                    <p:animEffect transition="in" filter="wipe(left)">
                                      <p:cBhvr>
                                        <p:cTn id="101" dur="1000"/>
                                        <p:tgtEl>
                                          <p:spTgt spid="18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p:bldP spid="180230" grpId="0"/>
      <p:bldP spid="180231" grpId="0"/>
      <p:bldP spid="180232" grpId="0"/>
      <p:bldP spid="180233" grpId="0"/>
      <p:bldP spid="180234" grpId="0"/>
      <p:bldP spid="180235" grpId="0"/>
      <p:bldP spid="180236" grpId="0"/>
      <p:bldP spid="180238" grpId="0" autoUpdateAnimBg="0"/>
      <p:bldP spid="180240" grpId="0" animBg="1"/>
      <p:bldP spid="180242" grpId="0" animBg="1"/>
      <p:bldP spid="18024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2"/>
          <p:cNvSpPr txBox="1">
            <a:spLocks noChangeArrowheads="1"/>
          </p:cNvSpPr>
          <p:nvPr/>
        </p:nvSpPr>
        <p:spPr bwMode="auto">
          <a:xfrm>
            <a:off x="206375" y="477838"/>
            <a:ext cx="3105150" cy="457200"/>
          </a:xfrm>
          <a:prstGeom prst="rect">
            <a:avLst/>
          </a:prstGeom>
          <a:noFill/>
          <a:ln w="9525">
            <a:noFill/>
            <a:miter lim="800000"/>
            <a:headEnd/>
            <a:tailEnd/>
          </a:ln>
        </p:spPr>
        <p:txBody>
          <a:bodyPr lIns="90000" tIns="46800" rIns="90000" bIns="46800">
            <a:spAutoFit/>
          </a:bodyPr>
          <a:lstStyle/>
          <a:p>
            <a:pPr algn="l"/>
            <a:r>
              <a:rPr lang="en-US" altLang="zh-CN" sz="2400" b="1"/>
              <a:t>(2)  </a:t>
            </a:r>
            <a:r>
              <a:rPr lang="zh-CN" altLang="en-US" sz="2400" b="1"/>
              <a:t>当 </a:t>
            </a:r>
            <a:r>
              <a:rPr lang="en-US" altLang="zh-CN" sz="2400" b="1" i="1">
                <a:solidFill>
                  <a:srgbClr val="FF6600"/>
                </a:solidFill>
              </a:rPr>
              <a:t>t </a:t>
            </a:r>
            <a:r>
              <a:rPr lang="en-US" altLang="zh-CN" sz="2400" b="1">
                <a:solidFill>
                  <a:srgbClr val="FF6600"/>
                </a:solidFill>
              </a:rPr>
              <a:t>= 0.5 s </a:t>
            </a:r>
            <a:r>
              <a:rPr lang="zh-CN" altLang="en-US" sz="2400" b="1"/>
              <a:t>时</a:t>
            </a:r>
            <a:endParaRPr lang="zh-CN" altLang="en-US" sz="2400"/>
          </a:p>
        </p:txBody>
      </p:sp>
      <p:graphicFrame>
        <p:nvGraphicFramePr>
          <p:cNvPr id="181251" name="Object 3"/>
          <p:cNvGraphicFramePr>
            <a:graphicFrameLocks noChangeAspect="1"/>
          </p:cNvGraphicFramePr>
          <p:nvPr/>
        </p:nvGraphicFramePr>
        <p:xfrm>
          <a:off x="579438" y="954088"/>
          <a:ext cx="2806700" cy="730250"/>
        </p:xfrm>
        <a:graphic>
          <a:graphicData uri="http://schemas.openxmlformats.org/presentationml/2006/ole">
            <p:oleObj spid="_x0000_s10242" name="公式" r:id="rId3" imgW="1562040" imgH="406080" progId="Equation.3">
              <p:embed/>
            </p:oleObj>
          </a:graphicData>
        </a:graphic>
      </p:graphicFrame>
      <p:graphicFrame>
        <p:nvGraphicFramePr>
          <p:cNvPr id="181252" name="Object 4"/>
          <p:cNvGraphicFramePr>
            <a:graphicFrameLocks noChangeAspect="1"/>
          </p:cNvGraphicFramePr>
          <p:nvPr/>
        </p:nvGraphicFramePr>
        <p:xfrm>
          <a:off x="3433763" y="968375"/>
          <a:ext cx="2670175" cy="730250"/>
        </p:xfrm>
        <a:graphic>
          <a:graphicData uri="http://schemas.openxmlformats.org/presentationml/2006/ole">
            <p:oleObj spid="_x0000_s10243" name="公式" r:id="rId4" imgW="1485720" imgH="406080" progId="Equation.3">
              <p:embed/>
            </p:oleObj>
          </a:graphicData>
        </a:graphic>
      </p:graphicFrame>
      <p:graphicFrame>
        <p:nvGraphicFramePr>
          <p:cNvPr id="181253" name="Object 5"/>
          <p:cNvGraphicFramePr>
            <a:graphicFrameLocks noChangeAspect="1"/>
          </p:cNvGraphicFramePr>
          <p:nvPr/>
        </p:nvGraphicFramePr>
        <p:xfrm>
          <a:off x="538163" y="1719263"/>
          <a:ext cx="3101975" cy="730250"/>
        </p:xfrm>
        <a:graphic>
          <a:graphicData uri="http://schemas.openxmlformats.org/presentationml/2006/ole">
            <p:oleObj spid="_x0000_s10244" name="公式" r:id="rId5" imgW="1726920" imgH="406080" progId="Equation.3">
              <p:embed/>
            </p:oleObj>
          </a:graphicData>
        </a:graphic>
      </p:graphicFrame>
      <p:graphicFrame>
        <p:nvGraphicFramePr>
          <p:cNvPr id="181254" name="Object 6"/>
          <p:cNvGraphicFramePr>
            <a:graphicFrameLocks noChangeAspect="1"/>
          </p:cNvGraphicFramePr>
          <p:nvPr/>
        </p:nvGraphicFramePr>
        <p:xfrm>
          <a:off x="3681413" y="1876425"/>
          <a:ext cx="2781300" cy="363538"/>
        </p:xfrm>
        <a:graphic>
          <a:graphicData uri="http://schemas.openxmlformats.org/presentationml/2006/ole">
            <p:oleObj spid="_x0000_s10245" name="公式" r:id="rId6" imgW="1562040" imgH="203040" progId="Equation.3">
              <p:embed/>
            </p:oleObj>
          </a:graphicData>
        </a:graphic>
      </p:graphicFrame>
      <p:graphicFrame>
        <p:nvGraphicFramePr>
          <p:cNvPr id="181255" name="Object 7"/>
          <p:cNvGraphicFramePr>
            <a:graphicFrameLocks noChangeAspect="1"/>
          </p:cNvGraphicFramePr>
          <p:nvPr/>
        </p:nvGraphicFramePr>
        <p:xfrm>
          <a:off x="522288" y="2384425"/>
          <a:ext cx="3243262" cy="730250"/>
        </p:xfrm>
        <a:graphic>
          <a:graphicData uri="http://schemas.openxmlformats.org/presentationml/2006/ole">
            <p:oleObj spid="_x0000_s10246" name="公式" r:id="rId7" imgW="1803240" imgH="406080" progId="Equation.3">
              <p:embed/>
            </p:oleObj>
          </a:graphicData>
        </a:graphic>
      </p:graphicFrame>
      <p:graphicFrame>
        <p:nvGraphicFramePr>
          <p:cNvPr id="181256" name="Object 8"/>
          <p:cNvGraphicFramePr>
            <a:graphicFrameLocks noChangeAspect="1"/>
          </p:cNvGraphicFramePr>
          <p:nvPr/>
        </p:nvGraphicFramePr>
        <p:xfrm>
          <a:off x="3863975" y="2519363"/>
          <a:ext cx="3311525" cy="414337"/>
        </p:xfrm>
        <a:graphic>
          <a:graphicData uri="http://schemas.openxmlformats.org/presentationml/2006/ole">
            <p:oleObj spid="_x0000_s10247" name="公式" r:id="rId8" imgW="1828800" imgH="228600" progId="Equation.3">
              <p:embed/>
            </p:oleObj>
          </a:graphicData>
        </a:graphic>
      </p:graphicFrame>
      <p:sp>
        <p:nvSpPr>
          <p:cNvPr id="181257" name="Text Box 9"/>
          <p:cNvSpPr txBox="1">
            <a:spLocks noChangeArrowheads="1"/>
          </p:cNvSpPr>
          <p:nvPr/>
        </p:nvSpPr>
        <p:spPr bwMode="auto">
          <a:xfrm>
            <a:off x="179388" y="3148013"/>
            <a:ext cx="8763000" cy="1406525"/>
          </a:xfrm>
          <a:prstGeom prst="rect">
            <a:avLst/>
          </a:prstGeom>
          <a:noFill/>
          <a:ln w="9525">
            <a:noFill/>
            <a:miter lim="800000"/>
            <a:headEnd/>
            <a:tailEnd/>
          </a:ln>
          <a:effectLst/>
        </p:spPr>
        <p:txBody>
          <a:bodyPr lIns="90000" tIns="46800" rIns="90000" bIns="46800">
            <a:spAutoFit/>
          </a:bodyPr>
          <a:lstStyle/>
          <a:p>
            <a:pPr algn="l">
              <a:lnSpc>
                <a:spcPct val="120000"/>
              </a:lnSpc>
              <a:defRPr/>
            </a:pPr>
            <a:r>
              <a:rPr lang="en-US" altLang="zh-CN" sz="2400" b="1"/>
              <a:t>(3)  </a:t>
            </a:r>
            <a:r>
              <a:rPr lang="zh-CN" altLang="en-US" sz="2400" b="1"/>
              <a:t>由于三角函数具有周期性，取一个周期（</a:t>
            </a:r>
            <a:r>
              <a:rPr lang="en-US" altLang="zh-CN" sz="2400" b="1">
                <a:solidFill>
                  <a:srgbClr val="FF6600"/>
                </a:solidFill>
              </a:rPr>
              <a:t>0</a:t>
            </a:r>
            <a:r>
              <a:rPr lang="zh-CN" altLang="en-US" sz="2400" b="1">
                <a:solidFill>
                  <a:srgbClr val="FF6600"/>
                </a:solidFill>
              </a:rPr>
              <a:t>～</a:t>
            </a:r>
            <a:r>
              <a:rPr lang="en-US" altLang="zh-CN" sz="2400" b="1">
                <a:solidFill>
                  <a:srgbClr val="FF6600"/>
                </a:solidFill>
              </a:rPr>
              <a:t>2</a:t>
            </a:r>
            <a:r>
              <a:rPr lang="en-US" altLang="zh-CN" sz="2400" b="1">
                <a:solidFill>
                  <a:srgbClr val="FF6600"/>
                </a:solidFill>
                <a:latin typeface="Symbol" pitchFamily="18" charset="2"/>
              </a:rPr>
              <a:t>p</a:t>
            </a:r>
            <a:r>
              <a:rPr lang="zh-CN" altLang="en-US" sz="2400" b="1"/>
              <a:t>）即可。</a:t>
            </a:r>
            <a:r>
              <a:rPr lang="zh-CN" altLang="en-US" sz="2400" b="1">
                <a:effectLst>
                  <a:outerShdw blurRad="38100" dist="38100" dir="2700000" algn="tl">
                    <a:srgbClr val="C0C0C0"/>
                  </a:outerShdw>
                </a:effectLst>
              </a:rPr>
              <a:t>设</a:t>
            </a:r>
            <a:r>
              <a:rPr lang="zh-CN" altLang="en-US" sz="2400" b="1"/>
              <a:t>当物体在 </a:t>
            </a:r>
            <a:r>
              <a:rPr lang="en-US" altLang="zh-CN" sz="2400" b="1">
                <a:solidFill>
                  <a:srgbClr val="FF6600"/>
                </a:solidFill>
              </a:rPr>
              <a:t>- 0.06 m </a:t>
            </a:r>
            <a:r>
              <a:rPr lang="zh-CN" altLang="en-US" sz="2400" b="1"/>
              <a:t>，且向 </a:t>
            </a:r>
            <a:r>
              <a:rPr lang="en-US" altLang="zh-CN" sz="2400" b="1" i="1">
                <a:solidFill>
                  <a:srgbClr val="FF6600"/>
                </a:solidFill>
              </a:rPr>
              <a:t>x </a:t>
            </a:r>
            <a:r>
              <a:rPr lang="zh-CN" altLang="en-US" sz="2400" b="1"/>
              <a:t>轴</a:t>
            </a:r>
            <a:r>
              <a:rPr lang="zh-CN" altLang="en-US" sz="2400" b="1">
                <a:solidFill>
                  <a:srgbClr val="FF0000"/>
                </a:solidFill>
              </a:rPr>
              <a:t>负</a:t>
            </a:r>
            <a:r>
              <a:rPr lang="zh-CN" altLang="en-US" sz="2400" b="1"/>
              <a:t>向方向运动对应的时刻为 </a:t>
            </a:r>
            <a:r>
              <a:rPr lang="en-US" altLang="zh-CN" sz="2400" b="1" i="1">
                <a:solidFill>
                  <a:srgbClr val="FF6600"/>
                </a:solidFill>
              </a:rPr>
              <a:t>t</a:t>
            </a:r>
            <a:r>
              <a:rPr lang="en-US" altLang="zh-CN" sz="2400" b="1" baseline="-25000">
                <a:solidFill>
                  <a:srgbClr val="FF6600"/>
                </a:solidFill>
              </a:rPr>
              <a:t>1</a:t>
            </a:r>
            <a:r>
              <a:rPr lang="zh-CN" altLang="en-US" sz="2400" b="1"/>
              <a:t>，平衡位置对应的时刻为 </a:t>
            </a:r>
            <a:r>
              <a:rPr lang="en-US" altLang="zh-CN" sz="2400" b="1" i="1">
                <a:solidFill>
                  <a:srgbClr val="FF6600"/>
                </a:solidFill>
              </a:rPr>
              <a:t>t</a:t>
            </a:r>
            <a:r>
              <a:rPr lang="en-US" altLang="zh-CN" sz="2400" b="1" baseline="-25000">
                <a:solidFill>
                  <a:srgbClr val="FF6600"/>
                </a:solidFill>
              </a:rPr>
              <a:t>2 </a:t>
            </a:r>
            <a:r>
              <a:rPr lang="zh-CN" altLang="en-US" sz="2400" b="1"/>
              <a:t>，则</a:t>
            </a:r>
            <a:endParaRPr lang="zh-CN" altLang="en-US" sz="2400"/>
          </a:p>
        </p:txBody>
      </p:sp>
      <p:graphicFrame>
        <p:nvGraphicFramePr>
          <p:cNvPr id="181258" name="Object 10"/>
          <p:cNvGraphicFramePr>
            <a:graphicFrameLocks noChangeAspect="1"/>
          </p:cNvGraphicFramePr>
          <p:nvPr/>
        </p:nvGraphicFramePr>
        <p:xfrm>
          <a:off x="968375" y="4689475"/>
          <a:ext cx="2928938" cy="730250"/>
        </p:xfrm>
        <a:graphic>
          <a:graphicData uri="http://schemas.openxmlformats.org/presentationml/2006/ole">
            <p:oleObj spid="_x0000_s10248" name="公式" r:id="rId9" imgW="1612800" imgH="406080" progId="Equation.3">
              <p:embed/>
            </p:oleObj>
          </a:graphicData>
        </a:graphic>
      </p:graphicFrame>
      <p:graphicFrame>
        <p:nvGraphicFramePr>
          <p:cNvPr id="181259" name="Object 11"/>
          <p:cNvGraphicFramePr>
            <a:graphicFrameLocks noChangeAspect="1"/>
          </p:cNvGraphicFramePr>
          <p:nvPr/>
        </p:nvGraphicFramePr>
        <p:xfrm>
          <a:off x="4572000" y="5084763"/>
          <a:ext cx="1568450" cy="730250"/>
        </p:xfrm>
        <a:graphic>
          <a:graphicData uri="http://schemas.openxmlformats.org/presentationml/2006/ole">
            <p:oleObj spid="_x0000_s10249" name="公式" r:id="rId10" imgW="863280" imgH="406080" progId="Equation.3">
              <p:embed/>
            </p:oleObj>
          </a:graphicData>
        </a:graphic>
      </p:graphicFrame>
      <p:graphicFrame>
        <p:nvGraphicFramePr>
          <p:cNvPr id="181260" name="Object 12"/>
          <p:cNvGraphicFramePr>
            <a:graphicFrameLocks noChangeAspect="1"/>
          </p:cNvGraphicFramePr>
          <p:nvPr/>
        </p:nvGraphicFramePr>
        <p:xfrm>
          <a:off x="1508125" y="5489575"/>
          <a:ext cx="1849438" cy="730250"/>
        </p:xfrm>
        <a:graphic>
          <a:graphicData uri="http://schemas.openxmlformats.org/presentationml/2006/ole">
            <p:oleObj spid="_x0000_s10250" name="公式" r:id="rId11" imgW="1015920" imgH="406080" progId="Equation.3">
              <p:embed/>
            </p:oleObj>
          </a:graphicData>
        </a:graphic>
      </p:graphicFrame>
      <p:sp>
        <p:nvSpPr>
          <p:cNvPr id="181261" name="AutoShape 13"/>
          <p:cNvSpPr>
            <a:spLocks/>
          </p:cNvSpPr>
          <p:nvPr/>
        </p:nvSpPr>
        <p:spPr bwMode="auto">
          <a:xfrm>
            <a:off x="4094163" y="5083175"/>
            <a:ext cx="252412" cy="766763"/>
          </a:xfrm>
          <a:prstGeom prst="rightBrace">
            <a:avLst>
              <a:gd name="adj1" fmla="val 25315"/>
              <a:gd name="adj2" fmla="val 50000"/>
            </a:avLst>
          </a:prstGeom>
          <a:noFill/>
          <a:ln w="28575">
            <a:solidFill>
              <a:srgbClr val="CC0000"/>
            </a:solidFill>
            <a:round/>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1250"/>
                                        </p:tgtEl>
                                        <p:attrNameLst>
                                          <p:attrName>style.visibility</p:attrName>
                                        </p:attrNameLst>
                                      </p:cBhvr>
                                      <p:to>
                                        <p:strVal val="visible"/>
                                      </p:to>
                                    </p:set>
                                    <p:animEffect transition="in" filter="wipe(left)">
                                      <p:cBhvr>
                                        <p:cTn id="7" dur="1000"/>
                                        <p:tgtEl>
                                          <p:spTgt spid="1812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1251"/>
                                        </p:tgtEl>
                                        <p:attrNameLst>
                                          <p:attrName>style.visibility</p:attrName>
                                        </p:attrNameLst>
                                      </p:cBhvr>
                                      <p:to>
                                        <p:strVal val="visible"/>
                                      </p:to>
                                    </p:set>
                                    <p:animEffect transition="in" filter="wipe(left)">
                                      <p:cBhvr>
                                        <p:cTn id="12" dur="1000"/>
                                        <p:tgtEl>
                                          <p:spTgt spid="1812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1252"/>
                                        </p:tgtEl>
                                        <p:attrNameLst>
                                          <p:attrName>style.visibility</p:attrName>
                                        </p:attrNameLst>
                                      </p:cBhvr>
                                      <p:to>
                                        <p:strVal val="visible"/>
                                      </p:to>
                                    </p:set>
                                    <p:animEffect transition="in" filter="wipe(left)">
                                      <p:cBhvr>
                                        <p:cTn id="17" dur="1000"/>
                                        <p:tgtEl>
                                          <p:spTgt spid="1812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1253"/>
                                        </p:tgtEl>
                                        <p:attrNameLst>
                                          <p:attrName>style.visibility</p:attrName>
                                        </p:attrNameLst>
                                      </p:cBhvr>
                                      <p:to>
                                        <p:strVal val="visible"/>
                                      </p:to>
                                    </p:set>
                                    <p:animEffect transition="in" filter="wipe(left)">
                                      <p:cBhvr>
                                        <p:cTn id="22" dur="1000"/>
                                        <p:tgtEl>
                                          <p:spTgt spid="1812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1254"/>
                                        </p:tgtEl>
                                        <p:attrNameLst>
                                          <p:attrName>style.visibility</p:attrName>
                                        </p:attrNameLst>
                                      </p:cBhvr>
                                      <p:to>
                                        <p:strVal val="visible"/>
                                      </p:to>
                                    </p:set>
                                    <p:animEffect transition="in" filter="wipe(left)">
                                      <p:cBhvr>
                                        <p:cTn id="27" dur="1000"/>
                                        <p:tgtEl>
                                          <p:spTgt spid="1812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1255"/>
                                        </p:tgtEl>
                                        <p:attrNameLst>
                                          <p:attrName>style.visibility</p:attrName>
                                        </p:attrNameLst>
                                      </p:cBhvr>
                                      <p:to>
                                        <p:strVal val="visible"/>
                                      </p:to>
                                    </p:set>
                                    <p:animEffect transition="in" filter="wipe(left)">
                                      <p:cBhvr>
                                        <p:cTn id="32" dur="1000"/>
                                        <p:tgtEl>
                                          <p:spTgt spid="18125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1256"/>
                                        </p:tgtEl>
                                        <p:attrNameLst>
                                          <p:attrName>style.visibility</p:attrName>
                                        </p:attrNameLst>
                                      </p:cBhvr>
                                      <p:to>
                                        <p:strVal val="visible"/>
                                      </p:to>
                                    </p:set>
                                    <p:animEffect transition="in" filter="wipe(left)">
                                      <p:cBhvr>
                                        <p:cTn id="37" dur="1000"/>
                                        <p:tgtEl>
                                          <p:spTgt spid="18125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1257"/>
                                        </p:tgtEl>
                                        <p:attrNameLst>
                                          <p:attrName>style.visibility</p:attrName>
                                        </p:attrNameLst>
                                      </p:cBhvr>
                                      <p:to>
                                        <p:strVal val="visible"/>
                                      </p:to>
                                    </p:set>
                                    <p:animEffect transition="in" filter="wipe(left)">
                                      <p:cBhvr>
                                        <p:cTn id="42" dur="500"/>
                                        <p:tgtEl>
                                          <p:spTgt spid="18125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1258"/>
                                        </p:tgtEl>
                                        <p:attrNameLst>
                                          <p:attrName>style.visibility</p:attrName>
                                        </p:attrNameLst>
                                      </p:cBhvr>
                                      <p:to>
                                        <p:strVal val="visible"/>
                                      </p:to>
                                    </p:set>
                                    <p:animEffect transition="in" filter="wipe(left)">
                                      <p:cBhvr>
                                        <p:cTn id="47" dur="1000"/>
                                        <p:tgtEl>
                                          <p:spTgt spid="18125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1260"/>
                                        </p:tgtEl>
                                        <p:attrNameLst>
                                          <p:attrName>style.visibility</p:attrName>
                                        </p:attrNameLst>
                                      </p:cBhvr>
                                      <p:to>
                                        <p:strVal val="visible"/>
                                      </p:to>
                                    </p:set>
                                    <p:animEffect transition="in" filter="wipe(left)">
                                      <p:cBhvr>
                                        <p:cTn id="52" dur="1000"/>
                                        <p:tgtEl>
                                          <p:spTgt spid="18126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81261"/>
                                        </p:tgtEl>
                                        <p:attrNameLst>
                                          <p:attrName>style.visibility</p:attrName>
                                        </p:attrNameLst>
                                      </p:cBhvr>
                                      <p:to>
                                        <p:strVal val="visible"/>
                                      </p:to>
                                    </p:set>
                                    <p:animEffect transition="in" filter="wipe(up)">
                                      <p:cBhvr>
                                        <p:cTn id="57" dur="1000"/>
                                        <p:tgtEl>
                                          <p:spTgt spid="18126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81259"/>
                                        </p:tgtEl>
                                        <p:attrNameLst>
                                          <p:attrName>style.visibility</p:attrName>
                                        </p:attrNameLst>
                                      </p:cBhvr>
                                      <p:to>
                                        <p:strVal val="visible"/>
                                      </p:to>
                                    </p:set>
                                    <p:animEffect transition="in" filter="wipe(left)">
                                      <p:cBhvr>
                                        <p:cTn id="62" dur="1000"/>
                                        <p:tgtEl>
                                          <p:spTgt spid="181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p:bldP spid="181257" grpId="0"/>
      <p:bldP spid="18126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2274" name="Object 2"/>
          <p:cNvGraphicFramePr>
            <a:graphicFrameLocks noChangeAspect="1"/>
          </p:cNvGraphicFramePr>
          <p:nvPr/>
        </p:nvGraphicFramePr>
        <p:xfrm>
          <a:off x="881063" y="684213"/>
          <a:ext cx="1874837" cy="730250"/>
        </p:xfrm>
        <a:graphic>
          <a:graphicData uri="http://schemas.openxmlformats.org/presentationml/2006/ole">
            <p:oleObj spid="_x0000_s11266" name="公式" r:id="rId3" imgW="1028520" imgH="406080" progId="Equation.3">
              <p:embed/>
            </p:oleObj>
          </a:graphicData>
        </a:graphic>
      </p:graphicFrame>
      <p:graphicFrame>
        <p:nvGraphicFramePr>
          <p:cNvPr id="182275" name="Object 3"/>
          <p:cNvGraphicFramePr>
            <a:graphicFrameLocks noChangeAspect="1"/>
          </p:cNvGraphicFramePr>
          <p:nvPr/>
        </p:nvGraphicFramePr>
        <p:xfrm>
          <a:off x="922338" y="1584325"/>
          <a:ext cx="1849437" cy="730250"/>
        </p:xfrm>
        <a:graphic>
          <a:graphicData uri="http://schemas.openxmlformats.org/presentationml/2006/ole">
            <p:oleObj spid="_x0000_s11267" name="公式" r:id="rId4" imgW="1015920" imgH="406080" progId="Equation.3">
              <p:embed/>
            </p:oleObj>
          </a:graphicData>
        </a:graphic>
      </p:graphicFrame>
      <p:sp>
        <p:nvSpPr>
          <p:cNvPr id="182276" name="AutoShape 4"/>
          <p:cNvSpPr>
            <a:spLocks/>
          </p:cNvSpPr>
          <p:nvPr/>
        </p:nvSpPr>
        <p:spPr bwMode="auto">
          <a:xfrm>
            <a:off x="3086100" y="1089025"/>
            <a:ext cx="342900" cy="809625"/>
          </a:xfrm>
          <a:prstGeom prst="rightBrace">
            <a:avLst>
              <a:gd name="adj1" fmla="val 19676"/>
              <a:gd name="adj2" fmla="val 50000"/>
            </a:avLst>
          </a:prstGeom>
          <a:noFill/>
          <a:ln w="28575">
            <a:solidFill>
              <a:srgbClr val="CC0000"/>
            </a:solidFill>
            <a:round/>
            <a:headEnd/>
            <a:tailEnd/>
          </a:ln>
        </p:spPr>
        <p:txBody>
          <a:bodyPr wrap="none" anchor="ctr"/>
          <a:lstStyle/>
          <a:p>
            <a:endParaRPr lang="zh-CN" altLang="en-US"/>
          </a:p>
        </p:txBody>
      </p:sp>
      <p:graphicFrame>
        <p:nvGraphicFramePr>
          <p:cNvPr id="182277" name="Object 5"/>
          <p:cNvGraphicFramePr>
            <a:graphicFrameLocks noChangeAspect="1"/>
          </p:cNvGraphicFramePr>
          <p:nvPr/>
        </p:nvGraphicFramePr>
        <p:xfrm>
          <a:off x="3627438" y="1123950"/>
          <a:ext cx="1568450" cy="730250"/>
        </p:xfrm>
        <a:graphic>
          <a:graphicData uri="http://schemas.openxmlformats.org/presentationml/2006/ole">
            <p:oleObj spid="_x0000_s11268" name="公式" r:id="rId5" imgW="863280" imgH="406080" progId="Equation.3">
              <p:embed/>
            </p:oleObj>
          </a:graphicData>
        </a:graphic>
      </p:graphicFrame>
      <p:graphicFrame>
        <p:nvGraphicFramePr>
          <p:cNvPr id="182278" name="Object 6"/>
          <p:cNvGraphicFramePr>
            <a:graphicFrameLocks noChangeAspect="1"/>
          </p:cNvGraphicFramePr>
          <p:nvPr/>
        </p:nvGraphicFramePr>
        <p:xfrm>
          <a:off x="890588" y="2484438"/>
          <a:ext cx="2335212" cy="730250"/>
        </p:xfrm>
        <a:graphic>
          <a:graphicData uri="http://schemas.openxmlformats.org/presentationml/2006/ole">
            <p:oleObj spid="_x0000_s11269" name="公式" r:id="rId6" imgW="1282680" imgH="406080" progId="Equation.3">
              <p:embed/>
            </p:oleObj>
          </a:graphicData>
        </a:graphic>
      </p:graphicFrame>
      <p:graphicFrame>
        <p:nvGraphicFramePr>
          <p:cNvPr id="182279" name="Object 7"/>
          <p:cNvGraphicFramePr>
            <a:graphicFrameLocks noChangeAspect="1"/>
          </p:cNvGraphicFramePr>
          <p:nvPr/>
        </p:nvGraphicFramePr>
        <p:xfrm>
          <a:off x="3321050" y="2663825"/>
          <a:ext cx="1338263" cy="387350"/>
        </p:xfrm>
        <a:graphic>
          <a:graphicData uri="http://schemas.openxmlformats.org/presentationml/2006/ole">
            <p:oleObj spid="_x0000_s11270" name="公式" r:id="rId7" imgW="736560" imgH="215640" progId="Equation.3">
              <p:embed/>
            </p:oleObj>
          </a:graphicData>
        </a:graphic>
      </p:graphicFrame>
      <p:graphicFrame>
        <p:nvGraphicFramePr>
          <p:cNvPr id="182280" name="Object 8"/>
          <p:cNvGraphicFramePr>
            <a:graphicFrameLocks noChangeAspect="1"/>
          </p:cNvGraphicFramePr>
          <p:nvPr/>
        </p:nvGraphicFramePr>
        <p:xfrm>
          <a:off x="4716463" y="2484438"/>
          <a:ext cx="1341437" cy="730250"/>
        </p:xfrm>
        <a:graphic>
          <a:graphicData uri="http://schemas.openxmlformats.org/presentationml/2006/ole">
            <p:oleObj spid="_x0000_s11271" name="公式" r:id="rId8" imgW="736560" imgH="406080" progId="Equation.3">
              <p:embed/>
            </p:oleObj>
          </a:graphicData>
        </a:graphic>
      </p:graphicFrame>
      <p:graphicFrame>
        <p:nvGraphicFramePr>
          <p:cNvPr id="182281" name="Object 9"/>
          <p:cNvGraphicFramePr>
            <a:graphicFrameLocks noChangeAspect="1"/>
          </p:cNvGraphicFramePr>
          <p:nvPr/>
        </p:nvGraphicFramePr>
        <p:xfrm>
          <a:off x="1839913" y="3519488"/>
          <a:ext cx="1041400" cy="730250"/>
        </p:xfrm>
        <a:graphic>
          <a:graphicData uri="http://schemas.openxmlformats.org/presentationml/2006/ole">
            <p:oleObj spid="_x0000_s11272" name="公式" r:id="rId9" imgW="571320" imgH="406080" progId="Equation.3">
              <p:embed/>
            </p:oleObj>
          </a:graphicData>
        </a:graphic>
      </p:graphicFrame>
      <p:sp>
        <p:nvSpPr>
          <p:cNvPr id="182282" name="AutoShape 10"/>
          <p:cNvSpPr>
            <a:spLocks noChangeArrowheads="1"/>
          </p:cNvSpPr>
          <p:nvPr/>
        </p:nvSpPr>
        <p:spPr bwMode="auto">
          <a:xfrm>
            <a:off x="1054100" y="3862388"/>
            <a:ext cx="539750" cy="90487"/>
          </a:xfrm>
          <a:prstGeom prst="rightArrow">
            <a:avLst>
              <a:gd name="adj1" fmla="val 50000"/>
              <a:gd name="adj2" fmla="val 149124"/>
            </a:avLst>
          </a:prstGeom>
          <a:solidFill>
            <a:srgbClr val="0000FF"/>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2274"/>
                                        </p:tgtEl>
                                        <p:attrNameLst>
                                          <p:attrName>style.visibility</p:attrName>
                                        </p:attrNameLst>
                                      </p:cBhvr>
                                      <p:to>
                                        <p:strVal val="visible"/>
                                      </p:to>
                                    </p:set>
                                    <p:animEffect transition="in" filter="wipe(left)">
                                      <p:cBhvr>
                                        <p:cTn id="7" dur="1000"/>
                                        <p:tgtEl>
                                          <p:spTgt spid="1822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2275"/>
                                        </p:tgtEl>
                                        <p:attrNameLst>
                                          <p:attrName>style.visibility</p:attrName>
                                        </p:attrNameLst>
                                      </p:cBhvr>
                                      <p:to>
                                        <p:strVal val="visible"/>
                                      </p:to>
                                    </p:set>
                                    <p:animEffect transition="in" filter="wipe(left)">
                                      <p:cBhvr>
                                        <p:cTn id="12" dur="1000"/>
                                        <p:tgtEl>
                                          <p:spTgt spid="1822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82276"/>
                                        </p:tgtEl>
                                        <p:attrNameLst>
                                          <p:attrName>style.visibility</p:attrName>
                                        </p:attrNameLst>
                                      </p:cBhvr>
                                      <p:to>
                                        <p:strVal val="visible"/>
                                      </p:to>
                                    </p:set>
                                    <p:animEffect transition="in" filter="wipe(up)">
                                      <p:cBhvr>
                                        <p:cTn id="17" dur="1000"/>
                                        <p:tgtEl>
                                          <p:spTgt spid="1822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2277"/>
                                        </p:tgtEl>
                                        <p:attrNameLst>
                                          <p:attrName>style.visibility</p:attrName>
                                        </p:attrNameLst>
                                      </p:cBhvr>
                                      <p:to>
                                        <p:strVal val="visible"/>
                                      </p:to>
                                    </p:set>
                                    <p:animEffect transition="in" filter="wipe(left)">
                                      <p:cBhvr>
                                        <p:cTn id="22" dur="1000"/>
                                        <p:tgtEl>
                                          <p:spTgt spid="1822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2278"/>
                                        </p:tgtEl>
                                        <p:attrNameLst>
                                          <p:attrName>style.visibility</p:attrName>
                                        </p:attrNameLst>
                                      </p:cBhvr>
                                      <p:to>
                                        <p:strVal val="visible"/>
                                      </p:to>
                                    </p:set>
                                    <p:animEffect transition="in" filter="wipe(left)">
                                      <p:cBhvr>
                                        <p:cTn id="27" dur="1000"/>
                                        <p:tgtEl>
                                          <p:spTgt spid="18227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2279"/>
                                        </p:tgtEl>
                                        <p:attrNameLst>
                                          <p:attrName>style.visibility</p:attrName>
                                        </p:attrNameLst>
                                      </p:cBhvr>
                                      <p:to>
                                        <p:strVal val="visible"/>
                                      </p:to>
                                    </p:set>
                                    <p:animEffect transition="in" filter="wipe(left)">
                                      <p:cBhvr>
                                        <p:cTn id="32" dur="1000"/>
                                        <p:tgtEl>
                                          <p:spTgt spid="18227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2280"/>
                                        </p:tgtEl>
                                        <p:attrNameLst>
                                          <p:attrName>style.visibility</p:attrName>
                                        </p:attrNameLst>
                                      </p:cBhvr>
                                      <p:to>
                                        <p:strVal val="visible"/>
                                      </p:to>
                                    </p:set>
                                    <p:animEffect transition="in" filter="wipe(left)">
                                      <p:cBhvr>
                                        <p:cTn id="37" dur="1000"/>
                                        <p:tgtEl>
                                          <p:spTgt spid="18228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2282"/>
                                        </p:tgtEl>
                                        <p:attrNameLst>
                                          <p:attrName>style.visibility</p:attrName>
                                        </p:attrNameLst>
                                      </p:cBhvr>
                                      <p:to>
                                        <p:strVal val="visible"/>
                                      </p:to>
                                    </p:set>
                                    <p:animEffect transition="in" filter="wipe(left)">
                                      <p:cBhvr>
                                        <p:cTn id="42" dur="1000"/>
                                        <p:tgtEl>
                                          <p:spTgt spid="18228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2281"/>
                                        </p:tgtEl>
                                        <p:attrNameLst>
                                          <p:attrName>style.visibility</p:attrName>
                                        </p:attrNameLst>
                                      </p:cBhvr>
                                      <p:to>
                                        <p:strVal val="visible"/>
                                      </p:to>
                                    </p:set>
                                    <p:animEffect transition="in" filter="wipe(left)">
                                      <p:cBhvr>
                                        <p:cTn id="47" dur="1000"/>
                                        <p:tgtEl>
                                          <p:spTgt spid="182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animBg="1"/>
      <p:bldP spid="18228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8" name="Text Box 6"/>
          <p:cNvSpPr txBox="1">
            <a:spLocks noChangeArrowheads="1"/>
          </p:cNvSpPr>
          <p:nvPr/>
        </p:nvSpPr>
        <p:spPr bwMode="auto">
          <a:xfrm>
            <a:off x="539750" y="515938"/>
            <a:ext cx="8424863" cy="968375"/>
          </a:xfrm>
          <a:prstGeom prst="rect">
            <a:avLst/>
          </a:prstGeom>
          <a:noFill/>
          <a:ln w="19050">
            <a:noFill/>
            <a:miter lim="800000"/>
            <a:headEnd type="none" w="med" len="lg"/>
            <a:tailEnd type="none" w="med" len="lg"/>
          </a:ln>
        </p:spPr>
        <p:txBody>
          <a:bodyPr>
            <a:spAutoFit/>
          </a:bodyPr>
          <a:lstStyle/>
          <a:p>
            <a:pPr algn="l">
              <a:lnSpc>
                <a:spcPct val="120000"/>
              </a:lnSpc>
            </a:pPr>
            <a:r>
              <a:rPr lang="zh-CN" altLang="en-US" sz="2400" b="1">
                <a:latin typeface="宋体" pitchFamily="2" charset="-122"/>
              </a:rPr>
              <a:t>底面积为 </a:t>
            </a:r>
            <a:r>
              <a:rPr lang="en-US" altLang="zh-CN" sz="2400" b="1" i="1">
                <a:solidFill>
                  <a:srgbClr val="FF6600"/>
                </a:solidFill>
              </a:rPr>
              <a:t>S</a:t>
            </a:r>
            <a:r>
              <a:rPr lang="en-US" altLang="zh-CN" sz="2400" i="1">
                <a:solidFill>
                  <a:srgbClr val="FF6600"/>
                </a:solidFill>
              </a:rPr>
              <a:t> </a:t>
            </a:r>
            <a:r>
              <a:rPr lang="zh-CN" altLang="en-US" sz="2400" b="1">
                <a:latin typeface="宋体" pitchFamily="2" charset="-122"/>
              </a:rPr>
              <a:t>的长方体木块 </a:t>
            </a:r>
            <a:r>
              <a:rPr lang="en-US" altLang="zh-CN" sz="2400" b="1" i="1">
                <a:solidFill>
                  <a:srgbClr val="FF6600"/>
                </a:solidFill>
              </a:rPr>
              <a:t>m </a:t>
            </a:r>
            <a:r>
              <a:rPr lang="zh-CN" altLang="en-US" sz="2400" b="1">
                <a:latin typeface="宋体" pitchFamily="2" charset="-122"/>
              </a:rPr>
              <a:t>浮于水面，水面下 </a:t>
            </a:r>
            <a:r>
              <a:rPr lang="en-US" altLang="zh-CN" sz="2400" b="1" i="1">
                <a:solidFill>
                  <a:srgbClr val="FF6600"/>
                </a:solidFill>
              </a:rPr>
              <a:t>a</a:t>
            </a:r>
            <a:r>
              <a:rPr lang="en-US" altLang="zh-CN" sz="2400" i="1">
                <a:solidFill>
                  <a:srgbClr val="FF6600"/>
                </a:solidFill>
              </a:rPr>
              <a:t> </a:t>
            </a:r>
            <a:r>
              <a:rPr lang="zh-CN" altLang="en-US" sz="2400" b="1">
                <a:latin typeface="宋体" pitchFamily="2" charset="-122"/>
              </a:rPr>
              <a:t>，用手按下 </a:t>
            </a:r>
            <a:r>
              <a:rPr lang="en-US" altLang="zh-CN" sz="2400" b="1" i="1">
                <a:solidFill>
                  <a:srgbClr val="FF6600"/>
                </a:solidFill>
              </a:rPr>
              <a:t>x</a:t>
            </a:r>
            <a:r>
              <a:rPr lang="en-US" altLang="zh-CN" sz="2400" i="1">
                <a:latin typeface="宋体" pitchFamily="2" charset="-122"/>
              </a:rPr>
              <a:t> </a:t>
            </a:r>
            <a:r>
              <a:rPr lang="zh-CN" altLang="en-US" sz="2400" b="1">
                <a:latin typeface="宋体" pitchFamily="2" charset="-122"/>
              </a:rPr>
              <a:t>后</a:t>
            </a:r>
            <a:r>
              <a:rPr lang="zh-CN" altLang="zh-CN" sz="2400" b="1">
                <a:latin typeface="宋体" pitchFamily="2" charset="-122"/>
              </a:rPr>
              <a:t>释放，证明木块运动为谐振动，</a:t>
            </a:r>
            <a:r>
              <a:rPr lang="zh-CN" altLang="en-US" sz="2400" b="1">
                <a:latin typeface="宋体" pitchFamily="2" charset="-122"/>
              </a:rPr>
              <a:t>并计算其振动</a:t>
            </a:r>
            <a:r>
              <a:rPr lang="zh-CN" altLang="zh-CN" sz="2400" b="1">
                <a:latin typeface="宋体" pitchFamily="2" charset="-122"/>
              </a:rPr>
              <a:t>周期</a:t>
            </a:r>
            <a:r>
              <a:rPr lang="zh-CN" altLang="en-US" sz="2400" b="1">
                <a:latin typeface="宋体" pitchFamily="2" charset="-122"/>
              </a:rPr>
              <a:t>。</a:t>
            </a:r>
          </a:p>
        </p:txBody>
      </p:sp>
      <p:graphicFrame>
        <p:nvGraphicFramePr>
          <p:cNvPr id="146452" name="Object 20"/>
          <p:cNvGraphicFramePr>
            <a:graphicFrameLocks noChangeAspect="1"/>
          </p:cNvGraphicFramePr>
          <p:nvPr/>
        </p:nvGraphicFramePr>
        <p:xfrm>
          <a:off x="1301750" y="2271713"/>
          <a:ext cx="1076325" cy="436562"/>
        </p:xfrm>
        <a:graphic>
          <a:graphicData uri="http://schemas.openxmlformats.org/presentationml/2006/ole">
            <p:oleObj spid="_x0000_s12290" name="公式" r:id="rId3" imgW="596880" imgH="241200" progId="Equation.3">
              <p:embed/>
            </p:oleObj>
          </a:graphicData>
        </a:graphic>
      </p:graphicFrame>
      <p:graphicFrame>
        <p:nvGraphicFramePr>
          <p:cNvPr id="146453" name="Object 21"/>
          <p:cNvGraphicFramePr>
            <a:graphicFrameLocks noChangeAspect="1"/>
          </p:cNvGraphicFramePr>
          <p:nvPr/>
        </p:nvGraphicFramePr>
        <p:xfrm>
          <a:off x="2498725" y="2295525"/>
          <a:ext cx="920750" cy="366713"/>
        </p:xfrm>
        <a:graphic>
          <a:graphicData uri="http://schemas.openxmlformats.org/presentationml/2006/ole">
            <p:oleObj spid="_x0000_s12291" name="公式" r:id="rId4" imgW="507960" imgH="203040" progId="Equation.3">
              <p:embed/>
            </p:oleObj>
          </a:graphicData>
        </a:graphic>
      </p:graphicFrame>
      <p:sp>
        <p:nvSpPr>
          <p:cNvPr id="146454" name="Text Box 22"/>
          <p:cNvSpPr txBox="1">
            <a:spLocks noChangeArrowheads="1"/>
          </p:cNvSpPr>
          <p:nvPr/>
        </p:nvSpPr>
        <p:spPr bwMode="auto">
          <a:xfrm>
            <a:off x="611188" y="2782888"/>
            <a:ext cx="4114800" cy="457200"/>
          </a:xfrm>
          <a:prstGeom prst="rect">
            <a:avLst/>
          </a:prstGeom>
          <a:noFill/>
          <a:ln w="19050">
            <a:noFill/>
            <a:miter lim="800000"/>
            <a:headEnd type="none" w="med" len="lg"/>
            <a:tailEnd type="none" w="med" len="lg"/>
          </a:ln>
        </p:spPr>
        <p:txBody>
          <a:bodyPr>
            <a:spAutoFit/>
          </a:bodyPr>
          <a:lstStyle/>
          <a:p>
            <a:pPr algn="l">
              <a:spcBef>
                <a:spcPct val="50000"/>
              </a:spcBef>
            </a:pPr>
            <a:r>
              <a:rPr lang="zh-CN" altLang="en-US" sz="2400" b="1">
                <a:ea typeface="楷体_GB2312" pitchFamily="49" charset="-122"/>
              </a:rPr>
              <a:t>任意位置</a:t>
            </a:r>
            <a:r>
              <a:rPr lang="zh-CN" altLang="en-US" sz="2400" b="1">
                <a:solidFill>
                  <a:srgbClr val="FF6600"/>
                </a:solidFill>
                <a:ea typeface="楷体_GB2312" pitchFamily="49" charset="-122"/>
              </a:rPr>
              <a:t> </a:t>
            </a:r>
            <a:r>
              <a:rPr lang="en-US" altLang="zh-CN" sz="2400" b="1" i="1">
                <a:solidFill>
                  <a:srgbClr val="FF6600"/>
                </a:solidFill>
                <a:ea typeface="楷体_GB2312" pitchFamily="49" charset="-122"/>
              </a:rPr>
              <a:t>x</a:t>
            </a:r>
            <a:r>
              <a:rPr lang="en-US" altLang="zh-CN" sz="2400" b="1" i="1">
                <a:ea typeface="楷体_GB2312" pitchFamily="49" charset="-122"/>
              </a:rPr>
              <a:t> </a:t>
            </a:r>
            <a:r>
              <a:rPr lang="zh-CN" altLang="zh-CN" sz="2400" b="1">
                <a:ea typeface="楷体_GB2312" pitchFamily="49" charset="-122"/>
              </a:rPr>
              <a:t>处</a:t>
            </a:r>
            <a:r>
              <a:rPr lang="zh-CN" altLang="en-US" sz="2400" b="1">
                <a:ea typeface="楷体_GB2312" pitchFamily="49" charset="-122"/>
              </a:rPr>
              <a:t>，合力为：</a:t>
            </a:r>
          </a:p>
        </p:txBody>
      </p:sp>
      <p:graphicFrame>
        <p:nvGraphicFramePr>
          <p:cNvPr id="146455" name="Object 23"/>
          <p:cNvGraphicFramePr>
            <a:graphicFrameLocks noChangeAspect="1"/>
          </p:cNvGraphicFramePr>
          <p:nvPr/>
        </p:nvGraphicFramePr>
        <p:xfrm>
          <a:off x="1417638" y="3416300"/>
          <a:ext cx="1693862" cy="433388"/>
        </p:xfrm>
        <a:graphic>
          <a:graphicData uri="http://schemas.openxmlformats.org/presentationml/2006/ole">
            <p:oleObj spid="_x0000_s12292" name="公式" r:id="rId5" imgW="939600" imgH="241200" progId="Equation.3">
              <p:embed/>
            </p:oleObj>
          </a:graphicData>
        </a:graphic>
      </p:graphicFrame>
      <p:sp>
        <p:nvSpPr>
          <p:cNvPr id="146462" name="Text Box 30"/>
          <p:cNvSpPr txBox="1">
            <a:spLocks noChangeArrowheads="1"/>
          </p:cNvSpPr>
          <p:nvPr/>
        </p:nvSpPr>
        <p:spPr bwMode="auto">
          <a:xfrm>
            <a:off x="71438" y="542925"/>
            <a:ext cx="684212"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FF0000"/>
                </a:solidFill>
              </a:rPr>
              <a:t>例</a:t>
            </a:r>
          </a:p>
        </p:txBody>
      </p:sp>
      <p:sp>
        <p:nvSpPr>
          <p:cNvPr id="146463" name="Rectangle 31" descr="栎木"/>
          <p:cNvSpPr>
            <a:spLocks noChangeArrowheads="1"/>
          </p:cNvSpPr>
          <p:nvPr/>
        </p:nvSpPr>
        <p:spPr bwMode="auto">
          <a:xfrm>
            <a:off x="7185025" y="2662238"/>
            <a:ext cx="1371600" cy="1371600"/>
          </a:xfrm>
          <a:prstGeom prst="rect">
            <a:avLst/>
          </a:prstGeom>
          <a:blipFill dpi="0" rotWithShape="0">
            <a:blip r:embed="rId6"/>
            <a:srcRect/>
            <a:tile tx="0" ty="0" sx="100000" sy="100000" flip="none" algn="tl"/>
          </a:blipFill>
          <a:ln w="19050">
            <a:solidFill>
              <a:schemeClr val="tx1"/>
            </a:solidFill>
            <a:miter lim="800000"/>
            <a:headEnd type="none" w="med" len="lg"/>
            <a:tailEnd type="none" w="med" len="lg"/>
          </a:ln>
        </p:spPr>
        <p:txBody>
          <a:bodyPr wrap="none" anchor="ctr"/>
          <a:lstStyle/>
          <a:p>
            <a:endParaRPr lang="zh-CN" altLang="en-US"/>
          </a:p>
        </p:txBody>
      </p:sp>
      <p:sp>
        <p:nvSpPr>
          <p:cNvPr id="146464" name="Rectangle 32" descr="栎木"/>
          <p:cNvSpPr>
            <a:spLocks noChangeArrowheads="1"/>
          </p:cNvSpPr>
          <p:nvPr/>
        </p:nvSpPr>
        <p:spPr bwMode="auto">
          <a:xfrm>
            <a:off x="5508625" y="2205038"/>
            <a:ext cx="1371600" cy="1371600"/>
          </a:xfrm>
          <a:prstGeom prst="rect">
            <a:avLst/>
          </a:prstGeom>
          <a:blipFill dpi="0" rotWithShape="0">
            <a:blip r:embed="rId6"/>
            <a:srcRect/>
            <a:tile tx="0" ty="0" sx="100000" sy="100000" flip="none" algn="tl"/>
          </a:blipFill>
          <a:ln w="19050">
            <a:solidFill>
              <a:schemeClr val="tx1"/>
            </a:solidFill>
            <a:miter lim="800000"/>
            <a:headEnd type="none" w="med" len="lg"/>
            <a:tailEnd type="none" w="med" len="lg"/>
          </a:ln>
        </p:spPr>
        <p:txBody>
          <a:bodyPr wrap="none" anchor="ctr"/>
          <a:lstStyle/>
          <a:p>
            <a:endParaRPr lang="zh-CN" altLang="en-US"/>
          </a:p>
        </p:txBody>
      </p:sp>
      <p:grpSp>
        <p:nvGrpSpPr>
          <p:cNvPr id="2" name="Group 62"/>
          <p:cNvGrpSpPr>
            <a:grpSpLocks/>
          </p:cNvGrpSpPr>
          <p:nvPr/>
        </p:nvGrpSpPr>
        <p:grpSpPr bwMode="auto">
          <a:xfrm>
            <a:off x="4899025" y="2890838"/>
            <a:ext cx="3810000" cy="1981200"/>
            <a:chOff x="3086" y="1821"/>
            <a:chExt cx="2400" cy="1248"/>
          </a:xfrm>
        </p:grpSpPr>
        <p:sp>
          <p:nvSpPr>
            <p:cNvPr id="12324" name="Rectangle 34"/>
            <p:cNvSpPr>
              <a:spLocks noChangeArrowheads="1"/>
            </p:cNvSpPr>
            <p:nvPr/>
          </p:nvSpPr>
          <p:spPr bwMode="auto">
            <a:xfrm>
              <a:off x="3086" y="1821"/>
              <a:ext cx="2400" cy="1248"/>
            </a:xfrm>
            <a:prstGeom prst="rect">
              <a:avLst/>
            </a:prstGeom>
            <a:solidFill>
              <a:srgbClr val="00FFFF">
                <a:alpha val="74901"/>
              </a:srgbClr>
            </a:solidFill>
            <a:ln w="19050">
              <a:noFill/>
              <a:miter lim="800000"/>
              <a:headEnd type="none" w="med" len="lg"/>
              <a:tailEnd type="none" w="med" len="lg"/>
            </a:ln>
          </p:spPr>
          <p:txBody>
            <a:bodyPr wrap="none" anchor="ctr"/>
            <a:lstStyle/>
            <a:p>
              <a:endParaRPr lang="zh-CN" altLang="en-US"/>
            </a:p>
          </p:txBody>
        </p:sp>
        <p:sp>
          <p:nvSpPr>
            <p:cNvPr id="12325" name="Line 35"/>
            <p:cNvSpPr>
              <a:spLocks noChangeShapeType="1"/>
            </p:cNvSpPr>
            <p:nvPr/>
          </p:nvSpPr>
          <p:spPr bwMode="auto">
            <a:xfrm>
              <a:off x="3086" y="1821"/>
              <a:ext cx="2400" cy="0"/>
            </a:xfrm>
            <a:prstGeom prst="line">
              <a:avLst/>
            </a:prstGeom>
            <a:noFill/>
            <a:ln w="19050">
              <a:solidFill>
                <a:schemeClr val="tx1"/>
              </a:solidFill>
              <a:round/>
              <a:headEnd type="none" w="med" len="lg"/>
              <a:tailEnd type="none" w="med" len="lg"/>
            </a:ln>
          </p:spPr>
          <p:txBody>
            <a:bodyPr wrap="none" anchor="ctr"/>
            <a:lstStyle/>
            <a:p>
              <a:endParaRPr lang="zh-CN" altLang="en-US"/>
            </a:p>
          </p:txBody>
        </p:sp>
      </p:grpSp>
      <p:grpSp>
        <p:nvGrpSpPr>
          <p:cNvPr id="3" name="Group 36"/>
          <p:cNvGrpSpPr>
            <a:grpSpLocks/>
          </p:cNvGrpSpPr>
          <p:nvPr/>
        </p:nvGrpSpPr>
        <p:grpSpPr bwMode="auto">
          <a:xfrm>
            <a:off x="4899025" y="2890838"/>
            <a:ext cx="533400" cy="685800"/>
            <a:chOff x="3072" y="2304"/>
            <a:chExt cx="336" cy="432"/>
          </a:xfrm>
        </p:grpSpPr>
        <p:graphicFrame>
          <p:nvGraphicFramePr>
            <p:cNvPr id="12304" name="Object 37"/>
            <p:cNvGraphicFramePr>
              <a:graphicFrameLocks noChangeAspect="1"/>
            </p:cNvGraphicFramePr>
            <p:nvPr/>
          </p:nvGraphicFramePr>
          <p:xfrm>
            <a:off x="3072" y="2448"/>
            <a:ext cx="191" cy="176"/>
          </p:xfrm>
          <a:graphic>
            <a:graphicData uri="http://schemas.openxmlformats.org/presentationml/2006/ole">
              <p:oleObj spid="_x0000_s12304" name="公式" r:id="rId7" imgW="304560" imgH="279360" progId="Equation.3">
                <p:embed/>
              </p:oleObj>
            </a:graphicData>
          </a:graphic>
        </p:graphicFrame>
        <p:sp>
          <p:nvSpPr>
            <p:cNvPr id="12322" name="Line 38"/>
            <p:cNvSpPr>
              <a:spLocks noChangeShapeType="1"/>
            </p:cNvSpPr>
            <p:nvPr/>
          </p:nvSpPr>
          <p:spPr bwMode="auto">
            <a:xfrm flipH="1">
              <a:off x="3312" y="2736"/>
              <a:ext cx="96" cy="0"/>
            </a:xfrm>
            <a:prstGeom prst="line">
              <a:avLst/>
            </a:prstGeom>
            <a:noFill/>
            <a:ln w="19050">
              <a:solidFill>
                <a:schemeClr val="tx1"/>
              </a:solidFill>
              <a:round/>
              <a:headEnd type="none" w="med" len="lg"/>
              <a:tailEnd type="none" w="med" len="lg"/>
            </a:ln>
          </p:spPr>
          <p:txBody>
            <a:bodyPr wrap="none" anchor="ctr"/>
            <a:lstStyle/>
            <a:p>
              <a:endParaRPr lang="zh-CN" altLang="en-US"/>
            </a:p>
          </p:txBody>
        </p:sp>
        <p:sp>
          <p:nvSpPr>
            <p:cNvPr id="12323" name="Line 39"/>
            <p:cNvSpPr>
              <a:spLocks noChangeShapeType="1"/>
            </p:cNvSpPr>
            <p:nvPr/>
          </p:nvSpPr>
          <p:spPr bwMode="auto">
            <a:xfrm flipV="1">
              <a:off x="3360" y="2304"/>
              <a:ext cx="0" cy="432"/>
            </a:xfrm>
            <a:prstGeom prst="line">
              <a:avLst/>
            </a:prstGeom>
            <a:noFill/>
            <a:ln w="19050">
              <a:solidFill>
                <a:schemeClr val="tx1"/>
              </a:solidFill>
              <a:round/>
              <a:headEnd type="stealth" w="med" len="lg"/>
              <a:tailEnd type="stealth" w="med" len="lg"/>
            </a:ln>
          </p:spPr>
          <p:txBody>
            <a:bodyPr wrap="none" anchor="ctr"/>
            <a:lstStyle/>
            <a:p>
              <a:endParaRPr lang="zh-CN" altLang="en-US"/>
            </a:p>
          </p:txBody>
        </p:sp>
      </p:grpSp>
      <p:grpSp>
        <p:nvGrpSpPr>
          <p:cNvPr id="4" name="Group 40"/>
          <p:cNvGrpSpPr>
            <a:grpSpLocks/>
          </p:cNvGrpSpPr>
          <p:nvPr/>
        </p:nvGrpSpPr>
        <p:grpSpPr bwMode="auto">
          <a:xfrm>
            <a:off x="6270625" y="3576638"/>
            <a:ext cx="914400" cy="457200"/>
            <a:chOff x="3936" y="2736"/>
            <a:chExt cx="576" cy="288"/>
          </a:xfrm>
        </p:grpSpPr>
        <p:graphicFrame>
          <p:nvGraphicFramePr>
            <p:cNvPr id="12303" name="Object 41"/>
            <p:cNvGraphicFramePr>
              <a:graphicFrameLocks noChangeAspect="1"/>
            </p:cNvGraphicFramePr>
            <p:nvPr/>
          </p:nvGraphicFramePr>
          <p:xfrm>
            <a:off x="3936" y="2784"/>
            <a:ext cx="183" cy="176"/>
          </p:xfrm>
          <a:graphic>
            <a:graphicData uri="http://schemas.openxmlformats.org/presentationml/2006/ole">
              <p:oleObj spid="_x0000_s12303" name="公式" r:id="rId8" imgW="291960" imgH="279360" progId="Equation.3">
                <p:embed/>
              </p:oleObj>
            </a:graphicData>
          </a:graphic>
        </p:graphicFrame>
        <p:sp>
          <p:nvSpPr>
            <p:cNvPr id="12320" name="Line 42"/>
            <p:cNvSpPr>
              <a:spLocks noChangeShapeType="1"/>
            </p:cNvSpPr>
            <p:nvPr/>
          </p:nvSpPr>
          <p:spPr bwMode="auto">
            <a:xfrm>
              <a:off x="4224" y="3024"/>
              <a:ext cx="288" cy="0"/>
            </a:xfrm>
            <a:prstGeom prst="line">
              <a:avLst/>
            </a:prstGeom>
            <a:noFill/>
            <a:ln w="19050">
              <a:solidFill>
                <a:schemeClr val="tx1"/>
              </a:solidFill>
              <a:round/>
              <a:headEnd type="none" w="med" len="lg"/>
              <a:tailEnd type="none" w="med" len="lg"/>
            </a:ln>
          </p:spPr>
          <p:txBody>
            <a:bodyPr wrap="none" anchor="ctr"/>
            <a:lstStyle/>
            <a:p>
              <a:endParaRPr lang="zh-CN" altLang="en-US"/>
            </a:p>
          </p:txBody>
        </p:sp>
        <p:sp>
          <p:nvSpPr>
            <p:cNvPr id="12321" name="Line 43"/>
            <p:cNvSpPr>
              <a:spLocks noChangeShapeType="1"/>
            </p:cNvSpPr>
            <p:nvPr/>
          </p:nvSpPr>
          <p:spPr bwMode="auto">
            <a:xfrm>
              <a:off x="4272" y="2736"/>
              <a:ext cx="0" cy="288"/>
            </a:xfrm>
            <a:prstGeom prst="line">
              <a:avLst/>
            </a:prstGeom>
            <a:noFill/>
            <a:ln w="19050">
              <a:solidFill>
                <a:schemeClr val="tx1"/>
              </a:solidFill>
              <a:round/>
              <a:headEnd type="stealth" w="med" len="lg"/>
              <a:tailEnd type="stealth" w="med" len="lg"/>
            </a:ln>
          </p:spPr>
          <p:txBody>
            <a:bodyPr wrap="none" anchor="ctr"/>
            <a:lstStyle/>
            <a:p>
              <a:endParaRPr lang="zh-CN" altLang="en-US"/>
            </a:p>
          </p:txBody>
        </p:sp>
      </p:grpSp>
      <p:grpSp>
        <p:nvGrpSpPr>
          <p:cNvPr id="5" name="Group 44"/>
          <p:cNvGrpSpPr>
            <a:grpSpLocks/>
          </p:cNvGrpSpPr>
          <p:nvPr/>
        </p:nvGrpSpPr>
        <p:grpSpPr bwMode="auto">
          <a:xfrm>
            <a:off x="4843463" y="3532188"/>
            <a:ext cx="957262" cy="1781175"/>
            <a:chOff x="3036" y="2702"/>
            <a:chExt cx="603" cy="1122"/>
          </a:xfrm>
        </p:grpSpPr>
        <p:sp>
          <p:nvSpPr>
            <p:cNvPr id="12318" name="Line 45"/>
            <p:cNvSpPr>
              <a:spLocks noChangeShapeType="1"/>
            </p:cNvSpPr>
            <p:nvPr/>
          </p:nvSpPr>
          <p:spPr bwMode="auto">
            <a:xfrm>
              <a:off x="3360" y="2736"/>
              <a:ext cx="0" cy="1056"/>
            </a:xfrm>
            <a:prstGeom prst="line">
              <a:avLst/>
            </a:prstGeom>
            <a:noFill/>
            <a:ln w="19050">
              <a:solidFill>
                <a:schemeClr val="tx1"/>
              </a:solidFill>
              <a:round/>
              <a:headEnd type="none" w="med" len="lg"/>
              <a:tailEnd type="stealth" w="med" len="lg"/>
            </a:ln>
          </p:spPr>
          <p:txBody>
            <a:bodyPr wrap="none" anchor="ctr"/>
            <a:lstStyle/>
            <a:p>
              <a:endParaRPr lang="zh-CN" altLang="en-US"/>
            </a:p>
          </p:txBody>
        </p:sp>
        <p:graphicFrame>
          <p:nvGraphicFramePr>
            <p:cNvPr id="12301" name="Object 46"/>
            <p:cNvGraphicFramePr>
              <a:graphicFrameLocks noChangeAspect="1"/>
            </p:cNvGraphicFramePr>
            <p:nvPr/>
          </p:nvGraphicFramePr>
          <p:xfrm>
            <a:off x="3456" y="3648"/>
            <a:ext cx="183" cy="176"/>
          </p:xfrm>
          <a:graphic>
            <a:graphicData uri="http://schemas.openxmlformats.org/presentationml/2006/ole">
              <p:oleObj spid="_x0000_s12301" name="公式" r:id="rId9" imgW="291960" imgH="279360" progId="Equation.3">
                <p:embed/>
              </p:oleObj>
            </a:graphicData>
          </a:graphic>
        </p:graphicFrame>
        <p:graphicFrame>
          <p:nvGraphicFramePr>
            <p:cNvPr id="12302" name="Object 47"/>
            <p:cNvGraphicFramePr>
              <a:graphicFrameLocks noChangeAspect="1"/>
            </p:cNvGraphicFramePr>
            <p:nvPr/>
          </p:nvGraphicFramePr>
          <p:xfrm>
            <a:off x="3036" y="2736"/>
            <a:ext cx="159" cy="176"/>
          </p:xfrm>
          <a:graphic>
            <a:graphicData uri="http://schemas.openxmlformats.org/presentationml/2006/ole">
              <p:oleObj spid="_x0000_s12302" name="公式" r:id="rId10" imgW="253800" imgH="279360" progId="Equation.3">
                <p:embed/>
              </p:oleObj>
            </a:graphicData>
          </a:graphic>
        </p:graphicFrame>
        <p:sp>
          <p:nvSpPr>
            <p:cNvPr id="12319" name="Oval 48"/>
            <p:cNvSpPr>
              <a:spLocks noChangeArrowheads="1"/>
            </p:cNvSpPr>
            <p:nvPr/>
          </p:nvSpPr>
          <p:spPr bwMode="auto">
            <a:xfrm>
              <a:off x="3339" y="2702"/>
              <a:ext cx="48" cy="48"/>
            </a:xfrm>
            <a:prstGeom prst="ellipse">
              <a:avLst/>
            </a:prstGeom>
            <a:solidFill>
              <a:srgbClr val="FF0000"/>
            </a:solidFill>
            <a:ln w="25400">
              <a:noFill/>
              <a:round/>
              <a:headEnd type="none" w="med" len="lg"/>
              <a:tailEnd type="none" w="med" len="lg"/>
            </a:ln>
          </p:spPr>
          <p:txBody>
            <a:bodyPr wrap="none" anchor="ctr"/>
            <a:lstStyle/>
            <a:p>
              <a:endParaRPr lang="zh-CN" altLang="en-US"/>
            </a:p>
          </p:txBody>
        </p:sp>
      </p:grpSp>
      <p:graphicFrame>
        <p:nvGraphicFramePr>
          <p:cNvPr id="146481" name="Object 49"/>
          <p:cNvGraphicFramePr>
            <a:graphicFrameLocks noChangeAspect="1"/>
          </p:cNvGraphicFramePr>
          <p:nvPr/>
        </p:nvGraphicFramePr>
        <p:xfrm>
          <a:off x="6156325" y="1924050"/>
          <a:ext cx="266700" cy="317500"/>
        </p:xfrm>
        <a:graphic>
          <a:graphicData uri="http://schemas.openxmlformats.org/presentationml/2006/ole">
            <p:oleObj spid="_x0000_s12293" name="公式" r:id="rId11" imgW="152280" imgH="177480" progId="Equation.3">
              <p:embed/>
            </p:oleObj>
          </a:graphicData>
        </a:graphic>
      </p:graphicFrame>
      <p:sp>
        <p:nvSpPr>
          <p:cNvPr id="146482" name="Text Box 50"/>
          <p:cNvSpPr txBox="1">
            <a:spLocks noChangeArrowheads="1"/>
          </p:cNvSpPr>
          <p:nvPr/>
        </p:nvSpPr>
        <p:spPr bwMode="auto">
          <a:xfrm>
            <a:off x="177800" y="1603375"/>
            <a:ext cx="1441450"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FF0000"/>
                </a:solidFill>
              </a:rPr>
              <a:t>证明：</a:t>
            </a:r>
            <a:endParaRPr lang="zh-CN" altLang="en-US" sz="2400">
              <a:solidFill>
                <a:srgbClr val="FF0000"/>
              </a:solidFill>
            </a:endParaRPr>
          </a:p>
        </p:txBody>
      </p:sp>
      <p:sp>
        <p:nvSpPr>
          <p:cNvPr id="146483" name="Text Box 51"/>
          <p:cNvSpPr txBox="1">
            <a:spLocks noChangeArrowheads="1"/>
          </p:cNvSpPr>
          <p:nvPr/>
        </p:nvSpPr>
        <p:spPr bwMode="auto">
          <a:xfrm>
            <a:off x="1187450" y="1603375"/>
            <a:ext cx="3025775" cy="457200"/>
          </a:xfrm>
          <a:prstGeom prst="rect">
            <a:avLst/>
          </a:prstGeom>
          <a:noFill/>
          <a:ln w="9525">
            <a:noFill/>
            <a:miter lim="800000"/>
            <a:headEnd/>
            <a:tailEnd/>
          </a:ln>
        </p:spPr>
        <p:txBody>
          <a:bodyPr>
            <a:spAutoFit/>
          </a:bodyPr>
          <a:lstStyle/>
          <a:p>
            <a:pPr algn="l">
              <a:spcBef>
                <a:spcPct val="50000"/>
              </a:spcBef>
            </a:pPr>
            <a:r>
              <a:rPr lang="zh-CN" altLang="en-US" sz="2400" b="1">
                <a:ea typeface="楷体_GB2312" pitchFamily="49" charset="-122"/>
              </a:rPr>
              <a:t>木块平衡时</a:t>
            </a:r>
          </a:p>
        </p:txBody>
      </p:sp>
      <p:graphicFrame>
        <p:nvGraphicFramePr>
          <p:cNvPr id="146484" name="Object 52"/>
          <p:cNvGraphicFramePr>
            <a:graphicFrameLocks noChangeAspect="1"/>
          </p:cNvGraphicFramePr>
          <p:nvPr/>
        </p:nvGraphicFramePr>
        <p:xfrm>
          <a:off x="1970088" y="4000500"/>
          <a:ext cx="2386012" cy="366713"/>
        </p:xfrm>
        <a:graphic>
          <a:graphicData uri="http://schemas.openxmlformats.org/presentationml/2006/ole">
            <p:oleObj spid="_x0000_s12294" name="公式" r:id="rId12" imgW="1320480" imgH="203040" progId="Equation.3">
              <p:embed/>
            </p:oleObj>
          </a:graphicData>
        </a:graphic>
      </p:graphicFrame>
      <p:graphicFrame>
        <p:nvGraphicFramePr>
          <p:cNvPr id="146485" name="Object 53"/>
          <p:cNvGraphicFramePr>
            <a:graphicFrameLocks noChangeAspect="1"/>
          </p:cNvGraphicFramePr>
          <p:nvPr/>
        </p:nvGraphicFramePr>
        <p:xfrm>
          <a:off x="1979613" y="4573588"/>
          <a:ext cx="1079500" cy="368300"/>
        </p:xfrm>
        <a:graphic>
          <a:graphicData uri="http://schemas.openxmlformats.org/presentationml/2006/ole">
            <p:oleObj spid="_x0000_s12295" name="公式" r:id="rId13" imgW="596880" imgH="203040" progId="Equation.3">
              <p:embed/>
            </p:oleObj>
          </a:graphicData>
        </a:graphic>
      </p:graphicFrame>
      <p:graphicFrame>
        <p:nvGraphicFramePr>
          <p:cNvPr id="146486" name="Object 54"/>
          <p:cNvGraphicFramePr>
            <a:graphicFrameLocks noChangeAspect="1"/>
          </p:cNvGraphicFramePr>
          <p:nvPr/>
        </p:nvGraphicFramePr>
        <p:xfrm>
          <a:off x="3059113" y="4583113"/>
          <a:ext cx="755650" cy="320675"/>
        </p:xfrm>
        <a:graphic>
          <a:graphicData uri="http://schemas.openxmlformats.org/presentationml/2006/ole">
            <p:oleObj spid="_x0000_s12296" name="公式" r:id="rId14" imgW="419040" imgH="177480" progId="Equation.3">
              <p:embed/>
            </p:oleObj>
          </a:graphicData>
        </a:graphic>
      </p:graphicFrame>
      <p:sp>
        <p:nvSpPr>
          <p:cNvPr id="146487" name="Text Box 55"/>
          <p:cNvSpPr txBox="1">
            <a:spLocks noChangeArrowheads="1"/>
          </p:cNvSpPr>
          <p:nvPr/>
        </p:nvSpPr>
        <p:spPr bwMode="auto">
          <a:xfrm>
            <a:off x="539750" y="5013325"/>
            <a:ext cx="3240088" cy="457200"/>
          </a:xfrm>
          <a:prstGeom prst="rect">
            <a:avLst/>
          </a:prstGeom>
          <a:noFill/>
          <a:ln w="19050">
            <a:noFill/>
            <a:miter lim="800000"/>
            <a:headEnd type="none" w="med" len="lg"/>
            <a:tailEnd type="none" w="med" len="lg"/>
          </a:ln>
        </p:spPr>
        <p:txBody>
          <a:bodyPr>
            <a:spAutoFit/>
          </a:bodyPr>
          <a:lstStyle/>
          <a:p>
            <a:pPr algn="l">
              <a:spcBef>
                <a:spcPct val="50000"/>
              </a:spcBef>
            </a:pPr>
            <a:r>
              <a:rPr lang="zh-CN" altLang="en-US" sz="2400" b="1">
                <a:ea typeface="楷体_GB2312" pitchFamily="49" charset="-122"/>
              </a:rPr>
              <a:t>此合力为回复力：</a:t>
            </a:r>
          </a:p>
        </p:txBody>
      </p:sp>
      <p:graphicFrame>
        <p:nvGraphicFramePr>
          <p:cNvPr id="146488" name="Object 56"/>
          <p:cNvGraphicFramePr>
            <a:graphicFrameLocks noChangeAspect="1"/>
          </p:cNvGraphicFramePr>
          <p:nvPr/>
        </p:nvGraphicFramePr>
        <p:xfrm>
          <a:off x="3119438" y="5084763"/>
          <a:ext cx="974725" cy="363537"/>
        </p:xfrm>
        <a:graphic>
          <a:graphicData uri="http://schemas.openxmlformats.org/presentationml/2006/ole">
            <p:oleObj spid="_x0000_s12297" name="公式" r:id="rId15" imgW="545760" imgH="203040" progId="Equation.3">
              <p:embed/>
            </p:oleObj>
          </a:graphicData>
        </a:graphic>
      </p:graphicFrame>
      <p:graphicFrame>
        <p:nvGraphicFramePr>
          <p:cNvPr id="146489" name="Object 57"/>
          <p:cNvGraphicFramePr>
            <a:graphicFrameLocks noChangeAspect="1"/>
          </p:cNvGraphicFramePr>
          <p:nvPr/>
        </p:nvGraphicFramePr>
        <p:xfrm>
          <a:off x="1371600" y="5649913"/>
          <a:ext cx="1760538" cy="803275"/>
        </p:xfrm>
        <a:graphic>
          <a:graphicData uri="http://schemas.openxmlformats.org/presentationml/2006/ole">
            <p:oleObj spid="_x0000_s12298" name="公式" r:id="rId16" imgW="977760" imgH="444240" progId="Equation.3">
              <p:embed/>
            </p:oleObj>
          </a:graphicData>
        </a:graphic>
      </p:graphicFrame>
      <p:graphicFrame>
        <p:nvGraphicFramePr>
          <p:cNvPr id="146491" name="Object 59"/>
          <p:cNvGraphicFramePr>
            <a:graphicFrameLocks noChangeAspect="1"/>
          </p:cNvGraphicFramePr>
          <p:nvPr/>
        </p:nvGraphicFramePr>
        <p:xfrm>
          <a:off x="3924300" y="5661025"/>
          <a:ext cx="914400" cy="730250"/>
        </p:xfrm>
        <a:graphic>
          <a:graphicData uri="http://schemas.openxmlformats.org/presentationml/2006/ole">
            <p:oleObj spid="_x0000_s12299" name="公式" r:id="rId17" imgW="507960" imgH="406080" progId="Equation.3">
              <p:embed/>
            </p:oleObj>
          </a:graphicData>
        </a:graphic>
      </p:graphicFrame>
      <p:graphicFrame>
        <p:nvGraphicFramePr>
          <p:cNvPr id="146492" name="Object 60"/>
          <p:cNvGraphicFramePr>
            <a:graphicFrameLocks noChangeAspect="1"/>
          </p:cNvGraphicFramePr>
          <p:nvPr/>
        </p:nvGraphicFramePr>
        <p:xfrm>
          <a:off x="4932363" y="5608638"/>
          <a:ext cx="1054100" cy="844550"/>
        </p:xfrm>
        <a:graphic>
          <a:graphicData uri="http://schemas.openxmlformats.org/presentationml/2006/ole">
            <p:oleObj spid="_x0000_s12300" name="公式" r:id="rId18" imgW="583920" imgH="469800" progId="Equation.3">
              <p:embed/>
            </p:oleObj>
          </a:graphicData>
        </a:graphic>
      </p:graphicFrame>
      <p:sp>
        <p:nvSpPr>
          <p:cNvPr id="146493" name="AutoShape 61"/>
          <p:cNvSpPr>
            <a:spLocks noChangeArrowheads="1"/>
          </p:cNvSpPr>
          <p:nvPr/>
        </p:nvSpPr>
        <p:spPr bwMode="auto">
          <a:xfrm>
            <a:off x="3348038" y="5949950"/>
            <a:ext cx="431800" cy="142875"/>
          </a:xfrm>
          <a:prstGeom prst="rightArrow">
            <a:avLst>
              <a:gd name="adj1" fmla="val 50000"/>
              <a:gd name="adj2" fmla="val 75556"/>
            </a:avLst>
          </a:prstGeom>
          <a:solidFill>
            <a:srgbClr val="3366FF"/>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6462"/>
                                        </p:tgtEl>
                                        <p:attrNameLst>
                                          <p:attrName>style.visibility</p:attrName>
                                        </p:attrNameLst>
                                      </p:cBhvr>
                                      <p:to>
                                        <p:strVal val="visible"/>
                                      </p:to>
                                    </p:set>
                                    <p:animEffect transition="in" filter="wipe(left)">
                                      <p:cBhvr>
                                        <p:cTn id="7" dur="500"/>
                                        <p:tgtEl>
                                          <p:spTgt spid="1464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46438"/>
                                        </p:tgtEl>
                                        <p:attrNameLst>
                                          <p:attrName>style.visibility</p:attrName>
                                        </p:attrNameLst>
                                      </p:cBhvr>
                                      <p:to>
                                        <p:strVal val="visible"/>
                                      </p:to>
                                    </p:set>
                                    <p:animEffect transition="in" filter="wipe(left)">
                                      <p:cBhvr>
                                        <p:cTn id="12" dur="75"/>
                                        <p:tgtEl>
                                          <p:spTgt spid="14643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146464"/>
                                        </p:tgtEl>
                                        <p:attrNameLst>
                                          <p:attrName>style.visibility</p:attrName>
                                        </p:attrNameLst>
                                      </p:cBhvr>
                                      <p:to>
                                        <p:strVal val="visible"/>
                                      </p:to>
                                    </p:set>
                                    <p:animEffect transition="in" filter="barn(outVertical)">
                                      <p:cBhvr>
                                        <p:cTn id="22" dur="500"/>
                                        <p:tgtEl>
                                          <p:spTgt spid="1464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6481"/>
                                        </p:tgtEl>
                                        <p:attrNameLst>
                                          <p:attrName>style.visibility</p:attrName>
                                        </p:attrNameLst>
                                      </p:cBhvr>
                                      <p:to>
                                        <p:strVal val="visible"/>
                                      </p:to>
                                    </p:set>
                                    <p:animEffect transition="in" filter="wipe(left)">
                                      <p:cBhvr>
                                        <p:cTn id="27" dur="500"/>
                                        <p:tgtEl>
                                          <p:spTgt spid="14648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arn(outHorizont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146463"/>
                                        </p:tgtEl>
                                        <p:attrNameLst>
                                          <p:attrName>style.visibility</p:attrName>
                                        </p:attrNameLst>
                                      </p:cBhvr>
                                      <p:to>
                                        <p:strVal val="visible"/>
                                      </p:to>
                                    </p:set>
                                    <p:animEffect transition="in" filter="barn(outHorizontal)">
                                      <p:cBhvr>
                                        <p:cTn id="37" dur="500"/>
                                        <p:tgtEl>
                                          <p:spTgt spid="146463"/>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arn(outHorizontal)">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up)">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6482"/>
                                        </p:tgtEl>
                                        <p:attrNameLst>
                                          <p:attrName>style.visibility</p:attrName>
                                        </p:attrNameLst>
                                      </p:cBhvr>
                                      <p:to>
                                        <p:strVal val="visible"/>
                                      </p:to>
                                    </p:set>
                                    <p:animEffect transition="in" filter="wipe(left)">
                                      <p:cBhvr>
                                        <p:cTn id="52" dur="500"/>
                                        <p:tgtEl>
                                          <p:spTgt spid="14648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6483"/>
                                        </p:tgtEl>
                                        <p:attrNameLst>
                                          <p:attrName>style.visibility</p:attrName>
                                        </p:attrNameLst>
                                      </p:cBhvr>
                                      <p:to>
                                        <p:strVal val="visible"/>
                                      </p:to>
                                    </p:set>
                                    <p:animEffect transition="in" filter="wipe(left)">
                                      <p:cBhvr>
                                        <p:cTn id="57" dur="500"/>
                                        <p:tgtEl>
                                          <p:spTgt spid="14648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46452"/>
                                        </p:tgtEl>
                                        <p:attrNameLst>
                                          <p:attrName>style.visibility</p:attrName>
                                        </p:attrNameLst>
                                      </p:cBhvr>
                                      <p:to>
                                        <p:strVal val="visible"/>
                                      </p:to>
                                    </p:set>
                                    <p:animEffect transition="in" filter="wipe(left)">
                                      <p:cBhvr>
                                        <p:cTn id="62" dur="500"/>
                                        <p:tgtEl>
                                          <p:spTgt spid="14645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46453"/>
                                        </p:tgtEl>
                                        <p:attrNameLst>
                                          <p:attrName>style.visibility</p:attrName>
                                        </p:attrNameLst>
                                      </p:cBhvr>
                                      <p:to>
                                        <p:strVal val="visible"/>
                                      </p:to>
                                    </p:set>
                                    <p:animEffect transition="in" filter="wipe(left)">
                                      <p:cBhvr>
                                        <p:cTn id="67" dur="500"/>
                                        <p:tgtEl>
                                          <p:spTgt spid="14645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iterate type="lt">
                                    <p:tmPct val="100000"/>
                                  </p:iterate>
                                  <p:childTnLst>
                                    <p:set>
                                      <p:cBhvr>
                                        <p:cTn id="71" dur="1" fill="hold">
                                          <p:stCondLst>
                                            <p:cond delay="0"/>
                                          </p:stCondLst>
                                        </p:cTn>
                                        <p:tgtEl>
                                          <p:spTgt spid="146454"/>
                                        </p:tgtEl>
                                        <p:attrNameLst>
                                          <p:attrName>style.visibility</p:attrName>
                                        </p:attrNameLst>
                                      </p:cBhvr>
                                      <p:to>
                                        <p:strVal val="visible"/>
                                      </p:to>
                                    </p:set>
                                    <p:animEffect transition="in" filter="wipe(left)">
                                      <p:cBhvr>
                                        <p:cTn id="72" dur="75"/>
                                        <p:tgtEl>
                                          <p:spTgt spid="14645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46455"/>
                                        </p:tgtEl>
                                        <p:attrNameLst>
                                          <p:attrName>style.visibility</p:attrName>
                                        </p:attrNameLst>
                                      </p:cBhvr>
                                      <p:to>
                                        <p:strVal val="visible"/>
                                      </p:to>
                                    </p:set>
                                    <p:animEffect transition="in" filter="wipe(left)">
                                      <p:cBhvr>
                                        <p:cTn id="77" dur="500"/>
                                        <p:tgtEl>
                                          <p:spTgt spid="14645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46484"/>
                                        </p:tgtEl>
                                        <p:attrNameLst>
                                          <p:attrName>style.visibility</p:attrName>
                                        </p:attrNameLst>
                                      </p:cBhvr>
                                      <p:to>
                                        <p:strVal val="visible"/>
                                      </p:to>
                                    </p:set>
                                    <p:animEffect transition="in" filter="wipe(left)">
                                      <p:cBhvr>
                                        <p:cTn id="82" dur="500"/>
                                        <p:tgtEl>
                                          <p:spTgt spid="14648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46485"/>
                                        </p:tgtEl>
                                        <p:attrNameLst>
                                          <p:attrName>style.visibility</p:attrName>
                                        </p:attrNameLst>
                                      </p:cBhvr>
                                      <p:to>
                                        <p:strVal val="visible"/>
                                      </p:to>
                                    </p:set>
                                    <p:animEffect transition="in" filter="wipe(left)">
                                      <p:cBhvr>
                                        <p:cTn id="87" dur="500"/>
                                        <p:tgtEl>
                                          <p:spTgt spid="14648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46486"/>
                                        </p:tgtEl>
                                        <p:attrNameLst>
                                          <p:attrName>style.visibility</p:attrName>
                                        </p:attrNameLst>
                                      </p:cBhvr>
                                      <p:to>
                                        <p:strVal val="visible"/>
                                      </p:to>
                                    </p:set>
                                    <p:animEffect transition="in" filter="wipe(left)">
                                      <p:cBhvr>
                                        <p:cTn id="92" dur="500"/>
                                        <p:tgtEl>
                                          <p:spTgt spid="14648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iterate type="lt">
                                    <p:tmPct val="100000"/>
                                  </p:iterate>
                                  <p:childTnLst>
                                    <p:set>
                                      <p:cBhvr>
                                        <p:cTn id="96" dur="1" fill="hold">
                                          <p:stCondLst>
                                            <p:cond delay="0"/>
                                          </p:stCondLst>
                                        </p:cTn>
                                        <p:tgtEl>
                                          <p:spTgt spid="146487"/>
                                        </p:tgtEl>
                                        <p:attrNameLst>
                                          <p:attrName>style.visibility</p:attrName>
                                        </p:attrNameLst>
                                      </p:cBhvr>
                                      <p:to>
                                        <p:strVal val="visible"/>
                                      </p:to>
                                    </p:set>
                                    <p:animEffect transition="in" filter="wipe(left)">
                                      <p:cBhvr>
                                        <p:cTn id="97" dur="75"/>
                                        <p:tgtEl>
                                          <p:spTgt spid="14648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146488"/>
                                        </p:tgtEl>
                                        <p:attrNameLst>
                                          <p:attrName>style.visibility</p:attrName>
                                        </p:attrNameLst>
                                      </p:cBhvr>
                                      <p:to>
                                        <p:strVal val="visible"/>
                                      </p:to>
                                    </p:set>
                                    <p:animEffect transition="in" filter="wipe(left)">
                                      <p:cBhvr>
                                        <p:cTn id="102" dur="500"/>
                                        <p:tgtEl>
                                          <p:spTgt spid="14648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46489"/>
                                        </p:tgtEl>
                                        <p:attrNameLst>
                                          <p:attrName>style.visibility</p:attrName>
                                        </p:attrNameLst>
                                      </p:cBhvr>
                                      <p:to>
                                        <p:strVal val="visible"/>
                                      </p:to>
                                    </p:set>
                                    <p:animEffect transition="in" filter="wipe(left)">
                                      <p:cBhvr>
                                        <p:cTn id="107" dur="500"/>
                                        <p:tgtEl>
                                          <p:spTgt spid="146489"/>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46493"/>
                                        </p:tgtEl>
                                        <p:attrNameLst>
                                          <p:attrName>style.visibility</p:attrName>
                                        </p:attrNameLst>
                                      </p:cBhvr>
                                      <p:to>
                                        <p:strVal val="visible"/>
                                      </p:to>
                                    </p:set>
                                    <p:animEffect transition="in" filter="wipe(left)">
                                      <p:cBhvr>
                                        <p:cTn id="112" dur="500"/>
                                        <p:tgtEl>
                                          <p:spTgt spid="14649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46491"/>
                                        </p:tgtEl>
                                        <p:attrNameLst>
                                          <p:attrName>style.visibility</p:attrName>
                                        </p:attrNameLst>
                                      </p:cBhvr>
                                      <p:to>
                                        <p:strVal val="visible"/>
                                      </p:to>
                                    </p:set>
                                    <p:animEffect transition="in" filter="wipe(left)">
                                      <p:cBhvr>
                                        <p:cTn id="117" dur="500"/>
                                        <p:tgtEl>
                                          <p:spTgt spid="14649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146492"/>
                                        </p:tgtEl>
                                        <p:attrNameLst>
                                          <p:attrName>style.visibility</p:attrName>
                                        </p:attrNameLst>
                                      </p:cBhvr>
                                      <p:to>
                                        <p:strVal val="visible"/>
                                      </p:to>
                                    </p:set>
                                    <p:animEffect transition="in" filter="wipe(left)">
                                      <p:cBhvr>
                                        <p:cTn id="122" dur="500"/>
                                        <p:tgtEl>
                                          <p:spTgt spid="146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8" grpId="0" autoUpdateAnimBg="0"/>
      <p:bldP spid="146454" grpId="0" autoUpdateAnimBg="0"/>
      <p:bldP spid="146462" grpId="0"/>
      <p:bldP spid="146463" grpId="0" animBg="1"/>
      <p:bldP spid="146464" grpId="0" animBg="1"/>
      <p:bldP spid="146482" grpId="0"/>
      <p:bldP spid="146483" grpId="0"/>
      <p:bldP spid="146487" grpId="0" autoUpdateAnimBg="0"/>
      <p:bldP spid="14649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8" name="Text Box 10"/>
          <p:cNvSpPr txBox="1">
            <a:spLocks noChangeArrowheads="1"/>
          </p:cNvSpPr>
          <p:nvPr/>
        </p:nvSpPr>
        <p:spPr bwMode="auto">
          <a:xfrm>
            <a:off x="611188" y="1844675"/>
            <a:ext cx="8135937" cy="895350"/>
          </a:xfrm>
          <a:prstGeom prst="rect">
            <a:avLst/>
          </a:prstGeom>
          <a:noFill/>
          <a:ln w="9525">
            <a:noFill/>
            <a:miter lim="800000"/>
            <a:headEnd/>
            <a:tailEnd/>
          </a:ln>
        </p:spPr>
        <p:txBody>
          <a:bodyPr>
            <a:spAutoFit/>
          </a:bodyPr>
          <a:lstStyle/>
          <a:p>
            <a:pPr algn="l">
              <a:lnSpc>
                <a:spcPct val="110000"/>
              </a:lnSpc>
            </a:pPr>
            <a:r>
              <a:rPr lang="en-US" altLang="zh-CN" sz="2400" b="1">
                <a:sym typeface="Symbol" pitchFamily="18" charset="2"/>
              </a:rPr>
              <a:t>(1) </a:t>
            </a:r>
            <a:r>
              <a:rPr lang="zh-CN" altLang="en-US" sz="2400" b="1">
                <a:sym typeface="Symbol" pitchFamily="18" charset="2"/>
              </a:rPr>
              <a:t>试证明物体 </a:t>
            </a:r>
            <a:r>
              <a:rPr lang="en-US" altLang="zh-CN" sz="2400" b="1" i="1">
                <a:solidFill>
                  <a:srgbClr val="FF6600"/>
                </a:solidFill>
                <a:sym typeface="Symbol" pitchFamily="18" charset="2"/>
              </a:rPr>
              <a:t>m </a:t>
            </a:r>
            <a:r>
              <a:rPr lang="zh-CN" altLang="en-US" sz="2400" b="1">
                <a:sym typeface="Symbol" pitchFamily="18" charset="2"/>
              </a:rPr>
              <a:t>的运动是谐振动；</a:t>
            </a:r>
          </a:p>
          <a:p>
            <a:pPr algn="l">
              <a:lnSpc>
                <a:spcPct val="110000"/>
              </a:lnSpc>
            </a:pPr>
            <a:r>
              <a:rPr lang="en-US" altLang="zh-CN" sz="2400" b="1">
                <a:sym typeface="Symbol" pitchFamily="18" charset="2"/>
              </a:rPr>
              <a:t>(2) </a:t>
            </a:r>
            <a:r>
              <a:rPr lang="zh-CN" altLang="en-US" sz="2400" b="1">
                <a:sym typeface="Symbol" pitchFamily="18" charset="2"/>
              </a:rPr>
              <a:t>求此振动系统的振动周期；    </a:t>
            </a:r>
            <a:r>
              <a:rPr lang="en-US" altLang="zh-CN" sz="2400" b="1">
                <a:sym typeface="Symbol" pitchFamily="18" charset="2"/>
              </a:rPr>
              <a:t>(3) </a:t>
            </a:r>
            <a:r>
              <a:rPr lang="zh-CN" altLang="en-US" sz="2400" b="1">
                <a:sym typeface="Symbol" pitchFamily="18" charset="2"/>
              </a:rPr>
              <a:t>写出振动方程。</a:t>
            </a:r>
            <a:endParaRPr lang="zh-CN" altLang="en-US" sz="2400"/>
          </a:p>
        </p:txBody>
      </p:sp>
      <p:sp>
        <p:nvSpPr>
          <p:cNvPr id="140292" name="Text Box 4"/>
          <p:cNvSpPr txBox="1">
            <a:spLocks noChangeArrowheads="1"/>
          </p:cNvSpPr>
          <p:nvPr/>
        </p:nvSpPr>
        <p:spPr bwMode="auto">
          <a:xfrm>
            <a:off x="539750" y="476250"/>
            <a:ext cx="8459788" cy="1296988"/>
          </a:xfrm>
          <a:prstGeom prst="rect">
            <a:avLst/>
          </a:prstGeom>
          <a:noFill/>
          <a:ln w="9525">
            <a:noFill/>
            <a:miter lim="800000"/>
            <a:headEnd/>
            <a:tailEnd/>
          </a:ln>
        </p:spPr>
        <p:txBody>
          <a:bodyPr>
            <a:spAutoFit/>
          </a:bodyPr>
          <a:lstStyle/>
          <a:p>
            <a:pPr algn="l">
              <a:lnSpc>
                <a:spcPct val="110000"/>
              </a:lnSpc>
            </a:pPr>
            <a:r>
              <a:rPr lang="zh-CN" altLang="en-US" sz="2400" b="1">
                <a:latin typeface="宋体" pitchFamily="2" charset="-122"/>
                <a:sym typeface="Symbol" pitchFamily="18" charset="2"/>
              </a:rPr>
              <a:t>轻质弹簧一端固定，另一端系一轻绳，绳过定滑轮挂质量为</a:t>
            </a:r>
            <a:r>
              <a:rPr lang="en-US" altLang="zh-CN" sz="2400" b="1" i="1">
                <a:solidFill>
                  <a:srgbClr val="FF6600"/>
                </a:solidFill>
                <a:sym typeface="Symbol" pitchFamily="18" charset="2"/>
              </a:rPr>
              <a:t>m </a:t>
            </a:r>
            <a:r>
              <a:rPr lang="zh-CN" altLang="en-US" sz="2400" b="1">
                <a:latin typeface="宋体" pitchFamily="2" charset="-122"/>
                <a:sym typeface="Symbol" pitchFamily="18" charset="2"/>
              </a:rPr>
              <a:t>的物体。弹簧劲度系数为 </a:t>
            </a:r>
            <a:r>
              <a:rPr lang="en-US" altLang="zh-CN" sz="2400" b="1" i="1">
                <a:solidFill>
                  <a:srgbClr val="FF6600"/>
                </a:solidFill>
                <a:sym typeface="Symbol" pitchFamily="18" charset="2"/>
              </a:rPr>
              <a:t>k </a:t>
            </a:r>
            <a:r>
              <a:rPr lang="zh-CN" altLang="en-US" sz="2400" b="1">
                <a:latin typeface="宋体" pitchFamily="2" charset="-122"/>
                <a:sym typeface="Symbol" pitchFamily="18" charset="2"/>
              </a:rPr>
              <a:t>，滑轮转动惯量为 </a:t>
            </a:r>
            <a:r>
              <a:rPr lang="en-US" altLang="zh-CN" sz="2400" b="1" i="1">
                <a:solidFill>
                  <a:srgbClr val="FF6600"/>
                </a:solidFill>
                <a:sym typeface="Symbol" pitchFamily="18" charset="2"/>
              </a:rPr>
              <a:t>J </a:t>
            </a:r>
            <a:r>
              <a:rPr lang="zh-CN" altLang="en-US" sz="2400" b="1">
                <a:latin typeface="宋体" pitchFamily="2" charset="-122"/>
                <a:sym typeface="Symbol" pitchFamily="18" charset="2"/>
              </a:rPr>
              <a:t>，半径为 </a:t>
            </a:r>
            <a:r>
              <a:rPr lang="en-US" altLang="zh-CN" sz="2400" b="1" i="1">
                <a:solidFill>
                  <a:srgbClr val="FF6600"/>
                </a:solidFill>
                <a:sym typeface="Symbol" pitchFamily="18" charset="2"/>
              </a:rPr>
              <a:t>R </a:t>
            </a:r>
            <a:r>
              <a:rPr lang="zh-CN" altLang="en-US" sz="2400" b="1">
                <a:latin typeface="宋体" pitchFamily="2" charset="-122"/>
                <a:sym typeface="Symbol" pitchFamily="18" charset="2"/>
              </a:rPr>
              <a:t>。物体 </a:t>
            </a:r>
            <a:r>
              <a:rPr lang="en-US" altLang="zh-CN" sz="2400" b="1" i="1">
                <a:solidFill>
                  <a:srgbClr val="FF6600"/>
                </a:solidFill>
                <a:sym typeface="Symbol" pitchFamily="18" charset="2"/>
              </a:rPr>
              <a:t>m </a:t>
            </a:r>
            <a:r>
              <a:rPr lang="zh-CN" altLang="en-US" sz="2400" b="1">
                <a:latin typeface="宋体" pitchFamily="2" charset="-122"/>
                <a:sym typeface="Symbol" pitchFamily="18" charset="2"/>
              </a:rPr>
              <a:t>在其初始位置时弹簧无伸长，然后由静止释放。</a:t>
            </a:r>
          </a:p>
        </p:txBody>
      </p:sp>
      <p:sp>
        <p:nvSpPr>
          <p:cNvPr id="140293" name="Text Box 5"/>
          <p:cNvSpPr txBox="1">
            <a:spLocks noChangeArrowheads="1"/>
          </p:cNvSpPr>
          <p:nvPr/>
        </p:nvSpPr>
        <p:spPr bwMode="auto">
          <a:xfrm>
            <a:off x="665163" y="2790825"/>
            <a:ext cx="8370887" cy="493713"/>
          </a:xfrm>
          <a:prstGeom prst="rect">
            <a:avLst/>
          </a:prstGeom>
          <a:noFill/>
          <a:ln w="9525">
            <a:noFill/>
            <a:miter lim="800000"/>
            <a:headEnd/>
            <a:tailEnd/>
          </a:ln>
        </p:spPr>
        <p:txBody>
          <a:bodyPr>
            <a:spAutoFit/>
          </a:bodyPr>
          <a:lstStyle/>
          <a:p>
            <a:pPr algn="l">
              <a:lnSpc>
                <a:spcPct val="110000"/>
              </a:lnSpc>
            </a:pPr>
            <a:r>
              <a:rPr lang="en-US" altLang="zh-CN" sz="2400" b="1">
                <a:ea typeface="楷体_GB2312" pitchFamily="49" charset="-122"/>
              </a:rPr>
              <a:t>(1)  </a:t>
            </a:r>
            <a:r>
              <a:rPr lang="zh-CN" altLang="en-US" sz="2400" b="1">
                <a:ea typeface="楷体_GB2312" pitchFamily="49" charset="-122"/>
              </a:rPr>
              <a:t>若物体 </a:t>
            </a:r>
            <a:r>
              <a:rPr lang="en-US" altLang="zh-CN" sz="2400" b="1" i="1">
                <a:solidFill>
                  <a:srgbClr val="FF6600"/>
                </a:solidFill>
                <a:ea typeface="楷体_GB2312" pitchFamily="49" charset="-122"/>
              </a:rPr>
              <a:t>m </a:t>
            </a:r>
            <a:r>
              <a:rPr lang="zh-CN" altLang="en-US" sz="2400" b="1">
                <a:ea typeface="楷体_GB2312" pitchFamily="49" charset="-122"/>
              </a:rPr>
              <a:t>离开初始位置的距离为 </a:t>
            </a:r>
            <a:r>
              <a:rPr lang="en-US" altLang="zh-CN" sz="2400" b="1" i="1">
                <a:solidFill>
                  <a:srgbClr val="FF6600"/>
                </a:solidFill>
                <a:ea typeface="楷体_GB2312" pitchFamily="49" charset="-122"/>
              </a:rPr>
              <a:t>b </a:t>
            </a:r>
            <a:r>
              <a:rPr lang="zh-CN" altLang="en-US" sz="2400" b="1">
                <a:ea typeface="楷体_GB2312" pitchFamily="49" charset="-122"/>
              </a:rPr>
              <a:t>时受力平衡，则</a:t>
            </a:r>
          </a:p>
        </p:txBody>
      </p:sp>
      <p:sp>
        <p:nvSpPr>
          <p:cNvPr id="140295" name="Text Box 7"/>
          <p:cNvSpPr txBox="1">
            <a:spLocks noChangeArrowheads="1"/>
          </p:cNvSpPr>
          <p:nvPr/>
        </p:nvSpPr>
        <p:spPr bwMode="auto">
          <a:xfrm>
            <a:off x="539750" y="4005263"/>
            <a:ext cx="5616575" cy="1296987"/>
          </a:xfrm>
          <a:prstGeom prst="rect">
            <a:avLst/>
          </a:prstGeom>
          <a:noFill/>
          <a:ln w="9525">
            <a:noFill/>
            <a:miter lim="800000"/>
            <a:headEnd/>
            <a:tailEnd/>
          </a:ln>
        </p:spPr>
        <p:txBody>
          <a:bodyPr>
            <a:spAutoFit/>
          </a:bodyPr>
          <a:lstStyle/>
          <a:p>
            <a:pPr algn="l">
              <a:lnSpc>
                <a:spcPct val="110000"/>
              </a:lnSpc>
            </a:pPr>
            <a:r>
              <a:rPr lang="zh-CN" altLang="en-US" sz="2400" b="1">
                <a:ea typeface="楷体_GB2312" pitchFamily="49" charset="-122"/>
              </a:rPr>
              <a:t>以平衡位置 </a:t>
            </a:r>
            <a:r>
              <a:rPr lang="en-US" altLang="zh-CN" sz="2400" b="1" i="1">
                <a:solidFill>
                  <a:srgbClr val="FF6600"/>
                </a:solidFill>
                <a:ea typeface="楷体_GB2312" pitchFamily="49" charset="-122"/>
              </a:rPr>
              <a:t>O </a:t>
            </a:r>
            <a:r>
              <a:rPr lang="zh-CN" altLang="en-US" sz="2400" b="1">
                <a:solidFill>
                  <a:srgbClr val="FF6600"/>
                </a:solidFill>
                <a:ea typeface="楷体_GB2312" pitchFamily="49" charset="-122"/>
              </a:rPr>
              <a:t>为坐标原点</a:t>
            </a:r>
            <a:r>
              <a:rPr lang="zh-CN" altLang="en-US" sz="2400" b="1">
                <a:ea typeface="楷体_GB2312" pitchFamily="49" charset="-122"/>
              </a:rPr>
              <a:t>，竖直向下为</a:t>
            </a:r>
            <a:r>
              <a:rPr lang="zh-CN" altLang="en-US" sz="2400" b="1">
                <a:solidFill>
                  <a:srgbClr val="FF6600"/>
                </a:solidFill>
                <a:ea typeface="楷体_GB2312" pitchFamily="49" charset="-122"/>
              </a:rPr>
              <a:t> </a:t>
            </a:r>
            <a:r>
              <a:rPr lang="en-US" altLang="zh-CN" sz="2400" b="1" i="1">
                <a:solidFill>
                  <a:srgbClr val="FF6600"/>
                </a:solidFill>
                <a:ea typeface="楷体_GB2312" pitchFamily="49" charset="-122"/>
              </a:rPr>
              <a:t>x </a:t>
            </a:r>
            <a:r>
              <a:rPr lang="zh-CN" altLang="en-US" sz="2400" b="1">
                <a:ea typeface="楷体_GB2312" pitchFamily="49" charset="-122"/>
              </a:rPr>
              <a:t>轴正向，物体 </a:t>
            </a:r>
            <a:r>
              <a:rPr lang="en-US" altLang="zh-CN" sz="2400" b="1" i="1">
                <a:solidFill>
                  <a:srgbClr val="FF6600"/>
                </a:solidFill>
                <a:ea typeface="楷体_GB2312" pitchFamily="49" charset="-122"/>
              </a:rPr>
              <a:t>m </a:t>
            </a:r>
            <a:r>
              <a:rPr lang="zh-CN" altLang="en-US" sz="2400" b="1">
                <a:solidFill>
                  <a:srgbClr val="FF6600"/>
                </a:solidFill>
                <a:ea typeface="楷体_GB2312" pitchFamily="49" charset="-122"/>
              </a:rPr>
              <a:t>在坐标 </a:t>
            </a:r>
            <a:r>
              <a:rPr lang="en-US" altLang="zh-CN" sz="2400" b="1" i="1">
                <a:solidFill>
                  <a:srgbClr val="FF6600"/>
                </a:solidFill>
                <a:ea typeface="楷体_GB2312" pitchFamily="49" charset="-122"/>
              </a:rPr>
              <a:t>x </a:t>
            </a:r>
            <a:r>
              <a:rPr lang="zh-CN" altLang="en-US" sz="2400" b="1">
                <a:solidFill>
                  <a:srgbClr val="FF6600"/>
                </a:solidFill>
                <a:ea typeface="楷体_GB2312" pitchFamily="49" charset="-122"/>
              </a:rPr>
              <a:t>处时</a:t>
            </a:r>
            <a:r>
              <a:rPr lang="zh-CN" altLang="en-US" sz="2400" b="1">
                <a:ea typeface="楷体_GB2312" pitchFamily="49" charset="-122"/>
              </a:rPr>
              <a:t>，由</a:t>
            </a:r>
            <a:r>
              <a:rPr lang="zh-CN" altLang="en-US" sz="2400" b="1">
                <a:solidFill>
                  <a:schemeClr val="accent2"/>
                </a:solidFill>
                <a:ea typeface="楷体_GB2312" pitchFamily="49" charset="-122"/>
              </a:rPr>
              <a:t>牛顿运动定律</a:t>
            </a:r>
            <a:r>
              <a:rPr lang="zh-CN" altLang="en-US" sz="2400" b="1">
                <a:ea typeface="楷体_GB2312" pitchFamily="49" charset="-122"/>
              </a:rPr>
              <a:t>和</a:t>
            </a:r>
            <a:r>
              <a:rPr lang="zh-CN" altLang="en-US" sz="2400" b="1">
                <a:solidFill>
                  <a:schemeClr val="accent2"/>
                </a:solidFill>
                <a:ea typeface="楷体_GB2312" pitchFamily="49" charset="-122"/>
              </a:rPr>
              <a:t>定轴转动定律</a:t>
            </a:r>
            <a:r>
              <a:rPr lang="zh-CN" altLang="en-US" sz="2400" b="1">
                <a:ea typeface="楷体_GB2312" pitchFamily="49" charset="-122"/>
              </a:rPr>
              <a:t>得</a:t>
            </a:r>
          </a:p>
        </p:txBody>
      </p:sp>
      <p:pic>
        <p:nvPicPr>
          <p:cNvPr id="140297" name="Picture 9" descr="E:\方正转word课程\大学物理[第二版]（赵近芳）\上册\书版\0406.tif"/>
          <p:cNvPicPr>
            <a:picLocks noChangeAspect="1" noChangeArrowheads="1"/>
          </p:cNvPicPr>
          <p:nvPr/>
        </p:nvPicPr>
        <p:blipFill>
          <a:blip r:embed="rId3" r:link="rId4"/>
          <a:srcRect/>
          <a:stretch>
            <a:fillRect/>
          </a:stretch>
        </p:blipFill>
        <p:spPr bwMode="auto">
          <a:xfrm>
            <a:off x="6173788" y="3354388"/>
            <a:ext cx="2790825" cy="2595562"/>
          </a:xfrm>
          <a:prstGeom prst="rect">
            <a:avLst/>
          </a:prstGeom>
          <a:noFill/>
          <a:ln w="9525">
            <a:noFill/>
            <a:miter lim="800000"/>
            <a:headEnd/>
            <a:tailEnd/>
          </a:ln>
        </p:spPr>
      </p:pic>
      <p:sp>
        <p:nvSpPr>
          <p:cNvPr id="140299" name="Text Box 11"/>
          <p:cNvSpPr txBox="1">
            <a:spLocks noChangeArrowheads="1"/>
          </p:cNvSpPr>
          <p:nvPr/>
        </p:nvSpPr>
        <p:spPr bwMode="auto">
          <a:xfrm>
            <a:off x="107950" y="476250"/>
            <a:ext cx="684213"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FF0000"/>
                </a:solidFill>
              </a:rPr>
              <a:t>例</a:t>
            </a:r>
          </a:p>
        </p:txBody>
      </p:sp>
      <p:sp>
        <p:nvSpPr>
          <p:cNvPr id="140300" name="Text Box 12"/>
          <p:cNvSpPr txBox="1">
            <a:spLocks noChangeArrowheads="1"/>
          </p:cNvSpPr>
          <p:nvPr/>
        </p:nvSpPr>
        <p:spPr bwMode="auto">
          <a:xfrm>
            <a:off x="107950" y="1871663"/>
            <a:ext cx="684213" cy="457200"/>
          </a:xfrm>
          <a:prstGeom prst="rect">
            <a:avLst/>
          </a:prstGeom>
          <a:noFill/>
          <a:ln w="9525">
            <a:noFill/>
            <a:miter lim="800000"/>
            <a:headEnd/>
            <a:tailEnd/>
          </a:ln>
        </p:spPr>
        <p:txBody>
          <a:bodyPr>
            <a:spAutoFit/>
          </a:bodyPr>
          <a:lstStyle/>
          <a:p>
            <a:pPr algn="l"/>
            <a:r>
              <a:rPr lang="zh-CN" altLang="en-US" sz="2400" b="1">
                <a:solidFill>
                  <a:srgbClr val="FF0000"/>
                </a:solidFill>
              </a:rPr>
              <a:t>求</a:t>
            </a:r>
            <a:endParaRPr lang="zh-CN" altLang="en-US" sz="2400"/>
          </a:p>
        </p:txBody>
      </p:sp>
      <p:sp>
        <p:nvSpPr>
          <p:cNvPr id="140301" name="Text Box 13"/>
          <p:cNvSpPr txBox="1">
            <a:spLocks noChangeArrowheads="1"/>
          </p:cNvSpPr>
          <p:nvPr/>
        </p:nvSpPr>
        <p:spPr bwMode="auto">
          <a:xfrm>
            <a:off x="107950" y="2827338"/>
            <a:ext cx="611188"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FF0000"/>
                </a:solidFill>
              </a:rPr>
              <a:t>解</a:t>
            </a:r>
            <a:endParaRPr lang="zh-CN" altLang="en-US" sz="2400">
              <a:solidFill>
                <a:srgbClr val="FF0000"/>
              </a:solidFill>
            </a:endParaRPr>
          </a:p>
        </p:txBody>
      </p:sp>
      <p:graphicFrame>
        <p:nvGraphicFramePr>
          <p:cNvPr id="140303" name="Object 15"/>
          <p:cNvGraphicFramePr>
            <a:graphicFrameLocks noChangeAspect="1"/>
          </p:cNvGraphicFramePr>
          <p:nvPr/>
        </p:nvGraphicFramePr>
        <p:xfrm>
          <a:off x="1449388" y="3430588"/>
          <a:ext cx="1206500" cy="430212"/>
        </p:xfrm>
        <a:graphic>
          <a:graphicData uri="http://schemas.openxmlformats.org/presentationml/2006/ole">
            <p:oleObj spid="_x0000_s13314" name="公式" r:id="rId5" imgW="571320" imgH="203040" progId="Equation.3">
              <p:embed/>
            </p:oleObj>
          </a:graphicData>
        </a:graphic>
      </p:graphicFrame>
      <p:sp>
        <p:nvSpPr>
          <p:cNvPr id="140304" name="AutoShape 16"/>
          <p:cNvSpPr>
            <a:spLocks noChangeArrowheads="1"/>
          </p:cNvSpPr>
          <p:nvPr/>
        </p:nvSpPr>
        <p:spPr bwMode="auto">
          <a:xfrm>
            <a:off x="2771775" y="3573463"/>
            <a:ext cx="287338" cy="144462"/>
          </a:xfrm>
          <a:prstGeom prst="rightArrow">
            <a:avLst>
              <a:gd name="adj1" fmla="val 50000"/>
              <a:gd name="adj2" fmla="val 49726"/>
            </a:avLst>
          </a:prstGeom>
          <a:solidFill>
            <a:srgbClr val="3366FF"/>
          </a:solidFill>
          <a:ln w="9525">
            <a:solidFill>
              <a:schemeClr val="tx1"/>
            </a:solidFill>
            <a:miter lim="800000"/>
            <a:headEnd/>
            <a:tailEnd/>
          </a:ln>
        </p:spPr>
        <p:txBody>
          <a:bodyPr wrap="none" anchor="ctr"/>
          <a:lstStyle/>
          <a:p>
            <a:endParaRPr lang="zh-CN" altLang="en-US"/>
          </a:p>
        </p:txBody>
      </p:sp>
      <p:graphicFrame>
        <p:nvGraphicFramePr>
          <p:cNvPr id="140305" name="Object 17"/>
          <p:cNvGraphicFramePr>
            <a:graphicFrameLocks noChangeAspect="1"/>
          </p:cNvGraphicFramePr>
          <p:nvPr/>
        </p:nvGraphicFramePr>
        <p:xfrm>
          <a:off x="3243263" y="3216275"/>
          <a:ext cx="1071562" cy="860425"/>
        </p:xfrm>
        <a:graphic>
          <a:graphicData uri="http://schemas.openxmlformats.org/presentationml/2006/ole">
            <p:oleObj spid="_x0000_s13315" name="公式" r:id="rId6" imgW="507960" imgH="406080" progId="Equation.3">
              <p:embed/>
            </p:oleObj>
          </a:graphicData>
        </a:graphic>
      </p:graphicFrame>
      <p:grpSp>
        <p:nvGrpSpPr>
          <p:cNvPr id="2" name="Group 29"/>
          <p:cNvGrpSpPr>
            <a:grpSpLocks/>
          </p:cNvGrpSpPr>
          <p:nvPr/>
        </p:nvGrpSpPr>
        <p:grpSpPr bwMode="auto">
          <a:xfrm>
            <a:off x="1000125" y="5373688"/>
            <a:ext cx="2276475" cy="457200"/>
            <a:chOff x="630" y="3158"/>
            <a:chExt cx="1434" cy="288"/>
          </a:xfrm>
        </p:grpSpPr>
        <p:graphicFrame>
          <p:nvGraphicFramePr>
            <p:cNvPr id="13320" name="Object 18"/>
            <p:cNvGraphicFramePr>
              <a:graphicFrameLocks noChangeAspect="1"/>
            </p:cNvGraphicFramePr>
            <p:nvPr/>
          </p:nvGraphicFramePr>
          <p:xfrm>
            <a:off x="630" y="3196"/>
            <a:ext cx="962" cy="234"/>
          </p:xfrm>
          <a:graphic>
            <a:graphicData uri="http://schemas.openxmlformats.org/presentationml/2006/ole">
              <p:oleObj spid="_x0000_s13320" name="公式" r:id="rId7" imgW="888840" imgH="215640" progId="Equation.3">
                <p:embed/>
              </p:oleObj>
            </a:graphicData>
          </a:graphic>
        </p:graphicFrame>
        <p:sp>
          <p:nvSpPr>
            <p:cNvPr id="13339" name="Text Box 24"/>
            <p:cNvSpPr txBox="1">
              <a:spLocks noChangeArrowheads="1"/>
            </p:cNvSpPr>
            <p:nvPr/>
          </p:nvSpPr>
          <p:spPr bwMode="auto">
            <a:xfrm>
              <a:off x="1565" y="3158"/>
              <a:ext cx="499"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6600"/>
                  </a:solidFill>
                </a:rPr>
                <a:t>①</a:t>
              </a:r>
            </a:p>
          </p:txBody>
        </p:sp>
      </p:grpSp>
      <p:grpSp>
        <p:nvGrpSpPr>
          <p:cNvPr id="3" name="Group 30"/>
          <p:cNvGrpSpPr>
            <a:grpSpLocks/>
          </p:cNvGrpSpPr>
          <p:nvPr/>
        </p:nvGrpSpPr>
        <p:grpSpPr bwMode="auto">
          <a:xfrm>
            <a:off x="3294063" y="5373688"/>
            <a:ext cx="2286000" cy="457200"/>
            <a:chOff x="2075" y="3158"/>
            <a:chExt cx="1440" cy="288"/>
          </a:xfrm>
        </p:grpSpPr>
        <p:graphicFrame>
          <p:nvGraphicFramePr>
            <p:cNvPr id="13319" name="Object 19"/>
            <p:cNvGraphicFramePr>
              <a:graphicFrameLocks noChangeAspect="1"/>
            </p:cNvGraphicFramePr>
            <p:nvPr/>
          </p:nvGraphicFramePr>
          <p:xfrm>
            <a:off x="2075" y="3196"/>
            <a:ext cx="1085" cy="234"/>
          </p:xfrm>
          <a:graphic>
            <a:graphicData uri="http://schemas.openxmlformats.org/presentationml/2006/ole">
              <p:oleObj spid="_x0000_s13319" name="公式" r:id="rId8" imgW="1002960" imgH="215640" progId="Equation.3">
                <p:embed/>
              </p:oleObj>
            </a:graphicData>
          </a:graphic>
        </p:graphicFrame>
        <p:sp>
          <p:nvSpPr>
            <p:cNvPr id="13338" name="Text Box 25"/>
            <p:cNvSpPr txBox="1">
              <a:spLocks noChangeArrowheads="1"/>
            </p:cNvSpPr>
            <p:nvPr/>
          </p:nvSpPr>
          <p:spPr bwMode="auto">
            <a:xfrm>
              <a:off x="3152" y="3158"/>
              <a:ext cx="363"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6600"/>
                  </a:solidFill>
                </a:rPr>
                <a:t>②</a:t>
              </a:r>
            </a:p>
          </p:txBody>
        </p:sp>
      </p:grpSp>
      <p:grpSp>
        <p:nvGrpSpPr>
          <p:cNvPr id="4" name="Group 31"/>
          <p:cNvGrpSpPr>
            <a:grpSpLocks/>
          </p:cNvGrpSpPr>
          <p:nvPr/>
        </p:nvGrpSpPr>
        <p:grpSpPr bwMode="auto">
          <a:xfrm>
            <a:off x="1011238" y="5995988"/>
            <a:ext cx="2120900" cy="457200"/>
            <a:chOff x="637" y="3550"/>
            <a:chExt cx="1336" cy="288"/>
          </a:xfrm>
        </p:grpSpPr>
        <p:graphicFrame>
          <p:nvGraphicFramePr>
            <p:cNvPr id="13318" name="Object 20"/>
            <p:cNvGraphicFramePr>
              <a:graphicFrameLocks noChangeAspect="1"/>
            </p:cNvGraphicFramePr>
            <p:nvPr/>
          </p:nvGraphicFramePr>
          <p:xfrm>
            <a:off x="637" y="3566"/>
            <a:ext cx="921" cy="234"/>
          </p:xfrm>
          <a:graphic>
            <a:graphicData uri="http://schemas.openxmlformats.org/presentationml/2006/ole">
              <p:oleObj spid="_x0000_s13318" name="公式" r:id="rId9" imgW="850680" imgH="215640" progId="Equation.3">
                <p:embed/>
              </p:oleObj>
            </a:graphicData>
          </a:graphic>
        </p:graphicFrame>
        <p:sp>
          <p:nvSpPr>
            <p:cNvPr id="13337" name="Text Box 26"/>
            <p:cNvSpPr txBox="1">
              <a:spLocks noChangeArrowheads="1"/>
            </p:cNvSpPr>
            <p:nvPr/>
          </p:nvSpPr>
          <p:spPr bwMode="auto">
            <a:xfrm>
              <a:off x="1565" y="3550"/>
              <a:ext cx="408"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6600"/>
                  </a:solidFill>
                </a:rPr>
                <a:t>③</a:t>
              </a:r>
            </a:p>
          </p:txBody>
        </p:sp>
      </p:grpSp>
      <p:grpSp>
        <p:nvGrpSpPr>
          <p:cNvPr id="5" name="Group 32"/>
          <p:cNvGrpSpPr>
            <a:grpSpLocks/>
          </p:cNvGrpSpPr>
          <p:nvPr/>
        </p:nvGrpSpPr>
        <p:grpSpPr bwMode="auto">
          <a:xfrm>
            <a:off x="3325813" y="5949950"/>
            <a:ext cx="1604962" cy="457200"/>
            <a:chOff x="2095" y="3521"/>
            <a:chExt cx="1011" cy="288"/>
          </a:xfrm>
        </p:grpSpPr>
        <p:graphicFrame>
          <p:nvGraphicFramePr>
            <p:cNvPr id="13317" name="Object 21"/>
            <p:cNvGraphicFramePr>
              <a:graphicFrameLocks noChangeAspect="1"/>
            </p:cNvGraphicFramePr>
            <p:nvPr/>
          </p:nvGraphicFramePr>
          <p:xfrm>
            <a:off x="2095" y="3566"/>
            <a:ext cx="551" cy="220"/>
          </p:xfrm>
          <a:graphic>
            <a:graphicData uri="http://schemas.openxmlformats.org/presentationml/2006/ole">
              <p:oleObj spid="_x0000_s13317" name="公式" r:id="rId10" imgW="507960" imgH="203040" progId="Equation.3">
                <p:embed/>
              </p:oleObj>
            </a:graphicData>
          </a:graphic>
        </p:graphicFrame>
        <p:sp>
          <p:nvSpPr>
            <p:cNvPr id="13336" name="Text Box 27"/>
            <p:cNvSpPr txBox="1">
              <a:spLocks noChangeArrowheads="1"/>
            </p:cNvSpPr>
            <p:nvPr/>
          </p:nvSpPr>
          <p:spPr bwMode="auto">
            <a:xfrm>
              <a:off x="2653" y="3521"/>
              <a:ext cx="453"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6600"/>
                  </a:solidFill>
                </a:rPr>
                <a:t>④</a:t>
              </a:r>
            </a:p>
          </p:txBody>
        </p:sp>
      </p:grpSp>
      <p:grpSp>
        <p:nvGrpSpPr>
          <p:cNvPr id="6" name="Group 33"/>
          <p:cNvGrpSpPr>
            <a:grpSpLocks/>
          </p:cNvGrpSpPr>
          <p:nvPr/>
        </p:nvGrpSpPr>
        <p:grpSpPr bwMode="auto">
          <a:xfrm>
            <a:off x="4949825" y="5949950"/>
            <a:ext cx="2862263" cy="457200"/>
            <a:chOff x="3118" y="3521"/>
            <a:chExt cx="1803" cy="288"/>
          </a:xfrm>
        </p:grpSpPr>
        <p:graphicFrame>
          <p:nvGraphicFramePr>
            <p:cNvPr id="13316" name="Object 22"/>
            <p:cNvGraphicFramePr>
              <a:graphicFrameLocks noChangeAspect="1"/>
            </p:cNvGraphicFramePr>
            <p:nvPr/>
          </p:nvGraphicFramePr>
          <p:xfrm>
            <a:off x="3118" y="3566"/>
            <a:ext cx="1127" cy="234"/>
          </p:xfrm>
          <a:graphic>
            <a:graphicData uri="http://schemas.openxmlformats.org/presentationml/2006/ole">
              <p:oleObj spid="_x0000_s13316" name="公式" r:id="rId11" imgW="1041120" imgH="215640" progId="Equation.3">
                <p:embed/>
              </p:oleObj>
            </a:graphicData>
          </a:graphic>
        </p:graphicFrame>
        <p:sp>
          <p:nvSpPr>
            <p:cNvPr id="13335" name="Text Box 28"/>
            <p:cNvSpPr txBox="1">
              <a:spLocks noChangeArrowheads="1"/>
            </p:cNvSpPr>
            <p:nvPr/>
          </p:nvSpPr>
          <p:spPr bwMode="auto">
            <a:xfrm>
              <a:off x="4286" y="3521"/>
              <a:ext cx="635"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6600"/>
                  </a:solidFill>
                </a:rPr>
                <a:t>⑤</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9"/>
                                        </p:tgtEl>
                                        <p:attrNameLst>
                                          <p:attrName>style.visibility</p:attrName>
                                        </p:attrNameLst>
                                      </p:cBhvr>
                                      <p:to>
                                        <p:strVal val="visible"/>
                                      </p:to>
                                    </p:set>
                                    <p:animEffect transition="in" filter="wipe(left)">
                                      <p:cBhvr>
                                        <p:cTn id="7" dur="500"/>
                                        <p:tgtEl>
                                          <p:spTgt spid="1402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2"/>
                                        </p:tgtEl>
                                        <p:attrNameLst>
                                          <p:attrName>style.visibility</p:attrName>
                                        </p:attrNameLst>
                                      </p:cBhvr>
                                      <p:to>
                                        <p:strVal val="visible"/>
                                      </p:to>
                                    </p:set>
                                    <p:animEffect transition="in" filter="wipe(left)">
                                      <p:cBhvr>
                                        <p:cTn id="12" dur="500"/>
                                        <p:tgtEl>
                                          <p:spTgt spid="1402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0297"/>
                                        </p:tgtEl>
                                        <p:attrNameLst>
                                          <p:attrName>style.visibility</p:attrName>
                                        </p:attrNameLst>
                                      </p:cBhvr>
                                      <p:to>
                                        <p:strVal val="visible"/>
                                      </p:to>
                                    </p:set>
                                    <p:animEffect transition="in" filter="wipe(left)">
                                      <p:cBhvr>
                                        <p:cTn id="17" dur="500"/>
                                        <p:tgtEl>
                                          <p:spTgt spid="1402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0300"/>
                                        </p:tgtEl>
                                        <p:attrNameLst>
                                          <p:attrName>style.visibility</p:attrName>
                                        </p:attrNameLst>
                                      </p:cBhvr>
                                      <p:to>
                                        <p:strVal val="visible"/>
                                      </p:to>
                                    </p:set>
                                    <p:animEffect transition="in" filter="wipe(left)">
                                      <p:cBhvr>
                                        <p:cTn id="22" dur="500"/>
                                        <p:tgtEl>
                                          <p:spTgt spid="1403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0298"/>
                                        </p:tgtEl>
                                        <p:attrNameLst>
                                          <p:attrName>style.visibility</p:attrName>
                                        </p:attrNameLst>
                                      </p:cBhvr>
                                      <p:to>
                                        <p:strVal val="visible"/>
                                      </p:to>
                                    </p:set>
                                    <p:animEffect transition="in" filter="wipe(left)">
                                      <p:cBhvr>
                                        <p:cTn id="27" dur="500"/>
                                        <p:tgtEl>
                                          <p:spTgt spid="14029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0301"/>
                                        </p:tgtEl>
                                        <p:attrNameLst>
                                          <p:attrName>style.visibility</p:attrName>
                                        </p:attrNameLst>
                                      </p:cBhvr>
                                      <p:to>
                                        <p:strVal val="visible"/>
                                      </p:to>
                                    </p:set>
                                    <p:animEffect transition="in" filter="wipe(left)">
                                      <p:cBhvr>
                                        <p:cTn id="32" dur="500"/>
                                        <p:tgtEl>
                                          <p:spTgt spid="1403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0293"/>
                                        </p:tgtEl>
                                        <p:attrNameLst>
                                          <p:attrName>style.visibility</p:attrName>
                                        </p:attrNameLst>
                                      </p:cBhvr>
                                      <p:to>
                                        <p:strVal val="visible"/>
                                      </p:to>
                                    </p:set>
                                    <p:animEffect transition="in" filter="wipe(left)">
                                      <p:cBhvr>
                                        <p:cTn id="37" dur="500"/>
                                        <p:tgtEl>
                                          <p:spTgt spid="14029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0303"/>
                                        </p:tgtEl>
                                        <p:attrNameLst>
                                          <p:attrName>style.visibility</p:attrName>
                                        </p:attrNameLst>
                                      </p:cBhvr>
                                      <p:to>
                                        <p:strVal val="visible"/>
                                      </p:to>
                                    </p:set>
                                    <p:animEffect transition="in" filter="wipe(left)">
                                      <p:cBhvr>
                                        <p:cTn id="42" dur="500"/>
                                        <p:tgtEl>
                                          <p:spTgt spid="14030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0304"/>
                                        </p:tgtEl>
                                        <p:attrNameLst>
                                          <p:attrName>style.visibility</p:attrName>
                                        </p:attrNameLst>
                                      </p:cBhvr>
                                      <p:to>
                                        <p:strVal val="visible"/>
                                      </p:to>
                                    </p:set>
                                    <p:animEffect transition="in" filter="wipe(left)">
                                      <p:cBhvr>
                                        <p:cTn id="47" dur="500"/>
                                        <p:tgtEl>
                                          <p:spTgt spid="140304"/>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140305"/>
                                        </p:tgtEl>
                                        <p:attrNameLst>
                                          <p:attrName>style.visibility</p:attrName>
                                        </p:attrNameLst>
                                      </p:cBhvr>
                                      <p:to>
                                        <p:strVal val="visible"/>
                                      </p:to>
                                    </p:set>
                                    <p:animEffect transition="in" filter="wipe(left)">
                                      <p:cBhvr>
                                        <p:cTn id="51" dur="500"/>
                                        <p:tgtEl>
                                          <p:spTgt spid="14030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40295"/>
                                        </p:tgtEl>
                                        <p:attrNameLst>
                                          <p:attrName>style.visibility</p:attrName>
                                        </p:attrNameLst>
                                      </p:cBhvr>
                                      <p:to>
                                        <p:strVal val="visible"/>
                                      </p:to>
                                    </p:set>
                                    <p:animEffect transition="in" filter="wipe(left)">
                                      <p:cBhvr>
                                        <p:cTn id="56" dur="500"/>
                                        <p:tgtEl>
                                          <p:spTgt spid="14029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left)">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wipe(left)">
                                      <p:cBhvr>
                                        <p:cTn id="66" dur="500"/>
                                        <p:tgtEl>
                                          <p:spTgt spid="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wipe(left)">
                                      <p:cBhvr>
                                        <p:cTn id="71" dur="500"/>
                                        <p:tgtEl>
                                          <p:spTgt spid="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5"/>
                                        </p:tgtEl>
                                        <p:attrNameLst>
                                          <p:attrName>style.visibility</p:attrName>
                                        </p:attrNameLst>
                                      </p:cBhvr>
                                      <p:to>
                                        <p:strVal val="visible"/>
                                      </p:to>
                                    </p:set>
                                    <p:animEffect transition="in" filter="wipe(left)">
                                      <p:cBhvr>
                                        <p:cTn id="76" dur="500"/>
                                        <p:tgtEl>
                                          <p:spTgt spid="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left)">
                                      <p:cBhvr>
                                        <p:cTn id="8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8" grpId="0"/>
      <p:bldP spid="140292" grpId="0"/>
      <p:bldP spid="140293" grpId="0"/>
      <p:bldP spid="140295" grpId="0"/>
      <p:bldP spid="140299" grpId="0"/>
      <p:bldP spid="140300" grpId="0"/>
      <p:bldP spid="140301" grpId="0"/>
      <p:bldP spid="14030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6" name="Text Box 4"/>
          <p:cNvSpPr txBox="1">
            <a:spLocks noChangeArrowheads="1"/>
          </p:cNvSpPr>
          <p:nvPr/>
        </p:nvSpPr>
        <p:spPr bwMode="auto">
          <a:xfrm>
            <a:off x="395288" y="733425"/>
            <a:ext cx="2841625" cy="493713"/>
          </a:xfrm>
          <a:prstGeom prst="rect">
            <a:avLst/>
          </a:prstGeom>
          <a:noFill/>
          <a:ln w="9525">
            <a:noFill/>
            <a:miter lim="800000"/>
            <a:headEnd/>
            <a:tailEnd/>
          </a:ln>
        </p:spPr>
        <p:txBody>
          <a:bodyPr>
            <a:spAutoFit/>
          </a:bodyPr>
          <a:lstStyle/>
          <a:p>
            <a:pPr algn="l">
              <a:lnSpc>
                <a:spcPct val="110000"/>
              </a:lnSpc>
            </a:pPr>
            <a:r>
              <a:rPr lang="zh-CN" altLang="zh-CN" sz="2400" b="1">
                <a:ea typeface="楷体_GB2312" pitchFamily="49" charset="-122"/>
                <a:sym typeface="Symbol" pitchFamily="18" charset="2"/>
              </a:rPr>
              <a:t>联立式①～⑤解得</a:t>
            </a:r>
            <a:endParaRPr lang="zh-CN" altLang="en-US" sz="2400" b="1">
              <a:ea typeface="楷体_GB2312" pitchFamily="49" charset="-122"/>
              <a:sym typeface="Symbol" pitchFamily="18" charset="2"/>
            </a:endParaRPr>
          </a:p>
        </p:txBody>
      </p:sp>
      <p:sp>
        <p:nvSpPr>
          <p:cNvPr id="141317" name="Text Box 5"/>
          <p:cNvSpPr txBox="1">
            <a:spLocks noChangeArrowheads="1"/>
          </p:cNvSpPr>
          <p:nvPr/>
        </p:nvSpPr>
        <p:spPr bwMode="auto">
          <a:xfrm>
            <a:off x="1042988" y="2924175"/>
            <a:ext cx="5354637" cy="493713"/>
          </a:xfrm>
          <a:prstGeom prst="rect">
            <a:avLst/>
          </a:prstGeom>
          <a:noFill/>
          <a:ln w="9525">
            <a:noFill/>
            <a:miter lim="800000"/>
            <a:headEnd/>
            <a:tailEnd/>
          </a:ln>
        </p:spPr>
        <p:txBody>
          <a:bodyPr>
            <a:spAutoFit/>
          </a:bodyPr>
          <a:lstStyle/>
          <a:p>
            <a:pPr algn="l">
              <a:lnSpc>
                <a:spcPct val="110000"/>
              </a:lnSpc>
            </a:pPr>
            <a:r>
              <a:rPr lang="zh-CN" altLang="en-US" sz="2400" b="1">
                <a:ea typeface="楷体_GB2312" pitchFamily="49" charset="-122"/>
              </a:rPr>
              <a:t>所以，此振动系统的运动是</a:t>
            </a:r>
            <a:r>
              <a:rPr lang="zh-CN" altLang="en-US" sz="2400" b="1">
                <a:solidFill>
                  <a:srgbClr val="FF6600"/>
                </a:solidFill>
                <a:ea typeface="楷体_GB2312" pitchFamily="49" charset="-122"/>
              </a:rPr>
              <a:t>谐振动</a:t>
            </a:r>
            <a:r>
              <a:rPr lang="zh-CN" altLang="en-US" sz="2400" b="1">
                <a:ea typeface="楷体_GB2312" pitchFamily="49" charset="-122"/>
              </a:rPr>
              <a:t>。</a:t>
            </a:r>
          </a:p>
        </p:txBody>
      </p:sp>
      <p:sp>
        <p:nvSpPr>
          <p:cNvPr id="141320" name="Text Box 8"/>
          <p:cNvSpPr txBox="1">
            <a:spLocks noChangeArrowheads="1"/>
          </p:cNvSpPr>
          <p:nvPr/>
        </p:nvSpPr>
        <p:spPr bwMode="auto">
          <a:xfrm>
            <a:off x="1490663" y="1938338"/>
            <a:ext cx="488950" cy="493712"/>
          </a:xfrm>
          <a:prstGeom prst="rect">
            <a:avLst/>
          </a:prstGeom>
          <a:noFill/>
          <a:ln w="9525">
            <a:noFill/>
            <a:miter lim="800000"/>
            <a:headEnd/>
            <a:tailEnd/>
          </a:ln>
        </p:spPr>
        <p:txBody>
          <a:bodyPr wrap="none">
            <a:spAutoFit/>
          </a:bodyPr>
          <a:lstStyle/>
          <a:p>
            <a:pPr algn="l">
              <a:lnSpc>
                <a:spcPct val="110000"/>
              </a:lnSpc>
            </a:pPr>
            <a:r>
              <a:rPr lang="zh-CN" altLang="en-US" sz="2400" b="1">
                <a:ea typeface="楷体_GB2312" pitchFamily="49" charset="-122"/>
              </a:rPr>
              <a:t>即</a:t>
            </a:r>
          </a:p>
        </p:txBody>
      </p:sp>
      <p:sp>
        <p:nvSpPr>
          <p:cNvPr id="141322" name="Text Box 10"/>
          <p:cNvSpPr txBox="1">
            <a:spLocks noChangeArrowheads="1"/>
          </p:cNvSpPr>
          <p:nvPr/>
        </p:nvSpPr>
        <p:spPr bwMode="auto">
          <a:xfrm>
            <a:off x="395288" y="3582988"/>
            <a:ext cx="7416800" cy="493712"/>
          </a:xfrm>
          <a:prstGeom prst="rect">
            <a:avLst/>
          </a:prstGeom>
          <a:noFill/>
          <a:ln w="9525">
            <a:noFill/>
            <a:miter lim="800000"/>
            <a:headEnd/>
            <a:tailEnd/>
          </a:ln>
        </p:spPr>
        <p:txBody>
          <a:bodyPr>
            <a:spAutoFit/>
          </a:bodyPr>
          <a:lstStyle/>
          <a:p>
            <a:pPr algn="l">
              <a:lnSpc>
                <a:spcPct val="110000"/>
              </a:lnSpc>
            </a:pPr>
            <a:r>
              <a:rPr lang="en-US" altLang="zh-CN" sz="2400" b="1">
                <a:ea typeface="楷体_GB2312" pitchFamily="49" charset="-122"/>
              </a:rPr>
              <a:t>(2) </a:t>
            </a:r>
            <a:r>
              <a:rPr lang="zh-CN" altLang="en-US" sz="2400" b="1">
                <a:ea typeface="楷体_GB2312" pitchFamily="49" charset="-122"/>
              </a:rPr>
              <a:t>由上面的表达式知，此振动系统的角频率</a:t>
            </a:r>
          </a:p>
        </p:txBody>
      </p:sp>
      <p:sp>
        <p:nvSpPr>
          <p:cNvPr id="141325" name="Text Box 13"/>
          <p:cNvSpPr txBox="1">
            <a:spLocks noChangeArrowheads="1"/>
          </p:cNvSpPr>
          <p:nvPr/>
        </p:nvSpPr>
        <p:spPr bwMode="auto">
          <a:xfrm>
            <a:off x="900113" y="5588000"/>
            <a:ext cx="2474912" cy="493713"/>
          </a:xfrm>
          <a:prstGeom prst="rect">
            <a:avLst/>
          </a:prstGeom>
          <a:noFill/>
          <a:ln w="9525">
            <a:noFill/>
            <a:miter lim="800000"/>
            <a:headEnd/>
            <a:tailEnd/>
          </a:ln>
        </p:spPr>
        <p:txBody>
          <a:bodyPr>
            <a:spAutoFit/>
          </a:bodyPr>
          <a:lstStyle/>
          <a:p>
            <a:pPr algn="l">
              <a:lnSpc>
                <a:spcPct val="110000"/>
              </a:lnSpc>
            </a:pPr>
            <a:r>
              <a:rPr lang="zh-CN" altLang="en-US" sz="2400" b="1">
                <a:ea typeface="楷体_GB2312" pitchFamily="49" charset="-122"/>
              </a:rPr>
              <a:t>故振动周期为</a:t>
            </a:r>
            <a:r>
              <a:rPr lang="zh-CN" altLang="en-US" sz="2400" b="1" i="1">
                <a:ea typeface="楷体_GB2312" pitchFamily="49" charset="-122"/>
              </a:rPr>
              <a:t> </a:t>
            </a:r>
          </a:p>
        </p:txBody>
      </p:sp>
      <p:graphicFrame>
        <p:nvGraphicFramePr>
          <p:cNvPr id="141328" name="Object 16"/>
          <p:cNvGraphicFramePr>
            <a:graphicFrameLocks noChangeAspect="1"/>
          </p:cNvGraphicFramePr>
          <p:nvPr/>
        </p:nvGraphicFramePr>
        <p:xfrm>
          <a:off x="3251200" y="660400"/>
          <a:ext cx="2644775" cy="752475"/>
        </p:xfrm>
        <a:graphic>
          <a:graphicData uri="http://schemas.openxmlformats.org/presentationml/2006/ole">
            <p:oleObj spid="_x0000_s14338" name="公式" r:id="rId3" imgW="1473120" imgH="419040" progId="Equation.3">
              <p:embed/>
            </p:oleObj>
          </a:graphicData>
        </a:graphic>
      </p:graphicFrame>
      <p:graphicFrame>
        <p:nvGraphicFramePr>
          <p:cNvPr id="141329" name="Object 17"/>
          <p:cNvGraphicFramePr>
            <a:graphicFrameLocks noChangeAspect="1"/>
          </p:cNvGraphicFramePr>
          <p:nvPr/>
        </p:nvGraphicFramePr>
        <p:xfrm>
          <a:off x="2195513" y="1773238"/>
          <a:ext cx="2778125" cy="801687"/>
        </p:xfrm>
        <a:graphic>
          <a:graphicData uri="http://schemas.openxmlformats.org/presentationml/2006/ole">
            <p:oleObj spid="_x0000_s14339" name="公式" r:id="rId4" imgW="1536480" imgH="444240" progId="Equation.3">
              <p:embed/>
            </p:oleObj>
          </a:graphicData>
        </a:graphic>
      </p:graphicFrame>
      <p:graphicFrame>
        <p:nvGraphicFramePr>
          <p:cNvPr id="141330" name="Object 18"/>
          <p:cNvGraphicFramePr>
            <a:graphicFrameLocks noChangeAspect="1"/>
          </p:cNvGraphicFramePr>
          <p:nvPr/>
        </p:nvGraphicFramePr>
        <p:xfrm>
          <a:off x="3090863" y="4238625"/>
          <a:ext cx="2098675" cy="846138"/>
        </p:xfrm>
        <a:graphic>
          <a:graphicData uri="http://schemas.openxmlformats.org/presentationml/2006/ole">
            <p:oleObj spid="_x0000_s14340" name="公式" r:id="rId5" imgW="1168200" imgH="469800" progId="Equation.3">
              <p:embed/>
            </p:oleObj>
          </a:graphicData>
        </a:graphic>
      </p:graphicFrame>
      <p:graphicFrame>
        <p:nvGraphicFramePr>
          <p:cNvPr id="141331" name="Object 19"/>
          <p:cNvGraphicFramePr>
            <a:graphicFrameLocks noChangeAspect="1"/>
          </p:cNvGraphicFramePr>
          <p:nvPr/>
        </p:nvGraphicFramePr>
        <p:xfrm>
          <a:off x="3094038" y="5391150"/>
          <a:ext cx="3062287" cy="846138"/>
        </p:xfrm>
        <a:graphic>
          <a:graphicData uri="http://schemas.openxmlformats.org/presentationml/2006/ole">
            <p:oleObj spid="_x0000_s14341" name="公式" r:id="rId6" imgW="1701720" imgH="469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6"/>
                                        </p:tgtEl>
                                        <p:attrNameLst>
                                          <p:attrName>style.visibility</p:attrName>
                                        </p:attrNameLst>
                                      </p:cBhvr>
                                      <p:to>
                                        <p:strVal val="visible"/>
                                      </p:to>
                                    </p:set>
                                    <p:animEffect transition="in" filter="wipe(left)">
                                      <p:cBhvr>
                                        <p:cTn id="7" dur="500"/>
                                        <p:tgtEl>
                                          <p:spTgt spid="1413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1328"/>
                                        </p:tgtEl>
                                        <p:attrNameLst>
                                          <p:attrName>style.visibility</p:attrName>
                                        </p:attrNameLst>
                                      </p:cBhvr>
                                      <p:to>
                                        <p:strVal val="visible"/>
                                      </p:to>
                                    </p:set>
                                    <p:animEffect transition="in" filter="wipe(left)">
                                      <p:cBhvr>
                                        <p:cTn id="12" dur="500"/>
                                        <p:tgtEl>
                                          <p:spTgt spid="1413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20"/>
                                        </p:tgtEl>
                                        <p:attrNameLst>
                                          <p:attrName>style.visibility</p:attrName>
                                        </p:attrNameLst>
                                      </p:cBhvr>
                                      <p:to>
                                        <p:strVal val="visible"/>
                                      </p:to>
                                    </p:set>
                                    <p:animEffect transition="in" filter="wipe(left)">
                                      <p:cBhvr>
                                        <p:cTn id="17" dur="500"/>
                                        <p:tgtEl>
                                          <p:spTgt spid="1413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1329"/>
                                        </p:tgtEl>
                                        <p:attrNameLst>
                                          <p:attrName>style.visibility</p:attrName>
                                        </p:attrNameLst>
                                      </p:cBhvr>
                                      <p:to>
                                        <p:strVal val="visible"/>
                                      </p:to>
                                    </p:set>
                                    <p:animEffect transition="in" filter="wipe(left)">
                                      <p:cBhvr>
                                        <p:cTn id="22" dur="500"/>
                                        <p:tgtEl>
                                          <p:spTgt spid="1413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1317"/>
                                        </p:tgtEl>
                                        <p:attrNameLst>
                                          <p:attrName>style.visibility</p:attrName>
                                        </p:attrNameLst>
                                      </p:cBhvr>
                                      <p:to>
                                        <p:strVal val="visible"/>
                                      </p:to>
                                    </p:set>
                                    <p:animEffect transition="in" filter="wipe(left)">
                                      <p:cBhvr>
                                        <p:cTn id="27" dur="500"/>
                                        <p:tgtEl>
                                          <p:spTgt spid="1413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1322"/>
                                        </p:tgtEl>
                                        <p:attrNameLst>
                                          <p:attrName>style.visibility</p:attrName>
                                        </p:attrNameLst>
                                      </p:cBhvr>
                                      <p:to>
                                        <p:strVal val="visible"/>
                                      </p:to>
                                    </p:set>
                                    <p:animEffect transition="in" filter="wipe(left)">
                                      <p:cBhvr>
                                        <p:cTn id="32" dur="500"/>
                                        <p:tgtEl>
                                          <p:spTgt spid="1413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1330"/>
                                        </p:tgtEl>
                                        <p:attrNameLst>
                                          <p:attrName>style.visibility</p:attrName>
                                        </p:attrNameLst>
                                      </p:cBhvr>
                                      <p:to>
                                        <p:strVal val="visible"/>
                                      </p:to>
                                    </p:set>
                                    <p:animEffect transition="in" filter="wipe(left)">
                                      <p:cBhvr>
                                        <p:cTn id="37" dur="500"/>
                                        <p:tgtEl>
                                          <p:spTgt spid="1413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1325"/>
                                        </p:tgtEl>
                                        <p:attrNameLst>
                                          <p:attrName>style.visibility</p:attrName>
                                        </p:attrNameLst>
                                      </p:cBhvr>
                                      <p:to>
                                        <p:strVal val="visible"/>
                                      </p:to>
                                    </p:set>
                                    <p:animEffect transition="in" filter="wipe(left)">
                                      <p:cBhvr>
                                        <p:cTn id="42" dur="500"/>
                                        <p:tgtEl>
                                          <p:spTgt spid="1413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1331"/>
                                        </p:tgtEl>
                                        <p:attrNameLst>
                                          <p:attrName>style.visibility</p:attrName>
                                        </p:attrNameLst>
                                      </p:cBhvr>
                                      <p:to>
                                        <p:strVal val="visible"/>
                                      </p:to>
                                    </p:set>
                                    <p:animEffect transition="in" filter="wipe(left)">
                                      <p:cBhvr>
                                        <p:cTn id="47" dur="500"/>
                                        <p:tgtEl>
                                          <p:spTgt spid="141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6" grpId="0"/>
      <p:bldP spid="141317" grpId="0"/>
      <p:bldP spid="141320" grpId="0"/>
      <p:bldP spid="141322" grpId="0"/>
      <p:bldP spid="1413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40" name="Text Box 4"/>
          <p:cNvSpPr txBox="1">
            <a:spLocks noChangeArrowheads="1"/>
          </p:cNvSpPr>
          <p:nvPr/>
        </p:nvSpPr>
        <p:spPr bwMode="auto">
          <a:xfrm>
            <a:off x="611188" y="3500438"/>
            <a:ext cx="5354637" cy="493712"/>
          </a:xfrm>
          <a:prstGeom prst="rect">
            <a:avLst/>
          </a:prstGeom>
          <a:noFill/>
          <a:ln w="9525">
            <a:noFill/>
            <a:miter lim="800000"/>
            <a:headEnd/>
            <a:tailEnd/>
          </a:ln>
        </p:spPr>
        <p:txBody>
          <a:bodyPr>
            <a:spAutoFit/>
          </a:bodyPr>
          <a:lstStyle/>
          <a:p>
            <a:pPr algn="l">
              <a:lnSpc>
                <a:spcPct val="110000"/>
              </a:lnSpc>
            </a:pPr>
            <a:r>
              <a:rPr lang="zh-CN" altLang="en-US" sz="2400" b="1">
                <a:ea typeface="楷体_GB2312" pitchFamily="49" charset="-122"/>
              </a:rPr>
              <a:t>振动系统的振动方程为</a:t>
            </a:r>
          </a:p>
        </p:txBody>
      </p:sp>
      <p:sp>
        <p:nvSpPr>
          <p:cNvPr id="142342" name="Text Box 6"/>
          <p:cNvSpPr txBox="1">
            <a:spLocks noChangeArrowheads="1"/>
          </p:cNvSpPr>
          <p:nvPr/>
        </p:nvSpPr>
        <p:spPr bwMode="auto">
          <a:xfrm>
            <a:off x="611188" y="703263"/>
            <a:ext cx="7416800" cy="493712"/>
          </a:xfrm>
          <a:prstGeom prst="rect">
            <a:avLst/>
          </a:prstGeom>
          <a:noFill/>
          <a:ln w="9525">
            <a:noFill/>
            <a:miter lim="800000"/>
            <a:headEnd/>
            <a:tailEnd/>
          </a:ln>
        </p:spPr>
        <p:txBody>
          <a:bodyPr>
            <a:spAutoFit/>
          </a:bodyPr>
          <a:lstStyle/>
          <a:p>
            <a:pPr algn="l">
              <a:lnSpc>
                <a:spcPct val="110000"/>
              </a:lnSpc>
            </a:pPr>
            <a:r>
              <a:rPr lang="en-US" altLang="zh-CN" sz="2400" b="1">
                <a:ea typeface="楷体_GB2312" pitchFamily="49" charset="-122"/>
                <a:sym typeface="Symbol" pitchFamily="18" charset="2"/>
              </a:rPr>
              <a:t>(3) </a:t>
            </a:r>
            <a:r>
              <a:rPr lang="zh-CN" altLang="en-US" sz="2400" b="1">
                <a:ea typeface="楷体_GB2312" pitchFamily="49" charset="-122"/>
                <a:sym typeface="Symbol" pitchFamily="18" charset="2"/>
              </a:rPr>
              <a:t>依题意知 </a:t>
            </a:r>
            <a:r>
              <a:rPr lang="en-US" altLang="zh-CN" sz="2400" b="1" i="1">
                <a:solidFill>
                  <a:srgbClr val="FF6600"/>
                </a:solidFill>
                <a:ea typeface="楷体_GB2312" pitchFamily="49" charset="-122"/>
                <a:sym typeface="Symbol" pitchFamily="18" charset="2"/>
              </a:rPr>
              <a:t>t</a:t>
            </a:r>
            <a:r>
              <a:rPr lang="zh-CN" altLang="en-US" sz="2400" b="1">
                <a:solidFill>
                  <a:srgbClr val="FF6600"/>
                </a:solidFill>
                <a:ea typeface="楷体_GB2312" pitchFamily="49" charset="-122"/>
                <a:sym typeface="Symbol" pitchFamily="18" charset="2"/>
              </a:rPr>
              <a:t>＝</a:t>
            </a:r>
            <a:r>
              <a:rPr lang="en-US" altLang="zh-CN" sz="2400" b="1">
                <a:solidFill>
                  <a:srgbClr val="FF6600"/>
                </a:solidFill>
                <a:ea typeface="楷体_GB2312" pitchFamily="49" charset="-122"/>
                <a:sym typeface="Symbol" pitchFamily="18" charset="2"/>
              </a:rPr>
              <a:t>0</a:t>
            </a:r>
            <a:r>
              <a:rPr lang="en-US" altLang="zh-CN" sz="2400" b="1">
                <a:ea typeface="楷体_GB2312" pitchFamily="49" charset="-122"/>
                <a:sym typeface="Symbol" pitchFamily="18" charset="2"/>
              </a:rPr>
              <a:t> </a:t>
            </a:r>
            <a:r>
              <a:rPr lang="zh-CN" altLang="en-US" sz="2400" b="1">
                <a:ea typeface="楷体_GB2312" pitchFamily="49" charset="-122"/>
                <a:sym typeface="Symbol" pitchFamily="18" charset="2"/>
              </a:rPr>
              <a:t>时，</a:t>
            </a:r>
            <a:r>
              <a:rPr lang="en-US" altLang="zh-CN" sz="2400" b="1" i="1">
                <a:solidFill>
                  <a:srgbClr val="FF6600"/>
                </a:solidFill>
                <a:ea typeface="楷体_GB2312" pitchFamily="49" charset="-122"/>
                <a:sym typeface="Symbol" pitchFamily="18" charset="2"/>
              </a:rPr>
              <a:t>x</a:t>
            </a:r>
            <a:r>
              <a:rPr lang="en-US" altLang="zh-CN" sz="2400" b="1" baseline="-25000">
                <a:solidFill>
                  <a:srgbClr val="FF6600"/>
                </a:solidFill>
                <a:ea typeface="楷体_GB2312" pitchFamily="49" charset="-122"/>
                <a:sym typeface="Symbol" pitchFamily="18" charset="2"/>
              </a:rPr>
              <a:t>0 </a:t>
            </a:r>
            <a:r>
              <a:rPr lang="en-US" altLang="zh-CN" sz="2400" b="1">
                <a:solidFill>
                  <a:srgbClr val="FF6600"/>
                </a:solidFill>
                <a:ea typeface="楷体_GB2312" pitchFamily="49" charset="-122"/>
                <a:sym typeface="Symbol" pitchFamily="18" charset="2"/>
              </a:rPr>
              <a:t>= -</a:t>
            </a:r>
            <a:r>
              <a:rPr lang="en-US" altLang="zh-CN" sz="2400" b="1" i="1">
                <a:solidFill>
                  <a:srgbClr val="FF6600"/>
                </a:solidFill>
                <a:ea typeface="楷体_GB2312" pitchFamily="49" charset="-122"/>
                <a:sym typeface="Symbol" pitchFamily="18" charset="2"/>
              </a:rPr>
              <a:t>b</a:t>
            </a:r>
            <a:r>
              <a:rPr lang="en-US" altLang="zh-CN" sz="2400" b="1" i="1">
                <a:ea typeface="楷体_GB2312" pitchFamily="49" charset="-122"/>
                <a:sym typeface="Symbol" pitchFamily="18" charset="2"/>
              </a:rPr>
              <a:t> </a:t>
            </a:r>
            <a:r>
              <a:rPr lang="zh-CN" altLang="en-US" sz="2400" b="1">
                <a:ea typeface="楷体_GB2312" pitchFamily="49" charset="-122"/>
                <a:sym typeface="Symbol" pitchFamily="18" charset="2"/>
              </a:rPr>
              <a:t>，</a:t>
            </a:r>
            <a:r>
              <a:rPr lang="en-US" altLang="zh-CN" sz="2400" b="1" i="1">
                <a:solidFill>
                  <a:srgbClr val="FF6600"/>
                </a:solidFill>
                <a:ea typeface="楷体_GB2312" pitchFamily="49" charset="-122"/>
                <a:sym typeface="Symbol" pitchFamily="18" charset="2"/>
              </a:rPr>
              <a:t>v</a:t>
            </a:r>
            <a:r>
              <a:rPr lang="en-US" altLang="zh-CN" sz="2400" b="1" baseline="-25000">
                <a:solidFill>
                  <a:srgbClr val="FF6600"/>
                </a:solidFill>
                <a:ea typeface="楷体_GB2312" pitchFamily="49" charset="-122"/>
                <a:sym typeface="Symbol" pitchFamily="18" charset="2"/>
              </a:rPr>
              <a:t>0 </a:t>
            </a:r>
            <a:r>
              <a:rPr lang="en-US" altLang="zh-CN" sz="2400" b="1">
                <a:solidFill>
                  <a:srgbClr val="FF6600"/>
                </a:solidFill>
                <a:ea typeface="楷体_GB2312" pitchFamily="49" charset="-122"/>
                <a:sym typeface="Symbol" pitchFamily="18" charset="2"/>
              </a:rPr>
              <a:t>= 0</a:t>
            </a:r>
            <a:r>
              <a:rPr lang="en-US" altLang="zh-CN" sz="2400" b="1" i="1">
                <a:ea typeface="楷体_GB2312" pitchFamily="49" charset="-122"/>
                <a:sym typeface="Symbol" pitchFamily="18" charset="2"/>
              </a:rPr>
              <a:t> </a:t>
            </a:r>
            <a:r>
              <a:rPr lang="zh-CN" altLang="en-US" sz="2400" b="1">
                <a:ea typeface="楷体_GB2312" pitchFamily="49" charset="-122"/>
                <a:sym typeface="Symbol" pitchFamily="18" charset="2"/>
              </a:rPr>
              <a:t>，可求出</a:t>
            </a:r>
          </a:p>
        </p:txBody>
      </p:sp>
      <p:graphicFrame>
        <p:nvGraphicFramePr>
          <p:cNvPr id="142352" name="Object 16"/>
          <p:cNvGraphicFramePr>
            <a:graphicFrameLocks noChangeAspect="1"/>
          </p:cNvGraphicFramePr>
          <p:nvPr/>
        </p:nvGraphicFramePr>
        <p:xfrm>
          <a:off x="2273300" y="1400175"/>
          <a:ext cx="2803525" cy="846138"/>
        </p:xfrm>
        <a:graphic>
          <a:graphicData uri="http://schemas.openxmlformats.org/presentationml/2006/ole">
            <p:oleObj spid="_x0000_s15362" name="公式" r:id="rId3" imgW="1562040" imgH="469800" progId="Equation.3">
              <p:embed/>
            </p:oleObj>
          </a:graphicData>
        </a:graphic>
      </p:graphicFrame>
      <p:graphicFrame>
        <p:nvGraphicFramePr>
          <p:cNvPr id="142353" name="Object 17"/>
          <p:cNvGraphicFramePr>
            <a:graphicFrameLocks noChangeAspect="1"/>
          </p:cNvGraphicFramePr>
          <p:nvPr/>
        </p:nvGraphicFramePr>
        <p:xfrm>
          <a:off x="2246313" y="2408238"/>
          <a:ext cx="2911475" cy="798512"/>
        </p:xfrm>
        <a:graphic>
          <a:graphicData uri="http://schemas.openxmlformats.org/presentationml/2006/ole">
            <p:oleObj spid="_x0000_s15363" name="公式" r:id="rId4" imgW="1625400" imgH="444240" progId="Equation.3">
              <p:embed/>
            </p:oleObj>
          </a:graphicData>
        </a:graphic>
      </p:graphicFrame>
      <p:graphicFrame>
        <p:nvGraphicFramePr>
          <p:cNvPr id="142354" name="Object 18"/>
          <p:cNvGraphicFramePr>
            <a:graphicFrameLocks noChangeAspect="1"/>
          </p:cNvGraphicFramePr>
          <p:nvPr/>
        </p:nvGraphicFramePr>
        <p:xfrm>
          <a:off x="1498600" y="4221163"/>
          <a:ext cx="5561013" cy="914400"/>
        </p:xfrm>
        <a:graphic>
          <a:graphicData uri="http://schemas.openxmlformats.org/presentationml/2006/ole">
            <p:oleObj spid="_x0000_s15364" name="公式" r:id="rId5" imgW="3098520" imgH="50796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42"/>
                                        </p:tgtEl>
                                        <p:attrNameLst>
                                          <p:attrName>style.visibility</p:attrName>
                                        </p:attrNameLst>
                                      </p:cBhvr>
                                      <p:to>
                                        <p:strVal val="visible"/>
                                      </p:to>
                                    </p:set>
                                    <p:animEffect transition="in" filter="wipe(left)">
                                      <p:cBhvr>
                                        <p:cTn id="7" dur="500"/>
                                        <p:tgtEl>
                                          <p:spTgt spid="1423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2352"/>
                                        </p:tgtEl>
                                        <p:attrNameLst>
                                          <p:attrName>style.visibility</p:attrName>
                                        </p:attrNameLst>
                                      </p:cBhvr>
                                      <p:to>
                                        <p:strVal val="visible"/>
                                      </p:to>
                                    </p:set>
                                    <p:animEffect transition="in" filter="wipe(left)">
                                      <p:cBhvr>
                                        <p:cTn id="12" dur="500"/>
                                        <p:tgtEl>
                                          <p:spTgt spid="1423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2353"/>
                                        </p:tgtEl>
                                        <p:attrNameLst>
                                          <p:attrName>style.visibility</p:attrName>
                                        </p:attrNameLst>
                                      </p:cBhvr>
                                      <p:to>
                                        <p:strVal val="visible"/>
                                      </p:to>
                                    </p:set>
                                    <p:animEffect transition="in" filter="wipe(left)">
                                      <p:cBhvr>
                                        <p:cTn id="17" dur="500"/>
                                        <p:tgtEl>
                                          <p:spTgt spid="1423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2340"/>
                                        </p:tgtEl>
                                        <p:attrNameLst>
                                          <p:attrName>style.visibility</p:attrName>
                                        </p:attrNameLst>
                                      </p:cBhvr>
                                      <p:to>
                                        <p:strVal val="visible"/>
                                      </p:to>
                                    </p:set>
                                    <p:animEffect transition="in" filter="wipe(left)">
                                      <p:cBhvr>
                                        <p:cTn id="22" dur="500"/>
                                        <p:tgtEl>
                                          <p:spTgt spid="1423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2354"/>
                                        </p:tgtEl>
                                        <p:attrNameLst>
                                          <p:attrName>style.visibility</p:attrName>
                                        </p:attrNameLst>
                                      </p:cBhvr>
                                      <p:to>
                                        <p:strVal val="visible"/>
                                      </p:to>
                                    </p:set>
                                    <p:animEffect transition="in" filter="wipe(left)">
                                      <p:cBhvr>
                                        <p:cTn id="27" dur="500"/>
                                        <p:tgtEl>
                                          <p:spTgt spid="142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p:bldP spid="14234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4"/>
          <p:cNvSpPr txBox="1">
            <a:spLocks noChangeArrowheads="1"/>
          </p:cNvSpPr>
          <p:nvPr/>
        </p:nvSpPr>
        <p:spPr bwMode="auto">
          <a:xfrm>
            <a:off x="179388" y="404813"/>
            <a:ext cx="6248400" cy="457200"/>
          </a:xfrm>
          <a:prstGeom prst="rect">
            <a:avLst/>
          </a:prstGeom>
          <a:noFill/>
          <a:ln w="9525">
            <a:noFill/>
            <a:miter lim="800000"/>
            <a:headEnd/>
            <a:tailEnd/>
          </a:ln>
        </p:spPr>
        <p:txBody>
          <a:bodyPr>
            <a:spAutoFit/>
          </a:bodyPr>
          <a:lstStyle/>
          <a:p>
            <a:pPr algn="l"/>
            <a:r>
              <a:rPr lang="zh-CN" altLang="en-US" sz="2400" b="1">
                <a:solidFill>
                  <a:schemeClr val="accent2"/>
                </a:solidFill>
              </a:rPr>
              <a:t>三、谐振动的</a:t>
            </a:r>
            <a:r>
              <a:rPr lang="zh-CN" altLang="en-US" sz="2400" b="1">
                <a:solidFill>
                  <a:schemeClr val="accent2"/>
                </a:solidFill>
                <a:latin typeface="楷体_GB2312" pitchFamily="49" charset="-122"/>
              </a:rPr>
              <a:t>旋转矢量表示</a:t>
            </a:r>
            <a:endParaRPr lang="zh-CN" altLang="en-US" sz="2400">
              <a:solidFill>
                <a:schemeClr val="accent2"/>
              </a:solidFill>
            </a:endParaRPr>
          </a:p>
        </p:txBody>
      </p:sp>
      <p:grpSp>
        <p:nvGrpSpPr>
          <p:cNvPr id="2" name="Group 72"/>
          <p:cNvGrpSpPr>
            <a:grpSpLocks/>
          </p:cNvGrpSpPr>
          <p:nvPr/>
        </p:nvGrpSpPr>
        <p:grpSpPr bwMode="auto">
          <a:xfrm>
            <a:off x="5321300" y="1936750"/>
            <a:ext cx="1168400" cy="754063"/>
            <a:chOff x="3888" y="652"/>
            <a:chExt cx="736" cy="475"/>
          </a:xfrm>
        </p:grpSpPr>
        <p:grpSp>
          <p:nvGrpSpPr>
            <p:cNvPr id="16418" name="Group 73"/>
            <p:cNvGrpSpPr>
              <a:grpSpLocks/>
            </p:cNvGrpSpPr>
            <p:nvPr/>
          </p:nvGrpSpPr>
          <p:grpSpPr bwMode="auto">
            <a:xfrm rot="1485197">
              <a:off x="3888" y="864"/>
              <a:ext cx="367" cy="263"/>
              <a:chOff x="3840" y="421"/>
              <a:chExt cx="367" cy="263"/>
            </a:xfrm>
          </p:grpSpPr>
          <p:sp>
            <p:nvSpPr>
              <p:cNvPr id="16420" name="Arc 74"/>
              <p:cNvSpPr>
                <a:spLocks/>
              </p:cNvSpPr>
              <p:nvPr/>
            </p:nvSpPr>
            <p:spPr bwMode="auto">
              <a:xfrm>
                <a:off x="3863" y="453"/>
                <a:ext cx="344" cy="2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2"/>
                </a:solidFill>
                <a:round/>
                <a:headEnd/>
                <a:tailEnd/>
              </a:ln>
            </p:spPr>
            <p:txBody>
              <a:bodyPr/>
              <a:lstStyle/>
              <a:p>
                <a:endParaRPr lang="zh-CN" altLang="en-US"/>
              </a:p>
            </p:txBody>
          </p:sp>
          <p:sp>
            <p:nvSpPr>
              <p:cNvPr id="16421" name="Line 75"/>
              <p:cNvSpPr>
                <a:spLocks noChangeShapeType="1"/>
              </p:cNvSpPr>
              <p:nvPr/>
            </p:nvSpPr>
            <p:spPr bwMode="auto">
              <a:xfrm>
                <a:off x="3840" y="480"/>
                <a:ext cx="139" cy="27"/>
              </a:xfrm>
              <a:prstGeom prst="line">
                <a:avLst/>
              </a:prstGeom>
              <a:noFill/>
              <a:ln w="38100">
                <a:solidFill>
                  <a:schemeClr val="accent2"/>
                </a:solidFill>
                <a:round/>
                <a:headEnd type="none" w="med" len="sm"/>
                <a:tailEnd type="none" w="med" len="sm"/>
              </a:ln>
            </p:spPr>
            <p:txBody>
              <a:bodyPr/>
              <a:lstStyle/>
              <a:p>
                <a:endParaRPr lang="zh-CN" altLang="en-US"/>
              </a:p>
            </p:txBody>
          </p:sp>
          <p:sp>
            <p:nvSpPr>
              <p:cNvPr id="16422" name="Line 76"/>
              <p:cNvSpPr>
                <a:spLocks noChangeShapeType="1"/>
              </p:cNvSpPr>
              <p:nvPr/>
            </p:nvSpPr>
            <p:spPr bwMode="auto">
              <a:xfrm flipV="1">
                <a:off x="3840" y="421"/>
                <a:ext cx="143" cy="59"/>
              </a:xfrm>
              <a:prstGeom prst="line">
                <a:avLst/>
              </a:prstGeom>
              <a:noFill/>
              <a:ln w="38100">
                <a:solidFill>
                  <a:schemeClr val="accent2"/>
                </a:solidFill>
                <a:round/>
                <a:headEnd type="none" w="med" len="sm"/>
                <a:tailEnd type="none" w="med" len="sm"/>
              </a:ln>
            </p:spPr>
            <p:txBody>
              <a:bodyPr/>
              <a:lstStyle/>
              <a:p>
                <a:endParaRPr lang="zh-CN" altLang="en-US"/>
              </a:p>
            </p:txBody>
          </p:sp>
        </p:grpSp>
        <p:sp>
          <p:nvSpPr>
            <p:cNvPr id="16419" name="Rectangle 77"/>
            <p:cNvSpPr>
              <a:spLocks noChangeArrowheads="1"/>
            </p:cNvSpPr>
            <p:nvPr/>
          </p:nvSpPr>
          <p:spPr bwMode="auto">
            <a:xfrm>
              <a:off x="4176" y="652"/>
              <a:ext cx="448" cy="242"/>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sym typeface="Symbol" pitchFamily="18" charset="2"/>
                </a:rPr>
                <a:t></a:t>
              </a:r>
              <a:endParaRPr lang="en-US" altLang="zh-CN" sz="2400"/>
            </a:p>
          </p:txBody>
        </p:sp>
      </p:grpSp>
      <p:grpSp>
        <p:nvGrpSpPr>
          <p:cNvPr id="4" name="Group 78"/>
          <p:cNvGrpSpPr>
            <a:grpSpLocks/>
          </p:cNvGrpSpPr>
          <p:nvPr/>
        </p:nvGrpSpPr>
        <p:grpSpPr bwMode="auto">
          <a:xfrm>
            <a:off x="3271838" y="2863850"/>
            <a:ext cx="3649662" cy="1009650"/>
            <a:chOff x="2597" y="1236"/>
            <a:chExt cx="2299" cy="636"/>
          </a:xfrm>
        </p:grpSpPr>
        <p:sp>
          <p:nvSpPr>
            <p:cNvPr id="16414" name="Rectangle 79"/>
            <p:cNvSpPr>
              <a:spLocks noChangeArrowheads="1"/>
            </p:cNvSpPr>
            <p:nvPr/>
          </p:nvSpPr>
          <p:spPr bwMode="auto">
            <a:xfrm>
              <a:off x="3334" y="1474"/>
              <a:ext cx="448" cy="398"/>
            </a:xfrm>
            <a:prstGeom prst="rect">
              <a:avLst/>
            </a:prstGeom>
            <a:noFill/>
            <a:ln w="25400">
              <a:noFill/>
              <a:miter lim="800000"/>
              <a:headEnd/>
              <a:tailEnd/>
            </a:ln>
          </p:spPr>
          <p:txBody>
            <a:bodyPr lIns="12700" tIns="12700" rIns="12700" bIns="12700"/>
            <a:lstStyle/>
            <a:p>
              <a:pPr algn="just"/>
              <a:r>
                <a:rPr lang="en-US" altLang="zh-CN" sz="2400" b="1" i="1">
                  <a:solidFill>
                    <a:schemeClr val="bg1"/>
                  </a:solidFill>
                  <a:sym typeface="Symbol" pitchFamily="18" charset="2"/>
                </a:rPr>
                <a:t></a:t>
              </a:r>
              <a:endParaRPr lang="en-US" altLang="zh-CN" sz="2400"/>
            </a:p>
          </p:txBody>
        </p:sp>
        <p:sp>
          <p:nvSpPr>
            <p:cNvPr id="16415" name="Line 80"/>
            <p:cNvSpPr>
              <a:spLocks noChangeShapeType="1"/>
            </p:cNvSpPr>
            <p:nvPr/>
          </p:nvSpPr>
          <p:spPr bwMode="auto">
            <a:xfrm flipV="1">
              <a:off x="2597" y="1248"/>
              <a:ext cx="1370" cy="538"/>
            </a:xfrm>
            <a:prstGeom prst="line">
              <a:avLst/>
            </a:prstGeom>
            <a:noFill/>
            <a:ln w="38100">
              <a:solidFill>
                <a:schemeClr val="tx2"/>
              </a:solidFill>
              <a:round/>
              <a:headEnd type="none" w="med" len="sm"/>
              <a:tailEnd type="triangle" w="med" len="sm"/>
            </a:ln>
          </p:spPr>
          <p:txBody>
            <a:bodyPr/>
            <a:lstStyle/>
            <a:p>
              <a:endParaRPr lang="zh-CN" altLang="en-US"/>
            </a:p>
          </p:txBody>
        </p:sp>
        <p:sp>
          <p:nvSpPr>
            <p:cNvPr id="16416" name="Arc 81"/>
            <p:cNvSpPr>
              <a:spLocks/>
            </p:cNvSpPr>
            <p:nvPr/>
          </p:nvSpPr>
          <p:spPr bwMode="auto">
            <a:xfrm>
              <a:off x="3112" y="1598"/>
              <a:ext cx="140" cy="1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chemeClr val="bg1"/>
              </a:solidFill>
              <a:round/>
              <a:headEnd/>
              <a:tailEnd/>
            </a:ln>
          </p:spPr>
          <p:txBody>
            <a:bodyPr/>
            <a:lstStyle/>
            <a:p>
              <a:endParaRPr lang="zh-CN" altLang="en-US"/>
            </a:p>
          </p:txBody>
        </p:sp>
        <p:sp>
          <p:nvSpPr>
            <p:cNvPr id="16417" name="Rectangle 82"/>
            <p:cNvSpPr>
              <a:spLocks noChangeArrowheads="1"/>
            </p:cNvSpPr>
            <p:nvPr/>
          </p:nvSpPr>
          <p:spPr bwMode="auto">
            <a:xfrm>
              <a:off x="4279" y="1236"/>
              <a:ext cx="617" cy="252"/>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rPr>
                <a:t>t = 0</a:t>
              </a:r>
              <a:endParaRPr lang="en-US" altLang="zh-CN" sz="2400"/>
            </a:p>
          </p:txBody>
        </p:sp>
        <p:graphicFrame>
          <p:nvGraphicFramePr>
            <p:cNvPr id="16390" name="Object 83"/>
            <p:cNvGraphicFramePr>
              <a:graphicFrameLocks noChangeAspect="1"/>
            </p:cNvGraphicFramePr>
            <p:nvPr/>
          </p:nvGraphicFramePr>
          <p:xfrm>
            <a:off x="4015" y="1248"/>
            <a:ext cx="206" cy="256"/>
          </p:xfrm>
          <a:graphic>
            <a:graphicData uri="http://schemas.openxmlformats.org/presentationml/2006/ole">
              <p:oleObj spid="_x0000_s16390" name="公式" r:id="rId3" imgW="266400" imgH="330120" progId="Equation.3">
                <p:embed/>
              </p:oleObj>
            </a:graphicData>
          </a:graphic>
        </p:graphicFrame>
      </p:grpSp>
      <p:grpSp>
        <p:nvGrpSpPr>
          <p:cNvPr id="5" name="Group 84"/>
          <p:cNvGrpSpPr>
            <a:grpSpLocks/>
          </p:cNvGrpSpPr>
          <p:nvPr/>
        </p:nvGrpSpPr>
        <p:grpSpPr bwMode="auto">
          <a:xfrm>
            <a:off x="4787900" y="2197100"/>
            <a:ext cx="560388" cy="2152650"/>
            <a:chOff x="3535" y="804"/>
            <a:chExt cx="353" cy="1356"/>
          </a:xfrm>
        </p:grpSpPr>
        <p:sp>
          <p:nvSpPr>
            <p:cNvPr id="16411" name="Line 85"/>
            <p:cNvSpPr>
              <a:spLocks noChangeShapeType="1"/>
            </p:cNvSpPr>
            <p:nvPr/>
          </p:nvSpPr>
          <p:spPr bwMode="auto">
            <a:xfrm>
              <a:off x="3629" y="804"/>
              <a:ext cx="2" cy="980"/>
            </a:xfrm>
            <a:prstGeom prst="line">
              <a:avLst/>
            </a:prstGeom>
            <a:noFill/>
            <a:ln w="28575">
              <a:solidFill>
                <a:schemeClr val="accent2"/>
              </a:solidFill>
              <a:prstDash val="dash"/>
              <a:round/>
              <a:headEnd type="none" w="med" len="sm"/>
              <a:tailEnd type="none" w="med" len="sm"/>
            </a:ln>
          </p:spPr>
          <p:txBody>
            <a:bodyPr/>
            <a:lstStyle/>
            <a:p>
              <a:endParaRPr lang="zh-CN" altLang="en-US"/>
            </a:p>
          </p:txBody>
        </p:sp>
        <p:sp>
          <p:nvSpPr>
            <p:cNvPr id="16412" name="Rectangle 86"/>
            <p:cNvSpPr>
              <a:spLocks noChangeArrowheads="1"/>
            </p:cNvSpPr>
            <p:nvPr/>
          </p:nvSpPr>
          <p:spPr bwMode="auto">
            <a:xfrm>
              <a:off x="3552" y="1824"/>
              <a:ext cx="336" cy="336"/>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rPr>
                <a:t>x</a:t>
              </a:r>
              <a:endParaRPr lang="en-US" altLang="zh-CN" sz="2400"/>
            </a:p>
          </p:txBody>
        </p:sp>
        <p:sp>
          <p:nvSpPr>
            <p:cNvPr id="16413" name="Oval 87"/>
            <p:cNvSpPr>
              <a:spLocks noChangeArrowheads="1"/>
            </p:cNvSpPr>
            <p:nvPr/>
          </p:nvSpPr>
          <p:spPr bwMode="auto">
            <a:xfrm>
              <a:off x="3535" y="1680"/>
              <a:ext cx="144" cy="144"/>
            </a:xfrm>
            <a:prstGeom prst="ellipse">
              <a:avLst/>
            </a:prstGeom>
            <a:solidFill>
              <a:srgbClr val="FF6600"/>
            </a:solidFill>
            <a:ln w="19050">
              <a:noFill/>
              <a:round/>
              <a:headEnd/>
              <a:tailEnd/>
            </a:ln>
          </p:spPr>
          <p:txBody>
            <a:bodyPr wrap="none" anchor="ctr"/>
            <a:lstStyle/>
            <a:p>
              <a:endParaRPr lang="zh-CN" altLang="en-US"/>
            </a:p>
          </p:txBody>
        </p:sp>
      </p:grpSp>
      <p:grpSp>
        <p:nvGrpSpPr>
          <p:cNvPr id="6" name="Group 88"/>
          <p:cNvGrpSpPr>
            <a:grpSpLocks/>
          </p:cNvGrpSpPr>
          <p:nvPr/>
        </p:nvGrpSpPr>
        <p:grpSpPr bwMode="auto">
          <a:xfrm>
            <a:off x="3084513" y="1282700"/>
            <a:ext cx="3352800" cy="2457450"/>
            <a:chOff x="2479" y="240"/>
            <a:chExt cx="2112" cy="1548"/>
          </a:xfrm>
        </p:grpSpPr>
        <p:sp>
          <p:nvSpPr>
            <p:cNvPr id="16406" name="Line 89"/>
            <p:cNvSpPr>
              <a:spLocks noChangeShapeType="1"/>
            </p:cNvSpPr>
            <p:nvPr/>
          </p:nvSpPr>
          <p:spPr bwMode="auto">
            <a:xfrm flipV="1">
              <a:off x="2597" y="804"/>
              <a:ext cx="1034" cy="980"/>
            </a:xfrm>
            <a:prstGeom prst="line">
              <a:avLst/>
            </a:prstGeom>
            <a:noFill/>
            <a:ln w="38100">
              <a:solidFill>
                <a:schemeClr val="tx2"/>
              </a:solidFill>
              <a:round/>
              <a:headEnd type="none" w="med" len="sm"/>
              <a:tailEnd type="triangle" w="med" len="sm"/>
            </a:ln>
          </p:spPr>
          <p:txBody>
            <a:bodyPr/>
            <a:lstStyle/>
            <a:p>
              <a:endParaRPr lang="zh-CN" altLang="en-US"/>
            </a:p>
          </p:txBody>
        </p:sp>
        <p:sp>
          <p:nvSpPr>
            <p:cNvPr id="16407" name="Arc 90"/>
            <p:cNvSpPr>
              <a:spLocks/>
            </p:cNvSpPr>
            <p:nvPr/>
          </p:nvSpPr>
          <p:spPr bwMode="auto">
            <a:xfrm>
              <a:off x="2803" y="1598"/>
              <a:ext cx="191" cy="1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6600"/>
              </a:solidFill>
              <a:round/>
              <a:headEnd/>
              <a:tailEnd/>
            </a:ln>
          </p:spPr>
          <p:txBody>
            <a:bodyPr/>
            <a:lstStyle/>
            <a:p>
              <a:endParaRPr lang="zh-CN" altLang="en-US"/>
            </a:p>
          </p:txBody>
        </p:sp>
        <p:sp>
          <p:nvSpPr>
            <p:cNvPr id="16408" name="Rectangle 91"/>
            <p:cNvSpPr>
              <a:spLocks noChangeArrowheads="1"/>
            </p:cNvSpPr>
            <p:nvPr/>
          </p:nvSpPr>
          <p:spPr bwMode="auto">
            <a:xfrm>
              <a:off x="2599" y="960"/>
              <a:ext cx="792" cy="261"/>
            </a:xfrm>
            <a:prstGeom prst="rect">
              <a:avLst/>
            </a:prstGeom>
            <a:noFill/>
            <a:ln w="25400">
              <a:noFill/>
              <a:miter lim="800000"/>
              <a:headEnd/>
              <a:tailEnd/>
            </a:ln>
          </p:spPr>
          <p:txBody>
            <a:bodyPr lIns="12700" tIns="12700" rIns="12700" bIns="12700"/>
            <a:lstStyle/>
            <a:p>
              <a:pPr algn="just"/>
              <a:r>
                <a:rPr lang="en-US" altLang="zh-CN" sz="2400" b="1" i="1">
                  <a:solidFill>
                    <a:srgbClr val="FF6600"/>
                  </a:solidFill>
                  <a:sym typeface="Symbol" pitchFamily="18" charset="2"/>
                </a:rPr>
                <a:t></a:t>
              </a:r>
              <a:r>
                <a:rPr lang="en-US" altLang="zh-CN" sz="2400" b="1" i="1">
                  <a:solidFill>
                    <a:srgbClr val="FF6600"/>
                  </a:solidFill>
                </a:rPr>
                <a:t> t+</a:t>
              </a:r>
              <a:r>
                <a:rPr lang="en-US" altLang="zh-CN" sz="2400" b="1" i="1">
                  <a:solidFill>
                    <a:srgbClr val="FF6600"/>
                  </a:solidFill>
                  <a:sym typeface="Symbol" pitchFamily="18" charset="2"/>
                </a:rPr>
                <a:t></a:t>
              </a:r>
              <a:endParaRPr lang="en-US" altLang="zh-CN" sz="2400">
                <a:solidFill>
                  <a:srgbClr val="FF6600"/>
                </a:solidFill>
              </a:endParaRPr>
            </a:p>
          </p:txBody>
        </p:sp>
        <p:sp>
          <p:nvSpPr>
            <p:cNvPr id="16409" name="Rectangle 92"/>
            <p:cNvSpPr>
              <a:spLocks noChangeArrowheads="1"/>
            </p:cNvSpPr>
            <p:nvPr/>
          </p:nvSpPr>
          <p:spPr bwMode="auto">
            <a:xfrm>
              <a:off x="3936" y="240"/>
              <a:ext cx="655" cy="307"/>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rPr>
                <a:t>t = t</a:t>
              </a:r>
              <a:endParaRPr lang="en-US" altLang="zh-CN" sz="2400"/>
            </a:p>
          </p:txBody>
        </p:sp>
        <p:graphicFrame>
          <p:nvGraphicFramePr>
            <p:cNvPr id="16389" name="Object 93"/>
            <p:cNvGraphicFramePr>
              <a:graphicFrameLocks noChangeAspect="1"/>
            </p:cNvGraphicFramePr>
            <p:nvPr/>
          </p:nvGraphicFramePr>
          <p:xfrm>
            <a:off x="3634" y="416"/>
            <a:ext cx="206" cy="256"/>
          </p:xfrm>
          <a:graphic>
            <a:graphicData uri="http://schemas.openxmlformats.org/presentationml/2006/ole">
              <p:oleObj spid="_x0000_s16389" name="公式" r:id="rId4" imgW="266400" imgH="330120" progId="Equation.3">
                <p:embed/>
              </p:oleObj>
            </a:graphicData>
          </a:graphic>
        </p:graphicFrame>
        <p:sp>
          <p:nvSpPr>
            <p:cNvPr id="16410" name="Arc 94"/>
            <p:cNvSpPr>
              <a:spLocks/>
            </p:cNvSpPr>
            <p:nvPr/>
          </p:nvSpPr>
          <p:spPr bwMode="auto">
            <a:xfrm rot="8952079" flipH="1">
              <a:off x="2479" y="1345"/>
              <a:ext cx="430" cy="325"/>
            </a:xfrm>
            <a:custGeom>
              <a:avLst/>
              <a:gdLst>
                <a:gd name="T0" fmla="*/ 0 w 21511"/>
                <a:gd name="T1" fmla="*/ 0 h 14618"/>
                <a:gd name="T2" fmla="*/ 0 w 21511"/>
                <a:gd name="T3" fmla="*/ 0 h 14618"/>
                <a:gd name="T4" fmla="*/ 0 w 21511"/>
                <a:gd name="T5" fmla="*/ 0 h 14618"/>
                <a:gd name="T6" fmla="*/ 0 60000 65536"/>
                <a:gd name="T7" fmla="*/ 0 60000 65536"/>
                <a:gd name="T8" fmla="*/ 0 60000 65536"/>
                <a:gd name="T9" fmla="*/ 0 w 21511"/>
                <a:gd name="T10" fmla="*/ 0 h 14618"/>
                <a:gd name="T11" fmla="*/ 21511 w 21511"/>
                <a:gd name="T12" fmla="*/ 14618 h 14618"/>
              </a:gdLst>
              <a:ahLst/>
              <a:cxnLst>
                <a:cxn ang="T6">
                  <a:pos x="T0" y="T1"/>
                </a:cxn>
                <a:cxn ang="T7">
                  <a:pos x="T2" y="T3"/>
                </a:cxn>
                <a:cxn ang="T8">
                  <a:pos x="T4" y="T5"/>
                </a:cxn>
              </a:cxnLst>
              <a:rect l="T9" t="T10" r="T11" b="T12"/>
              <a:pathLst>
                <a:path w="21511" h="14618" fill="none" extrusionOk="0">
                  <a:moveTo>
                    <a:pt x="15902" y="-1"/>
                  </a:moveTo>
                  <a:cubicBezTo>
                    <a:pt x="19110" y="3490"/>
                    <a:pt x="21081" y="7938"/>
                    <a:pt x="21511" y="12659"/>
                  </a:cubicBezTo>
                </a:path>
                <a:path w="21511" h="14618" stroke="0" extrusionOk="0">
                  <a:moveTo>
                    <a:pt x="15902" y="-1"/>
                  </a:moveTo>
                  <a:cubicBezTo>
                    <a:pt x="19110" y="3490"/>
                    <a:pt x="21081" y="7938"/>
                    <a:pt x="21511" y="12659"/>
                  </a:cubicBezTo>
                  <a:lnTo>
                    <a:pt x="0" y="14618"/>
                  </a:lnTo>
                  <a:close/>
                </a:path>
              </a:pathLst>
            </a:custGeom>
            <a:noFill/>
            <a:ln w="38100">
              <a:solidFill>
                <a:srgbClr val="FF6600"/>
              </a:solidFill>
              <a:round/>
              <a:headEnd/>
              <a:tailEnd type="triangle" w="med" len="med"/>
            </a:ln>
          </p:spPr>
          <p:txBody>
            <a:bodyPr wrap="none" anchor="ctr"/>
            <a:lstStyle/>
            <a:p>
              <a:endParaRPr lang="zh-CN" altLang="en-US"/>
            </a:p>
          </p:txBody>
        </p:sp>
      </p:grpSp>
      <p:sp>
        <p:nvSpPr>
          <p:cNvPr id="20575" name="Oval 95"/>
          <p:cNvSpPr>
            <a:spLocks noChangeArrowheads="1"/>
          </p:cNvSpPr>
          <p:nvPr/>
        </p:nvSpPr>
        <p:spPr bwMode="auto">
          <a:xfrm>
            <a:off x="825500" y="1511300"/>
            <a:ext cx="4800600" cy="4648200"/>
          </a:xfrm>
          <a:prstGeom prst="ellipse">
            <a:avLst/>
          </a:prstGeom>
          <a:noFill/>
          <a:ln w="28575">
            <a:solidFill>
              <a:srgbClr val="CC0000"/>
            </a:solidFill>
            <a:prstDash val="dash"/>
            <a:round/>
            <a:headEnd/>
            <a:tailEnd/>
          </a:ln>
        </p:spPr>
        <p:txBody>
          <a:bodyPr wrap="none" anchor="ctr"/>
          <a:lstStyle/>
          <a:p>
            <a:endParaRPr lang="zh-CN" altLang="en-US"/>
          </a:p>
        </p:txBody>
      </p:sp>
      <p:graphicFrame>
        <p:nvGraphicFramePr>
          <p:cNvPr id="20576" name="Object 96"/>
          <p:cNvGraphicFramePr>
            <a:graphicFrameLocks/>
          </p:cNvGraphicFramePr>
          <p:nvPr/>
        </p:nvGraphicFramePr>
        <p:xfrm>
          <a:off x="6567488" y="2270125"/>
          <a:ext cx="2036762" cy="366713"/>
        </p:xfrm>
        <a:graphic>
          <a:graphicData uri="http://schemas.openxmlformats.org/presentationml/2006/ole">
            <p:oleObj spid="_x0000_s16386" name="公式" r:id="rId5" imgW="1130040" imgH="203040" progId="Equation.3">
              <p:embed/>
            </p:oleObj>
          </a:graphicData>
        </a:graphic>
      </p:graphicFrame>
      <p:grpSp>
        <p:nvGrpSpPr>
          <p:cNvPr id="7" name="Group 97"/>
          <p:cNvGrpSpPr>
            <a:grpSpLocks/>
          </p:cNvGrpSpPr>
          <p:nvPr/>
        </p:nvGrpSpPr>
        <p:grpSpPr bwMode="auto">
          <a:xfrm>
            <a:off x="646113" y="1130300"/>
            <a:ext cx="6046787" cy="5334000"/>
            <a:chOff x="943" y="144"/>
            <a:chExt cx="3809" cy="3360"/>
          </a:xfrm>
        </p:grpSpPr>
        <p:sp>
          <p:nvSpPr>
            <p:cNvPr id="16402" name="Line 98"/>
            <p:cNvSpPr>
              <a:spLocks noChangeShapeType="1"/>
            </p:cNvSpPr>
            <p:nvPr/>
          </p:nvSpPr>
          <p:spPr bwMode="auto">
            <a:xfrm>
              <a:off x="943" y="1784"/>
              <a:ext cx="3721" cy="2"/>
            </a:xfrm>
            <a:prstGeom prst="line">
              <a:avLst/>
            </a:prstGeom>
            <a:noFill/>
            <a:ln w="28575">
              <a:solidFill>
                <a:schemeClr val="accent2"/>
              </a:solidFill>
              <a:round/>
              <a:headEnd type="none" w="med" len="sm"/>
              <a:tailEnd type="triangle" w="med" len="sm"/>
            </a:ln>
          </p:spPr>
          <p:txBody>
            <a:bodyPr/>
            <a:lstStyle/>
            <a:p>
              <a:endParaRPr lang="zh-CN" altLang="en-US"/>
            </a:p>
          </p:txBody>
        </p:sp>
        <p:sp>
          <p:nvSpPr>
            <p:cNvPr id="16403" name="Rectangle 99"/>
            <p:cNvSpPr>
              <a:spLocks noChangeArrowheads="1"/>
            </p:cNvSpPr>
            <p:nvPr/>
          </p:nvSpPr>
          <p:spPr bwMode="auto">
            <a:xfrm>
              <a:off x="2400" y="1776"/>
              <a:ext cx="240" cy="288"/>
            </a:xfrm>
            <a:prstGeom prst="rect">
              <a:avLst/>
            </a:prstGeom>
            <a:noFill/>
            <a:ln w="25400">
              <a:noFill/>
              <a:miter lim="800000"/>
              <a:headEnd/>
              <a:tailEnd/>
            </a:ln>
          </p:spPr>
          <p:txBody>
            <a:bodyPr lIns="12700" tIns="12700" rIns="12700" bIns="12700"/>
            <a:lstStyle/>
            <a:p>
              <a:pPr algn="just"/>
              <a:r>
                <a:rPr lang="en-US" altLang="zh-CN" sz="2800" b="1" i="1">
                  <a:solidFill>
                    <a:srgbClr val="0000FF"/>
                  </a:solidFill>
                </a:rPr>
                <a:t>o</a:t>
              </a:r>
              <a:endParaRPr lang="en-US" altLang="zh-CN" sz="2400">
                <a:solidFill>
                  <a:srgbClr val="0000FF"/>
                </a:solidFill>
              </a:endParaRPr>
            </a:p>
          </p:txBody>
        </p:sp>
        <p:sp>
          <p:nvSpPr>
            <p:cNvPr id="16404" name="Line 100"/>
            <p:cNvSpPr>
              <a:spLocks noChangeShapeType="1"/>
            </p:cNvSpPr>
            <p:nvPr/>
          </p:nvSpPr>
          <p:spPr bwMode="auto">
            <a:xfrm flipV="1">
              <a:off x="2592" y="144"/>
              <a:ext cx="0" cy="3360"/>
            </a:xfrm>
            <a:prstGeom prst="line">
              <a:avLst/>
            </a:prstGeom>
            <a:noFill/>
            <a:ln w="28575">
              <a:noFill/>
              <a:round/>
              <a:headEnd/>
              <a:tailEnd type="triangle" w="med" len="med"/>
            </a:ln>
          </p:spPr>
          <p:txBody>
            <a:bodyPr/>
            <a:lstStyle/>
            <a:p>
              <a:endParaRPr lang="zh-CN" altLang="en-US"/>
            </a:p>
          </p:txBody>
        </p:sp>
        <p:sp>
          <p:nvSpPr>
            <p:cNvPr id="16405" name="Rectangle 101"/>
            <p:cNvSpPr>
              <a:spLocks noChangeArrowheads="1"/>
            </p:cNvSpPr>
            <p:nvPr/>
          </p:nvSpPr>
          <p:spPr bwMode="auto">
            <a:xfrm>
              <a:off x="4512" y="1824"/>
              <a:ext cx="240" cy="336"/>
            </a:xfrm>
            <a:prstGeom prst="rect">
              <a:avLst/>
            </a:prstGeom>
            <a:noFill/>
            <a:ln w="25400">
              <a:noFill/>
              <a:miter lim="800000"/>
              <a:headEnd/>
              <a:tailEnd/>
            </a:ln>
          </p:spPr>
          <p:txBody>
            <a:bodyPr lIns="12700" tIns="12700" rIns="12700" bIns="12700"/>
            <a:lstStyle/>
            <a:p>
              <a:pPr algn="just"/>
              <a:r>
                <a:rPr lang="en-US" altLang="zh-CN" sz="2800" b="1" i="1">
                  <a:solidFill>
                    <a:schemeClr val="accent2"/>
                  </a:solidFill>
                </a:rPr>
                <a:t>x</a:t>
              </a:r>
              <a:endParaRPr lang="en-US" altLang="zh-CN" sz="2400" i="1">
                <a:solidFill>
                  <a:schemeClr val="accent2"/>
                </a:solidFill>
              </a:endParaRPr>
            </a:p>
          </p:txBody>
        </p:sp>
      </p:grpSp>
      <p:graphicFrame>
        <p:nvGraphicFramePr>
          <p:cNvPr id="20582" name="Object 102"/>
          <p:cNvGraphicFramePr>
            <a:graphicFrameLocks noChangeAspect="1"/>
          </p:cNvGraphicFramePr>
          <p:nvPr/>
        </p:nvGraphicFramePr>
        <p:xfrm>
          <a:off x="5778500" y="2205038"/>
          <a:ext cx="306388" cy="280987"/>
        </p:xfrm>
        <a:graphic>
          <a:graphicData uri="http://schemas.openxmlformats.org/presentationml/2006/ole">
            <p:oleObj spid="_x0000_s16387" name="公式" r:id="rId6" imgW="152280" imgH="139680" progId="Equation.3">
              <p:embed/>
            </p:oleObj>
          </a:graphicData>
        </a:graphic>
      </p:graphicFrame>
      <p:sp>
        <p:nvSpPr>
          <p:cNvPr id="20583" name="Arc 103"/>
          <p:cNvSpPr>
            <a:spLocks/>
          </p:cNvSpPr>
          <p:nvPr/>
        </p:nvSpPr>
        <p:spPr bwMode="auto">
          <a:xfrm>
            <a:off x="4022725" y="3465513"/>
            <a:ext cx="44450" cy="269875"/>
          </a:xfrm>
          <a:custGeom>
            <a:avLst/>
            <a:gdLst>
              <a:gd name="T0" fmla="*/ 0 w 21600"/>
              <a:gd name="T1" fmla="*/ 0 h 21600"/>
              <a:gd name="T2" fmla="*/ 797155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990099"/>
            </a:solidFill>
            <a:round/>
            <a:headEnd/>
            <a:tailEnd/>
          </a:ln>
        </p:spPr>
        <p:txBody>
          <a:bodyPr wrap="none" anchor="ctr"/>
          <a:lstStyle/>
          <a:p>
            <a:endParaRPr lang="zh-CN" altLang="en-US"/>
          </a:p>
        </p:txBody>
      </p:sp>
      <p:sp>
        <p:nvSpPr>
          <p:cNvPr id="20584" name="Text Box 104"/>
          <p:cNvSpPr txBox="1">
            <a:spLocks noChangeArrowheads="1"/>
          </p:cNvSpPr>
          <p:nvPr/>
        </p:nvSpPr>
        <p:spPr bwMode="auto">
          <a:xfrm>
            <a:off x="4022725" y="3284538"/>
            <a:ext cx="585788" cy="457200"/>
          </a:xfrm>
          <a:prstGeom prst="rect">
            <a:avLst/>
          </a:prstGeom>
          <a:noFill/>
          <a:ln w="9525">
            <a:noFill/>
            <a:miter lim="800000"/>
            <a:headEnd/>
            <a:tailEnd/>
          </a:ln>
        </p:spPr>
        <p:txBody>
          <a:bodyPr>
            <a:spAutoFit/>
          </a:bodyPr>
          <a:lstStyle/>
          <a:p>
            <a:pPr algn="l">
              <a:spcBef>
                <a:spcPct val="50000"/>
              </a:spcBef>
            </a:pPr>
            <a:r>
              <a:rPr lang="en-US" altLang="zh-CN" sz="2400" b="1" i="1">
                <a:solidFill>
                  <a:srgbClr val="990099"/>
                </a:solidFill>
                <a:latin typeface="Symbol" pitchFamily="18" charset="2"/>
              </a:rPr>
              <a:t>j</a:t>
            </a:r>
          </a:p>
        </p:txBody>
      </p:sp>
      <p:grpSp>
        <p:nvGrpSpPr>
          <p:cNvPr id="8" name="Group 110"/>
          <p:cNvGrpSpPr>
            <a:grpSpLocks/>
          </p:cNvGrpSpPr>
          <p:nvPr/>
        </p:nvGrpSpPr>
        <p:grpSpPr bwMode="auto">
          <a:xfrm>
            <a:off x="6084888" y="1228725"/>
            <a:ext cx="2592387" cy="760413"/>
            <a:chOff x="3152" y="3502"/>
            <a:chExt cx="1633" cy="479"/>
          </a:xfrm>
        </p:grpSpPr>
        <p:sp>
          <p:nvSpPr>
            <p:cNvPr id="16401" name="Rectangle 108"/>
            <p:cNvSpPr>
              <a:spLocks noChangeArrowheads="1"/>
            </p:cNvSpPr>
            <p:nvPr/>
          </p:nvSpPr>
          <p:spPr bwMode="auto">
            <a:xfrm>
              <a:off x="3152" y="3521"/>
              <a:ext cx="1633" cy="460"/>
            </a:xfrm>
            <a:prstGeom prst="rect">
              <a:avLst/>
            </a:prstGeom>
            <a:noFill/>
            <a:ln w="9525">
              <a:noFill/>
              <a:miter lim="800000"/>
              <a:headEnd/>
              <a:tailEnd/>
            </a:ln>
          </p:spPr>
          <p:txBody>
            <a:bodyPr lIns="0" tIns="0" rIns="0" bIns="0">
              <a:spAutoFit/>
            </a:bodyPr>
            <a:lstStyle/>
            <a:p>
              <a:pPr algn="l"/>
              <a:r>
                <a:rPr lang="en-US" altLang="zh-CN" sz="2400" b="1">
                  <a:solidFill>
                    <a:srgbClr val="000000"/>
                  </a:solidFill>
                  <a:ea typeface="楷体_GB2312" pitchFamily="49" charset="-122"/>
                </a:rPr>
                <a:t>       </a:t>
              </a:r>
              <a:r>
                <a:rPr lang="zh-CN" altLang="en-US" sz="2400" b="1">
                  <a:solidFill>
                    <a:srgbClr val="000000"/>
                  </a:solidFill>
                  <a:ea typeface="楷体_GB2312" pitchFamily="49" charset="-122"/>
                </a:rPr>
                <a:t>在 </a:t>
              </a:r>
              <a:r>
                <a:rPr lang="en-US" altLang="zh-CN" sz="2400" b="1" i="1">
                  <a:solidFill>
                    <a:srgbClr val="FF6600"/>
                  </a:solidFill>
                  <a:ea typeface="楷体_GB2312" pitchFamily="49" charset="-122"/>
                </a:rPr>
                <a:t>x </a:t>
              </a:r>
              <a:r>
                <a:rPr lang="zh-CN" altLang="en-US" sz="2400" b="1">
                  <a:solidFill>
                    <a:srgbClr val="000000"/>
                  </a:solidFill>
                  <a:ea typeface="楷体_GB2312" pitchFamily="49" charset="-122"/>
                </a:rPr>
                <a:t>轴上投影描述</a:t>
              </a:r>
              <a:r>
                <a:rPr lang="zh-CN" altLang="en-US" sz="2400" b="1">
                  <a:solidFill>
                    <a:srgbClr val="FF6600"/>
                  </a:solidFill>
                  <a:ea typeface="楷体_GB2312" pitchFamily="49" charset="-122"/>
                </a:rPr>
                <a:t>简谐振动</a:t>
              </a:r>
              <a:r>
                <a:rPr lang="zh-CN" altLang="en-US" sz="2400" b="1">
                  <a:solidFill>
                    <a:srgbClr val="000000"/>
                  </a:solidFill>
                  <a:ea typeface="楷体_GB2312" pitchFamily="49" charset="-122"/>
                </a:rPr>
                <a:t>；</a:t>
              </a:r>
              <a:endParaRPr lang="zh-CN" altLang="en-US" sz="2400" b="1">
                <a:ea typeface="楷体_GB2312" pitchFamily="49" charset="-122"/>
              </a:endParaRPr>
            </a:p>
          </p:txBody>
        </p:sp>
        <p:graphicFrame>
          <p:nvGraphicFramePr>
            <p:cNvPr id="16388" name="Object 109"/>
            <p:cNvGraphicFramePr>
              <a:graphicFrameLocks noChangeAspect="1"/>
            </p:cNvGraphicFramePr>
            <p:nvPr/>
          </p:nvGraphicFramePr>
          <p:xfrm>
            <a:off x="3243" y="3502"/>
            <a:ext cx="177" cy="218"/>
          </p:xfrm>
          <a:graphic>
            <a:graphicData uri="http://schemas.openxmlformats.org/presentationml/2006/ole">
              <p:oleObj spid="_x0000_s16388" name="公式" r:id="rId7" imgW="164880" imgH="20304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wipe(left)">
                                      <p:cBhvr>
                                        <p:cTn id="7" dur="500"/>
                                        <p:tgtEl>
                                          <p:spTgt spid="184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20582"/>
                                        </p:tgtEl>
                                        <p:attrNameLst>
                                          <p:attrName>style.visibility</p:attrName>
                                        </p:attrNameLst>
                                      </p:cBhvr>
                                      <p:to>
                                        <p:strVal val="visible"/>
                                      </p:to>
                                    </p:set>
                                    <p:animEffect transition="in" filter="wipe(left)">
                                      <p:cBhvr>
                                        <p:cTn id="25" dur="1000"/>
                                        <p:tgtEl>
                                          <p:spTgt spid="2058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20583"/>
                                        </p:tgtEl>
                                        <p:attrNameLst>
                                          <p:attrName>style.visibility</p:attrName>
                                        </p:attrNameLst>
                                      </p:cBhvr>
                                      <p:to>
                                        <p:strVal val="visible"/>
                                      </p:to>
                                    </p:set>
                                    <p:animEffect transition="in" filter="wipe(up)">
                                      <p:cBhvr>
                                        <p:cTn id="30" dur="500"/>
                                        <p:tgtEl>
                                          <p:spTgt spid="20583"/>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20584"/>
                                        </p:tgtEl>
                                        <p:attrNameLst>
                                          <p:attrName>style.visibility</p:attrName>
                                        </p:attrNameLst>
                                      </p:cBhvr>
                                      <p:to>
                                        <p:strVal val="visible"/>
                                      </p:to>
                                    </p:set>
                                    <p:animEffect transition="in" filter="wipe(up)">
                                      <p:cBhvr>
                                        <p:cTn id="34" dur="500"/>
                                        <p:tgtEl>
                                          <p:spTgt spid="2058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0575"/>
                                        </p:tgtEl>
                                        <p:attrNameLst>
                                          <p:attrName>style.visibility</p:attrName>
                                        </p:attrNameLst>
                                      </p:cBhvr>
                                      <p:to>
                                        <p:strVal val="visible"/>
                                      </p:to>
                                    </p:set>
                                    <p:animEffect transition="in" filter="wipe(up)">
                                      <p:cBhvr>
                                        <p:cTn id="39" dur="500"/>
                                        <p:tgtEl>
                                          <p:spTgt spid="2057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up)">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up)">
                                      <p:cBhvr>
                                        <p:cTn id="49" dur="500"/>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17" presetClass="entr" presetSubtype="10" fill="hold" nodeType="clickEffect">
                                  <p:stCondLst>
                                    <p:cond delay="0"/>
                                  </p:stCondLst>
                                  <p:childTnLst>
                                    <p:set>
                                      <p:cBhvr>
                                        <p:cTn id="53" dur="1" fill="hold">
                                          <p:stCondLst>
                                            <p:cond delay="0"/>
                                          </p:stCondLst>
                                        </p:cTn>
                                        <p:tgtEl>
                                          <p:spTgt spid="8"/>
                                        </p:tgtEl>
                                        <p:attrNameLst>
                                          <p:attrName>style.visibility</p:attrName>
                                        </p:attrNameLst>
                                      </p:cBhvr>
                                      <p:to>
                                        <p:strVal val="visible"/>
                                      </p:to>
                                    </p:set>
                                    <p:anim calcmode="lin" valueType="num">
                                      <p:cBhvr>
                                        <p:cTn id="54" dur="500" fill="hold"/>
                                        <p:tgtEl>
                                          <p:spTgt spid="8"/>
                                        </p:tgtEl>
                                        <p:attrNameLst>
                                          <p:attrName>ppt_w</p:attrName>
                                        </p:attrNameLst>
                                      </p:cBhvr>
                                      <p:tavLst>
                                        <p:tav tm="0">
                                          <p:val>
                                            <p:fltVal val="0"/>
                                          </p:val>
                                        </p:tav>
                                        <p:tav tm="100000">
                                          <p:val>
                                            <p:strVal val="#ppt_w"/>
                                          </p:val>
                                        </p:tav>
                                      </p:tavLst>
                                    </p:anim>
                                    <p:anim calcmode="lin" valueType="num">
                                      <p:cBhvr>
                                        <p:cTn id="55"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0576"/>
                                        </p:tgtEl>
                                        <p:attrNameLst>
                                          <p:attrName>style.visibility</p:attrName>
                                        </p:attrNameLst>
                                      </p:cBhvr>
                                      <p:to>
                                        <p:strVal val="visible"/>
                                      </p:to>
                                    </p:set>
                                    <p:animEffect transition="in" filter="wipe(left)">
                                      <p:cBhvr>
                                        <p:cTn id="60" dur="500"/>
                                        <p:tgtEl>
                                          <p:spTgt spid="20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utoUpdateAnimBg="0"/>
      <p:bldP spid="20575" grpId="0" animBg="1"/>
      <p:bldP spid="20583" grpId="0" animBg="1"/>
      <p:bldP spid="2058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4"/>
          <p:cNvGrpSpPr>
            <a:grpSpLocks/>
          </p:cNvGrpSpPr>
          <p:nvPr/>
        </p:nvGrpSpPr>
        <p:grpSpPr bwMode="auto">
          <a:xfrm>
            <a:off x="3779838" y="1454150"/>
            <a:ext cx="587375" cy="838200"/>
            <a:chOff x="2381" y="916"/>
            <a:chExt cx="370" cy="528"/>
          </a:xfrm>
        </p:grpSpPr>
        <p:graphicFrame>
          <p:nvGraphicFramePr>
            <p:cNvPr id="17418" name="Object 12"/>
            <p:cNvGraphicFramePr>
              <a:graphicFrameLocks noChangeAspect="1"/>
            </p:cNvGraphicFramePr>
            <p:nvPr/>
          </p:nvGraphicFramePr>
          <p:xfrm>
            <a:off x="2381" y="981"/>
            <a:ext cx="279" cy="314"/>
          </p:xfrm>
          <a:graphic>
            <a:graphicData uri="http://schemas.openxmlformats.org/presentationml/2006/ole">
              <p:oleObj spid="_x0000_s17418" name="公式" r:id="rId3" imgW="203040" imgH="228600" progId="Equation.3">
                <p:embed/>
              </p:oleObj>
            </a:graphicData>
          </a:graphic>
        </p:graphicFrame>
        <p:sp>
          <p:nvSpPr>
            <p:cNvPr id="17463" name="Line 13"/>
            <p:cNvSpPr>
              <a:spLocks noChangeShapeType="1"/>
            </p:cNvSpPr>
            <p:nvPr/>
          </p:nvSpPr>
          <p:spPr bwMode="auto">
            <a:xfrm flipV="1">
              <a:off x="2607" y="916"/>
              <a:ext cx="144" cy="528"/>
            </a:xfrm>
            <a:prstGeom prst="line">
              <a:avLst/>
            </a:prstGeom>
            <a:noFill/>
            <a:ln w="38100">
              <a:solidFill>
                <a:schemeClr val="accent2"/>
              </a:solidFill>
              <a:round/>
              <a:headEnd/>
              <a:tailEnd type="triangle" w="med" len="med"/>
            </a:ln>
          </p:spPr>
          <p:txBody>
            <a:bodyPr/>
            <a:lstStyle/>
            <a:p>
              <a:endParaRPr lang="zh-CN" altLang="en-US"/>
            </a:p>
          </p:txBody>
        </p:sp>
      </p:grpSp>
      <p:sp>
        <p:nvSpPr>
          <p:cNvPr id="19460" name="Text Box 4"/>
          <p:cNvSpPr txBox="1">
            <a:spLocks noChangeArrowheads="1"/>
          </p:cNvSpPr>
          <p:nvPr/>
        </p:nvSpPr>
        <p:spPr bwMode="auto">
          <a:xfrm>
            <a:off x="395288" y="404813"/>
            <a:ext cx="5562600" cy="457200"/>
          </a:xfrm>
          <a:prstGeom prst="rect">
            <a:avLst/>
          </a:prstGeom>
          <a:noFill/>
          <a:ln w="9525">
            <a:noFill/>
            <a:miter lim="800000"/>
            <a:headEnd/>
            <a:tailEnd/>
          </a:ln>
        </p:spPr>
        <p:txBody>
          <a:bodyPr>
            <a:spAutoFit/>
          </a:bodyPr>
          <a:lstStyle/>
          <a:p>
            <a:pPr algn="l"/>
            <a:r>
              <a:rPr lang="zh-CN" altLang="en-US" sz="2400" b="1">
                <a:solidFill>
                  <a:srgbClr val="FF3300"/>
                </a:solidFill>
                <a:latin typeface="楷体_GB2312" pitchFamily="49" charset="-122"/>
              </a:rPr>
              <a:t>用旋转矢量表示相位关系</a:t>
            </a:r>
            <a:endParaRPr lang="zh-CN" altLang="en-US" sz="2400">
              <a:solidFill>
                <a:srgbClr val="FF3300"/>
              </a:solidFill>
            </a:endParaRPr>
          </a:p>
        </p:txBody>
      </p:sp>
      <p:sp>
        <p:nvSpPr>
          <p:cNvPr id="19462" name="Oval 6"/>
          <p:cNvSpPr>
            <a:spLocks noChangeArrowheads="1"/>
          </p:cNvSpPr>
          <p:nvPr/>
        </p:nvSpPr>
        <p:spPr bwMode="auto">
          <a:xfrm>
            <a:off x="3376613" y="1454150"/>
            <a:ext cx="1558925" cy="1558925"/>
          </a:xfrm>
          <a:prstGeom prst="ellipse">
            <a:avLst/>
          </a:prstGeom>
          <a:noFill/>
          <a:ln w="15875">
            <a:solidFill>
              <a:schemeClr val="accent2"/>
            </a:solidFill>
            <a:round/>
            <a:headEnd/>
            <a:tailEnd/>
          </a:ln>
        </p:spPr>
        <p:txBody>
          <a:bodyPr wrap="none" anchor="ctr"/>
          <a:lstStyle/>
          <a:p>
            <a:endParaRPr lang="zh-CN" altLang="en-US"/>
          </a:p>
        </p:txBody>
      </p:sp>
      <p:sp>
        <p:nvSpPr>
          <p:cNvPr id="19463" name="Oval 7"/>
          <p:cNvSpPr>
            <a:spLocks noChangeArrowheads="1"/>
          </p:cNvSpPr>
          <p:nvPr/>
        </p:nvSpPr>
        <p:spPr bwMode="auto">
          <a:xfrm>
            <a:off x="2843213" y="920750"/>
            <a:ext cx="2624137" cy="2624138"/>
          </a:xfrm>
          <a:prstGeom prst="ellipse">
            <a:avLst/>
          </a:prstGeom>
          <a:noFill/>
          <a:ln w="15875">
            <a:solidFill>
              <a:srgbClr val="FF0000"/>
            </a:solidFill>
            <a:round/>
            <a:headEnd/>
            <a:tailEnd/>
          </a:ln>
        </p:spPr>
        <p:txBody>
          <a:bodyPr wrap="none" anchor="ctr"/>
          <a:lstStyle/>
          <a:p>
            <a:endParaRPr lang="zh-CN" altLang="en-US"/>
          </a:p>
        </p:txBody>
      </p:sp>
      <p:grpSp>
        <p:nvGrpSpPr>
          <p:cNvPr id="3" name="Group 52"/>
          <p:cNvGrpSpPr>
            <a:grpSpLocks/>
          </p:cNvGrpSpPr>
          <p:nvPr/>
        </p:nvGrpSpPr>
        <p:grpSpPr bwMode="auto">
          <a:xfrm>
            <a:off x="4214813" y="2292350"/>
            <a:ext cx="1905000" cy="457200"/>
            <a:chOff x="2655" y="1444"/>
            <a:chExt cx="1200" cy="288"/>
          </a:xfrm>
        </p:grpSpPr>
        <p:sp>
          <p:nvSpPr>
            <p:cNvPr id="17462" name="Line 8"/>
            <p:cNvSpPr>
              <a:spLocks noChangeShapeType="1"/>
            </p:cNvSpPr>
            <p:nvPr/>
          </p:nvSpPr>
          <p:spPr bwMode="auto">
            <a:xfrm flipH="1">
              <a:off x="2655" y="1444"/>
              <a:ext cx="1152" cy="0"/>
            </a:xfrm>
            <a:prstGeom prst="line">
              <a:avLst/>
            </a:prstGeom>
            <a:noFill/>
            <a:ln w="12700">
              <a:solidFill>
                <a:schemeClr val="tx1"/>
              </a:solidFill>
              <a:round/>
              <a:headEnd type="triangle" w="med" len="med"/>
              <a:tailEnd/>
            </a:ln>
          </p:spPr>
          <p:txBody>
            <a:bodyPr/>
            <a:lstStyle/>
            <a:p>
              <a:endParaRPr lang="zh-CN" altLang="en-US"/>
            </a:p>
          </p:txBody>
        </p:sp>
        <p:graphicFrame>
          <p:nvGraphicFramePr>
            <p:cNvPr id="17417" name="Object 9"/>
            <p:cNvGraphicFramePr>
              <a:graphicFrameLocks noChangeAspect="1"/>
            </p:cNvGraphicFramePr>
            <p:nvPr/>
          </p:nvGraphicFramePr>
          <p:xfrm>
            <a:off x="3663" y="1540"/>
            <a:ext cx="192" cy="192"/>
          </p:xfrm>
          <a:graphic>
            <a:graphicData uri="http://schemas.openxmlformats.org/presentationml/2006/ole">
              <p:oleObj spid="_x0000_s17417" name="公式" r:id="rId4" imgW="139680" imgH="139680" progId="Equation.3">
                <p:embed/>
              </p:oleObj>
            </a:graphicData>
          </a:graphic>
        </p:graphicFrame>
      </p:grpSp>
      <p:grpSp>
        <p:nvGrpSpPr>
          <p:cNvPr id="4" name="Group 53"/>
          <p:cNvGrpSpPr>
            <a:grpSpLocks/>
          </p:cNvGrpSpPr>
          <p:nvPr/>
        </p:nvGrpSpPr>
        <p:grpSpPr bwMode="auto">
          <a:xfrm>
            <a:off x="4138613" y="1454150"/>
            <a:ext cx="1181100" cy="838200"/>
            <a:chOff x="2607" y="916"/>
            <a:chExt cx="744" cy="528"/>
          </a:xfrm>
        </p:grpSpPr>
        <p:sp>
          <p:nvSpPr>
            <p:cNvPr id="17461" name="Line 10"/>
            <p:cNvSpPr>
              <a:spLocks noChangeShapeType="1"/>
            </p:cNvSpPr>
            <p:nvPr/>
          </p:nvSpPr>
          <p:spPr bwMode="auto">
            <a:xfrm flipV="1">
              <a:off x="2607" y="916"/>
              <a:ext cx="720" cy="528"/>
            </a:xfrm>
            <a:prstGeom prst="line">
              <a:avLst/>
            </a:prstGeom>
            <a:noFill/>
            <a:ln w="38100">
              <a:solidFill>
                <a:srgbClr val="FF3300"/>
              </a:solidFill>
              <a:round/>
              <a:headEnd/>
              <a:tailEnd type="triangle" w="med" len="med"/>
            </a:ln>
          </p:spPr>
          <p:txBody>
            <a:bodyPr/>
            <a:lstStyle/>
            <a:p>
              <a:endParaRPr lang="zh-CN" altLang="en-US"/>
            </a:p>
          </p:txBody>
        </p:sp>
        <p:graphicFrame>
          <p:nvGraphicFramePr>
            <p:cNvPr id="17416" name="Object 11"/>
            <p:cNvGraphicFramePr>
              <a:graphicFrameLocks noChangeAspect="1"/>
            </p:cNvGraphicFramePr>
            <p:nvPr/>
          </p:nvGraphicFramePr>
          <p:xfrm>
            <a:off x="3107" y="1026"/>
            <a:ext cx="244" cy="314"/>
          </p:xfrm>
          <a:graphic>
            <a:graphicData uri="http://schemas.openxmlformats.org/presentationml/2006/ole">
              <p:oleObj spid="_x0000_s17416" name="公式" r:id="rId5" imgW="177480" imgH="228600" progId="Equation.3">
                <p:embed/>
              </p:oleObj>
            </a:graphicData>
          </a:graphic>
        </p:graphicFrame>
      </p:grpSp>
      <p:grpSp>
        <p:nvGrpSpPr>
          <p:cNvPr id="5" name="Group 14"/>
          <p:cNvGrpSpPr>
            <a:grpSpLocks/>
          </p:cNvGrpSpPr>
          <p:nvPr/>
        </p:nvGrpSpPr>
        <p:grpSpPr bwMode="auto">
          <a:xfrm>
            <a:off x="4976813" y="692150"/>
            <a:ext cx="1168400" cy="754063"/>
            <a:chOff x="3888" y="652"/>
            <a:chExt cx="736" cy="475"/>
          </a:xfrm>
        </p:grpSpPr>
        <p:grpSp>
          <p:nvGrpSpPr>
            <p:cNvPr id="17456" name="Group 15"/>
            <p:cNvGrpSpPr>
              <a:grpSpLocks/>
            </p:cNvGrpSpPr>
            <p:nvPr/>
          </p:nvGrpSpPr>
          <p:grpSpPr bwMode="auto">
            <a:xfrm rot="1485197">
              <a:off x="3888" y="864"/>
              <a:ext cx="367" cy="263"/>
              <a:chOff x="3840" y="421"/>
              <a:chExt cx="367" cy="263"/>
            </a:xfrm>
          </p:grpSpPr>
          <p:sp>
            <p:nvSpPr>
              <p:cNvPr id="17458" name="Arc 16"/>
              <p:cNvSpPr>
                <a:spLocks/>
              </p:cNvSpPr>
              <p:nvPr/>
            </p:nvSpPr>
            <p:spPr bwMode="auto">
              <a:xfrm>
                <a:off x="3863" y="453"/>
                <a:ext cx="344" cy="2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2"/>
                </a:solidFill>
                <a:round/>
                <a:headEnd/>
                <a:tailEnd/>
              </a:ln>
            </p:spPr>
            <p:txBody>
              <a:bodyPr/>
              <a:lstStyle/>
              <a:p>
                <a:endParaRPr lang="zh-CN" altLang="en-US"/>
              </a:p>
            </p:txBody>
          </p:sp>
          <p:sp>
            <p:nvSpPr>
              <p:cNvPr id="17459" name="Line 17"/>
              <p:cNvSpPr>
                <a:spLocks noChangeShapeType="1"/>
              </p:cNvSpPr>
              <p:nvPr/>
            </p:nvSpPr>
            <p:spPr bwMode="auto">
              <a:xfrm>
                <a:off x="3840" y="480"/>
                <a:ext cx="139" cy="27"/>
              </a:xfrm>
              <a:prstGeom prst="line">
                <a:avLst/>
              </a:prstGeom>
              <a:noFill/>
              <a:ln w="38100">
                <a:solidFill>
                  <a:schemeClr val="tx2"/>
                </a:solidFill>
                <a:round/>
                <a:headEnd type="none" w="med" len="sm"/>
                <a:tailEnd type="none" w="med" len="sm"/>
              </a:ln>
            </p:spPr>
            <p:txBody>
              <a:bodyPr/>
              <a:lstStyle/>
              <a:p>
                <a:endParaRPr lang="zh-CN" altLang="en-US"/>
              </a:p>
            </p:txBody>
          </p:sp>
          <p:sp>
            <p:nvSpPr>
              <p:cNvPr id="17460" name="Line 18"/>
              <p:cNvSpPr>
                <a:spLocks noChangeShapeType="1"/>
              </p:cNvSpPr>
              <p:nvPr/>
            </p:nvSpPr>
            <p:spPr bwMode="auto">
              <a:xfrm flipV="1">
                <a:off x="3840" y="421"/>
                <a:ext cx="143" cy="59"/>
              </a:xfrm>
              <a:prstGeom prst="line">
                <a:avLst/>
              </a:prstGeom>
              <a:noFill/>
              <a:ln w="38100">
                <a:solidFill>
                  <a:schemeClr val="tx2"/>
                </a:solidFill>
                <a:round/>
                <a:headEnd type="none" w="med" len="sm"/>
                <a:tailEnd type="none" w="med" len="sm"/>
              </a:ln>
            </p:spPr>
            <p:txBody>
              <a:bodyPr/>
              <a:lstStyle/>
              <a:p>
                <a:endParaRPr lang="zh-CN" altLang="en-US"/>
              </a:p>
            </p:txBody>
          </p:sp>
        </p:grpSp>
        <p:sp>
          <p:nvSpPr>
            <p:cNvPr id="17457" name="Rectangle 19"/>
            <p:cNvSpPr>
              <a:spLocks noChangeArrowheads="1"/>
            </p:cNvSpPr>
            <p:nvPr/>
          </p:nvSpPr>
          <p:spPr bwMode="auto">
            <a:xfrm>
              <a:off x="4176" y="652"/>
              <a:ext cx="448" cy="242"/>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sym typeface="Symbol" pitchFamily="18" charset="2"/>
                </a:rPr>
                <a:t></a:t>
              </a:r>
              <a:endParaRPr lang="en-US" altLang="zh-CN" sz="2400"/>
            </a:p>
          </p:txBody>
        </p:sp>
      </p:grpSp>
      <p:sp>
        <p:nvSpPr>
          <p:cNvPr id="19477" name="Oval 21"/>
          <p:cNvSpPr>
            <a:spLocks noChangeArrowheads="1"/>
          </p:cNvSpPr>
          <p:nvPr/>
        </p:nvSpPr>
        <p:spPr bwMode="auto">
          <a:xfrm>
            <a:off x="1066800" y="4343400"/>
            <a:ext cx="1558925" cy="1558925"/>
          </a:xfrm>
          <a:prstGeom prst="ellipse">
            <a:avLst/>
          </a:prstGeom>
          <a:noFill/>
          <a:ln w="15875">
            <a:solidFill>
              <a:schemeClr val="tx2"/>
            </a:solidFill>
            <a:round/>
            <a:headEnd/>
            <a:tailEnd/>
          </a:ln>
        </p:spPr>
        <p:txBody>
          <a:bodyPr wrap="none" anchor="ctr"/>
          <a:lstStyle/>
          <a:p>
            <a:endParaRPr lang="zh-CN" altLang="en-US"/>
          </a:p>
        </p:txBody>
      </p:sp>
      <p:sp>
        <p:nvSpPr>
          <p:cNvPr id="19478" name="Oval 22"/>
          <p:cNvSpPr>
            <a:spLocks noChangeArrowheads="1"/>
          </p:cNvSpPr>
          <p:nvPr/>
        </p:nvSpPr>
        <p:spPr bwMode="auto">
          <a:xfrm>
            <a:off x="533400" y="3810000"/>
            <a:ext cx="2624138" cy="2624138"/>
          </a:xfrm>
          <a:prstGeom prst="ellipse">
            <a:avLst/>
          </a:prstGeom>
          <a:noFill/>
          <a:ln w="15875">
            <a:solidFill>
              <a:srgbClr val="FF0000"/>
            </a:solidFill>
            <a:round/>
            <a:headEnd/>
            <a:tailEnd/>
          </a:ln>
        </p:spPr>
        <p:txBody>
          <a:bodyPr wrap="none" anchor="ctr"/>
          <a:lstStyle/>
          <a:p>
            <a:endParaRPr lang="zh-CN" altLang="en-US"/>
          </a:p>
        </p:txBody>
      </p:sp>
      <p:grpSp>
        <p:nvGrpSpPr>
          <p:cNvPr id="7" name="Group 55"/>
          <p:cNvGrpSpPr>
            <a:grpSpLocks/>
          </p:cNvGrpSpPr>
          <p:nvPr/>
        </p:nvGrpSpPr>
        <p:grpSpPr bwMode="auto">
          <a:xfrm>
            <a:off x="1752600" y="5214938"/>
            <a:ext cx="1971675" cy="319087"/>
            <a:chOff x="1104" y="3285"/>
            <a:chExt cx="1242" cy="201"/>
          </a:xfrm>
        </p:grpSpPr>
        <p:sp>
          <p:nvSpPr>
            <p:cNvPr id="17455" name="Line 23"/>
            <p:cNvSpPr>
              <a:spLocks noChangeShapeType="1"/>
            </p:cNvSpPr>
            <p:nvPr/>
          </p:nvSpPr>
          <p:spPr bwMode="auto">
            <a:xfrm flipH="1">
              <a:off x="1104" y="3285"/>
              <a:ext cx="1152" cy="0"/>
            </a:xfrm>
            <a:prstGeom prst="line">
              <a:avLst/>
            </a:prstGeom>
            <a:noFill/>
            <a:ln w="12700">
              <a:solidFill>
                <a:srgbClr val="9900CC"/>
              </a:solidFill>
              <a:round/>
              <a:headEnd type="triangle" w="med" len="med"/>
              <a:tailEnd/>
            </a:ln>
          </p:spPr>
          <p:txBody>
            <a:bodyPr/>
            <a:lstStyle/>
            <a:p>
              <a:endParaRPr lang="zh-CN" altLang="en-US"/>
            </a:p>
          </p:txBody>
        </p:sp>
        <p:graphicFrame>
          <p:nvGraphicFramePr>
            <p:cNvPr id="17415" name="Object 24"/>
            <p:cNvGraphicFramePr>
              <a:graphicFrameLocks noChangeAspect="1"/>
            </p:cNvGraphicFramePr>
            <p:nvPr/>
          </p:nvGraphicFramePr>
          <p:xfrm>
            <a:off x="2154" y="3294"/>
            <a:ext cx="192" cy="192"/>
          </p:xfrm>
          <a:graphic>
            <a:graphicData uri="http://schemas.openxmlformats.org/presentationml/2006/ole">
              <p:oleObj spid="_x0000_s17415" name="公式" r:id="rId6" imgW="139680" imgH="139680" progId="Equation.3">
                <p:embed/>
              </p:oleObj>
            </a:graphicData>
          </a:graphic>
        </p:graphicFrame>
      </p:grpSp>
      <p:grpSp>
        <p:nvGrpSpPr>
          <p:cNvPr id="8" name="Group 56"/>
          <p:cNvGrpSpPr>
            <a:grpSpLocks/>
          </p:cNvGrpSpPr>
          <p:nvPr/>
        </p:nvGrpSpPr>
        <p:grpSpPr bwMode="auto">
          <a:xfrm>
            <a:off x="1763713" y="4365625"/>
            <a:ext cx="1250950" cy="838200"/>
            <a:chOff x="1111" y="2750"/>
            <a:chExt cx="788" cy="528"/>
          </a:xfrm>
        </p:grpSpPr>
        <p:sp>
          <p:nvSpPr>
            <p:cNvPr id="17454" name="Line 25"/>
            <p:cNvSpPr>
              <a:spLocks noChangeShapeType="1"/>
            </p:cNvSpPr>
            <p:nvPr/>
          </p:nvSpPr>
          <p:spPr bwMode="auto">
            <a:xfrm flipV="1">
              <a:off x="1111" y="2750"/>
              <a:ext cx="720" cy="528"/>
            </a:xfrm>
            <a:prstGeom prst="line">
              <a:avLst/>
            </a:prstGeom>
            <a:noFill/>
            <a:ln w="38100">
              <a:solidFill>
                <a:srgbClr val="FF3300"/>
              </a:solidFill>
              <a:round/>
              <a:headEnd/>
              <a:tailEnd type="triangle" w="med" len="med"/>
            </a:ln>
          </p:spPr>
          <p:txBody>
            <a:bodyPr/>
            <a:lstStyle/>
            <a:p>
              <a:endParaRPr lang="zh-CN" altLang="en-US"/>
            </a:p>
          </p:txBody>
        </p:sp>
        <p:graphicFrame>
          <p:nvGraphicFramePr>
            <p:cNvPr id="17414" name="Object 26"/>
            <p:cNvGraphicFramePr>
              <a:graphicFrameLocks noChangeAspect="1"/>
            </p:cNvGraphicFramePr>
            <p:nvPr/>
          </p:nvGraphicFramePr>
          <p:xfrm>
            <a:off x="1655" y="2795"/>
            <a:ext cx="244" cy="314"/>
          </p:xfrm>
          <a:graphic>
            <a:graphicData uri="http://schemas.openxmlformats.org/presentationml/2006/ole">
              <p:oleObj spid="_x0000_s17414" name="公式" r:id="rId7" imgW="177480" imgH="228600" progId="Equation.3">
                <p:embed/>
              </p:oleObj>
            </a:graphicData>
          </a:graphic>
        </p:graphicFrame>
      </p:grpSp>
      <p:grpSp>
        <p:nvGrpSpPr>
          <p:cNvPr id="9" name="Group 57"/>
          <p:cNvGrpSpPr>
            <a:grpSpLocks/>
          </p:cNvGrpSpPr>
          <p:nvPr/>
        </p:nvGrpSpPr>
        <p:grpSpPr bwMode="auto">
          <a:xfrm>
            <a:off x="1752600" y="4437063"/>
            <a:ext cx="762000" cy="777875"/>
            <a:chOff x="1104" y="2795"/>
            <a:chExt cx="480" cy="490"/>
          </a:xfrm>
        </p:grpSpPr>
        <p:graphicFrame>
          <p:nvGraphicFramePr>
            <p:cNvPr id="17413" name="Object 27"/>
            <p:cNvGraphicFramePr>
              <a:graphicFrameLocks noChangeAspect="1"/>
            </p:cNvGraphicFramePr>
            <p:nvPr/>
          </p:nvGraphicFramePr>
          <p:xfrm>
            <a:off x="1111" y="2795"/>
            <a:ext cx="279" cy="314"/>
          </p:xfrm>
          <a:graphic>
            <a:graphicData uri="http://schemas.openxmlformats.org/presentationml/2006/ole">
              <p:oleObj spid="_x0000_s17413" name="公式" r:id="rId8" imgW="203040" imgH="228600" progId="Equation.3">
                <p:embed/>
              </p:oleObj>
            </a:graphicData>
          </a:graphic>
        </p:graphicFrame>
        <p:sp>
          <p:nvSpPr>
            <p:cNvPr id="17453" name="Line 28"/>
            <p:cNvSpPr>
              <a:spLocks noChangeShapeType="1"/>
            </p:cNvSpPr>
            <p:nvPr/>
          </p:nvSpPr>
          <p:spPr bwMode="auto">
            <a:xfrm flipV="1">
              <a:off x="1104" y="2901"/>
              <a:ext cx="480" cy="384"/>
            </a:xfrm>
            <a:prstGeom prst="line">
              <a:avLst/>
            </a:prstGeom>
            <a:noFill/>
            <a:ln w="38100">
              <a:solidFill>
                <a:schemeClr val="tx2"/>
              </a:solidFill>
              <a:round/>
              <a:headEnd/>
              <a:tailEnd type="triangle" w="med" len="med"/>
            </a:ln>
          </p:spPr>
          <p:txBody>
            <a:bodyPr/>
            <a:lstStyle/>
            <a:p>
              <a:endParaRPr lang="zh-CN" altLang="en-US"/>
            </a:p>
          </p:txBody>
        </p:sp>
      </p:grpSp>
      <p:grpSp>
        <p:nvGrpSpPr>
          <p:cNvPr id="10" name="Group 29"/>
          <p:cNvGrpSpPr>
            <a:grpSpLocks/>
          </p:cNvGrpSpPr>
          <p:nvPr/>
        </p:nvGrpSpPr>
        <p:grpSpPr bwMode="auto">
          <a:xfrm>
            <a:off x="2667000" y="3581400"/>
            <a:ext cx="1168400" cy="754063"/>
            <a:chOff x="3888" y="652"/>
            <a:chExt cx="736" cy="475"/>
          </a:xfrm>
        </p:grpSpPr>
        <p:grpSp>
          <p:nvGrpSpPr>
            <p:cNvPr id="17448" name="Group 30"/>
            <p:cNvGrpSpPr>
              <a:grpSpLocks/>
            </p:cNvGrpSpPr>
            <p:nvPr/>
          </p:nvGrpSpPr>
          <p:grpSpPr bwMode="auto">
            <a:xfrm rot="1485197">
              <a:off x="3888" y="864"/>
              <a:ext cx="367" cy="263"/>
              <a:chOff x="3840" y="421"/>
              <a:chExt cx="367" cy="263"/>
            </a:xfrm>
          </p:grpSpPr>
          <p:sp>
            <p:nvSpPr>
              <p:cNvPr id="17450" name="Arc 31"/>
              <p:cNvSpPr>
                <a:spLocks/>
              </p:cNvSpPr>
              <p:nvPr/>
            </p:nvSpPr>
            <p:spPr bwMode="auto">
              <a:xfrm>
                <a:off x="3863" y="453"/>
                <a:ext cx="344" cy="2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2"/>
                </a:solidFill>
                <a:round/>
                <a:headEnd/>
                <a:tailEnd/>
              </a:ln>
            </p:spPr>
            <p:txBody>
              <a:bodyPr/>
              <a:lstStyle/>
              <a:p>
                <a:endParaRPr lang="zh-CN" altLang="en-US"/>
              </a:p>
            </p:txBody>
          </p:sp>
          <p:sp>
            <p:nvSpPr>
              <p:cNvPr id="17451" name="Line 32"/>
              <p:cNvSpPr>
                <a:spLocks noChangeShapeType="1"/>
              </p:cNvSpPr>
              <p:nvPr/>
            </p:nvSpPr>
            <p:spPr bwMode="auto">
              <a:xfrm>
                <a:off x="3840" y="480"/>
                <a:ext cx="139" cy="27"/>
              </a:xfrm>
              <a:prstGeom prst="line">
                <a:avLst/>
              </a:prstGeom>
              <a:noFill/>
              <a:ln w="38100">
                <a:solidFill>
                  <a:schemeClr val="tx2"/>
                </a:solidFill>
                <a:round/>
                <a:headEnd type="none" w="med" len="sm"/>
                <a:tailEnd type="none" w="med" len="sm"/>
              </a:ln>
            </p:spPr>
            <p:txBody>
              <a:bodyPr/>
              <a:lstStyle/>
              <a:p>
                <a:endParaRPr lang="zh-CN" altLang="en-US"/>
              </a:p>
            </p:txBody>
          </p:sp>
          <p:sp>
            <p:nvSpPr>
              <p:cNvPr id="17452" name="Line 33"/>
              <p:cNvSpPr>
                <a:spLocks noChangeShapeType="1"/>
              </p:cNvSpPr>
              <p:nvPr/>
            </p:nvSpPr>
            <p:spPr bwMode="auto">
              <a:xfrm flipV="1">
                <a:off x="3840" y="421"/>
                <a:ext cx="143" cy="59"/>
              </a:xfrm>
              <a:prstGeom prst="line">
                <a:avLst/>
              </a:prstGeom>
              <a:noFill/>
              <a:ln w="38100">
                <a:solidFill>
                  <a:schemeClr val="tx2"/>
                </a:solidFill>
                <a:round/>
                <a:headEnd type="none" w="med" len="sm"/>
                <a:tailEnd type="none" w="med" len="sm"/>
              </a:ln>
            </p:spPr>
            <p:txBody>
              <a:bodyPr/>
              <a:lstStyle/>
              <a:p>
                <a:endParaRPr lang="zh-CN" altLang="en-US"/>
              </a:p>
            </p:txBody>
          </p:sp>
        </p:grpSp>
        <p:sp>
          <p:nvSpPr>
            <p:cNvPr id="17449" name="Rectangle 34"/>
            <p:cNvSpPr>
              <a:spLocks noChangeArrowheads="1"/>
            </p:cNvSpPr>
            <p:nvPr/>
          </p:nvSpPr>
          <p:spPr bwMode="auto">
            <a:xfrm>
              <a:off x="4176" y="652"/>
              <a:ext cx="448" cy="242"/>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sym typeface="Symbol" pitchFamily="18" charset="2"/>
                </a:rPr>
                <a:t></a:t>
              </a:r>
              <a:endParaRPr lang="en-US" altLang="zh-CN" sz="2400"/>
            </a:p>
          </p:txBody>
        </p:sp>
      </p:grpSp>
      <p:sp>
        <p:nvSpPr>
          <p:cNvPr id="19492" name="Oval 36"/>
          <p:cNvSpPr>
            <a:spLocks noChangeArrowheads="1"/>
          </p:cNvSpPr>
          <p:nvPr/>
        </p:nvSpPr>
        <p:spPr bwMode="auto">
          <a:xfrm>
            <a:off x="5918200" y="4343400"/>
            <a:ext cx="1558925" cy="1558925"/>
          </a:xfrm>
          <a:prstGeom prst="ellipse">
            <a:avLst/>
          </a:prstGeom>
          <a:noFill/>
          <a:ln w="15875">
            <a:solidFill>
              <a:schemeClr val="tx2"/>
            </a:solidFill>
            <a:round/>
            <a:headEnd/>
            <a:tailEnd/>
          </a:ln>
        </p:spPr>
        <p:txBody>
          <a:bodyPr wrap="none" anchor="ctr"/>
          <a:lstStyle/>
          <a:p>
            <a:endParaRPr lang="zh-CN" altLang="en-US"/>
          </a:p>
        </p:txBody>
      </p:sp>
      <p:sp>
        <p:nvSpPr>
          <p:cNvPr id="19493" name="Oval 37"/>
          <p:cNvSpPr>
            <a:spLocks noChangeArrowheads="1"/>
          </p:cNvSpPr>
          <p:nvPr/>
        </p:nvSpPr>
        <p:spPr bwMode="auto">
          <a:xfrm>
            <a:off x="5384800" y="3810000"/>
            <a:ext cx="2624138" cy="2624138"/>
          </a:xfrm>
          <a:prstGeom prst="ellipse">
            <a:avLst/>
          </a:prstGeom>
          <a:noFill/>
          <a:ln w="15875">
            <a:solidFill>
              <a:srgbClr val="FF0000"/>
            </a:solidFill>
            <a:round/>
            <a:headEnd/>
            <a:tailEnd/>
          </a:ln>
        </p:spPr>
        <p:txBody>
          <a:bodyPr wrap="none" anchor="ctr"/>
          <a:lstStyle/>
          <a:p>
            <a:endParaRPr lang="zh-CN" altLang="en-US"/>
          </a:p>
        </p:txBody>
      </p:sp>
      <p:grpSp>
        <p:nvGrpSpPr>
          <p:cNvPr id="12" name="Group 58"/>
          <p:cNvGrpSpPr>
            <a:grpSpLocks/>
          </p:cNvGrpSpPr>
          <p:nvPr/>
        </p:nvGrpSpPr>
        <p:grpSpPr bwMode="auto">
          <a:xfrm>
            <a:off x="6680200" y="5181600"/>
            <a:ext cx="1868488" cy="352425"/>
            <a:chOff x="4208" y="3264"/>
            <a:chExt cx="1177" cy="222"/>
          </a:xfrm>
        </p:grpSpPr>
        <p:sp>
          <p:nvSpPr>
            <p:cNvPr id="17447" name="Line 38"/>
            <p:cNvSpPr>
              <a:spLocks noChangeShapeType="1"/>
            </p:cNvSpPr>
            <p:nvPr/>
          </p:nvSpPr>
          <p:spPr bwMode="auto">
            <a:xfrm flipH="1">
              <a:off x="4208" y="3264"/>
              <a:ext cx="1152" cy="0"/>
            </a:xfrm>
            <a:prstGeom prst="line">
              <a:avLst/>
            </a:prstGeom>
            <a:noFill/>
            <a:ln w="12700">
              <a:solidFill>
                <a:srgbClr val="9900CC"/>
              </a:solidFill>
              <a:round/>
              <a:headEnd type="triangle" w="med" len="med"/>
              <a:tailEnd/>
            </a:ln>
          </p:spPr>
          <p:txBody>
            <a:bodyPr/>
            <a:lstStyle/>
            <a:p>
              <a:endParaRPr lang="zh-CN" altLang="en-US"/>
            </a:p>
          </p:txBody>
        </p:sp>
        <p:graphicFrame>
          <p:nvGraphicFramePr>
            <p:cNvPr id="17412" name="Object 39"/>
            <p:cNvGraphicFramePr>
              <a:graphicFrameLocks noChangeAspect="1"/>
            </p:cNvGraphicFramePr>
            <p:nvPr/>
          </p:nvGraphicFramePr>
          <p:xfrm>
            <a:off x="5193" y="3294"/>
            <a:ext cx="192" cy="192"/>
          </p:xfrm>
          <a:graphic>
            <a:graphicData uri="http://schemas.openxmlformats.org/presentationml/2006/ole">
              <p:oleObj spid="_x0000_s17412" name="公式" r:id="rId9" imgW="139680" imgH="139680" progId="Equation.3">
                <p:embed/>
              </p:oleObj>
            </a:graphicData>
          </a:graphic>
        </p:graphicFrame>
      </p:grpSp>
      <p:grpSp>
        <p:nvGrpSpPr>
          <p:cNvPr id="13" name="Group 59"/>
          <p:cNvGrpSpPr>
            <a:grpSpLocks/>
          </p:cNvGrpSpPr>
          <p:nvPr/>
        </p:nvGrpSpPr>
        <p:grpSpPr bwMode="auto">
          <a:xfrm>
            <a:off x="6680200" y="5181600"/>
            <a:ext cx="506413" cy="1295400"/>
            <a:chOff x="4208" y="3264"/>
            <a:chExt cx="319" cy="816"/>
          </a:xfrm>
        </p:grpSpPr>
        <p:sp>
          <p:nvSpPr>
            <p:cNvPr id="17446" name="Line 40"/>
            <p:cNvSpPr>
              <a:spLocks noChangeShapeType="1"/>
            </p:cNvSpPr>
            <p:nvPr/>
          </p:nvSpPr>
          <p:spPr bwMode="auto">
            <a:xfrm>
              <a:off x="4208" y="3264"/>
              <a:ext cx="0" cy="816"/>
            </a:xfrm>
            <a:prstGeom prst="line">
              <a:avLst/>
            </a:prstGeom>
            <a:noFill/>
            <a:ln w="38100">
              <a:solidFill>
                <a:srgbClr val="FF3300"/>
              </a:solidFill>
              <a:round/>
              <a:headEnd/>
              <a:tailEnd type="triangle" w="med" len="med"/>
            </a:ln>
          </p:spPr>
          <p:txBody>
            <a:bodyPr/>
            <a:lstStyle/>
            <a:p>
              <a:endParaRPr lang="zh-CN" altLang="en-US"/>
            </a:p>
          </p:txBody>
        </p:sp>
        <p:graphicFrame>
          <p:nvGraphicFramePr>
            <p:cNvPr id="17411" name="Object 41"/>
            <p:cNvGraphicFramePr>
              <a:graphicFrameLocks noChangeAspect="1"/>
            </p:cNvGraphicFramePr>
            <p:nvPr/>
          </p:nvGraphicFramePr>
          <p:xfrm>
            <a:off x="4208" y="3670"/>
            <a:ext cx="319" cy="410"/>
          </p:xfrm>
          <a:graphic>
            <a:graphicData uri="http://schemas.openxmlformats.org/presentationml/2006/ole">
              <p:oleObj spid="_x0000_s17411" name="公式" r:id="rId10" imgW="177480" imgH="228600" progId="Equation.3">
                <p:embed/>
              </p:oleObj>
            </a:graphicData>
          </a:graphic>
        </p:graphicFrame>
      </p:grpSp>
      <p:grpSp>
        <p:nvGrpSpPr>
          <p:cNvPr id="14" name="Group 60"/>
          <p:cNvGrpSpPr>
            <a:grpSpLocks/>
          </p:cNvGrpSpPr>
          <p:nvPr/>
        </p:nvGrpSpPr>
        <p:grpSpPr bwMode="auto">
          <a:xfrm>
            <a:off x="6223000" y="4343400"/>
            <a:ext cx="457200" cy="838200"/>
            <a:chOff x="3920" y="2736"/>
            <a:chExt cx="288" cy="528"/>
          </a:xfrm>
        </p:grpSpPr>
        <p:graphicFrame>
          <p:nvGraphicFramePr>
            <p:cNvPr id="17410" name="Object 42"/>
            <p:cNvGraphicFramePr>
              <a:graphicFrameLocks noChangeAspect="1"/>
            </p:cNvGraphicFramePr>
            <p:nvPr/>
          </p:nvGraphicFramePr>
          <p:xfrm>
            <a:off x="3920" y="2928"/>
            <a:ext cx="279" cy="314"/>
          </p:xfrm>
          <a:graphic>
            <a:graphicData uri="http://schemas.openxmlformats.org/presentationml/2006/ole">
              <p:oleObj spid="_x0000_s17410" name="公式" r:id="rId11" imgW="203040" imgH="228600" progId="Equation.3">
                <p:embed/>
              </p:oleObj>
            </a:graphicData>
          </a:graphic>
        </p:graphicFrame>
        <p:sp>
          <p:nvSpPr>
            <p:cNvPr id="17445" name="Line 43"/>
            <p:cNvSpPr>
              <a:spLocks noChangeShapeType="1"/>
            </p:cNvSpPr>
            <p:nvPr/>
          </p:nvSpPr>
          <p:spPr bwMode="auto">
            <a:xfrm flipV="1">
              <a:off x="4208" y="2736"/>
              <a:ext cx="0" cy="528"/>
            </a:xfrm>
            <a:prstGeom prst="line">
              <a:avLst/>
            </a:prstGeom>
            <a:noFill/>
            <a:ln w="38100">
              <a:solidFill>
                <a:schemeClr val="tx2"/>
              </a:solidFill>
              <a:round/>
              <a:headEnd/>
              <a:tailEnd type="triangle" w="med" len="med"/>
            </a:ln>
          </p:spPr>
          <p:txBody>
            <a:bodyPr/>
            <a:lstStyle/>
            <a:p>
              <a:endParaRPr lang="zh-CN" altLang="en-US"/>
            </a:p>
          </p:txBody>
        </p:sp>
      </p:grpSp>
      <p:grpSp>
        <p:nvGrpSpPr>
          <p:cNvPr id="15" name="Group 44"/>
          <p:cNvGrpSpPr>
            <a:grpSpLocks/>
          </p:cNvGrpSpPr>
          <p:nvPr/>
        </p:nvGrpSpPr>
        <p:grpSpPr bwMode="auto">
          <a:xfrm>
            <a:off x="7518400" y="3581400"/>
            <a:ext cx="1168400" cy="754063"/>
            <a:chOff x="3888" y="652"/>
            <a:chExt cx="736" cy="475"/>
          </a:xfrm>
        </p:grpSpPr>
        <p:grpSp>
          <p:nvGrpSpPr>
            <p:cNvPr id="17440" name="Group 45"/>
            <p:cNvGrpSpPr>
              <a:grpSpLocks/>
            </p:cNvGrpSpPr>
            <p:nvPr/>
          </p:nvGrpSpPr>
          <p:grpSpPr bwMode="auto">
            <a:xfrm rot="1485197">
              <a:off x="3888" y="864"/>
              <a:ext cx="367" cy="263"/>
              <a:chOff x="3840" y="421"/>
              <a:chExt cx="367" cy="263"/>
            </a:xfrm>
          </p:grpSpPr>
          <p:sp>
            <p:nvSpPr>
              <p:cNvPr id="17442" name="Arc 46"/>
              <p:cNvSpPr>
                <a:spLocks/>
              </p:cNvSpPr>
              <p:nvPr/>
            </p:nvSpPr>
            <p:spPr bwMode="auto">
              <a:xfrm>
                <a:off x="3863" y="453"/>
                <a:ext cx="344" cy="2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2"/>
                </a:solidFill>
                <a:round/>
                <a:headEnd/>
                <a:tailEnd/>
              </a:ln>
            </p:spPr>
            <p:txBody>
              <a:bodyPr/>
              <a:lstStyle/>
              <a:p>
                <a:endParaRPr lang="zh-CN" altLang="en-US"/>
              </a:p>
            </p:txBody>
          </p:sp>
          <p:sp>
            <p:nvSpPr>
              <p:cNvPr id="17443" name="Line 47"/>
              <p:cNvSpPr>
                <a:spLocks noChangeShapeType="1"/>
              </p:cNvSpPr>
              <p:nvPr/>
            </p:nvSpPr>
            <p:spPr bwMode="auto">
              <a:xfrm>
                <a:off x="3840" y="480"/>
                <a:ext cx="139" cy="27"/>
              </a:xfrm>
              <a:prstGeom prst="line">
                <a:avLst/>
              </a:prstGeom>
              <a:noFill/>
              <a:ln w="38100">
                <a:solidFill>
                  <a:schemeClr val="tx2"/>
                </a:solidFill>
                <a:round/>
                <a:headEnd type="none" w="med" len="sm"/>
                <a:tailEnd type="none" w="med" len="sm"/>
              </a:ln>
            </p:spPr>
            <p:txBody>
              <a:bodyPr/>
              <a:lstStyle/>
              <a:p>
                <a:endParaRPr lang="zh-CN" altLang="en-US"/>
              </a:p>
            </p:txBody>
          </p:sp>
          <p:sp>
            <p:nvSpPr>
              <p:cNvPr id="17444" name="Line 48"/>
              <p:cNvSpPr>
                <a:spLocks noChangeShapeType="1"/>
              </p:cNvSpPr>
              <p:nvPr/>
            </p:nvSpPr>
            <p:spPr bwMode="auto">
              <a:xfrm flipV="1">
                <a:off x="3840" y="421"/>
                <a:ext cx="143" cy="59"/>
              </a:xfrm>
              <a:prstGeom prst="line">
                <a:avLst/>
              </a:prstGeom>
              <a:noFill/>
              <a:ln w="38100">
                <a:solidFill>
                  <a:schemeClr val="tx2"/>
                </a:solidFill>
                <a:round/>
                <a:headEnd type="none" w="med" len="sm"/>
                <a:tailEnd type="none" w="med" len="sm"/>
              </a:ln>
            </p:spPr>
            <p:txBody>
              <a:bodyPr/>
              <a:lstStyle/>
              <a:p>
                <a:endParaRPr lang="zh-CN" altLang="en-US"/>
              </a:p>
            </p:txBody>
          </p:sp>
        </p:grpSp>
        <p:sp>
          <p:nvSpPr>
            <p:cNvPr id="17441" name="Rectangle 49"/>
            <p:cNvSpPr>
              <a:spLocks noChangeArrowheads="1"/>
            </p:cNvSpPr>
            <p:nvPr/>
          </p:nvSpPr>
          <p:spPr bwMode="auto">
            <a:xfrm>
              <a:off x="4176" y="652"/>
              <a:ext cx="448" cy="242"/>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sym typeface="Symbol" pitchFamily="18" charset="2"/>
                </a:rPr>
                <a:t></a:t>
              </a:r>
              <a:endParaRPr lang="en-US" altLang="zh-CN" sz="2400"/>
            </a:p>
          </p:txBody>
        </p:sp>
      </p:grpSp>
      <p:sp>
        <p:nvSpPr>
          <p:cNvPr id="19506" name="Text Box 50"/>
          <p:cNvSpPr txBox="1">
            <a:spLocks noChangeArrowheads="1"/>
          </p:cNvSpPr>
          <p:nvPr/>
        </p:nvSpPr>
        <p:spPr bwMode="auto">
          <a:xfrm>
            <a:off x="1295400" y="3124200"/>
            <a:ext cx="1143000" cy="457200"/>
          </a:xfrm>
          <a:prstGeom prst="rect">
            <a:avLst/>
          </a:prstGeom>
          <a:noFill/>
          <a:ln w="9525">
            <a:noFill/>
            <a:miter lim="800000"/>
            <a:headEnd/>
            <a:tailEnd/>
          </a:ln>
        </p:spPr>
        <p:txBody>
          <a:bodyPr>
            <a:spAutoFit/>
          </a:bodyPr>
          <a:lstStyle/>
          <a:p>
            <a:pPr algn="l"/>
            <a:r>
              <a:rPr lang="zh-CN" altLang="en-US" sz="2400" b="1">
                <a:solidFill>
                  <a:srgbClr val="0000FF"/>
                </a:solidFill>
                <a:latin typeface="楷体_GB2312" pitchFamily="49" charset="-122"/>
              </a:rPr>
              <a:t>同相</a:t>
            </a:r>
            <a:endParaRPr lang="zh-CN" altLang="en-US" sz="2400">
              <a:solidFill>
                <a:srgbClr val="0000FF"/>
              </a:solidFill>
            </a:endParaRPr>
          </a:p>
        </p:txBody>
      </p:sp>
      <p:sp>
        <p:nvSpPr>
          <p:cNvPr id="19507" name="Text Box 51"/>
          <p:cNvSpPr txBox="1">
            <a:spLocks noChangeArrowheads="1"/>
          </p:cNvSpPr>
          <p:nvPr/>
        </p:nvSpPr>
        <p:spPr bwMode="auto">
          <a:xfrm>
            <a:off x="6324600" y="3124200"/>
            <a:ext cx="1143000" cy="457200"/>
          </a:xfrm>
          <a:prstGeom prst="rect">
            <a:avLst/>
          </a:prstGeom>
          <a:noFill/>
          <a:ln w="9525">
            <a:noFill/>
            <a:miter lim="800000"/>
            <a:headEnd/>
            <a:tailEnd/>
          </a:ln>
        </p:spPr>
        <p:txBody>
          <a:bodyPr>
            <a:spAutoFit/>
          </a:bodyPr>
          <a:lstStyle/>
          <a:p>
            <a:pPr algn="l"/>
            <a:r>
              <a:rPr lang="zh-CN" altLang="en-US" sz="2400" b="1">
                <a:solidFill>
                  <a:srgbClr val="0000FF"/>
                </a:solidFill>
                <a:latin typeface="楷体_GB2312" pitchFamily="49" charset="-122"/>
              </a:rPr>
              <a:t>反相</a:t>
            </a:r>
            <a:endParaRPr lang="zh-CN" altLang="en-US" sz="240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wipe(left)">
                                      <p:cBhvr>
                                        <p:cTn id="7" dur="500"/>
                                        <p:tgtEl>
                                          <p:spTgt spid="194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3"/>
                                        </p:tgtEl>
                                        <p:attrNameLst>
                                          <p:attrName>style.visibility</p:attrName>
                                        </p:attrNameLst>
                                      </p:cBhvr>
                                      <p:to>
                                        <p:strVal val="visible"/>
                                      </p:to>
                                    </p:set>
                                    <p:animEffect transition="in" filter="wipe(left)">
                                      <p:cBhvr>
                                        <p:cTn id="17" dur="500"/>
                                        <p:tgtEl>
                                          <p:spTgt spid="19463"/>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462"/>
                                        </p:tgtEl>
                                        <p:attrNameLst>
                                          <p:attrName>style.visibility</p:attrName>
                                        </p:attrNameLst>
                                      </p:cBhvr>
                                      <p:to>
                                        <p:strVal val="visible"/>
                                      </p:to>
                                    </p:set>
                                    <p:animEffect transition="in" filter="wipe(left)">
                                      <p:cBhvr>
                                        <p:cTn id="26" dur="500"/>
                                        <p:tgtEl>
                                          <p:spTgt spid="19462"/>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par>
                          <p:cTn id="31" fill="hold">
                            <p:stCondLst>
                              <p:cond delay="1000"/>
                            </p:stCondLst>
                            <p:childTnLst>
                              <p:par>
                                <p:cTn id="32" presetID="22" presetClass="entr" presetSubtype="4"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down)">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left)">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9506"/>
                                        </p:tgtEl>
                                        <p:attrNameLst>
                                          <p:attrName>style.visibility</p:attrName>
                                        </p:attrNameLst>
                                      </p:cBhvr>
                                      <p:to>
                                        <p:strVal val="visible"/>
                                      </p:to>
                                    </p:set>
                                    <p:animEffect transition="in" filter="wipe(left)">
                                      <p:cBhvr>
                                        <p:cTn id="44" dur="500"/>
                                        <p:tgtEl>
                                          <p:spTgt spid="1950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9478"/>
                                        </p:tgtEl>
                                        <p:attrNameLst>
                                          <p:attrName>style.visibility</p:attrName>
                                        </p:attrNameLst>
                                      </p:cBhvr>
                                      <p:to>
                                        <p:strVal val="visible"/>
                                      </p:to>
                                    </p:set>
                                    <p:animEffect transition="in" filter="wipe(left)">
                                      <p:cBhvr>
                                        <p:cTn id="49" dur="500"/>
                                        <p:tgtEl>
                                          <p:spTgt spid="19478"/>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left)">
                                      <p:cBhvr>
                                        <p:cTn id="53" dur="5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9477"/>
                                        </p:tgtEl>
                                        <p:attrNameLst>
                                          <p:attrName>style.visibility</p:attrName>
                                        </p:attrNameLst>
                                      </p:cBhvr>
                                      <p:to>
                                        <p:strVal val="visible"/>
                                      </p:to>
                                    </p:set>
                                    <p:animEffect transition="in" filter="wipe(left)">
                                      <p:cBhvr>
                                        <p:cTn id="58" dur="500"/>
                                        <p:tgtEl>
                                          <p:spTgt spid="19477"/>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left)">
                                      <p:cBhvr>
                                        <p:cTn id="62" dur="500"/>
                                        <p:tgtEl>
                                          <p:spTgt spid="9"/>
                                        </p:tgtEl>
                                      </p:cBhvr>
                                    </p:animEffect>
                                  </p:childTnLst>
                                </p:cTn>
                              </p:par>
                            </p:childTnLst>
                          </p:cTn>
                        </p:par>
                        <p:par>
                          <p:cTn id="63" fill="hold">
                            <p:stCondLst>
                              <p:cond delay="1000"/>
                            </p:stCondLst>
                            <p:childTnLst>
                              <p:par>
                                <p:cTn id="64" presetID="22" presetClass="entr" presetSubtype="4" fill="hold" nodeType="after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wipe(down)">
                                      <p:cBhvr>
                                        <p:cTn id="66" dur="500"/>
                                        <p:tgtEl>
                                          <p:spTgt spid="1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9507"/>
                                        </p:tgtEl>
                                        <p:attrNameLst>
                                          <p:attrName>style.visibility</p:attrName>
                                        </p:attrNameLst>
                                      </p:cBhvr>
                                      <p:to>
                                        <p:strVal val="visible"/>
                                      </p:to>
                                    </p:set>
                                    <p:animEffect transition="in" filter="wipe(left)">
                                      <p:cBhvr>
                                        <p:cTn id="71" dur="500"/>
                                        <p:tgtEl>
                                          <p:spTgt spid="1950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wipe(left)">
                                      <p:cBhvr>
                                        <p:cTn id="76" dur="500"/>
                                        <p:tgtEl>
                                          <p:spTgt spid="1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9493"/>
                                        </p:tgtEl>
                                        <p:attrNameLst>
                                          <p:attrName>style.visibility</p:attrName>
                                        </p:attrNameLst>
                                      </p:cBhvr>
                                      <p:to>
                                        <p:strVal val="visible"/>
                                      </p:to>
                                    </p:set>
                                    <p:animEffect transition="in" filter="wipe(left)">
                                      <p:cBhvr>
                                        <p:cTn id="81" dur="500"/>
                                        <p:tgtEl>
                                          <p:spTgt spid="19493"/>
                                        </p:tgtEl>
                                      </p:cBhvr>
                                    </p:animEffect>
                                  </p:childTnLst>
                                </p:cTn>
                              </p:par>
                            </p:childTnLst>
                          </p:cTn>
                        </p:par>
                        <p:par>
                          <p:cTn id="82" fill="hold">
                            <p:stCondLst>
                              <p:cond delay="500"/>
                            </p:stCondLst>
                            <p:childTnLst>
                              <p:par>
                                <p:cTn id="83" presetID="22" presetClass="entr" presetSubtype="8" fill="hold" nodeType="afterEffect">
                                  <p:stCondLst>
                                    <p:cond delay="0"/>
                                  </p:stCondLst>
                                  <p:childTnLst>
                                    <p:set>
                                      <p:cBhvr>
                                        <p:cTn id="84" dur="1" fill="hold">
                                          <p:stCondLst>
                                            <p:cond delay="0"/>
                                          </p:stCondLst>
                                        </p:cTn>
                                        <p:tgtEl>
                                          <p:spTgt spid="13"/>
                                        </p:tgtEl>
                                        <p:attrNameLst>
                                          <p:attrName>style.visibility</p:attrName>
                                        </p:attrNameLst>
                                      </p:cBhvr>
                                      <p:to>
                                        <p:strVal val="visible"/>
                                      </p:to>
                                    </p:set>
                                    <p:animEffect transition="in" filter="wipe(left)">
                                      <p:cBhvr>
                                        <p:cTn id="85" dur="500"/>
                                        <p:tgtEl>
                                          <p:spTgt spid="1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9492"/>
                                        </p:tgtEl>
                                        <p:attrNameLst>
                                          <p:attrName>style.visibility</p:attrName>
                                        </p:attrNameLst>
                                      </p:cBhvr>
                                      <p:to>
                                        <p:strVal val="visible"/>
                                      </p:to>
                                    </p:set>
                                    <p:animEffect transition="in" filter="wipe(left)">
                                      <p:cBhvr>
                                        <p:cTn id="90" dur="500"/>
                                        <p:tgtEl>
                                          <p:spTgt spid="19492"/>
                                        </p:tgtEl>
                                      </p:cBhvr>
                                    </p:animEffect>
                                  </p:childTnLst>
                                </p:cTn>
                              </p:par>
                            </p:childTnLst>
                          </p:cTn>
                        </p:par>
                        <p:par>
                          <p:cTn id="91" fill="hold">
                            <p:stCondLst>
                              <p:cond delay="500"/>
                            </p:stCondLst>
                            <p:childTnLst>
                              <p:par>
                                <p:cTn id="92" presetID="22" presetClass="entr" presetSubtype="8" fill="hold" nodeType="after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wipe(left)">
                                      <p:cBhvr>
                                        <p:cTn id="94" dur="500"/>
                                        <p:tgtEl>
                                          <p:spTgt spid="14"/>
                                        </p:tgtEl>
                                      </p:cBhvr>
                                    </p:animEffect>
                                  </p:childTnLst>
                                </p:cTn>
                              </p:par>
                            </p:childTnLst>
                          </p:cTn>
                        </p:par>
                        <p:par>
                          <p:cTn id="95" fill="hold">
                            <p:stCondLst>
                              <p:cond delay="1000"/>
                            </p:stCondLst>
                            <p:childTnLst>
                              <p:par>
                                <p:cTn id="96" presetID="22" presetClass="entr" presetSubtype="4" fill="hold" nodeType="afterEffect">
                                  <p:stCondLst>
                                    <p:cond delay="0"/>
                                  </p:stCondLst>
                                  <p:childTnLst>
                                    <p:set>
                                      <p:cBhvr>
                                        <p:cTn id="97" dur="1" fill="hold">
                                          <p:stCondLst>
                                            <p:cond delay="0"/>
                                          </p:stCondLst>
                                        </p:cTn>
                                        <p:tgtEl>
                                          <p:spTgt spid="15"/>
                                        </p:tgtEl>
                                        <p:attrNameLst>
                                          <p:attrName>style.visibility</p:attrName>
                                        </p:attrNameLst>
                                      </p:cBhvr>
                                      <p:to>
                                        <p:strVal val="visible"/>
                                      </p:to>
                                    </p:set>
                                    <p:animEffect transition="in" filter="wipe(down)">
                                      <p:cBhvr>
                                        <p:cTn id="9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utoUpdateAnimBg="0"/>
      <p:bldP spid="19462" grpId="0" animBg="1"/>
      <p:bldP spid="19463" grpId="0" animBg="1"/>
      <p:bldP spid="19477" grpId="0" animBg="1"/>
      <p:bldP spid="19478" grpId="0" animBg="1"/>
      <p:bldP spid="19492" grpId="0" animBg="1"/>
      <p:bldP spid="19493" grpId="0" animBg="1"/>
      <p:bldP spid="19506" grpId="0" autoUpdateAnimBg="0"/>
      <p:bldP spid="1950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394" name="Object 2"/>
          <p:cNvGraphicFramePr>
            <a:graphicFrameLocks/>
          </p:cNvGraphicFramePr>
          <p:nvPr/>
        </p:nvGraphicFramePr>
        <p:xfrm>
          <a:off x="714375" y="2633663"/>
          <a:ext cx="4937125" cy="434975"/>
        </p:xfrm>
        <a:graphic>
          <a:graphicData uri="http://schemas.openxmlformats.org/presentationml/2006/ole">
            <p:oleObj spid="_x0000_s18434" name="公式" r:id="rId3" imgW="2743200" imgH="241200" progId="Equation.3">
              <p:embed/>
            </p:oleObj>
          </a:graphicData>
        </a:graphic>
      </p:graphicFrame>
      <p:graphicFrame>
        <p:nvGraphicFramePr>
          <p:cNvPr id="187395" name="Object 3"/>
          <p:cNvGraphicFramePr>
            <a:graphicFrameLocks/>
          </p:cNvGraphicFramePr>
          <p:nvPr/>
        </p:nvGraphicFramePr>
        <p:xfrm>
          <a:off x="676275" y="1309688"/>
          <a:ext cx="2079625" cy="363537"/>
        </p:xfrm>
        <a:graphic>
          <a:graphicData uri="http://schemas.openxmlformats.org/presentationml/2006/ole">
            <p:oleObj spid="_x0000_s18435" name="公式" r:id="rId4" imgW="1155600" imgH="203040" progId="Equation.3">
              <p:embed/>
            </p:oleObj>
          </a:graphicData>
        </a:graphic>
      </p:graphicFrame>
      <p:graphicFrame>
        <p:nvGraphicFramePr>
          <p:cNvPr id="187396" name="Object 4"/>
          <p:cNvGraphicFramePr>
            <a:graphicFrameLocks/>
          </p:cNvGraphicFramePr>
          <p:nvPr/>
        </p:nvGraphicFramePr>
        <p:xfrm>
          <a:off x="701675" y="1754188"/>
          <a:ext cx="4819650" cy="730250"/>
        </p:xfrm>
        <a:graphic>
          <a:graphicData uri="http://schemas.openxmlformats.org/presentationml/2006/ole">
            <p:oleObj spid="_x0000_s18436" name="公式" r:id="rId5" imgW="2679480" imgH="406080" progId="Equation.3">
              <p:embed/>
            </p:oleObj>
          </a:graphicData>
        </a:graphic>
      </p:graphicFrame>
      <p:sp>
        <p:nvSpPr>
          <p:cNvPr id="187397" name="Text Box 5"/>
          <p:cNvSpPr txBox="1">
            <a:spLocks noChangeArrowheads="1"/>
          </p:cNvSpPr>
          <p:nvPr/>
        </p:nvSpPr>
        <p:spPr bwMode="auto">
          <a:xfrm>
            <a:off x="206375" y="541338"/>
            <a:ext cx="6999288" cy="457200"/>
          </a:xfrm>
          <a:prstGeom prst="rect">
            <a:avLst/>
          </a:prstGeom>
          <a:noFill/>
          <a:ln w="9525">
            <a:noFill/>
            <a:miter lim="800000"/>
            <a:headEnd/>
            <a:tailEnd/>
          </a:ln>
        </p:spPr>
        <p:txBody>
          <a:bodyPr>
            <a:spAutoFit/>
          </a:bodyPr>
          <a:lstStyle/>
          <a:p>
            <a:pPr algn="l"/>
            <a:r>
              <a:rPr lang="zh-CN" altLang="en-US" sz="2400" b="1">
                <a:solidFill>
                  <a:srgbClr val="FF3300"/>
                </a:solidFill>
              </a:rPr>
              <a:t>谐振动的位移、速度、加速度之间的位相关系</a:t>
            </a:r>
            <a:endParaRPr lang="zh-CN" altLang="en-US" sz="2400">
              <a:solidFill>
                <a:srgbClr val="FF3300"/>
              </a:solidFill>
            </a:endParaRPr>
          </a:p>
        </p:txBody>
      </p:sp>
      <p:sp>
        <p:nvSpPr>
          <p:cNvPr id="18439" name="Line 6"/>
          <p:cNvSpPr>
            <a:spLocks noChangeShapeType="1"/>
          </p:cNvSpPr>
          <p:nvPr/>
        </p:nvSpPr>
        <p:spPr bwMode="auto">
          <a:xfrm flipV="1">
            <a:off x="304800" y="4551363"/>
            <a:ext cx="1409700" cy="536575"/>
          </a:xfrm>
          <a:prstGeom prst="line">
            <a:avLst/>
          </a:prstGeom>
          <a:noFill/>
          <a:ln w="76200">
            <a:noFill/>
            <a:round/>
            <a:headEnd type="none" w="med" len="sm"/>
            <a:tailEnd type="none" w="med" len="sm"/>
          </a:ln>
        </p:spPr>
        <p:txBody>
          <a:bodyPr/>
          <a:lstStyle/>
          <a:p>
            <a:endParaRPr lang="zh-CN" altLang="en-US"/>
          </a:p>
        </p:txBody>
      </p:sp>
      <p:grpSp>
        <p:nvGrpSpPr>
          <p:cNvPr id="2" name="Group 7"/>
          <p:cNvGrpSpPr>
            <a:grpSpLocks/>
          </p:cNvGrpSpPr>
          <p:nvPr/>
        </p:nvGrpSpPr>
        <p:grpSpPr bwMode="auto">
          <a:xfrm>
            <a:off x="1763713" y="4419600"/>
            <a:ext cx="5727700" cy="1066800"/>
            <a:chOff x="1111" y="2784"/>
            <a:chExt cx="3608" cy="672"/>
          </a:xfrm>
        </p:grpSpPr>
        <p:sp>
          <p:nvSpPr>
            <p:cNvPr id="18466" name="Freeform 8"/>
            <p:cNvSpPr>
              <a:spLocks/>
            </p:cNvSpPr>
            <p:nvPr/>
          </p:nvSpPr>
          <p:spPr bwMode="auto">
            <a:xfrm>
              <a:off x="3792" y="3241"/>
              <a:ext cx="927" cy="215"/>
            </a:xfrm>
            <a:custGeom>
              <a:avLst/>
              <a:gdLst>
                <a:gd name="T0" fmla="*/ 0 w 927"/>
                <a:gd name="T1" fmla="*/ 0 h 215"/>
                <a:gd name="T2" fmla="*/ 18 w 927"/>
                <a:gd name="T3" fmla="*/ 7 h 215"/>
                <a:gd name="T4" fmla="*/ 38 w 927"/>
                <a:gd name="T5" fmla="*/ 14 h 215"/>
                <a:gd name="T6" fmla="*/ 56 w 927"/>
                <a:gd name="T7" fmla="*/ 20 h 215"/>
                <a:gd name="T8" fmla="*/ 74 w 927"/>
                <a:gd name="T9" fmla="*/ 27 h 215"/>
                <a:gd name="T10" fmla="*/ 92 w 927"/>
                <a:gd name="T11" fmla="*/ 34 h 215"/>
                <a:gd name="T12" fmla="*/ 111 w 927"/>
                <a:gd name="T13" fmla="*/ 40 h 215"/>
                <a:gd name="T14" fmla="*/ 130 w 927"/>
                <a:gd name="T15" fmla="*/ 47 h 215"/>
                <a:gd name="T16" fmla="*/ 148 w 927"/>
                <a:gd name="T17" fmla="*/ 53 h 215"/>
                <a:gd name="T18" fmla="*/ 166 w 927"/>
                <a:gd name="T19" fmla="*/ 60 h 215"/>
                <a:gd name="T20" fmla="*/ 186 w 927"/>
                <a:gd name="T21" fmla="*/ 66 h 215"/>
                <a:gd name="T22" fmla="*/ 204 w 927"/>
                <a:gd name="T23" fmla="*/ 73 h 215"/>
                <a:gd name="T24" fmla="*/ 222 w 927"/>
                <a:gd name="T25" fmla="*/ 78 h 215"/>
                <a:gd name="T26" fmla="*/ 240 w 927"/>
                <a:gd name="T27" fmla="*/ 85 h 215"/>
                <a:gd name="T28" fmla="*/ 259 w 927"/>
                <a:gd name="T29" fmla="*/ 91 h 215"/>
                <a:gd name="T30" fmla="*/ 278 w 927"/>
                <a:gd name="T31" fmla="*/ 97 h 215"/>
                <a:gd name="T32" fmla="*/ 296 w 927"/>
                <a:gd name="T33" fmla="*/ 103 h 215"/>
                <a:gd name="T34" fmla="*/ 315 w 927"/>
                <a:gd name="T35" fmla="*/ 109 h 215"/>
                <a:gd name="T36" fmla="*/ 334 w 927"/>
                <a:gd name="T37" fmla="*/ 115 h 215"/>
                <a:gd name="T38" fmla="*/ 352 w 927"/>
                <a:gd name="T39" fmla="*/ 121 h 215"/>
                <a:gd name="T40" fmla="*/ 371 w 927"/>
                <a:gd name="T41" fmla="*/ 126 h 215"/>
                <a:gd name="T42" fmla="*/ 390 w 927"/>
                <a:gd name="T43" fmla="*/ 132 h 215"/>
                <a:gd name="T44" fmla="*/ 408 w 927"/>
                <a:gd name="T45" fmla="*/ 137 h 215"/>
                <a:gd name="T46" fmla="*/ 428 w 927"/>
                <a:gd name="T47" fmla="*/ 142 h 215"/>
                <a:gd name="T48" fmla="*/ 448 w 927"/>
                <a:gd name="T49" fmla="*/ 147 h 215"/>
                <a:gd name="T50" fmla="*/ 466 w 927"/>
                <a:gd name="T51" fmla="*/ 152 h 215"/>
                <a:gd name="T52" fmla="*/ 484 w 927"/>
                <a:gd name="T53" fmla="*/ 157 h 215"/>
                <a:gd name="T54" fmla="*/ 503 w 927"/>
                <a:gd name="T55" fmla="*/ 161 h 215"/>
                <a:gd name="T56" fmla="*/ 521 w 927"/>
                <a:gd name="T57" fmla="*/ 166 h 215"/>
                <a:gd name="T58" fmla="*/ 541 w 927"/>
                <a:gd name="T59" fmla="*/ 170 h 215"/>
                <a:gd name="T60" fmla="*/ 560 w 927"/>
                <a:gd name="T61" fmla="*/ 174 h 215"/>
                <a:gd name="T62" fmla="*/ 579 w 927"/>
                <a:gd name="T63" fmla="*/ 179 h 215"/>
                <a:gd name="T64" fmla="*/ 597 w 927"/>
                <a:gd name="T65" fmla="*/ 182 h 215"/>
                <a:gd name="T66" fmla="*/ 616 w 927"/>
                <a:gd name="T67" fmla="*/ 186 h 215"/>
                <a:gd name="T68" fmla="*/ 636 w 927"/>
                <a:gd name="T69" fmla="*/ 189 h 215"/>
                <a:gd name="T70" fmla="*/ 654 w 927"/>
                <a:gd name="T71" fmla="*/ 193 h 215"/>
                <a:gd name="T72" fmla="*/ 674 w 927"/>
                <a:gd name="T73" fmla="*/ 196 h 215"/>
                <a:gd name="T74" fmla="*/ 693 w 927"/>
                <a:gd name="T75" fmla="*/ 199 h 215"/>
                <a:gd name="T76" fmla="*/ 713 w 927"/>
                <a:gd name="T77" fmla="*/ 201 h 215"/>
                <a:gd name="T78" fmla="*/ 731 w 927"/>
                <a:gd name="T79" fmla="*/ 204 h 215"/>
                <a:gd name="T80" fmla="*/ 751 w 927"/>
                <a:gd name="T81" fmla="*/ 206 h 215"/>
                <a:gd name="T82" fmla="*/ 771 w 927"/>
                <a:gd name="T83" fmla="*/ 208 h 215"/>
                <a:gd name="T84" fmla="*/ 790 w 927"/>
                <a:gd name="T85" fmla="*/ 210 h 215"/>
                <a:gd name="T86" fmla="*/ 809 w 927"/>
                <a:gd name="T87" fmla="*/ 211 h 215"/>
                <a:gd name="T88" fmla="*/ 829 w 927"/>
                <a:gd name="T89" fmla="*/ 212 h 215"/>
                <a:gd name="T90" fmla="*/ 848 w 927"/>
                <a:gd name="T91" fmla="*/ 214 h 215"/>
                <a:gd name="T92" fmla="*/ 868 w 927"/>
                <a:gd name="T93" fmla="*/ 214 h 215"/>
                <a:gd name="T94" fmla="*/ 888 w 927"/>
                <a:gd name="T95" fmla="*/ 215 h 215"/>
                <a:gd name="T96" fmla="*/ 907 w 927"/>
                <a:gd name="T97" fmla="*/ 215 h 215"/>
                <a:gd name="T98" fmla="*/ 927 w 927"/>
                <a:gd name="T99" fmla="*/ 215 h 21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927"/>
                <a:gd name="T151" fmla="*/ 0 h 215"/>
                <a:gd name="T152" fmla="*/ 927 w 927"/>
                <a:gd name="T153" fmla="*/ 215 h 21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927" h="215">
                  <a:moveTo>
                    <a:pt x="0" y="0"/>
                  </a:moveTo>
                  <a:lnTo>
                    <a:pt x="18" y="7"/>
                  </a:lnTo>
                  <a:lnTo>
                    <a:pt x="38" y="14"/>
                  </a:lnTo>
                  <a:lnTo>
                    <a:pt x="56" y="20"/>
                  </a:lnTo>
                  <a:lnTo>
                    <a:pt x="74" y="27"/>
                  </a:lnTo>
                  <a:lnTo>
                    <a:pt x="92" y="34"/>
                  </a:lnTo>
                  <a:lnTo>
                    <a:pt x="111" y="40"/>
                  </a:lnTo>
                  <a:lnTo>
                    <a:pt x="130" y="47"/>
                  </a:lnTo>
                  <a:lnTo>
                    <a:pt x="148" y="53"/>
                  </a:lnTo>
                  <a:lnTo>
                    <a:pt x="166" y="60"/>
                  </a:lnTo>
                  <a:lnTo>
                    <a:pt x="186" y="66"/>
                  </a:lnTo>
                  <a:lnTo>
                    <a:pt x="204" y="73"/>
                  </a:lnTo>
                  <a:lnTo>
                    <a:pt x="222" y="78"/>
                  </a:lnTo>
                  <a:lnTo>
                    <a:pt x="240" y="85"/>
                  </a:lnTo>
                  <a:lnTo>
                    <a:pt x="259" y="91"/>
                  </a:lnTo>
                  <a:lnTo>
                    <a:pt x="278" y="97"/>
                  </a:lnTo>
                  <a:lnTo>
                    <a:pt x="296" y="103"/>
                  </a:lnTo>
                  <a:lnTo>
                    <a:pt x="315" y="109"/>
                  </a:lnTo>
                  <a:lnTo>
                    <a:pt x="334" y="115"/>
                  </a:lnTo>
                  <a:lnTo>
                    <a:pt x="352" y="121"/>
                  </a:lnTo>
                  <a:lnTo>
                    <a:pt x="371" y="126"/>
                  </a:lnTo>
                  <a:lnTo>
                    <a:pt x="390" y="132"/>
                  </a:lnTo>
                  <a:lnTo>
                    <a:pt x="408" y="137"/>
                  </a:lnTo>
                  <a:lnTo>
                    <a:pt x="428" y="142"/>
                  </a:lnTo>
                  <a:lnTo>
                    <a:pt x="448" y="147"/>
                  </a:lnTo>
                  <a:lnTo>
                    <a:pt x="466" y="152"/>
                  </a:lnTo>
                  <a:lnTo>
                    <a:pt x="484" y="157"/>
                  </a:lnTo>
                  <a:lnTo>
                    <a:pt x="503" y="161"/>
                  </a:lnTo>
                  <a:lnTo>
                    <a:pt x="521" y="166"/>
                  </a:lnTo>
                  <a:lnTo>
                    <a:pt x="541" y="170"/>
                  </a:lnTo>
                  <a:lnTo>
                    <a:pt x="560" y="174"/>
                  </a:lnTo>
                  <a:lnTo>
                    <a:pt x="579" y="179"/>
                  </a:lnTo>
                  <a:lnTo>
                    <a:pt x="597" y="182"/>
                  </a:lnTo>
                  <a:lnTo>
                    <a:pt x="616" y="186"/>
                  </a:lnTo>
                  <a:lnTo>
                    <a:pt x="636" y="189"/>
                  </a:lnTo>
                  <a:lnTo>
                    <a:pt x="654" y="193"/>
                  </a:lnTo>
                  <a:lnTo>
                    <a:pt x="674" y="196"/>
                  </a:lnTo>
                  <a:lnTo>
                    <a:pt x="693" y="199"/>
                  </a:lnTo>
                  <a:lnTo>
                    <a:pt x="713" y="201"/>
                  </a:lnTo>
                  <a:lnTo>
                    <a:pt x="731" y="204"/>
                  </a:lnTo>
                  <a:lnTo>
                    <a:pt x="751" y="206"/>
                  </a:lnTo>
                  <a:lnTo>
                    <a:pt x="771" y="208"/>
                  </a:lnTo>
                  <a:lnTo>
                    <a:pt x="790" y="210"/>
                  </a:lnTo>
                  <a:lnTo>
                    <a:pt x="809" y="211"/>
                  </a:lnTo>
                  <a:lnTo>
                    <a:pt x="829" y="212"/>
                  </a:lnTo>
                  <a:lnTo>
                    <a:pt x="848" y="214"/>
                  </a:lnTo>
                  <a:lnTo>
                    <a:pt x="868" y="214"/>
                  </a:lnTo>
                  <a:lnTo>
                    <a:pt x="888" y="215"/>
                  </a:lnTo>
                  <a:lnTo>
                    <a:pt x="907" y="215"/>
                  </a:lnTo>
                  <a:lnTo>
                    <a:pt x="927" y="215"/>
                  </a:lnTo>
                </a:path>
              </a:pathLst>
            </a:custGeom>
            <a:noFill/>
            <a:ln w="38100">
              <a:solidFill>
                <a:srgbClr val="FF3300"/>
              </a:solidFill>
              <a:round/>
              <a:headEnd/>
              <a:tailEnd/>
            </a:ln>
          </p:spPr>
          <p:txBody>
            <a:bodyPr/>
            <a:lstStyle/>
            <a:p>
              <a:endParaRPr lang="zh-CN" altLang="en-US"/>
            </a:p>
          </p:txBody>
        </p:sp>
        <p:sp>
          <p:nvSpPr>
            <p:cNvPr id="18467" name="Freeform 9"/>
            <p:cNvSpPr>
              <a:spLocks/>
            </p:cNvSpPr>
            <p:nvPr/>
          </p:nvSpPr>
          <p:spPr bwMode="auto">
            <a:xfrm>
              <a:off x="1111" y="3249"/>
              <a:ext cx="907" cy="171"/>
            </a:xfrm>
            <a:custGeom>
              <a:avLst/>
              <a:gdLst>
                <a:gd name="T0" fmla="*/ 0 w 904"/>
                <a:gd name="T1" fmla="*/ 101 h 204"/>
                <a:gd name="T2" fmla="*/ 21 w 904"/>
                <a:gd name="T3" fmla="*/ 101 h 204"/>
                <a:gd name="T4" fmla="*/ 43 w 904"/>
                <a:gd name="T5" fmla="*/ 99 h 204"/>
                <a:gd name="T6" fmla="*/ 64 w 904"/>
                <a:gd name="T7" fmla="*/ 98 h 204"/>
                <a:gd name="T8" fmla="*/ 85 w 904"/>
                <a:gd name="T9" fmla="*/ 97 h 204"/>
                <a:gd name="T10" fmla="*/ 107 w 904"/>
                <a:gd name="T11" fmla="*/ 96 h 204"/>
                <a:gd name="T12" fmla="*/ 129 w 904"/>
                <a:gd name="T13" fmla="*/ 94 h 204"/>
                <a:gd name="T14" fmla="*/ 157 w 904"/>
                <a:gd name="T15" fmla="*/ 93 h 204"/>
                <a:gd name="T16" fmla="*/ 180 w 904"/>
                <a:gd name="T17" fmla="*/ 90 h 204"/>
                <a:gd name="T18" fmla="*/ 203 w 904"/>
                <a:gd name="T19" fmla="*/ 89 h 204"/>
                <a:gd name="T20" fmla="*/ 227 w 904"/>
                <a:gd name="T21" fmla="*/ 86 h 204"/>
                <a:gd name="T22" fmla="*/ 250 w 904"/>
                <a:gd name="T23" fmla="*/ 85 h 204"/>
                <a:gd name="T24" fmla="*/ 272 w 904"/>
                <a:gd name="T25" fmla="*/ 82 h 204"/>
                <a:gd name="T26" fmla="*/ 295 w 904"/>
                <a:gd name="T27" fmla="*/ 80 h 204"/>
                <a:gd name="T28" fmla="*/ 320 w 904"/>
                <a:gd name="T29" fmla="*/ 77 h 204"/>
                <a:gd name="T30" fmla="*/ 343 w 904"/>
                <a:gd name="T31" fmla="*/ 75 h 204"/>
                <a:gd name="T32" fmla="*/ 367 w 904"/>
                <a:gd name="T33" fmla="*/ 72 h 204"/>
                <a:gd name="T34" fmla="*/ 389 w 904"/>
                <a:gd name="T35" fmla="*/ 69 h 204"/>
                <a:gd name="T36" fmla="*/ 413 w 904"/>
                <a:gd name="T37" fmla="*/ 66 h 204"/>
                <a:gd name="T38" fmla="*/ 437 w 904"/>
                <a:gd name="T39" fmla="*/ 63 h 204"/>
                <a:gd name="T40" fmla="*/ 464 w 904"/>
                <a:gd name="T41" fmla="*/ 60 h 204"/>
                <a:gd name="T42" fmla="*/ 487 w 904"/>
                <a:gd name="T43" fmla="*/ 58 h 204"/>
                <a:gd name="T44" fmla="*/ 509 w 904"/>
                <a:gd name="T45" fmla="*/ 54 h 204"/>
                <a:gd name="T46" fmla="*/ 531 w 904"/>
                <a:gd name="T47" fmla="*/ 52 h 204"/>
                <a:gd name="T48" fmla="*/ 552 w 904"/>
                <a:gd name="T49" fmla="*/ 49 h 204"/>
                <a:gd name="T50" fmla="*/ 575 w 904"/>
                <a:gd name="T51" fmla="*/ 45 h 204"/>
                <a:gd name="T52" fmla="*/ 596 w 904"/>
                <a:gd name="T53" fmla="*/ 43 h 204"/>
                <a:gd name="T54" fmla="*/ 618 w 904"/>
                <a:gd name="T55" fmla="*/ 40 h 204"/>
                <a:gd name="T56" fmla="*/ 639 w 904"/>
                <a:gd name="T57" fmla="*/ 37 h 204"/>
                <a:gd name="T58" fmla="*/ 659 w 904"/>
                <a:gd name="T59" fmla="*/ 34 h 204"/>
                <a:gd name="T60" fmla="*/ 678 w 904"/>
                <a:gd name="T61" fmla="*/ 32 h 204"/>
                <a:gd name="T62" fmla="*/ 699 w 904"/>
                <a:gd name="T63" fmla="*/ 29 h 204"/>
                <a:gd name="T64" fmla="*/ 719 w 904"/>
                <a:gd name="T65" fmla="*/ 26 h 204"/>
                <a:gd name="T66" fmla="*/ 737 w 904"/>
                <a:gd name="T67" fmla="*/ 23 h 204"/>
                <a:gd name="T68" fmla="*/ 755 w 904"/>
                <a:gd name="T69" fmla="*/ 20 h 204"/>
                <a:gd name="T70" fmla="*/ 776 w 904"/>
                <a:gd name="T71" fmla="*/ 18 h 204"/>
                <a:gd name="T72" fmla="*/ 794 w 904"/>
                <a:gd name="T73" fmla="*/ 16 h 204"/>
                <a:gd name="T74" fmla="*/ 809 w 904"/>
                <a:gd name="T75" fmla="*/ 13 h 204"/>
                <a:gd name="T76" fmla="*/ 825 w 904"/>
                <a:gd name="T77" fmla="*/ 11 h 204"/>
                <a:gd name="T78" fmla="*/ 840 w 904"/>
                <a:gd name="T79" fmla="*/ 9 h 204"/>
                <a:gd name="T80" fmla="*/ 855 w 904"/>
                <a:gd name="T81" fmla="*/ 8 h 204"/>
                <a:gd name="T82" fmla="*/ 869 w 904"/>
                <a:gd name="T83" fmla="*/ 6 h 204"/>
                <a:gd name="T84" fmla="*/ 881 w 904"/>
                <a:gd name="T85" fmla="*/ 4 h 204"/>
                <a:gd name="T86" fmla="*/ 893 w 904"/>
                <a:gd name="T87" fmla="*/ 3 h 204"/>
                <a:gd name="T88" fmla="*/ 906 w 904"/>
                <a:gd name="T89" fmla="*/ 2 h 204"/>
                <a:gd name="T90" fmla="*/ 916 w 904"/>
                <a:gd name="T91" fmla="*/ 0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04"/>
                <a:gd name="T139" fmla="*/ 0 h 204"/>
                <a:gd name="T140" fmla="*/ 904 w 904"/>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04" h="204">
                  <a:moveTo>
                    <a:pt x="0" y="204"/>
                  </a:moveTo>
                  <a:lnTo>
                    <a:pt x="21" y="203"/>
                  </a:lnTo>
                  <a:lnTo>
                    <a:pt x="43" y="201"/>
                  </a:lnTo>
                  <a:lnTo>
                    <a:pt x="64" y="199"/>
                  </a:lnTo>
                  <a:lnTo>
                    <a:pt x="85" y="197"/>
                  </a:lnTo>
                  <a:lnTo>
                    <a:pt x="107" y="193"/>
                  </a:lnTo>
                  <a:lnTo>
                    <a:pt x="129" y="191"/>
                  </a:lnTo>
                  <a:lnTo>
                    <a:pt x="153" y="187"/>
                  </a:lnTo>
                  <a:lnTo>
                    <a:pt x="176" y="183"/>
                  </a:lnTo>
                  <a:lnTo>
                    <a:pt x="199" y="179"/>
                  </a:lnTo>
                  <a:lnTo>
                    <a:pt x="223" y="175"/>
                  </a:lnTo>
                  <a:lnTo>
                    <a:pt x="246" y="171"/>
                  </a:lnTo>
                  <a:lnTo>
                    <a:pt x="268" y="166"/>
                  </a:lnTo>
                  <a:lnTo>
                    <a:pt x="291" y="161"/>
                  </a:lnTo>
                  <a:lnTo>
                    <a:pt x="316" y="156"/>
                  </a:lnTo>
                  <a:lnTo>
                    <a:pt x="339" y="151"/>
                  </a:lnTo>
                  <a:lnTo>
                    <a:pt x="363" y="146"/>
                  </a:lnTo>
                  <a:lnTo>
                    <a:pt x="385" y="139"/>
                  </a:lnTo>
                  <a:lnTo>
                    <a:pt x="409" y="134"/>
                  </a:lnTo>
                  <a:lnTo>
                    <a:pt x="433" y="128"/>
                  </a:lnTo>
                  <a:lnTo>
                    <a:pt x="456" y="123"/>
                  </a:lnTo>
                  <a:lnTo>
                    <a:pt x="479" y="117"/>
                  </a:lnTo>
                  <a:lnTo>
                    <a:pt x="501" y="110"/>
                  </a:lnTo>
                  <a:lnTo>
                    <a:pt x="523" y="105"/>
                  </a:lnTo>
                  <a:lnTo>
                    <a:pt x="544" y="99"/>
                  </a:lnTo>
                  <a:lnTo>
                    <a:pt x="567" y="93"/>
                  </a:lnTo>
                  <a:lnTo>
                    <a:pt x="588" y="87"/>
                  </a:lnTo>
                  <a:lnTo>
                    <a:pt x="610" y="81"/>
                  </a:lnTo>
                  <a:lnTo>
                    <a:pt x="631" y="75"/>
                  </a:lnTo>
                  <a:lnTo>
                    <a:pt x="651" y="69"/>
                  </a:lnTo>
                  <a:lnTo>
                    <a:pt x="670" y="64"/>
                  </a:lnTo>
                  <a:lnTo>
                    <a:pt x="691" y="58"/>
                  </a:lnTo>
                  <a:lnTo>
                    <a:pt x="711" y="53"/>
                  </a:lnTo>
                  <a:lnTo>
                    <a:pt x="729" y="47"/>
                  </a:lnTo>
                  <a:lnTo>
                    <a:pt x="747" y="42"/>
                  </a:lnTo>
                  <a:lnTo>
                    <a:pt x="764" y="37"/>
                  </a:lnTo>
                  <a:lnTo>
                    <a:pt x="782" y="32"/>
                  </a:lnTo>
                  <a:lnTo>
                    <a:pt x="797" y="27"/>
                  </a:lnTo>
                  <a:lnTo>
                    <a:pt x="813" y="23"/>
                  </a:lnTo>
                  <a:lnTo>
                    <a:pt x="828" y="19"/>
                  </a:lnTo>
                  <a:lnTo>
                    <a:pt x="843" y="15"/>
                  </a:lnTo>
                  <a:lnTo>
                    <a:pt x="857" y="11"/>
                  </a:lnTo>
                  <a:lnTo>
                    <a:pt x="869" y="8"/>
                  </a:lnTo>
                  <a:lnTo>
                    <a:pt x="881" y="5"/>
                  </a:lnTo>
                  <a:lnTo>
                    <a:pt x="894" y="2"/>
                  </a:lnTo>
                  <a:lnTo>
                    <a:pt x="904" y="0"/>
                  </a:lnTo>
                </a:path>
              </a:pathLst>
            </a:custGeom>
            <a:noFill/>
            <a:ln w="38100">
              <a:solidFill>
                <a:srgbClr val="FF3300"/>
              </a:solidFill>
              <a:round/>
              <a:headEnd/>
              <a:tailEnd/>
            </a:ln>
          </p:spPr>
          <p:txBody>
            <a:bodyPr/>
            <a:lstStyle/>
            <a:p>
              <a:endParaRPr lang="zh-CN" altLang="en-US"/>
            </a:p>
          </p:txBody>
        </p:sp>
        <p:sp>
          <p:nvSpPr>
            <p:cNvPr id="18468" name="Rectangle 10"/>
            <p:cNvSpPr>
              <a:spLocks noChangeArrowheads="1"/>
            </p:cNvSpPr>
            <p:nvPr/>
          </p:nvSpPr>
          <p:spPr bwMode="auto">
            <a:xfrm>
              <a:off x="2304" y="2784"/>
              <a:ext cx="288" cy="384"/>
            </a:xfrm>
            <a:prstGeom prst="rect">
              <a:avLst/>
            </a:prstGeom>
            <a:noFill/>
            <a:ln w="6350">
              <a:noFill/>
              <a:miter lim="800000"/>
              <a:headEnd/>
              <a:tailEnd/>
            </a:ln>
          </p:spPr>
          <p:txBody>
            <a:bodyPr lIns="12700" tIns="12700" rIns="12700" bIns="12700"/>
            <a:lstStyle/>
            <a:p>
              <a:pPr algn="just"/>
              <a:r>
                <a:rPr lang="en-US" altLang="zh-CN" sz="2800" b="1" i="1">
                  <a:solidFill>
                    <a:srgbClr val="FF3300"/>
                  </a:solidFill>
                  <a:ea typeface="楷体_GB2312" pitchFamily="49" charset="-122"/>
                </a:rPr>
                <a:t>a</a:t>
              </a:r>
              <a:endParaRPr lang="en-US" altLang="zh-CN" sz="2400">
                <a:solidFill>
                  <a:srgbClr val="FF3300"/>
                </a:solidFill>
              </a:endParaRPr>
            </a:p>
          </p:txBody>
        </p:sp>
        <p:sp>
          <p:nvSpPr>
            <p:cNvPr id="18469" name="Freeform 11"/>
            <p:cNvSpPr>
              <a:spLocks/>
            </p:cNvSpPr>
            <p:nvPr/>
          </p:nvSpPr>
          <p:spPr bwMode="auto">
            <a:xfrm>
              <a:off x="2016" y="3024"/>
              <a:ext cx="1776" cy="22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00"/>
                  </a:moveTo>
                  <a:lnTo>
                    <a:pt x="229" y="18521"/>
                  </a:lnTo>
                  <a:lnTo>
                    <a:pt x="438" y="17878"/>
                  </a:lnTo>
                  <a:lnTo>
                    <a:pt x="666" y="17299"/>
                  </a:lnTo>
                  <a:lnTo>
                    <a:pt x="885" y="16656"/>
                  </a:lnTo>
                  <a:lnTo>
                    <a:pt x="1104" y="16077"/>
                  </a:lnTo>
                  <a:lnTo>
                    <a:pt x="1323" y="15498"/>
                  </a:lnTo>
                  <a:lnTo>
                    <a:pt x="1551" y="14887"/>
                  </a:lnTo>
                  <a:lnTo>
                    <a:pt x="1760" y="14309"/>
                  </a:lnTo>
                  <a:lnTo>
                    <a:pt x="1989" y="13730"/>
                  </a:lnTo>
                  <a:lnTo>
                    <a:pt x="2228" y="13151"/>
                  </a:lnTo>
                  <a:lnTo>
                    <a:pt x="2447" y="12572"/>
                  </a:lnTo>
                  <a:lnTo>
                    <a:pt x="2675" y="12026"/>
                  </a:lnTo>
                  <a:lnTo>
                    <a:pt x="2884" y="11447"/>
                  </a:lnTo>
                  <a:lnTo>
                    <a:pt x="3113" y="10900"/>
                  </a:lnTo>
                  <a:lnTo>
                    <a:pt x="3342" y="10354"/>
                  </a:lnTo>
                  <a:lnTo>
                    <a:pt x="3550" y="9807"/>
                  </a:lnTo>
                  <a:lnTo>
                    <a:pt x="3779" y="9293"/>
                  </a:lnTo>
                  <a:lnTo>
                    <a:pt x="3998" y="8746"/>
                  </a:lnTo>
                  <a:lnTo>
                    <a:pt x="4227" y="8232"/>
                  </a:lnTo>
                  <a:lnTo>
                    <a:pt x="4436" y="7717"/>
                  </a:lnTo>
                  <a:lnTo>
                    <a:pt x="4664" y="7235"/>
                  </a:lnTo>
                  <a:lnTo>
                    <a:pt x="4883" y="6817"/>
                  </a:lnTo>
                  <a:lnTo>
                    <a:pt x="5112" y="6334"/>
                  </a:lnTo>
                  <a:lnTo>
                    <a:pt x="5341" y="5884"/>
                  </a:lnTo>
                  <a:lnTo>
                    <a:pt x="5549" y="5402"/>
                  </a:lnTo>
                  <a:lnTo>
                    <a:pt x="5758" y="4984"/>
                  </a:lnTo>
                  <a:lnTo>
                    <a:pt x="5977" y="4566"/>
                  </a:lnTo>
                  <a:lnTo>
                    <a:pt x="6196" y="4148"/>
                  </a:lnTo>
                  <a:lnTo>
                    <a:pt x="6425" y="3794"/>
                  </a:lnTo>
                  <a:lnTo>
                    <a:pt x="6634" y="3408"/>
                  </a:lnTo>
                  <a:lnTo>
                    <a:pt x="6862" y="3055"/>
                  </a:lnTo>
                  <a:lnTo>
                    <a:pt x="7091" y="2733"/>
                  </a:lnTo>
                  <a:lnTo>
                    <a:pt x="7280" y="2412"/>
                  </a:lnTo>
                  <a:lnTo>
                    <a:pt x="7509" y="2090"/>
                  </a:lnTo>
                  <a:lnTo>
                    <a:pt x="7737" y="1833"/>
                  </a:lnTo>
                  <a:lnTo>
                    <a:pt x="7956" y="1543"/>
                  </a:lnTo>
                  <a:lnTo>
                    <a:pt x="8155" y="1286"/>
                  </a:lnTo>
                  <a:lnTo>
                    <a:pt x="8374" y="1061"/>
                  </a:lnTo>
                  <a:lnTo>
                    <a:pt x="8583" y="836"/>
                  </a:lnTo>
                  <a:lnTo>
                    <a:pt x="8812" y="675"/>
                  </a:lnTo>
                  <a:lnTo>
                    <a:pt x="9020" y="482"/>
                  </a:lnTo>
                  <a:lnTo>
                    <a:pt x="9229" y="386"/>
                  </a:lnTo>
                  <a:lnTo>
                    <a:pt x="9448" y="225"/>
                  </a:lnTo>
                  <a:lnTo>
                    <a:pt x="9647" y="129"/>
                  </a:lnTo>
                  <a:lnTo>
                    <a:pt x="9856" y="64"/>
                  </a:lnTo>
                  <a:lnTo>
                    <a:pt x="10075" y="32"/>
                  </a:lnTo>
                  <a:lnTo>
                    <a:pt x="10293" y="0"/>
                  </a:lnTo>
                  <a:lnTo>
                    <a:pt x="10502" y="32"/>
                  </a:lnTo>
                  <a:lnTo>
                    <a:pt x="10701" y="32"/>
                  </a:lnTo>
                  <a:lnTo>
                    <a:pt x="10910" y="64"/>
                  </a:lnTo>
                  <a:lnTo>
                    <a:pt x="11129" y="225"/>
                  </a:lnTo>
                  <a:lnTo>
                    <a:pt x="11338" y="322"/>
                  </a:lnTo>
                  <a:lnTo>
                    <a:pt x="11566" y="514"/>
                  </a:lnTo>
                  <a:lnTo>
                    <a:pt x="11785" y="772"/>
                  </a:lnTo>
                  <a:lnTo>
                    <a:pt x="12004" y="997"/>
                  </a:lnTo>
                  <a:lnTo>
                    <a:pt x="12223" y="1254"/>
                  </a:lnTo>
                  <a:lnTo>
                    <a:pt x="12452" y="1543"/>
                  </a:lnTo>
                  <a:lnTo>
                    <a:pt x="12690" y="1897"/>
                  </a:lnTo>
                  <a:lnTo>
                    <a:pt x="12909" y="2283"/>
                  </a:lnTo>
                  <a:lnTo>
                    <a:pt x="13148" y="2701"/>
                  </a:lnTo>
                  <a:lnTo>
                    <a:pt x="13376" y="3087"/>
                  </a:lnTo>
                  <a:lnTo>
                    <a:pt x="13615" y="3537"/>
                  </a:lnTo>
                  <a:lnTo>
                    <a:pt x="13844" y="3987"/>
                  </a:lnTo>
                  <a:lnTo>
                    <a:pt x="14063" y="4469"/>
                  </a:lnTo>
                  <a:lnTo>
                    <a:pt x="14291" y="4920"/>
                  </a:lnTo>
                  <a:lnTo>
                    <a:pt x="14530" y="5466"/>
                  </a:lnTo>
                  <a:lnTo>
                    <a:pt x="14759" y="6013"/>
                  </a:lnTo>
                  <a:lnTo>
                    <a:pt x="14998" y="6527"/>
                  </a:lnTo>
                  <a:lnTo>
                    <a:pt x="15216" y="7074"/>
                  </a:lnTo>
                  <a:lnTo>
                    <a:pt x="15445" y="7621"/>
                  </a:lnTo>
                  <a:lnTo>
                    <a:pt x="15684" y="8199"/>
                  </a:lnTo>
                  <a:lnTo>
                    <a:pt x="15893" y="8778"/>
                  </a:lnTo>
                  <a:lnTo>
                    <a:pt x="16101" y="9357"/>
                  </a:lnTo>
                  <a:lnTo>
                    <a:pt x="16320" y="9904"/>
                  </a:lnTo>
                  <a:lnTo>
                    <a:pt x="16529" y="10450"/>
                  </a:lnTo>
                  <a:lnTo>
                    <a:pt x="16738" y="11061"/>
                  </a:lnTo>
                  <a:lnTo>
                    <a:pt x="16957" y="11608"/>
                  </a:lnTo>
                  <a:lnTo>
                    <a:pt x="17156" y="12186"/>
                  </a:lnTo>
                  <a:lnTo>
                    <a:pt x="17355" y="12765"/>
                  </a:lnTo>
                  <a:lnTo>
                    <a:pt x="17553" y="13280"/>
                  </a:lnTo>
                  <a:lnTo>
                    <a:pt x="17732" y="13859"/>
                  </a:lnTo>
                  <a:lnTo>
                    <a:pt x="17931" y="14373"/>
                  </a:lnTo>
                  <a:lnTo>
                    <a:pt x="18120" y="14952"/>
                  </a:lnTo>
                  <a:lnTo>
                    <a:pt x="18289" y="15434"/>
                  </a:lnTo>
                  <a:lnTo>
                    <a:pt x="18468" y="15949"/>
                  </a:lnTo>
                  <a:lnTo>
                    <a:pt x="18637" y="16431"/>
                  </a:lnTo>
                  <a:lnTo>
                    <a:pt x="18797" y="16849"/>
                  </a:lnTo>
                  <a:lnTo>
                    <a:pt x="18956" y="17331"/>
                  </a:lnTo>
                  <a:lnTo>
                    <a:pt x="19095" y="17749"/>
                  </a:lnTo>
                  <a:lnTo>
                    <a:pt x="19254" y="18167"/>
                  </a:lnTo>
                  <a:lnTo>
                    <a:pt x="19393" y="18553"/>
                  </a:lnTo>
                  <a:lnTo>
                    <a:pt x="19523" y="18875"/>
                  </a:lnTo>
                  <a:lnTo>
                    <a:pt x="19642" y="19196"/>
                  </a:lnTo>
                  <a:lnTo>
                    <a:pt x="19771" y="19518"/>
                  </a:lnTo>
                  <a:lnTo>
                    <a:pt x="19881" y="19775"/>
                  </a:lnTo>
                  <a:lnTo>
                    <a:pt x="19990" y="19968"/>
                  </a:lnTo>
                </a:path>
              </a:pathLst>
            </a:custGeom>
            <a:noFill/>
            <a:ln w="38100">
              <a:solidFill>
                <a:srgbClr val="FF3300"/>
              </a:solidFill>
              <a:round/>
              <a:headEnd/>
              <a:tailEnd/>
            </a:ln>
          </p:spPr>
          <p:txBody>
            <a:bodyPr/>
            <a:lstStyle/>
            <a:p>
              <a:endParaRPr lang="zh-CN" altLang="en-US"/>
            </a:p>
          </p:txBody>
        </p:sp>
      </p:grpSp>
      <p:grpSp>
        <p:nvGrpSpPr>
          <p:cNvPr id="3" name="Group 12"/>
          <p:cNvGrpSpPr>
            <a:grpSpLocks/>
          </p:cNvGrpSpPr>
          <p:nvPr/>
        </p:nvGrpSpPr>
        <p:grpSpPr bwMode="auto">
          <a:xfrm>
            <a:off x="1752600" y="4581525"/>
            <a:ext cx="5684838" cy="1362075"/>
            <a:chOff x="1104" y="2886"/>
            <a:chExt cx="3581" cy="858"/>
          </a:xfrm>
        </p:grpSpPr>
        <p:sp>
          <p:nvSpPr>
            <p:cNvPr id="18463" name="Freeform 13"/>
            <p:cNvSpPr>
              <a:spLocks/>
            </p:cNvSpPr>
            <p:nvPr/>
          </p:nvSpPr>
          <p:spPr bwMode="auto">
            <a:xfrm>
              <a:off x="1104" y="3203"/>
              <a:ext cx="1824" cy="321"/>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6" y="648"/>
                  </a:lnTo>
                  <a:lnTo>
                    <a:pt x="402" y="1251"/>
                  </a:lnTo>
                  <a:lnTo>
                    <a:pt x="599" y="1855"/>
                  </a:lnTo>
                  <a:lnTo>
                    <a:pt x="795" y="2503"/>
                  </a:lnTo>
                  <a:lnTo>
                    <a:pt x="982" y="3151"/>
                  </a:lnTo>
                  <a:lnTo>
                    <a:pt x="1188" y="3754"/>
                  </a:lnTo>
                  <a:lnTo>
                    <a:pt x="1384" y="4335"/>
                  </a:lnTo>
                  <a:lnTo>
                    <a:pt x="1581" y="4939"/>
                  </a:lnTo>
                  <a:lnTo>
                    <a:pt x="1777" y="5564"/>
                  </a:lnTo>
                  <a:lnTo>
                    <a:pt x="1983" y="6168"/>
                  </a:lnTo>
                  <a:lnTo>
                    <a:pt x="2180" y="6726"/>
                  </a:lnTo>
                  <a:lnTo>
                    <a:pt x="2376" y="7285"/>
                  </a:lnTo>
                  <a:lnTo>
                    <a:pt x="2563" y="7866"/>
                  </a:lnTo>
                  <a:lnTo>
                    <a:pt x="2769" y="8492"/>
                  </a:lnTo>
                  <a:lnTo>
                    <a:pt x="2965" y="9028"/>
                  </a:lnTo>
                  <a:lnTo>
                    <a:pt x="3162" y="9609"/>
                  </a:lnTo>
                  <a:lnTo>
                    <a:pt x="3368" y="10123"/>
                  </a:lnTo>
                  <a:lnTo>
                    <a:pt x="3564" y="10659"/>
                  </a:lnTo>
                  <a:lnTo>
                    <a:pt x="3761" y="11196"/>
                  </a:lnTo>
                  <a:lnTo>
                    <a:pt x="3966" y="11732"/>
                  </a:lnTo>
                  <a:lnTo>
                    <a:pt x="4163" y="12223"/>
                  </a:lnTo>
                  <a:lnTo>
                    <a:pt x="4359" y="12715"/>
                  </a:lnTo>
                  <a:lnTo>
                    <a:pt x="4574" y="13162"/>
                  </a:lnTo>
                  <a:lnTo>
                    <a:pt x="4790" y="13676"/>
                  </a:lnTo>
                  <a:lnTo>
                    <a:pt x="4977" y="14123"/>
                  </a:lnTo>
                  <a:lnTo>
                    <a:pt x="5173" y="14570"/>
                  </a:lnTo>
                  <a:lnTo>
                    <a:pt x="5370" y="14994"/>
                  </a:lnTo>
                  <a:lnTo>
                    <a:pt x="5566" y="15397"/>
                  </a:lnTo>
                  <a:lnTo>
                    <a:pt x="5781" y="15821"/>
                  </a:lnTo>
                  <a:lnTo>
                    <a:pt x="5978" y="16201"/>
                  </a:lnTo>
                  <a:lnTo>
                    <a:pt x="6183" y="16626"/>
                  </a:lnTo>
                  <a:lnTo>
                    <a:pt x="6380" y="16961"/>
                  </a:lnTo>
                  <a:lnTo>
                    <a:pt x="6576" y="17251"/>
                  </a:lnTo>
                  <a:lnTo>
                    <a:pt x="6791" y="17609"/>
                  </a:lnTo>
                  <a:lnTo>
                    <a:pt x="6988" y="17922"/>
                  </a:lnTo>
                  <a:lnTo>
                    <a:pt x="7203" y="18190"/>
                  </a:lnTo>
                  <a:lnTo>
                    <a:pt x="7399" y="18458"/>
                  </a:lnTo>
                  <a:lnTo>
                    <a:pt x="7615" y="18749"/>
                  </a:lnTo>
                  <a:lnTo>
                    <a:pt x="7811" y="18950"/>
                  </a:lnTo>
                  <a:lnTo>
                    <a:pt x="8026" y="19151"/>
                  </a:lnTo>
                  <a:lnTo>
                    <a:pt x="8241" y="19330"/>
                  </a:lnTo>
                  <a:lnTo>
                    <a:pt x="8438" y="19464"/>
                  </a:lnTo>
                  <a:lnTo>
                    <a:pt x="8644" y="19642"/>
                  </a:lnTo>
                  <a:lnTo>
                    <a:pt x="8859" y="19754"/>
                  </a:lnTo>
                  <a:lnTo>
                    <a:pt x="9055" y="19866"/>
                  </a:lnTo>
                  <a:lnTo>
                    <a:pt x="9270" y="19888"/>
                  </a:lnTo>
                  <a:lnTo>
                    <a:pt x="9486" y="19978"/>
                  </a:lnTo>
                  <a:lnTo>
                    <a:pt x="9691" y="19978"/>
                  </a:lnTo>
                  <a:lnTo>
                    <a:pt x="9906" y="19978"/>
                  </a:lnTo>
                  <a:lnTo>
                    <a:pt x="10122" y="19911"/>
                  </a:lnTo>
                  <a:lnTo>
                    <a:pt x="10327" y="19821"/>
                  </a:lnTo>
                  <a:lnTo>
                    <a:pt x="10552" y="19709"/>
                  </a:lnTo>
                  <a:lnTo>
                    <a:pt x="10795" y="19553"/>
                  </a:lnTo>
                  <a:lnTo>
                    <a:pt x="11020" y="19330"/>
                  </a:lnTo>
                  <a:lnTo>
                    <a:pt x="11244" y="19128"/>
                  </a:lnTo>
                  <a:lnTo>
                    <a:pt x="11478" y="18860"/>
                  </a:lnTo>
                  <a:lnTo>
                    <a:pt x="11712" y="18570"/>
                  </a:lnTo>
                  <a:lnTo>
                    <a:pt x="11964" y="18235"/>
                  </a:lnTo>
                  <a:lnTo>
                    <a:pt x="12208" y="17899"/>
                  </a:lnTo>
                  <a:lnTo>
                    <a:pt x="12460" y="17497"/>
                  </a:lnTo>
                  <a:lnTo>
                    <a:pt x="12713" y="17095"/>
                  </a:lnTo>
                  <a:lnTo>
                    <a:pt x="12956" y="16760"/>
                  </a:lnTo>
                  <a:lnTo>
                    <a:pt x="13199" y="16246"/>
                  </a:lnTo>
                  <a:lnTo>
                    <a:pt x="13442" y="15799"/>
                  </a:lnTo>
                  <a:lnTo>
                    <a:pt x="13704" y="15352"/>
                  </a:lnTo>
                  <a:lnTo>
                    <a:pt x="13957" y="14860"/>
                  </a:lnTo>
                  <a:lnTo>
                    <a:pt x="14210" y="14369"/>
                  </a:lnTo>
                  <a:lnTo>
                    <a:pt x="14443" y="13810"/>
                  </a:lnTo>
                  <a:lnTo>
                    <a:pt x="14696" y="13296"/>
                  </a:lnTo>
                  <a:lnTo>
                    <a:pt x="14958" y="12760"/>
                  </a:lnTo>
                  <a:lnTo>
                    <a:pt x="15201" y="12223"/>
                  </a:lnTo>
                  <a:lnTo>
                    <a:pt x="15454" y="11620"/>
                  </a:lnTo>
                  <a:lnTo>
                    <a:pt x="15688" y="11084"/>
                  </a:lnTo>
                  <a:lnTo>
                    <a:pt x="15921" y="10592"/>
                  </a:lnTo>
                  <a:lnTo>
                    <a:pt x="16146" y="10056"/>
                  </a:lnTo>
                  <a:lnTo>
                    <a:pt x="16389" y="9453"/>
                  </a:lnTo>
                  <a:lnTo>
                    <a:pt x="16614" y="8916"/>
                  </a:lnTo>
                  <a:lnTo>
                    <a:pt x="16848" y="8380"/>
                  </a:lnTo>
                  <a:lnTo>
                    <a:pt x="17072" y="7821"/>
                  </a:lnTo>
                  <a:lnTo>
                    <a:pt x="17287" y="7285"/>
                  </a:lnTo>
                  <a:lnTo>
                    <a:pt x="17493" y="6749"/>
                  </a:lnTo>
                  <a:lnTo>
                    <a:pt x="17717" y="6257"/>
                  </a:lnTo>
                  <a:lnTo>
                    <a:pt x="17923" y="5743"/>
                  </a:lnTo>
                  <a:lnTo>
                    <a:pt x="18120" y="5207"/>
                  </a:lnTo>
                  <a:lnTo>
                    <a:pt x="18307" y="4737"/>
                  </a:lnTo>
                  <a:lnTo>
                    <a:pt x="18494" y="4291"/>
                  </a:lnTo>
                  <a:lnTo>
                    <a:pt x="18681" y="3866"/>
                  </a:lnTo>
                  <a:lnTo>
                    <a:pt x="18849" y="3374"/>
                  </a:lnTo>
                  <a:lnTo>
                    <a:pt x="19018" y="2972"/>
                  </a:lnTo>
                  <a:lnTo>
                    <a:pt x="19177" y="2637"/>
                  </a:lnTo>
                  <a:lnTo>
                    <a:pt x="19336" y="2279"/>
                  </a:lnTo>
                  <a:lnTo>
                    <a:pt x="19486" y="1899"/>
                  </a:lnTo>
                  <a:lnTo>
                    <a:pt x="19616" y="1654"/>
                  </a:lnTo>
                  <a:lnTo>
                    <a:pt x="19747" y="1341"/>
                  </a:lnTo>
                  <a:lnTo>
                    <a:pt x="19878" y="1050"/>
                  </a:lnTo>
                  <a:lnTo>
                    <a:pt x="19991" y="849"/>
                  </a:lnTo>
                </a:path>
              </a:pathLst>
            </a:custGeom>
            <a:noFill/>
            <a:ln w="38100">
              <a:solidFill>
                <a:schemeClr val="accent2"/>
              </a:solidFill>
              <a:round/>
              <a:headEnd/>
              <a:tailEnd/>
            </a:ln>
          </p:spPr>
          <p:txBody>
            <a:bodyPr/>
            <a:lstStyle/>
            <a:p>
              <a:endParaRPr lang="zh-CN" altLang="en-US"/>
            </a:p>
          </p:txBody>
        </p:sp>
        <p:sp>
          <p:nvSpPr>
            <p:cNvPr id="18464" name="Freeform 14"/>
            <p:cNvSpPr>
              <a:spLocks/>
            </p:cNvSpPr>
            <p:nvPr/>
          </p:nvSpPr>
          <p:spPr bwMode="auto">
            <a:xfrm>
              <a:off x="2925" y="2886"/>
              <a:ext cx="1760" cy="33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72"/>
                  </a:moveTo>
                  <a:lnTo>
                    <a:pt x="229" y="18490"/>
                  </a:lnTo>
                  <a:lnTo>
                    <a:pt x="438" y="17864"/>
                  </a:lnTo>
                  <a:lnTo>
                    <a:pt x="666" y="17260"/>
                  </a:lnTo>
                  <a:lnTo>
                    <a:pt x="885" y="16677"/>
                  </a:lnTo>
                  <a:lnTo>
                    <a:pt x="1104" y="16073"/>
                  </a:lnTo>
                  <a:lnTo>
                    <a:pt x="1323" y="15448"/>
                  </a:lnTo>
                  <a:lnTo>
                    <a:pt x="1551" y="14887"/>
                  </a:lnTo>
                  <a:lnTo>
                    <a:pt x="1760" y="14283"/>
                  </a:lnTo>
                  <a:lnTo>
                    <a:pt x="1989" y="13700"/>
                  </a:lnTo>
                  <a:lnTo>
                    <a:pt x="2228" y="13139"/>
                  </a:lnTo>
                  <a:lnTo>
                    <a:pt x="2447" y="12600"/>
                  </a:lnTo>
                  <a:lnTo>
                    <a:pt x="2675" y="12017"/>
                  </a:lnTo>
                  <a:lnTo>
                    <a:pt x="2884" y="11478"/>
                  </a:lnTo>
                  <a:lnTo>
                    <a:pt x="3113" y="10852"/>
                  </a:lnTo>
                  <a:lnTo>
                    <a:pt x="3342" y="10378"/>
                  </a:lnTo>
                  <a:lnTo>
                    <a:pt x="3550" y="9773"/>
                  </a:lnTo>
                  <a:lnTo>
                    <a:pt x="3779" y="9277"/>
                  </a:lnTo>
                  <a:lnTo>
                    <a:pt x="3998" y="8759"/>
                  </a:lnTo>
                  <a:lnTo>
                    <a:pt x="4227" y="8220"/>
                  </a:lnTo>
                  <a:lnTo>
                    <a:pt x="4436" y="7702"/>
                  </a:lnTo>
                  <a:lnTo>
                    <a:pt x="4664" y="7249"/>
                  </a:lnTo>
                  <a:lnTo>
                    <a:pt x="4883" y="6796"/>
                  </a:lnTo>
                  <a:lnTo>
                    <a:pt x="5112" y="6343"/>
                  </a:lnTo>
                  <a:lnTo>
                    <a:pt x="5341" y="5890"/>
                  </a:lnTo>
                  <a:lnTo>
                    <a:pt x="5549" y="5415"/>
                  </a:lnTo>
                  <a:lnTo>
                    <a:pt x="5758" y="4984"/>
                  </a:lnTo>
                  <a:lnTo>
                    <a:pt x="5977" y="4574"/>
                  </a:lnTo>
                  <a:lnTo>
                    <a:pt x="6196" y="4164"/>
                  </a:lnTo>
                  <a:lnTo>
                    <a:pt x="6425" y="3754"/>
                  </a:lnTo>
                  <a:lnTo>
                    <a:pt x="6634" y="3409"/>
                  </a:lnTo>
                  <a:lnTo>
                    <a:pt x="6862" y="3042"/>
                  </a:lnTo>
                  <a:lnTo>
                    <a:pt x="7091" y="2718"/>
                  </a:lnTo>
                  <a:lnTo>
                    <a:pt x="7280" y="2438"/>
                  </a:lnTo>
                  <a:lnTo>
                    <a:pt x="7509" y="2114"/>
                  </a:lnTo>
                  <a:lnTo>
                    <a:pt x="7737" y="1791"/>
                  </a:lnTo>
                  <a:lnTo>
                    <a:pt x="7956" y="1597"/>
                  </a:lnTo>
                  <a:lnTo>
                    <a:pt x="8155" y="1316"/>
                  </a:lnTo>
                  <a:lnTo>
                    <a:pt x="8374" y="1079"/>
                  </a:lnTo>
                  <a:lnTo>
                    <a:pt x="8583" y="841"/>
                  </a:lnTo>
                  <a:lnTo>
                    <a:pt x="8812" y="690"/>
                  </a:lnTo>
                  <a:lnTo>
                    <a:pt x="9020" y="518"/>
                  </a:lnTo>
                  <a:lnTo>
                    <a:pt x="9229" y="388"/>
                  </a:lnTo>
                  <a:lnTo>
                    <a:pt x="9448" y="280"/>
                  </a:lnTo>
                  <a:lnTo>
                    <a:pt x="9647" y="129"/>
                  </a:lnTo>
                  <a:lnTo>
                    <a:pt x="9856" y="108"/>
                  </a:lnTo>
                  <a:lnTo>
                    <a:pt x="10075" y="22"/>
                  </a:lnTo>
                  <a:lnTo>
                    <a:pt x="10293" y="0"/>
                  </a:lnTo>
                  <a:lnTo>
                    <a:pt x="10502" y="22"/>
                  </a:lnTo>
                  <a:lnTo>
                    <a:pt x="10701" y="22"/>
                  </a:lnTo>
                  <a:lnTo>
                    <a:pt x="10910" y="108"/>
                  </a:lnTo>
                  <a:lnTo>
                    <a:pt x="11129" y="216"/>
                  </a:lnTo>
                  <a:lnTo>
                    <a:pt x="11338" y="302"/>
                  </a:lnTo>
                  <a:lnTo>
                    <a:pt x="11566" y="539"/>
                  </a:lnTo>
                  <a:lnTo>
                    <a:pt x="11785" y="777"/>
                  </a:lnTo>
                  <a:lnTo>
                    <a:pt x="12004" y="992"/>
                  </a:lnTo>
                  <a:lnTo>
                    <a:pt x="12223" y="1230"/>
                  </a:lnTo>
                  <a:lnTo>
                    <a:pt x="12452" y="1597"/>
                  </a:lnTo>
                  <a:lnTo>
                    <a:pt x="12690" y="1899"/>
                  </a:lnTo>
                  <a:lnTo>
                    <a:pt x="12909" y="2287"/>
                  </a:lnTo>
                  <a:lnTo>
                    <a:pt x="13148" y="2718"/>
                  </a:lnTo>
                  <a:lnTo>
                    <a:pt x="13376" y="3085"/>
                  </a:lnTo>
                  <a:lnTo>
                    <a:pt x="13615" y="3517"/>
                  </a:lnTo>
                  <a:lnTo>
                    <a:pt x="13844" y="3948"/>
                  </a:lnTo>
                  <a:lnTo>
                    <a:pt x="14063" y="4444"/>
                  </a:lnTo>
                  <a:lnTo>
                    <a:pt x="14291" y="4962"/>
                  </a:lnTo>
                  <a:lnTo>
                    <a:pt x="14530" y="5437"/>
                  </a:lnTo>
                  <a:lnTo>
                    <a:pt x="14759" y="5976"/>
                  </a:lnTo>
                  <a:lnTo>
                    <a:pt x="14998" y="6494"/>
                  </a:lnTo>
                  <a:lnTo>
                    <a:pt x="15216" y="7033"/>
                  </a:lnTo>
                  <a:lnTo>
                    <a:pt x="15445" y="7594"/>
                  </a:lnTo>
                  <a:lnTo>
                    <a:pt x="15684" y="8198"/>
                  </a:lnTo>
                  <a:lnTo>
                    <a:pt x="15893" y="8781"/>
                  </a:lnTo>
                  <a:lnTo>
                    <a:pt x="16101" y="9320"/>
                  </a:lnTo>
                  <a:lnTo>
                    <a:pt x="16320" y="9903"/>
                  </a:lnTo>
                  <a:lnTo>
                    <a:pt x="16529" y="10442"/>
                  </a:lnTo>
                  <a:lnTo>
                    <a:pt x="16738" y="11025"/>
                  </a:lnTo>
                  <a:lnTo>
                    <a:pt x="16957" y="11629"/>
                  </a:lnTo>
                  <a:lnTo>
                    <a:pt x="17156" y="12190"/>
                  </a:lnTo>
                  <a:lnTo>
                    <a:pt x="17355" y="12729"/>
                  </a:lnTo>
                  <a:lnTo>
                    <a:pt x="17553" y="13290"/>
                  </a:lnTo>
                  <a:lnTo>
                    <a:pt x="17732" y="13830"/>
                  </a:lnTo>
                  <a:lnTo>
                    <a:pt x="17931" y="14369"/>
                  </a:lnTo>
                  <a:lnTo>
                    <a:pt x="18120" y="14930"/>
                  </a:lnTo>
                  <a:lnTo>
                    <a:pt x="18289" y="15426"/>
                  </a:lnTo>
                  <a:lnTo>
                    <a:pt x="18468" y="15922"/>
                  </a:lnTo>
                  <a:lnTo>
                    <a:pt x="18637" y="16397"/>
                  </a:lnTo>
                  <a:lnTo>
                    <a:pt x="18797" y="16872"/>
                  </a:lnTo>
                  <a:lnTo>
                    <a:pt x="18956" y="17303"/>
                  </a:lnTo>
                  <a:lnTo>
                    <a:pt x="19095" y="17713"/>
                  </a:lnTo>
                  <a:lnTo>
                    <a:pt x="19254" y="18145"/>
                  </a:lnTo>
                  <a:lnTo>
                    <a:pt x="19393" y="18511"/>
                  </a:lnTo>
                  <a:lnTo>
                    <a:pt x="19523" y="18900"/>
                  </a:lnTo>
                  <a:lnTo>
                    <a:pt x="19642" y="19180"/>
                  </a:lnTo>
                  <a:lnTo>
                    <a:pt x="19771" y="19461"/>
                  </a:lnTo>
                  <a:lnTo>
                    <a:pt x="19881" y="19763"/>
                  </a:lnTo>
                  <a:lnTo>
                    <a:pt x="19990" y="19978"/>
                  </a:lnTo>
                </a:path>
              </a:pathLst>
            </a:custGeom>
            <a:noFill/>
            <a:ln w="38100">
              <a:solidFill>
                <a:schemeClr val="accent2"/>
              </a:solidFill>
              <a:round/>
              <a:headEnd/>
              <a:tailEnd/>
            </a:ln>
          </p:spPr>
          <p:txBody>
            <a:bodyPr/>
            <a:lstStyle/>
            <a:p>
              <a:endParaRPr lang="zh-CN" altLang="en-US"/>
            </a:p>
          </p:txBody>
        </p:sp>
        <p:sp>
          <p:nvSpPr>
            <p:cNvPr id="18465" name="Rectangle 15"/>
            <p:cNvSpPr>
              <a:spLocks noChangeArrowheads="1"/>
            </p:cNvSpPr>
            <p:nvPr/>
          </p:nvSpPr>
          <p:spPr bwMode="auto">
            <a:xfrm>
              <a:off x="1573" y="3456"/>
              <a:ext cx="491" cy="288"/>
            </a:xfrm>
            <a:prstGeom prst="rect">
              <a:avLst/>
            </a:prstGeom>
            <a:noFill/>
            <a:ln w="9525">
              <a:noFill/>
              <a:miter lim="800000"/>
              <a:headEnd/>
              <a:tailEnd/>
            </a:ln>
          </p:spPr>
          <p:txBody>
            <a:bodyPr lIns="12700" tIns="12700" rIns="12700" bIns="12700"/>
            <a:lstStyle/>
            <a:p>
              <a:pPr algn="just"/>
              <a:r>
                <a:rPr lang="en-US" altLang="zh-CN" sz="2800" b="1" i="1">
                  <a:solidFill>
                    <a:srgbClr val="FFFF00"/>
                  </a:solidFill>
                  <a:latin typeface="楷体_GB2312" pitchFamily="49" charset="-122"/>
                  <a:ea typeface="楷体_GB2312" pitchFamily="49" charset="-122"/>
                  <a:sym typeface="Symbol" pitchFamily="18" charset="2"/>
                </a:rPr>
                <a:t></a:t>
              </a:r>
              <a:r>
                <a:rPr lang="en-US" altLang="zh-CN" sz="2800" b="1" i="1">
                  <a:solidFill>
                    <a:schemeClr val="accent2"/>
                  </a:solidFill>
                  <a:latin typeface="Bookman Old Style" pitchFamily="18" charset="0"/>
                  <a:ea typeface="楷体_GB2312" pitchFamily="49" charset="-122"/>
                </a:rPr>
                <a:t>v</a:t>
              </a:r>
              <a:endParaRPr lang="en-US" altLang="zh-CN" sz="2400">
                <a:solidFill>
                  <a:schemeClr val="accent2"/>
                </a:solidFill>
              </a:endParaRPr>
            </a:p>
          </p:txBody>
        </p:sp>
      </p:grpSp>
      <p:grpSp>
        <p:nvGrpSpPr>
          <p:cNvPr id="4" name="Group 16"/>
          <p:cNvGrpSpPr>
            <a:grpSpLocks/>
          </p:cNvGrpSpPr>
          <p:nvPr/>
        </p:nvGrpSpPr>
        <p:grpSpPr bwMode="auto">
          <a:xfrm>
            <a:off x="1752600" y="3962400"/>
            <a:ext cx="6832600" cy="1941513"/>
            <a:chOff x="1104" y="2496"/>
            <a:chExt cx="4304" cy="1223"/>
          </a:xfrm>
        </p:grpSpPr>
        <p:sp>
          <p:nvSpPr>
            <p:cNvPr id="18458" name="Freeform 17"/>
            <p:cNvSpPr>
              <a:spLocks/>
            </p:cNvSpPr>
            <p:nvPr/>
          </p:nvSpPr>
          <p:spPr bwMode="auto">
            <a:xfrm>
              <a:off x="1104" y="2736"/>
              <a:ext cx="945" cy="511"/>
            </a:xfrm>
            <a:custGeom>
              <a:avLst/>
              <a:gdLst>
                <a:gd name="T0" fmla="*/ 0 w 945"/>
                <a:gd name="T1" fmla="*/ 3 h 511"/>
                <a:gd name="T2" fmla="*/ 19 w 945"/>
                <a:gd name="T3" fmla="*/ 2 h 511"/>
                <a:gd name="T4" fmla="*/ 38 w 945"/>
                <a:gd name="T5" fmla="*/ 1 h 511"/>
                <a:gd name="T6" fmla="*/ 55 w 945"/>
                <a:gd name="T7" fmla="*/ 1 h 511"/>
                <a:gd name="T8" fmla="*/ 74 w 945"/>
                <a:gd name="T9" fmla="*/ 0 h 511"/>
                <a:gd name="T10" fmla="*/ 93 w 945"/>
                <a:gd name="T11" fmla="*/ 1 h 511"/>
                <a:gd name="T12" fmla="*/ 110 w 945"/>
                <a:gd name="T13" fmla="*/ 4 h 511"/>
                <a:gd name="T14" fmla="*/ 130 w 945"/>
                <a:gd name="T15" fmla="*/ 7 h 511"/>
                <a:gd name="T16" fmla="*/ 151 w 945"/>
                <a:gd name="T17" fmla="*/ 11 h 511"/>
                <a:gd name="T18" fmla="*/ 170 w 945"/>
                <a:gd name="T19" fmla="*/ 17 h 511"/>
                <a:gd name="T20" fmla="*/ 189 w 945"/>
                <a:gd name="T21" fmla="*/ 23 h 511"/>
                <a:gd name="T22" fmla="*/ 210 w 945"/>
                <a:gd name="T23" fmla="*/ 30 h 511"/>
                <a:gd name="T24" fmla="*/ 230 w 945"/>
                <a:gd name="T25" fmla="*/ 38 h 511"/>
                <a:gd name="T26" fmla="*/ 252 w 945"/>
                <a:gd name="T27" fmla="*/ 47 h 511"/>
                <a:gd name="T28" fmla="*/ 273 w 945"/>
                <a:gd name="T29" fmla="*/ 56 h 511"/>
                <a:gd name="T30" fmla="*/ 295 w 945"/>
                <a:gd name="T31" fmla="*/ 66 h 511"/>
                <a:gd name="T32" fmla="*/ 316 w 945"/>
                <a:gd name="T33" fmla="*/ 76 h 511"/>
                <a:gd name="T34" fmla="*/ 337 w 945"/>
                <a:gd name="T35" fmla="*/ 87 h 511"/>
                <a:gd name="T36" fmla="*/ 358 w 945"/>
                <a:gd name="T37" fmla="*/ 99 h 511"/>
                <a:gd name="T38" fmla="*/ 379 w 945"/>
                <a:gd name="T39" fmla="*/ 111 h 511"/>
                <a:gd name="T40" fmla="*/ 402 w 945"/>
                <a:gd name="T41" fmla="*/ 124 h 511"/>
                <a:gd name="T42" fmla="*/ 424 w 945"/>
                <a:gd name="T43" fmla="*/ 138 h 511"/>
                <a:gd name="T44" fmla="*/ 446 w 945"/>
                <a:gd name="T45" fmla="*/ 150 h 511"/>
                <a:gd name="T46" fmla="*/ 466 w 945"/>
                <a:gd name="T47" fmla="*/ 164 h 511"/>
                <a:gd name="T48" fmla="*/ 488 w 945"/>
                <a:gd name="T49" fmla="*/ 178 h 511"/>
                <a:gd name="T50" fmla="*/ 510 w 945"/>
                <a:gd name="T51" fmla="*/ 193 h 511"/>
                <a:gd name="T52" fmla="*/ 531 w 945"/>
                <a:gd name="T53" fmla="*/ 207 h 511"/>
                <a:gd name="T54" fmla="*/ 553 w 945"/>
                <a:gd name="T55" fmla="*/ 222 h 511"/>
                <a:gd name="T56" fmla="*/ 573 w 945"/>
                <a:gd name="T57" fmla="*/ 237 h 511"/>
                <a:gd name="T58" fmla="*/ 594 w 945"/>
                <a:gd name="T59" fmla="*/ 251 h 511"/>
                <a:gd name="T60" fmla="*/ 613 w 945"/>
                <a:gd name="T61" fmla="*/ 266 h 511"/>
                <a:gd name="T62" fmla="*/ 634 w 945"/>
                <a:gd name="T63" fmla="*/ 281 h 511"/>
                <a:gd name="T64" fmla="*/ 653 w 945"/>
                <a:gd name="T65" fmla="*/ 296 h 511"/>
                <a:gd name="T66" fmla="*/ 674 w 945"/>
                <a:gd name="T67" fmla="*/ 310 h 511"/>
                <a:gd name="T68" fmla="*/ 693 w 945"/>
                <a:gd name="T69" fmla="*/ 325 h 511"/>
                <a:gd name="T70" fmla="*/ 712 w 945"/>
                <a:gd name="T71" fmla="*/ 339 h 511"/>
                <a:gd name="T72" fmla="*/ 729 w 945"/>
                <a:gd name="T73" fmla="*/ 353 h 511"/>
                <a:gd name="T74" fmla="*/ 749 w 945"/>
                <a:gd name="T75" fmla="*/ 367 h 511"/>
                <a:gd name="T76" fmla="*/ 767 w 945"/>
                <a:gd name="T77" fmla="*/ 381 h 511"/>
                <a:gd name="T78" fmla="*/ 784 w 945"/>
                <a:gd name="T79" fmla="*/ 394 h 511"/>
                <a:gd name="T80" fmla="*/ 800 w 945"/>
                <a:gd name="T81" fmla="*/ 407 h 511"/>
                <a:gd name="T82" fmla="*/ 816 w 945"/>
                <a:gd name="T83" fmla="*/ 419 h 511"/>
                <a:gd name="T84" fmla="*/ 832 w 945"/>
                <a:gd name="T85" fmla="*/ 431 h 511"/>
                <a:gd name="T86" fmla="*/ 847 w 945"/>
                <a:gd name="T87" fmla="*/ 443 h 511"/>
                <a:gd name="T88" fmla="*/ 861 w 945"/>
                <a:gd name="T89" fmla="*/ 454 h 511"/>
                <a:gd name="T90" fmla="*/ 875 w 945"/>
                <a:gd name="T91" fmla="*/ 464 h 511"/>
                <a:gd name="T92" fmla="*/ 889 w 945"/>
                <a:gd name="T93" fmla="*/ 474 h 511"/>
                <a:gd name="T94" fmla="*/ 902 w 945"/>
                <a:gd name="T95" fmla="*/ 483 h 511"/>
                <a:gd name="T96" fmla="*/ 913 w 945"/>
                <a:gd name="T97" fmla="*/ 491 h 511"/>
                <a:gd name="T98" fmla="*/ 924 w 945"/>
                <a:gd name="T99" fmla="*/ 499 h 511"/>
                <a:gd name="T100" fmla="*/ 935 w 945"/>
                <a:gd name="T101" fmla="*/ 506 h 511"/>
                <a:gd name="T102" fmla="*/ 945 w 945"/>
                <a:gd name="T103" fmla="*/ 511 h 51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945"/>
                <a:gd name="T157" fmla="*/ 0 h 511"/>
                <a:gd name="T158" fmla="*/ 945 w 945"/>
                <a:gd name="T159" fmla="*/ 511 h 51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945" h="511">
                  <a:moveTo>
                    <a:pt x="0" y="3"/>
                  </a:moveTo>
                  <a:lnTo>
                    <a:pt x="19" y="2"/>
                  </a:lnTo>
                  <a:lnTo>
                    <a:pt x="38" y="1"/>
                  </a:lnTo>
                  <a:lnTo>
                    <a:pt x="55" y="1"/>
                  </a:lnTo>
                  <a:lnTo>
                    <a:pt x="74" y="0"/>
                  </a:lnTo>
                  <a:lnTo>
                    <a:pt x="93" y="1"/>
                  </a:lnTo>
                  <a:lnTo>
                    <a:pt x="110" y="4"/>
                  </a:lnTo>
                  <a:lnTo>
                    <a:pt x="130" y="7"/>
                  </a:lnTo>
                  <a:lnTo>
                    <a:pt x="151" y="11"/>
                  </a:lnTo>
                  <a:lnTo>
                    <a:pt x="170" y="17"/>
                  </a:lnTo>
                  <a:lnTo>
                    <a:pt x="189" y="23"/>
                  </a:lnTo>
                  <a:lnTo>
                    <a:pt x="210" y="30"/>
                  </a:lnTo>
                  <a:lnTo>
                    <a:pt x="230" y="38"/>
                  </a:lnTo>
                  <a:lnTo>
                    <a:pt x="252" y="47"/>
                  </a:lnTo>
                  <a:lnTo>
                    <a:pt x="273" y="56"/>
                  </a:lnTo>
                  <a:lnTo>
                    <a:pt x="295" y="66"/>
                  </a:lnTo>
                  <a:lnTo>
                    <a:pt x="316" y="76"/>
                  </a:lnTo>
                  <a:lnTo>
                    <a:pt x="337" y="87"/>
                  </a:lnTo>
                  <a:lnTo>
                    <a:pt x="358" y="99"/>
                  </a:lnTo>
                  <a:lnTo>
                    <a:pt x="379" y="111"/>
                  </a:lnTo>
                  <a:lnTo>
                    <a:pt x="402" y="124"/>
                  </a:lnTo>
                  <a:lnTo>
                    <a:pt x="424" y="138"/>
                  </a:lnTo>
                  <a:lnTo>
                    <a:pt x="446" y="150"/>
                  </a:lnTo>
                  <a:lnTo>
                    <a:pt x="466" y="164"/>
                  </a:lnTo>
                  <a:lnTo>
                    <a:pt x="488" y="178"/>
                  </a:lnTo>
                  <a:lnTo>
                    <a:pt x="510" y="193"/>
                  </a:lnTo>
                  <a:lnTo>
                    <a:pt x="531" y="207"/>
                  </a:lnTo>
                  <a:lnTo>
                    <a:pt x="553" y="222"/>
                  </a:lnTo>
                  <a:lnTo>
                    <a:pt x="573" y="237"/>
                  </a:lnTo>
                  <a:lnTo>
                    <a:pt x="594" y="251"/>
                  </a:lnTo>
                  <a:lnTo>
                    <a:pt x="613" y="266"/>
                  </a:lnTo>
                  <a:lnTo>
                    <a:pt x="634" y="281"/>
                  </a:lnTo>
                  <a:lnTo>
                    <a:pt x="653" y="296"/>
                  </a:lnTo>
                  <a:lnTo>
                    <a:pt x="674" y="310"/>
                  </a:lnTo>
                  <a:lnTo>
                    <a:pt x="693" y="325"/>
                  </a:lnTo>
                  <a:lnTo>
                    <a:pt x="712" y="339"/>
                  </a:lnTo>
                  <a:lnTo>
                    <a:pt x="729" y="353"/>
                  </a:lnTo>
                  <a:lnTo>
                    <a:pt x="749" y="367"/>
                  </a:lnTo>
                  <a:lnTo>
                    <a:pt x="767" y="381"/>
                  </a:lnTo>
                  <a:lnTo>
                    <a:pt x="784" y="394"/>
                  </a:lnTo>
                  <a:lnTo>
                    <a:pt x="800" y="407"/>
                  </a:lnTo>
                  <a:lnTo>
                    <a:pt x="816" y="419"/>
                  </a:lnTo>
                  <a:lnTo>
                    <a:pt x="832" y="431"/>
                  </a:lnTo>
                  <a:lnTo>
                    <a:pt x="847" y="443"/>
                  </a:lnTo>
                  <a:lnTo>
                    <a:pt x="861" y="454"/>
                  </a:lnTo>
                  <a:lnTo>
                    <a:pt x="875" y="464"/>
                  </a:lnTo>
                  <a:lnTo>
                    <a:pt x="889" y="474"/>
                  </a:lnTo>
                  <a:lnTo>
                    <a:pt x="902" y="483"/>
                  </a:lnTo>
                  <a:lnTo>
                    <a:pt x="913" y="491"/>
                  </a:lnTo>
                  <a:lnTo>
                    <a:pt x="924" y="499"/>
                  </a:lnTo>
                  <a:lnTo>
                    <a:pt x="935" y="506"/>
                  </a:lnTo>
                  <a:lnTo>
                    <a:pt x="945" y="511"/>
                  </a:lnTo>
                </a:path>
              </a:pathLst>
            </a:custGeom>
            <a:noFill/>
            <a:ln w="38100">
              <a:solidFill>
                <a:srgbClr val="9900CC"/>
              </a:solidFill>
              <a:round/>
              <a:headEnd/>
              <a:tailEnd/>
            </a:ln>
          </p:spPr>
          <p:txBody>
            <a:bodyPr/>
            <a:lstStyle/>
            <a:p>
              <a:endParaRPr lang="zh-CN" altLang="en-US"/>
            </a:p>
          </p:txBody>
        </p:sp>
        <p:sp>
          <p:nvSpPr>
            <p:cNvPr id="18459" name="Freeform 18"/>
            <p:cNvSpPr>
              <a:spLocks/>
            </p:cNvSpPr>
            <p:nvPr/>
          </p:nvSpPr>
          <p:spPr bwMode="auto">
            <a:xfrm>
              <a:off x="3744" y="2640"/>
              <a:ext cx="944" cy="576"/>
            </a:xfrm>
            <a:custGeom>
              <a:avLst/>
              <a:gdLst>
                <a:gd name="T0" fmla="*/ 0 w 848"/>
                <a:gd name="T1" fmla="*/ 735 h 531"/>
                <a:gd name="T2" fmla="*/ 27 w 848"/>
                <a:gd name="T3" fmla="*/ 712 h 531"/>
                <a:gd name="T4" fmla="*/ 58 w 848"/>
                <a:gd name="T5" fmla="*/ 689 h 531"/>
                <a:gd name="T6" fmla="*/ 86 w 848"/>
                <a:gd name="T7" fmla="*/ 666 h 531"/>
                <a:gd name="T8" fmla="*/ 112 w 848"/>
                <a:gd name="T9" fmla="*/ 641 h 531"/>
                <a:gd name="T10" fmla="*/ 141 w 848"/>
                <a:gd name="T11" fmla="*/ 619 h 531"/>
                <a:gd name="T12" fmla="*/ 171 w 848"/>
                <a:gd name="T13" fmla="*/ 598 h 531"/>
                <a:gd name="T14" fmla="*/ 199 w 848"/>
                <a:gd name="T15" fmla="*/ 573 h 531"/>
                <a:gd name="T16" fmla="*/ 228 w 848"/>
                <a:gd name="T17" fmla="*/ 552 h 531"/>
                <a:gd name="T18" fmla="*/ 255 w 848"/>
                <a:gd name="T19" fmla="*/ 528 h 531"/>
                <a:gd name="T20" fmla="*/ 285 w 848"/>
                <a:gd name="T21" fmla="*/ 508 h 531"/>
                <a:gd name="T22" fmla="*/ 314 w 848"/>
                <a:gd name="T23" fmla="*/ 486 h 531"/>
                <a:gd name="T24" fmla="*/ 341 w 848"/>
                <a:gd name="T25" fmla="*/ 464 h 531"/>
                <a:gd name="T26" fmla="*/ 368 w 848"/>
                <a:gd name="T27" fmla="*/ 443 h 531"/>
                <a:gd name="T28" fmla="*/ 397 w 848"/>
                <a:gd name="T29" fmla="*/ 421 h 531"/>
                <a:gd name="T30" fmla="*/ 426 w 848"/>
                <a:gd name="T31" fmla="*/ 400 h 531"/>
                <a:gd name="T32" fmla="*/ 455 w 848"/>
                <a:gd name="T33" fmla="*/ 379 h 531"/>
                <a:gd name="T34" fmla="*/ 484 w 848"/>
                <a:gd name="T35" fmla="*/ 360 h 531"/>
                <a:gd name="T36" fmla="*/ 513 w 848"/>
                <a:gd name="T37" fmla="*/ 342 h 531"/>
                <a:gd name="T38" fmla="*/ 540 w 848"/>
                <a:gd name="T39" fmla="*/ 320 h 531"/>
                <a:gd name="T40" fmla="*/ 570 w 848"/>
                <a:gd name="T41" fmla="*/ 302 h 531"/>
                <a:gd name="T42" fmla="*/ 599 w 848"/>
                <a:gd name="T43" fmla="*/ 282 h 531"/>
                <a:gd name="T44" fmla="*/ 626 w 848"/>
                <a:gd name="T45" fmla="*/ 265 h 531"/>
                <a:gd name="T46" fmla="*/ 657 w 848"/>
                <a:gd name="T47" fmla="*/ 246 h 531"/>
                <a:gd name="T48" fmla="*/ 688 w 848"/>
                <a:gd name="T49" fmla="*/ 230 h 531"/>
                <a:gd name="T50" fmla="*/ 716 w 848"/>
                <a:gd name="T51" fmla="*/ 212 h 531"/>
                <a:gd name="T52" fmla="*/ 744 w 848"/>
                <a:gd name="T53" fmla="*/ 195 h 531"/>
                <a:gd name="T54" fmla="*/ 773 w 848"/>
                <a:gd name="T55" fmla="*/ 180 h 531"/>
                <a:gd name="T56" fmla="*/ 800 w 848"/>
                <a:gd name="T57" fmla="*/ 164 h 531"/>
                <a:gd name="T58" fmla="*/ 830 w 848"/>
                <a:gd name="T59" fmla="*/ 150 h 531"/>
                <a:gd name="T60" fmla="*/ 861 w 848"/>
                <a:gd name="T61" fmla="*/ 136 h 531"/>
                <a:gd name="T62" fmla="*/ 889 w 848"/>
                <a:gd name="T63" fmla="*/ 120 h 531"/>
                <a:gd name="T64" fmla="*/ 917 w 848"/>
                <a:gd name="T65" fmla="*/ 108 h 531"/>
                <a:gd name="T66" fmla="*/ 946 w 848"/>
                <a:gd name="T67" fmla="*/ 95 h 531"/>
                <a:gd name="T68" fmla="*/ 976 w 848"/>
                <a:gd name="T69" fmla="*/ 84 h 531"/>
                <a:gd name="T70" fmla="*/ 1004 w 848"/>
                <a:gd name="T71" fmla="*/ 72 h 531"/>
                <a:gd name="T72" fmla="*/ 1035 w 848"/>
                <a:gd name="T73" fmla="*/ 62 h 531"/>
                <a:gd name="T74" fmla="*/ 1063 w 848"/>
                <a:gd name="T75" fmla="*/ 51 h 531"/>
                <a:gd name="T76" fmla="*/ 1095 w 848"/>
                <a:gd name="T77" fmla="*/ 43 h 531"/>
                <a:gd name="T78" fmla="*/ 1123 w 848"/>
                <a:gd name="T79" fmla="*/ 34 h 531"/>
                <a:gd name="T80" fmla="*/ 1153 w 848"/>
                <a:gd name="T81" fmla="*/ 27 h 531"/>
                <a:gd name="T82" fmla="*/ 1183 w 848"/>
                <a:gd name="T83" fmla="*/ 18 h 531"/>
                <a:gd name="T84" fmla="*/ 1213 w 848"/>
                <a:gd name="T85" fmla="*/ 14 h 531"/>
                <a:gd name="T86" fmla="*/ 1302 w 848"/>
                <a:gd name="T87" fmla="*/ 0 h 53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848"/>
                <a:gd name="T133" fmla="*/ 0 h 531"/>
                <a:gd name="T134" fmla="*/ 848 w 848"/>
                <a:gd name="T135" fmla="*/ 531 h 53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848" h="531">
                  <a:moveTo>
                    <a:pt x="0" y="531"/>
                  </a:moveTo>
                  <a:lnTo>
                    <a:pt x="18" y="514"/>
                  </a:lnTo>
                  <a:lnTo>
                    <a:pt x="38" y="497"/>
                  </a:lnTo>
                  <a:lnTo>
                    <a:pt x="56" y="481"/>
                  </a:lnTo>
                  <a:lnTo>
                    <a:pt x="74" y="463"/>
                  </a:lnTo>
                  <a:lnTo>
                    <a:pt x="92" y="447"/>
                  </a:lnTo>
                  <a:lnTo>
                    <a:pt x="111" y="431"/>
                  </a:lnTo>
                  <a:lnTo>
                    <a:pt x="130" y="414"/>
                  </a:lnTo>
                  <a:lnTo>
                    <a:pt x="148" y="398"/>
                  </a:lnTo>
                  <a:lnTo>
                    <a:pt x="166" y="382"/>
                  </a:lnTo>
                  <a:lnTo>
                    <a:pt x="186" y="366"/>
                  </a:lnTo>
                  <a:lnTo>
                    <a:pt x="204" y="351"/>
                  </a:lnTo>
                  <a:lnTo>
                    <a:pt x="222" y="336"/>
                  </a:lnTo>
                  <a:lnTo>
                    <a:pt x="240" y="320"/>
                  </a:lnTo>
                  <a:lnTo>
                    <a:pt x="259" y="304"/>
                  </a:lnTo>
                  <a:lnTo>
                    <a:pt x="278" y="289"/>
                  </a:lnTo>
                  <a:lnTo>
                    <a:pt x="296" y="274"/>
                  </a:lnTo>
                  <a:lnTo>
                    <a:pt x="315" y="260"/>
                  </a:lnTo>
                  <a:lnTo>
                    <a:pt x="334" y="246"/>
                  </a:lnTo>
                  <a:lnTo>
                    <a:pt x="352" y="231"/>
                  </a:lnTo>
                  <a:lnTo>
                    <a:pt x="371" y="218"/>
                  </a:lnTo>
                  <a:lnTo>
                    <a:pt x="390" y="204"/>
                  </a:lnTo>
                  <a:lnTo>
                    <a:pt x="408" y="191"/>
                  </a:lnTo>
                  <a:lnTo>
                    <a:pt x="428" y="178"/>
                  </a:lnTo>
                  <a:lnTo>
                    <a:pt x="448" y="166"/>
                  </a:lnTo>
                  <a:lnTo>
                    <a:pt x="466" y="153"/>
                  </a:lnTo>
                  <a:lnTo>
                    <a:pt x="484" y="141"/>
                  </a:lnTo>
                  <a:lnTo>
                    <a:pt x="503" y="130"/>
                  </a:lnTo>
                  <a:lnTo>
                    <a:pt x="521" y="118"/>
                  </a:lnTo>
                  <a:lnTo>
                    <a:pt x="541" y="108"/>
                  </a:lnTo>
                  <a:lnTo>
                    <a:pt x="560" y="98"/>
                  </a:lnTo>
                  <a:lnTo>
                    <a:pt x="579" y="87"/>
                  </a:lnTo>
                  <a:lnTo>
                    <a:pt x="597" y="78"/>
                  </a:lnTo>
                  <a:lnTo>
                    <a:pt x="616" y="69"/>
                  </a:lnTo>
                  <a:lnTo>
                    <a:pt x="636" y="60"/>
                  </a:lnTo>
                  <a:lnTo>
                    <a:pt x="654" y="52"/>
                  </a:lnTo>
                  <a:lnTo>
                    <a:pt x="674" y="45"/>
                  </a:lnTo>
                  <a:lnTo>
                    <a:pt x="693" y="37"/>
                  </a:lnTo>
                  <a:lnTo>
                    <a:pt x="713" y="31"/>
                  </a:lnTo>
                  <a:lnTo>
                    <a:pt x="731" y="25"/>
                  </a:lnTo>
                  <a:lnTo>
                    <a:pt x="751" y="19"/>
                  </a:lnTo>
                  <a:lnTo>
                    <a:pt x="771" y="14"/>
                  </a:lnTo>
                  <a:lnTo>
                    <a:pt x="790" y="10"/>
                  </a:lnTo>
                  <a:lnTo>
                    <a:pt x="848" y="0"/>
                  </a:lnTo>
                </a:path>
              </a:pathLst>
            </a:custGeom>
            <a:noFill/>
            <a:ln w="38100">
              <a:solidFill>
                <a:srgbClr val="9900CC"/>
              </a:solidFill>
              <a:round/>
              <a:headEnd/>
              <a:tailEnd/>
            </a:ln>
          </p:spPr>
          <p:txBody>
            <a:bodyPr/>
            <a:lstStyle/>
            <a:p>
              <a:endParaRPr lang="zh-CN" altLang="en-US"/>
            </a:p>
          </p:txBody>
        </p:sp>
        <p:sp>
          <p:nvSpPr>
            <p:cNvPr id="18460" name="Rectangle 19"/>
            <p:cNvSpPr>
              <a:spLocks noChangeArrowheads="1"/>
            </p:cNvSpPr>
            <p:nvPr/>
          </p:nvSpPr>
          <p:spPr bwMode="auto">
            <a:xfrm>
              <a:off x="4800" y="2928"/>
              <a:ext cx="608" cy="288"/>
            </a:xfrm>
            <a:prstGeom prst="rect">
              <a:avLst/>
            </a:prstGeom>
            <a:noFill/>
            <a:ln w="6350">
              <a:noFill/>
              <a:miter lim="800000"/>
              <a:headEnd/>
              <a:tailEnd/>
            </a:ln>
          </p:spPr>
          <p:txBody>
            <a:bodyPr lIns="12700" tIns="12700" rIns="12700" bIns="12700"/>
            <a:lstStyle/>
            <a:p>
              <a:pPr algn="just"/>
              <a:r>
                <a:rPr lang="en-US" altLang="zh-CN" sz="2800" b="1" i="1">
                  <a:ea typeface="楷体_GB2312" pitchFamily="49" charset="-122"/>
                </a:rPr>
                <a:t>T</a:t>
              </a:r>
              <a:endParaRPr lang="en-US" altLang="zh-CN" sz="2400"/>
            </a:p>
          </p:txBody>
        </p:sp>
        <p:sp>
          <p:nvSpPr>
            <p:cNvPr id="18461" name="Freeform 20"/>
            <p:cNvSpPr>
              <a:spLocks/>
            </p:cNvSpPr>
            <p:nvPr/>
          </p:nvSpPr>
          <p:spPr bwMode="auto">
            <a:xfrm>
              <a:off x="2016" y="3216"/>
              <a:ext cx="1760" cy="50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84"/>
                  </a:moveTo>
                  <a:lnTo>
                    <a:pt x="229" y="1484"/>
                  </a:lnTo>
                  <a:lnTo>
                    <a:pt x="438" y="2097"/>
                  </a:lnTo>
                  <a:lnTo>
                    <a:pt x="666" y="2696"/>
                  </a:lnTo>
                  <a:lnTo>
                    <a:pt x="885" y="3324"/>
                  </a:lnTo>
                  <a:lnTo>
                    <a:pt x="1104" y="3909"/>
                  </a:lnTo>
                  <a:lnTo>
                    <a:pt x="1323" y="4494"/>
                  </a:lnTo>
                  <a:lnTo>
                    <a:pt x="1551" y="5093"/>
                  </a:lnTo>
                  <a:lnTo>
                    <a:pt x="1760" y="5678"/>
                  </a:lnTo>
                  <a:lnTo>
                    <a:pt x="1989" y="6248"/>
                  </a:lnTo>
                  <a:lnTo>
                    <a:pt x="2228" y="6833"/>
                  </a:lnTo>
                  <a:lnTo>
                    <a:pt x="2447" y="7404"/>
                  </a:lnTo>
                  <a:lnTo>
                    <a:pt x="2675" y="7960"/>
                  </a:lnTo>
                  <a:lnTo>
                    <a:pt x="2884" y="8531"/>
                  </a:lnTo>
                  <a:lnTo>
                    <a:pt x="3113" y="9101"/>
                  </a:lnTo>
                  <a:lnTo>
                    <a:pt x="3342" y="9643"/>
                  </a:lnTo>
                  <a:lnTo>
                    <a:pt x="3550" y="10171"/>
                  </a:lnTo>
                  <a:lnTo>
                    <a:pt x="3779" y="10699"/>
                  </a:lnTo>
                  <a:lnTo>
                    <a:pt x="3998" y="11227"/>
                  </a:lnTo>
                  <a:lnTo>
                    <a:pt x="4227" y="11755"/>
                  </a:lnTo>
                  <a:lnTo>
                    <a:pt x="4436" y="12254"/>
                  </a:lnTo>
                  <a:lnTo>
                    <a:pt x="4664" y="12739"/>
                  </a:lnTo>
                  <a:lnTo>
                    <a:pt x="4883" y="13181"/>
                  </a:lnTo>
                  <a:lnTo>
                    <a:pt x="5112" y="13652"/>
                  </a:lnTo>
                  <a:lnTo>
                    <a:pt x="5341" y="14094"/>
                  </a:lnTo>
                  <a:lnTo>
                    <a:pt x="5549" y="14565"/>
                  </a:lnTo>
                  <a:lnTo>
                    <a:pt x="5758" y="14993"/>
                  </a:lnTo>
                  <a:lnTo>
                    <a:pt x="5977" y="15407"/>
                  </a:lnTo>
                  <a:lnTo>
                    <a:pt x="6196" y="15820"/>
                  </a:lnTo>
                  <a:lnTo>
                    <a:pt x="6425" y="16205"/>
                  </a:lnTo>
                  <a:lnTo>
                    <a:pt x="6634" y="16576"/>
                  </a:lnTo>
                  <a:lnTo>
                    <a:pt x="6862" y="16919"/>
                  </a:lnTo>
                  <a:lnTo>
                    <a:pt x="7091" y="17261"/>
                  </a:lnTo>
                  <a:lnTo>
                    <a:pt x="7280" y="17575"/>
                  </a:lnTo>
                  <a:lnTo>
                    <a:pt x="7509" y="17889"/>
                  </a:lnTo>
                  <a:lnTo>
                    <a:pt x="7737" y="18160"/>
                  </a:lnTo>
                  <a:lnTo>
                    <a:pt x="7956" y="18431"/>
                  </a:lnTo>
                  <a:lnTo>
                    <a:pt x="8155" y="18688"/>
                  </a:lnTo>
                  <a:lnTo>
                    <a:pt x="8374" y="18930"/>
                  </a:lnTo>
                  <a:lnTo>
                    <a:pt x="8583" y="19144"/>
                  </a:lnTo>
                  <a:lnTo>
                    <a:pt x="8812" y="19315"/>
                  </a:lnTo>
                  <a:lnTo>
                    <a:pt x="9020" y="19486"/>
                  </a:lnTo>
                  <a:lnTo>
                    <a:pt x="9229" y="19601"/>
                  </a:lnTo>
                  <a:lnTo>
                    <a:pt x="9448" y="19743"/>
                  </a:lnTo>
                  <a:lnTo>
                    <a:pt x="9647" y="19857"/>
                  </a:lnTo>
                  <a:lnTo>
                    <a:pt x="9856" y="19900"/>
                  </a:lnTo>
                  <a:lnTo>
                    <a:pt x="10075" y="19971"/>
                  </a:lnTo>
                  <a:lnTo>
                    <a:pt x="10293" y="19986"/>
                  </a:lnTo>
                  <a:lnTo>
                    <a:pt x="10502" y="19971"/>
                  </a:lnTo>
                  <a:lnTo>
                    <a:pt x="10701" y="19971"/>
                  </a:lnTo>
                  <a:lnTo>
                    <a:pt x="10910" y="19900"/>
                  </a:lnTo>
                  <a:lnTo>
                    <a:pt x="11129" y="19772"/>
                  </a:lnTo>
                  <a:lnTo>
                    <a:pt x="11338" y="19658"/>
                  </a:lnTo>
                  <a:lnTo>
                    <a:pt x="11566" y="19472"/>
                  </a:lnTo>
                  <a:lnTo>
                    <a:pt x="11785" y="19230"/>
                  </a:lnTo>
                  <a:lnTo>
                    <a:pt x="12004" y="19001"/>
                  </a:lnTo>
                  <a:lnTo>
                    <a:pt x="12223" y="18730"/>
                  </a:lnTo>
                  <a:lnTo>
                    <a:pt x="12452" y="18431"/>
                  </a:lnTo>
                  <a:lnTo>
                    <a:pt x="12690" y="18074"/>
                  </a:lnTo>
                  <a:lnTo>
                    <a:pt x="12909" y="17718"/>
                  </a:lnTo>
                  <a:lnTo>
                    <a:pt x="13148" y="17290"/>
                  </a:lnTo>
                  <a:lnTo>
                    <a:pt x="13376" y="16890"/>
                  </a:lnTo>
                  <a:lnTo>
                    <a:pt x="13615" y="16462"/>
                  </a:lnTo>
                  <a:lnTo>
                    <a:pt x="13844" y="16006"/>
                  </a:lnTo>
                  <a:lnTo>
                    <a:pt x="14063" y="15535"/>
                  </a:lnTo>
                  <a:lnTo>
                    <a:pt x="14291" y="15050"/>
                  </a:lnTo>
                  <a:lnTo>
                    <a:pt x="14530" y="14522"/>
                  </a:lnTo>
                  <a:lnTo>
                    <a:pt x="14759" y="13980"/>
                  </a:lnTo>
                  <a:lnTo>
                    <a:pt x="14998" y="13466"/>
                  </a:lnTo>
                  <a:lnTo>
                    <a:pt x="15216" y="12924"/>
                  </a:lnTo>
                  <a:lnTo>
                    <a:pt x="15445" y="12354"/>
                  </a:lnTo>
                  <a:lnTo>
                    <a:pt x="15684" y="11797"/>
                  </a:lnTo>
                  <a:lnTo>
                    <a:pt x="15893" y="11213"/>
                  </a:lnTo>
                  <a:lnTo>
                    <a:pt x="16101" y="10628"/>
                  </a:lnTo>
                  <a:lnTo>
                    <a:pt x="16320" y="10071"/>
                  </a:lnTo>
                  <a:lnTo>
                    <a:pt x="16529" y="9515"/>
                  </a:lnTo>
                  <a:lnTo>
                    <a:pt x="16738" y="8944"/>
                  </a:lnTo>
                  <a:lnTo>
                    <a:pt x="16957" y="8359"/>
                  </a:lnTo>
                  <a:lnTo>
                    <a:pt x="17156" y="7803"/>
                  </a:lnTo>
                  <a:lnTo>
                    <a:pt x="17355" y="7233"/>
                  </a:lnTo>
                  <a:lnTo>
                    <a:pt x="17553" y="6690"/>
                  </a:lnTo>
                  <a:lnTo>
                    <a:pt x="17732" y="6134"/>
                  </a:lnTo>
                  <a:lnTo>
                    <a:pt x="17931" y="5592"/>
                  </a:lnTo>
                  <a:lnTo>
                    <a:pt x="18120" y="5050"/>
                  </a:lnTo>
                  <a:lnTo>
                    <a:pt x="18289" y="4551"/>
                  </a:lnTo>
                  <a:lnTo>
                    <a:pt x="18468" y="4037"/>
                  </a:lnTo>
                  <a:lnTo>
                    <a:pt x="18637" y="3566"/>
                  </a:lnTo>
                  <a:lnTo>
                    <a:pt x="18797" y="3124"/>
                  </a:lnTo>
                  <a:lnTo>
                    <a:pt x="18956" y="2653"/>
                  </a:lnTo>
                  <a:lnTo>
                    <a:pt x="19095" y="2240"/>
                  </a:lnTo>
                  <a:lnTo>
                    <a:pt x="19254" y="1840"/>
                  </a:lnTo>
                  <a:lnTo>
                    <a:pt x="19393" y="1441"/>
                  </a:lnTo>
                  <a:lnTo>
                    <a:pt x="19523" y="1098"/>
                  </a:lnTo>
                  <a:lnTo>
                    <a:pt x="19642" y="799"/>
                  </a:lnTo>
                  <a:lnTo>
                    <a:pt x="19771" y="471"/>
                  </a:lnTo>
                  <a:lnTo>
                    <a:pt x="19881" y="214"/>
                  </a:lnTo>
                  <a:lnTo>
                    <a:pt x="19990" y="0"/>
                  </a:lnTo>
                </a:path>
              </a:pathLst>
            </a:custGeom>
            <a:noFill/>
            <a:ln w="38100">
              <a:solidFill>
                <a:srgbClr val="9900CC"/>
              </a:solidFill>
              <a:round/>
              <a:headEnd/>
              <a:tailEnd/>
            </a:ln>
          </p:spPr>
          <p:txBody>
            <a:bodyPr/>
            <a:lstStyle/>
            <a:p>
              <a:endParaRPr lang="zh-CN" altLang="en-US"/>
            </a:p>
          </p:txBody>
        </p:sp>
        <p:sp>
          <p:nvSpPr>
            <p:cNvPr id="18462" name="Rectangle 21"/>
            <p:cNvSpPr>
              <a:spLocks noChangeArrowheads="1"/>
            </p:cNvSpPr>
            <p:nvPr/>
          </p:nvSpPr>
          <p:spPr bwMode="auto">
            <a:xfrm>
              <a:off x="1344" y="2496"/>
              <a:ext cx="384" cy="384"/>
            </a:xfrm>
            <a:prstGeom prst="rect">
              <a:avLst/>
            </a:prstGeom>
            <a:noFill/>
            <a:ln w="9525">
              <a:noFill/>
              <a:miter lim="800000"/>
              <a:headEnd/>
              <a:tailEnd/>
            </a:ln>
          </p:spPr>
          <p:txBody>
            <a:bodyPr lIns="12700" tIns="12700" rIns="12700" bIns="12700"/>
            <a:lstStyle/>
            <a:p>
              <a:pPr algn="just"/>
              <a:r>
                <a:rPr lang="en-US" altLang="zh-CN" sz="2800" b="1" i="1">
                  <a:solidFill>
                    <a:srgbClr val="9900CC"/>
                  </a:solidFill>
                  <a:ea typeface="楷体_GB2312" pitchFamily="49" charset="-122"/>
                </a:rPr>
                <a:t>x</a:t>
              </a:r>
              <a:endParaRPr lang="en-US" altLang="zh-CN" sz="2400">
                <a:solidFill>
                  <a:srgbClr val="9900CC"/>
                </a:solidFill>
              </a:endParaRPr>
            </a:p>
          </p:txBody>
        </p:sp>
      </p:grpSp>
      <p:grpSp>
        <p:nvGrpSpPr>
          <p:cNvPr id="5" name="Group 22"/>
          <p:cNvGrpSpPr>
            <a:grpSpLocks/>
          </p:cNvGrpSpPr>
          <p:nvPr/>
        </p:nvGrpSpPr>
        <p:grpSpPr bwMode="auto">
          <a:xfrm>
            <a:off x="439738" y="3657600"/>
            <a:ext cx="8094662" cy="2908300"/>
            <a:chOff x="277" y="2304"/>
            <a:chExt cx="5099" cy="1832"/>
          </a:xfrm>
        </p:grpSpPr>
        <p:sp>
          <p:nvSpPr>
            <p:cNvPr id="18454" name="Rectangle 23"/>
            <p:cNvSpPr>
              <a:spLocks noChangeArrowheads="1"/>
            </p:cNvSpPr>
            <p:nvPr/>
          </p:nvSpPr>
          <p:spPr bwMode="auto">
            <a:xfrm>
              <a:off x="5184" y="2928"/>
              <a:ext cx="192" cy="288"/>
            </a:xfrm>
            <a:prstGeom prst="rect">
              <a:avLst/>
            </a:prstGeom>
            <a:noFill/>
            <a:ln w="6350">
              <a:noFill/>
              <a:miter lim="800000"/>
              <a:headEnd/>
              <a:tailEnd/>
            </a:ln>
          </p:spPr>
          <p:txBody>
            <a:bodyPr lIns="12700" tIns="12700" rIns="12700" bIns="12700"/>
            <a:lstStyle/>
            <a:p>
              <a:pPr algn="just"/>
              <a:r>
                <a:rPr lang="en-US" altLang="zh-CN" sz="2800" b="1" i="1">
                  <a:ea typeface="楷体_GB2312" pitchFamily="49" charset="-122"/>
                </a:rPr>
                <a:t>t</a:t>
              </a:r>
              <a:endParaRPr lang="en-US" altLang="zh-CN" sz="2400"/>
            </a:p>
          </p:txBody>
        </p:sp>
        <p:sp>
          <p:nvSpPr>
            <p:cNvPr id="18455" name="Rectangle 24"/>
            <p:cNvSpPr>
              <a:spLocks noChangeArrowheads="1"/>
            </p:cNvSpPr>
            <p:nvPr/>
          </p:nvSpPr>
          <p:spPr bwMode="auto">
            <a:xfrm>
              <a:off x="954" y="3072"/>
              <a:ext cx="534" cy="336"/>
            </a:xfrm>
            <a:prstGeom prst="rect">
              <a:avLst/>
            </a:prstGeom>
            <a:noFill/>
            <a:ln w="9525">
              <a:noFill/>
              <a:miter lim="800000"/>
              <a:headEnd/>
              <a:tailEnd/>
            </a:ln>
          </p:spPr>
          <p:txBody>
            <a:bodyPr lIns="12700" tIns="12700" rIns="12700" bIns="12700"/>
            <a:lstStyle/>
            <a:p>
              <a:pPr algn="just"/>
              <a:r>
                <a:rPr lang="en-US" altLang="zh-CN" sz="2800" b="1" i="1">
                  <a:ea typeface="楷体_GB2312" pitchFamily="49" charset="-122"/>
                </a:rPr>
                <a:t>o</a:t>
              </a:r>
              <a:endParaRPr lang="en-US" altLang="zh-CN" sz="2400"/>
            </a:p>
          </p:txBody>
        </p:sp>
        <p:sp>
          <p:nvSpPr>
            <p:cNvPr id="18456" name="Line 25"/>
            <p:cNvSpPr>
              <a:spLocks noChangeShapeType="1"/>
            </p:cNvSpPr>
            <p:nvPr/>
          </p:nvSpPr>
          <p:spPr bwMode="auto">
            <a:xfrm>
              <a:off x="1121" y="3216"/>
              <a:ext cx="4132" cy="0"/>
            </a:xfrm>
            <a:prstGeom prst="line">
              <a:avLst/>
            </a:prstGeom>
            <a:noFill/>
            <a:ln w="9525">
              <a:solidFill>
                <a:schemeClr val="tx1"/>
              </a:solidFill>
              <a:round/>
              <a:headEnd type="none" w="med" len="sm"/>
              <a:tailEnd type="triangle" w="med" len="sm"/>
            </a:ln>
          </p:spPr>
          <p:txBody>
            <a:bodyPr/>
            <a:lstStyle/>
            <a:p>
              <a:endParaRPr lang="zh-CN" altLang="en-US"/>
            </a:p>
          </p:txBody>
        </p:sp>
        <p:sp>
          <p:nvSpPr>
            <p:cNvPr id="18457" name="Line 26"/>
            <p:cNvSpPr>
              <a:spLocks noChangeShapeType="1"/>
            </p:cNvSpPr>
            <p:nvPr/>
          </p:nvSpPr>
          <p:spPr bwMode="auto">
            <a:xfrm>
              <a:off x="1104" y="2304"/>
              <a:ext cx="1" cy="1832"/>
            </a:xfrm>
            <a:prstGeom prst="line">
              <a:avLst/>
            </a:prstGeom>
            <a:noFill/>
            <a:ln w="9525">
              <a:solidFill>
                <a:schemeClr val="tx1"/>
              </a:solidFill>
              <a:round/>
              <a:headEnd type="triangle" w="med" len="sm"/>
              <a:tailEnd type="none" w="med" len="sm"/>
            </a:ln>
          </p:spPr>
          <p:txBody>
            <a:bodyPr/>
            <a:lstStyle/>
            <a:p>
              <a:endParaRPr lang="zh-CN" altLang="en-US"/>
            </a:p>
          </p:txBody>
        </p:sp>
        <p:graphicFrame>
          <p:nvGraphicFramePr>
            <p:cNvPr id="18437" name="Object 27"/>
            <p:cNvGraphicFramePr>
              <a:graphicFrameLocks noChangeAspect="1"/>
            </p:cNvGraphicFramePr>
            <p:nvPr/>
          </p:nvGraphicFramePr>
          <p:xfrm>
            <a:off x="277" y="2400"/>
            <a:ext cx="788" cy="240"/>
          </p:xfrm>
          <a:graphic>
            <a:graphicData uri="http://schemas.openxmlformats.org/presentationml/2006/ole">
              <p:oleObj spid="_x0000_s18437" name="公式" r:id="rId6" imgW="419040" imgH="139680" progId="Equation.3">
                <p:embed/>
              </p:oleObj>
            </a:graphicData>
          </a:graphic>
        </p:graphicFrame>
      </p:grpSp>
      <p:grpSp>
        <p:nvGrpSpPr>
          <p:cNvPr id="6" name="Group 28"/>
          <p:cNvGrpSpPr>
            <a:grpSpLocks/>
          </p:cNvGrpSpPr>
          <p:nvPr/>
        </p:nvGrpSpPr>
        <p:grpSpPr bwMode="auto">
          <a:xfrm>
            <a:off x="3200400" y="3581400"/>
            <a:ext cx="4278313" cy="3052763"/>
            <a:chOff x="2016" y="2256"/>
            <a:chExt cx="2695" cy="1923"/>
          </a:xfrm>
        </p:grpSpPr>
        <p:sp>
          <p:nvSpPr>
            <p:cNvPr id="18445" name="Line 29"/>
            <p:cNvSpPr>
              <a:spLocks noChangeShapeType="1"/>
            </p:cNvSpPr>
            <p:nvPr/>
          </p:nvSpPr>
          <p:spPr bwMode="auto">
            <a:xfrm>
              <a:off x="4704" y="2304"/>
              <a:ext cx="7" cy="1875"/>
            </a:xfrm>
            <a:prstGeom prst="line">
              <a:avLst/>
            </a:prstGeom>
            <a:noFill/>
            <a:ln w="6350">
              <a:solidFill>
                <a:schemeClr val="tx1"/>
              </a:solidFill>
              <a:prstDash val="sysDot"/>
              <a:round/>
              <a:headEnd type="none" w="med" len="sm"/>
              <a:tailEnd type="none" w="med" len="sm"/>
            </a:ln>
          </p:spPr>
          <p:txBody>
            <a:bodyPr/>
            <a:lstStyle/>
            <a:p>
              <a:endParaRPr lang="zh-CN" altLang="en-US"/>
            </a:p>
          </p:txBody>
        </p:sp>
        <p:grpSp>
          <p:nvGrpSpPr>
            <p:cNvPr id="18446" name="Group 30"/>
            <p:cNvGrpSpPr>
              <a:grpSpLocks/>
            </p:cNvGrpSpPr>
            <p:nvPr/>
          </p:nvGrpSpPr>
          <p:grpSpPr bwMode="auto">
            <a:xfrm>
              <a:off x="2016" y="2256"/>
              <a:ext cx="1776" cy="1584"/>
              <a:chOff x="2016" y="2256"/>
              <a:chExt cx="1776" cy="1584"/>
            </a:xfrm>
          </p:grpSpPr>
          <p:sp>
            <p:nvSpPr>
              <p:cNvPr id="18447" name="Line 31"/>
              <p:cNvSpPr>
                <a:spLocks noChangeShapeType="1"/>
              </p:cNvSpPr>
              <p:nvPr/>
            </p:nvSpPr>
            <p:spPr bwMode="auto">
              <a:xfrm>
                <a:off x="2016" y="2400"/>
                <a:ext cx="0" cy="1392"/>
              </a:xfrm>
              <a:prstGeom prst="line">
                <a:avLst/>
              </a:prstGeom>
              <a:noFill/>
              <a:ln w="6350">
                <a:solidFill>
                  <a:schemeClr val="tx1"/>
                </a:solidFill>
                <a:prstDash val="sysDot"/>
                <a:round/>
                <a:headEnd type="none" w="med" len="sm"/>
                <a:tailEnd type="none" w="med" len="sm"/>
              </a:ln>
            </p:spPr>
            <p:txBody>
              <a:bodyPr/>
              <a:lstStyle/>
              <a:p>
                <a:endParaRPr lang="zh-CN" altLang="en-US"/>
              </a:p>
            </p:txBody>
          </p:sp>
          <p:sp>
            <p:nvSpPr>
              <p:cNvPr id="18448" name="Line 32"/>
              <p:cNvSpPr>
                <a:spLocks noChangeShapeType="1"/>
              </p:cNvSpPr>
              <p:nvPr/>
            </p:nvSpPr>
            <p:spPr bwMode="auto">
              <a:xfrm>
                <a:off x="2928" y="2400"/>
                <a:ext cx="0" cy="1440"/>
              </a:xfrm>
              <a:prstGeom prst="line">
                <a:avLst/>
              </a:prstGeom>
              <a:noFill/>
              <a:ln w="6350">
                <a:solidFill>
                  <a:schemeClr val="tx1"/>
                </a:solidFill>
                <a:prstDash val="sysDot"/>
                <a:round/>
                <a:headEnd type="none" w="med" len="sm"/>
                <a:tailEnd type="none" w="med" len="sm"/>
              </a:ln>
            </p:spPr>
            <p:txBody>
              <a:bodyPr/>
              <a:lstStyle/>
              <a:p>
                <a:endParaRPr lang="zh-CN" altLang="en-US"/>
              </a:p>
            </p:txBody>
          </p:sp>
          <p:sp>
            <p:nvSpPr>
              <p:cNvPr id="18449" name="Line 33"/>
              <p:cNvSpPr>
                <a:spLocks noChangeShapeType="1"/>
              </p:cNvSpPr>
              <p:nvPr/>
            </p:nvSpPr>
            <p:spPr bwMode="auto">
              <a:xfrm>
                <a:off x="3792" y="2400"/>
                <a:ext cx="0" cy="1440"/>
              </a:xfrm>
              <a:prstGeom prst="line">
                <a:avLst/>
              </a:prstGeom>
              <a:noFill/>
              <a:ln w="6350">
                <a:solidFill>
                  <a:schemeClr val="tx1"/>
                </a:solidFill>
                <a:prstDash val="sysDot"/>
                <a:round/>
                <a:headEnd type="none" w="med" len="sm"/>
                <a:tailEnd type="none" w="med" len="sm"/>
              </a:ln>
            </p:spPr>
            <p:txBody>
              <a:bodyPr/>
              <a:lstStyle/>
              <a:p>
                <a:endParaRPr lang="zh-CN" altLang="en-US"/>
              </a:p>
            </p:txBody>
          </p:sp>
          <p:sp>
            <p:nvSpPr>
              <p:cNvPr id="18450" name="Line 34"/>
              <p:cNvSpPr>
                <a:spLocks noChangeShapeType="1"/>
              </p:cNvSpPr>
              <p:nvPr/>
            </p:nvSpPr>
            <p:spPr bwMode="auto">
              <a:xfrm>
                <a:off x="2016" y="2544"/>
                <a:ext cx="912" cy="0"/>
              </a:xfrm>
              <a:prstGeom prst="line">
                <a:avLst/>
              </a:prstGeom>
              <a:noFill/>
              <a:ln w="9525">
                <a:solidFill>
                  <a:schemeClr val="tx1"/>
                </a:solidFill>
                <a:round/>
                <a:headEnd type="triangle" w="med" len="med"/>
                <a:tailEnd type="triangle" w="med" len="med"/>
              </a:ln>
            </p:spPr>
            <p:txBody>
              <a:bodyPr wrap="none">
                <a:spAutoFit/>
              </a:bodyPr>
              <a:lstStyle/>
              <a:p>
                <a:endParaRPr lang="zh-CN" altLang="en-US"/>
              </a:p>
            </p:txBody>
          </p:sp>
          <p:sp>
            <p:nvSpPr>
              <p:cNvPr id="18451" name="Line 35"/>
              <p:cNvSpPr>
                <a:spLocks noChangeShapeType="1"/>
              </p:cNvSpPr>
              <p:nvPr/>
            </p:nvSpPr>
            <p:spPr bwMode="auto">
              <a:xfrm>
                <a:off x="2928" y="2544"/>
                <a:ext cx="864" cy="0"/>
              </a:xfrm>
              <a:prstGeom prst="line">
                <a:avLst/>
              </a:prstGeom>
              <a:noFill/>
              <a:ln w="9525">
                <a:solidFill>
                  <a:schemeClr val="tx1"/>
                </a:solidFill>
                <a:round/>
                <a:headEnd type="triangle" w="med" len="med"/>
                <a:tailEnd type="triangle" w="med" len="med"/>
              </a:ln>
            </p:spPr>
            <p:txBody>
              <a:bodyPr>
                <a:spAutoFit/>
              </a:bodyPr>
              <a:lstStyle/>
              <a:p>
                <a:endParaRPr lang="zh-CN" altLang="en-US"/>
              </a:p>
            </p:txBody>
          </p:sp>
          <p:sp>
            <p:nvSpPr>
              <p:cNvPr id="18452" name="Rectangle 36"/>
              <p:cNvSpPr>
                <a:spLocks noChangeArrowheads="1"/>
              </p:cNvSpPr>
              <p:nvPr/>
            </p:nvSpPr>
            <p:spPr bwMode="auto">
              <a:xfrm>
                <a:off x="2160" y="2256"/>
                <a:ext cx="608" cy="288"/>
              </a:xfrm>
              <a:prstGeom prst="rect">
                <a:avLst/>
              </a:prstGeom>
              <a:noFill/>
              <a:ln w="6350">
                <a:noFill/>
                <a:miter lim="800000"/>
                <a:headEnd/>
                <a:tailEnd/>
              </a:ln>
            </p:spPr>
            <p:txBody>
              <a:bodyPr lIns="12700" tIns="12700" rIns="12700" bIns="12700"/>
              <a:lstStyle/>
              <a:p>
                <a:pPr algn="just"/>
                <a:r>
                  <a:rPr lang="en-US" altLang="zh-CN" sz="2800" b="1" i="1">
                    <a:ea typeface="楷体_GB2312" pitchFamily="49" charset="-122"/>
                  </a:rPr>
                  <a:t>T/</a:t>
                </a:r>
                <a:r>
                  <a:rPr lang="en-US" altLang="zh-CN" sz="2800" b="1">
                    <a:ea typeface="楷体_GB2312" pitchFamily="49" charset="-122"/>
                  </a:rPr>
                  <a:t>4</a:t>
                </a:r>
                <a:endParaRPr lang="en-US" altLang="zh-CN" sz="2400"/>
              </a:p>
            </p:txBody>
          </p:sp>
          <p:sp>
            <p:nvSpPr>
              <p:cNvPr id="18453" name="Rectangle 37"/>
              <p:cNvSpPr>
                <a:spLocks noChangeArrowheads="1"/>
              </p:cNvSpPr>
              <p:nvPr/>
            </p:nvSpPr>
            <p:spPr bwMode="auto">
              <a:xfrm>
                <a:off x="3184" y="2256"/>
                <a:ext cx="608" cy="288"/>
              </a:xfrm>
              <a:prstGeom prst="rect">
                <a:avLst/>
              </a:prstGeom>
              <a:noFill/>
              <a:ln w="6350">
                <a:noFill/>
                <a:miter lim="800000"/>
                <a:headEnd/>
                <a:tailEnd/>
              </a:ln>
            </p:spPr>
            <p:txBody>
              <a:bodyPr lIns="12700" tIns="12700" rIns="12700" bIns="12700"/>
              <a:lstStyle/>
              <a:p>
                <a:pPr algn="just"/>
                <a:r>
                  <a:rPr lang="en-US" altLang="zh-CN" sz="2800" b="1" i="1">
                    <a:ea typeface="楷体_GB2312" pitchFamily="49" charset="-122"/>
                  </a:rPr>
                  <a:t>T/</a:t>
                </a:r>
                <a:r>
                  <a:rPr lang="en-US" altLang="zh-CN" sz="2800" b="1">
                    <a:ea typeface="楷体_GB2312" pitchFamily="49" charset="-122"/>
                  </a:rPr>
                  <a:t>4</a:t>
                </a:r>
                <a:endParaRPr lang="en-US" altLang="zh-CN" sz="240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397"/>
                                        </p:tgtEl>
                                        <p:attrNameLst>
                                          <p:attrName>style.visibility</p:attrName>
                                        </p:attrNameLst>
                                      </p:cBhvr>
                                      <p:to>
                                        <p:strVal val="visible"/>
                                      </p:to>
                                    </p:set>
                                    <p:animEffect transition="in" filter="wipe(left)">
                                      <p:cBhvr>
                                        <p:cTn id="7" dur="500"/>
                                        <p:tgtEl>
                                          <p:spTgt spid="187397"/>
                                        </p:tgtEl>
                                      </p:cBhvr>
                                    </p:animEffect>
                                  </p:childTnLst>
                                </p:cTn>
                              </p:par>
                            </p:childTnLst>
                          </p:cTn>
                        </p:par>
                        <p:par>
                          <p:cTn id="8" fill="hold">
                            <p:stCondLst>
                              <p:cond delay="500"/>
                            </p:stCondLst>
                            <p:childTnLst>
                              <p:par>
                                <p:cTn id="9" presetID="55"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1000" fill="hold"/>
                                        <p:tgtEl>
                                          <p:spTgt spid="5"/>
                                        </p:tgtEl>
                                        <p:attrNameLst>
                                          <p:attrName>ppt_w</p:attrName>
                                        </p:attrNameLst>
                                      </p:cBhvr>
                                      <p:tavLst>
                                        <p:tav tm="0">
                                          <p:val>
                                            <p:strVal val="#ppt_w*0.70"/>
                                          </p:val>
                                        </p:tav>
                                        <p:tav tm="100000">
                                          <p:val>
                                            <p:strVal val="#ppt_w"/>
                                          </p:val>
                                        </p:tav>
                                      </p:tavLst>
                                    </p:anim>
                                    <p:anim calcmode="lin" valueType="num">
                                      <p:cBhvr>
                                        <p:cTn id="12" dur="1000" fill="hold"/>
                                        <p:tgtEl>
                                          <p:spTgt spid="5"/>
                                        </p:tgtEl>
                                        <p:attrNameLst>
                                          <p:attrName>ppt_h</p:attrName>
                                        </p:attrNameLst>
                                      </p:cBhvr>
                                      <p:tavLst>
                                        <p:tav tm="0">
                                          <p:val>
                                            <p:strVal val="#ppt_h"/>
                                          </p:val>
                                        </p:tav>
                                        <p:tav tm="100000">
                                          <p:val>
                                            <p:strVal val="#ppt_h"/>
                                          </p:val>
                                        </p:tav>
                                      </p:tavLst>
                                    </p:anim>
                                    <p:animEffect transition="in" filter="fade">
                                      <p:cBhvr>
                                        <p:cTn id="13" dur="10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87395"/>
                                        </p:tgtEl>
                                        <p:attrNameLst>
                                          <p:attrName>style.visibility</p:attrName>
                                        </p:attrNameLst>
                                      </p:cBhvr>
                                      <p:to>
                                        <p:strVal val="visible"/>
                                      </p:to>
                                    </p:set>
                                    <p:animEffect transition="in" filter="wipe(left)">
                                      <p:cBhvr>
                                        <p:cTn id="18" dur="500"/>
                                        <p:tgtEl>
                                          <p:spTgt spid="187395"/>
                                        </p:tgtEl>
                                      </p:cBhvr>
                                    </p:animEffect>
                                  </p:childTnLst>
                                </p:cTn>
                              </p:par>
                            </p:childTnLst>
                          </p:cTn>
                        </p:par>
                        <p:par>
                          <p:cTn id="19" fill="hold">
                            <p:stCondLst>
                              <p:cond delay="500"/>
                            </p:stCondLst>
                            <p:childTnLst>
                              <p:par>
                                <p:cTn id="20" presetID="55" presetClass="entr" presetSubtype="0"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1000" fill="hold"/>
                                        <p:tgtEl>
                                          <p:spTgt spid="4"/>
                                        </p:tgtEl>
                                        <p:attrNameLst>
                                          <p:attrName>ppt_w</p:attrName>
                                        </p:attrNameLst>
                                      </p:cBhvr>
                                      <p:tavLst>
                                        <p:tav tm="0">
                                          <p:val>
                                            <p:strVal val="#ppt_w*0.70"/>
                                          </p:val>
                                        </p:tav>
                                        <p:tav tm="100000">
                                          <p:val>
                                            <p:strVal val="#ppt_w"/>
                                          </p:val>
                                        </p:tav>
                                      </p:tavLst>
                                    </p:anim>
                                    <p:anim calcmode="lin" valueType="num">
                                      <p:cBhvr>
                                        <p:cTn id="23" dur="1000" fill="hold"/>
                                        <p:tgtEl>
                                          <p:spTgt spid="4"/>
                                        </p:tgtEl>
                                        <p:attrNameLst>
                                          <p:attrName>ppt_h</p:attrName>
                                        </p:attrNameLst>
                                      </p:cBhvr>
                                      <p:tavLst>
                                        <p:tav tm="0">
                                          <p:val>
                                            <p:strVal val="#ppt_h"/>
                                          </p:val>
                                        </p:tav>
                                        <p:tav tm="100000">
                                          <p:val>
                                            <p:strVal val="#ppt_h"/>
                                          </p:val>
                                        </p:tav>
                                      </p:tavLst>
                                    </p:anim>
                                    <p:animEffect transition="in" filter="fade">
                                      <p:cBhvr>
                                        <p:cTn id="24" dur="1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87396"/>
                                        </p:tgtEl>
                                        <p:attrNameLst>
                                          <p:attrName>style.visibility</p:attrName>
                                        </p:attrNameLst>
                                      </p:cBhvr>
                                      <p:to>
                                        <p:strVal val="visible"/>
                                      </p:to>
                                    </p:set>
                                    <p:animEffect transition="in" filter="wipe(left)">
                                      <p:cBhvr>
                                        <p:cTn id="29" dur="500"/>
                                        <p:tgtEl>
                                          <p:spTgt spid="187396"/>
                                        </p:tgtEl>
                                      </p:cBhvr>
                                    </p:animEffect>
                                  </p:childTnLst>
                                </p:cTn>
                              </p:par>
                            </p:childTnLst>
                          </p:cTn>
                        </p:par>
                        <p:par>
                          <p:cTn id="30" fill="hold">
                            <p:stCondLst>
                              <p:cond delay="500"/>
                            </p:stCondLst>
                            <p:childTnLst>
                              <p:par>
                                <p:cTn id="31" presetID="55" presetClass="entr" presetSubtype="0"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p:cTn id="33" dur="1000" fill="hold"/>
                                        <p:tgtEl>
                                          <p:spTgt spid="3"/>
                                        </p:tgtEl>
                                        <p:attrNameLst>
                                          <p:attrName>ppt_w</p:attrName>
                                        </p:attrNameLst>
                                      </p:cBhvr>
                                      <p:tavLst>
                                        <p:tav tm="0">
                                          <p:val>
                                            <p:strVal val="#ppt_w*0.70"/>
                                          </p:val>
                                        </p:tav>
                                        <p:tav tm="100000">
                                          <p:val>
                                            <p:strVal val="#ppt_w"/>
                                          </p:val>
                                        </p:tav>
                                      </p:tavLst>
                                    </p:anim>
                                    <p:anim calcmode="lin" valueType="num">
                                      <p:cBhvr>
                                        <p:cTn id="34" dur="1000" fill="hold"/>
                                        <p:tgtEl>
                                          <p:spTgt spid="3"/>
                                        </p:tgtEl>
                                        <p:attrNameLst>
                                          <p:attrName>ppt_h</p:attrName>
                                        </p:attrNameLst>
                                      </p:cBhvr>
                                      <p:tavLst>
                                        <p:tav tm="0">
                                          <p:val>
                                            <p:strVal val="#ppt_h"/>
                                          </p:val>
                                        </p:tav>
                                        <p:tav tm="100000">
                                          <p:val>
                                            <p:strVal val="#ppt_h"/>
                                          </p:val>
                                        </p:tav>
                                      </p:tavLst>
                                    </p:anim>
                                    <p:animEffect transition="in" filter="fade">
                                      <p:cBhvr>
                                        <p:cTn id="35" dur="10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87394"/>
                                        </p:tgtEl>
                                        <p:attrNameLst>
                                          <p:attrName>style.visibility</p:attrName>
                                        </p:attrNameLst>
                                      </p:cBhvr>
                                      <p:to>
                                        <p:strVal val="visible"/>
                                      </p:to>
                                    </p:set>
                                    <p:animEffect transition="in" filter="wipe(left)">
                                      <p:cBhvr>
                                        <p:cTn id="40" dur="500"/>
                                        <p:tgtEl>
                                          <p:spTgt spid="187394"/>
                                        </p:tgtEl>
                                      </p:cBhvr>
                                    </p:animEffect>
                                  </p:childTnLst>
                                </p:cTn>
                              </p:par>
                            </p:childTnLst>
                          </p:cTn>
                        </p:par>
                        <p:par>
                          <p:cTn id="41" fill="hold">
                            <p:stCondLst>
                              <p:cond delay="500"/>
                            </p:stCondLst>
                            <p:childTnLst>
                              <p:par>
                                <p:cTn id="42" presetID="55" presetClass="entr" presetSubtype="0" fill="hold" nodeType="after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p:cTn id="44" dur="1000" fill="hold"/>
                                        <p:tgtEl>
                                          <p:spTgt spid="2"/>
                                        </p:tgtEl>
                                        <p:attrNameLst>
                                          <p:attrName>ppt_w</p:attrName>
                                        </p:attrNameLst>
                                      </p:cBhvr>
                                      <p:tavLst>
                                        <p:tav tm="0">
                                          <p:val>
                                            <p:strVal val="#ppt_w*0.70"/>
                                          </p:val>
                                        </p:tav>
                                        <p:tav tm="100000">
                                          <p:val>
                                            <p:strVal val="#ppt_w"/>
                                          </p:val>
                                        </p:tav>
                                      </p:tavLst>
                                    </p:anim>
                                    <p:anim calcmode="lin" valueType="num">
                                      <p:cBhvr>
                                        <p:cTn id="45" dur="1000" fill="hold"/>
                                        <p:tgtEl>
                                          <p:spTgt spid="2"/>
                                        </p:tgtEl>
                                        <p:attrNameLst>
                                          <p:attrName>ppt_h</p:attrName>
                                        </p:attrNameLst>
                                      </p:cBhvr>
                                      <p:tavLst>
                                        <p:tav tm="0">
                                          <p:val>
                                            <p:strVal val="#ppt_h"/>
                                          </p:val>
                                        </p:tav>
                                        <p:tav tm="100000">
                                          <p:val>
                                            <p:strVal val="#ppt_h"/>
                                          </p:val>
                                        </p:tav>
                                      </p:tavLst>
                                    </p:anim>
                                    <p:animEffect transition="in" filter="fade">
                                      <p:cBhvr>
                                        <p:cTn id="46" dur="10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p:cTn id="51" dur="1000" fill="hold"/>
                                        <p:tgtEl>
                                          <p:spTgt spid="6"/>
                                        </p:tgtEl>
                                        <p:attrNameLst>
                                          <p:attrName>ppt_w</p:attrName>
                                        </p:attrNameLst>
                                      </p:cBhvr>
                                      <p:tavLst>
                                        <p:tav tm="0">
                                          <p:val>
                                            <p:strVal val="#ppt_w*0.70"/>
                                          </p:val>
                                        </p:tav>
                                        <p:tav tm="100000">
                                          <p:val>
                                            <p:strVal val="#ppt_w"/>
                                          </p:val>
                                        </p:tav>
                                      </p:tavLst>
                                    </p:anim>
                                    <p:anim calcmode="lin" valueType="num">
                                      <p:cBhvr>
                                        <p:cTn id="52" dur="1000" fill="hold"/>
                                        <p:tgtEl>
                                          <p:spTgt spid="6"/>
                                        </p:tgtEl>
                                        <p:attrNameLst>
                                          <p:attrName>ppt_h</p:attrName>
                                        </p:attrNameLst>
                                      </p:cBhvr>
                                      <p:tavLst>
                                        <p:tav tm="0">
                                          <p:val>
                                            <p:strVal val="#ppt_h"/>
                                          </p:val>
                                        </p:tav>
                                        <p:tav tm="100000">
                                          <p:val>
                                            <p:strVal val="#ppt_h"/>
                                          </p:val>
                                        </p:tav>
                                      </p:tavLst>
                                    </p:anim>
                                    <p:animEffect transition="in" filter="fade">
                                      <p:cBhvr>
                                        <p:cTn id="5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8" name="Object 2"/>
          <p:cNvGraphicFramePr>
            <a:graphicFrameLocks/>
          </p:cNvGraphicFramePr>
          <p:nvPr/>
        </p:nvGraphicFramePr>
        <p:xfrm>
          <a:off x="419100" y="5373688"/>
          <a:ext cx="2903538" cy="409575"/>
        </p:xfrm>
        <a:graphic>
          <a:graphicData uri="http://schemas.openxmlformats.org/presentationml/2006/ole">
            <p:oleObj spid="_x0000_s19458" name="公式" r:id="rId3" imgW="1612800" imgH="228600" progId="Equation.3">
              <p:embed/>
            </p:oleObj>
          </a:graphicData>
        </a:graphic>
      </p:graphicFrame>
      <p:graphicFrame>
        <p:nvGraphicFramePr>
          <p:cNvPr id="188419" name="Object 3"/>
          <p:cNvGraphicFramePr>
            <a:graphicFrameLocks/>
          </p:cNvGraphicFramePr>
          <p:nvPr/>
        </p:nvGraphicFramePr>
        <p:xfrm>
          <a:off x="855663" y="6021388"/>
          <a:ext cx="2698750" cy="414337"/>
        </p:xfrm>
        <a:graphic>
          <a:graphicData uri="http://schemas.openxmlformats.org/presentationml/2006/ole">
            <p:oleObj spid="_x0000_s19459" name="公式" r:id="rId4" imgW="1498320" imgH="215640" progId="Equation.3">
              <p:embed/>
            </p:oleObj>
          </a:graphicData>
        </a:graphic>
      </p:graphicFrame>
      <p:sp>
        <p:nvSpPr>
          <p:cNvPr id="188420" name="Text Box 4"/>
          <p:cNvSpPr txBox="1">
            <a:spLocks noChangeArrowheads="1"/>
          </p:cNvSpPr>
          <p:nvPr/>
        </p:nvSpPr>
        <p:spPr bwMode="auto">
          <a:xfrm>
            <a:off x="6705600" y="2733675"/>
            <a:ext cx="2141538" cy="457200"/>
          </a:xfrm>
          <a:prstGeom prst="rect">
            <a:avLst/>
          </a:prstGeom>
          <a:noFill/>
          <a:ln w="19050">
            <a:noFill/>
            <a:miter lim="800000"/>
            <a:headEnd/>
            <a:tailEnd/>
          </a:ln>
        </p:spPr>
        <p:txBody>
          <a:bodyPr>
            <a:spAutoFit/>
          </a:bodyPr>
          <a:lstStyle/>
          <a:p>
            <a:pPr algn="l"/>
            <a:r>
              <a:rPr lang="zh-CN" altLang="en-US" sz="2400" b="1">
                <a:latin typeface="Lucida Sans Unicode" pitchFamily="34" charset="0"/>
              </a:rPr>
              <a:t>由图可见：</a:t>
            </a:r>
            <a:endParaRPr lang="zh-CN" altLang="en-US" sz="2400"/>
          </a:p>
        </p:txBody>
      </p:sp>
      <p:grpSp>
        <p:nvGrpSpPr>
          <p:cNvPr id="2" name="Group 5"/>
          <p:cNvGrpSpPr>
            <a:grpSpLocks/>
          </p:cNvGrpSpPr>
          <p:nvPr/>
        </p:nvGrpSpPr>
        <p:grpSpPr bwMode="auto">
          <a:xfrm rot="-10533471">
            <a:off x="1797050" y="3697288"/>
            <a:ext cx="593725" cy="417512"/>
            <a:chOff x="3840" y="421"/>
            <a:chExt cx="367" cy="263"/>
          </a:xfrm>
        </p:grpSpPr>
        <p:sp>
          <p:nvSpPr>
            <p:cNvPr id="19510" name="Arc 6"/>
            <p:cNvSpPr>
              <a:spLocks/>
            </p:cNvSpPr>
            <p:nvPr/>
          </p:nvSpPr>
          <p:spPr bwMode="auto">
            <a:xfrm>
              <a:off x="3863" y="453"/>
              <a:ext cx="344" cy="2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9900CC"/>
              </a:solidFill>
              <a:round/>
              <a:headEnd/>
              <a:tailEnd/>
            </a:ln>
          </p:spPr>
          <p:txBody>
            <a:bodyPr/>
            <a:lstStyle/>
            <a:p>
              <a:endParaRPr lang="zh-CN" altLang="en-US"/>
            </a:p>
          </p:txBody>
        </p:sp>
        <p:sp>
          <p:nvSpPr>
            <p:cNvPr id="19511" name="Line 7"/>
            <p:cNvSpPr>
              <a:spLocks noChangeShapeType="1"/>
            </p:cNvSpPr>
            <p:nvPr/>
          </p:nvSpPr>
          <p:spPr bwMode="auto">
            <a:xfrm>
              <a:off x="3840" y="480"/>
              <a:ext cx="139" cy="27"/>
            </a:xfrm>
            <a:prstGeom prst="line">
              <a:avLst/>
            </a:prstGeom>
            <a:noFill/>
            <a:ln w="25400">
              <a:solidFill>
                <a:srgbClr val="9900CC"/>
              </a:solidFill>
              <a:round/>
              <a:headEnd type="none" w="med" len="sm"/>
              <a:tailEnd type="none" w="med" len="sm"/>
            </a:ln>
          </p:spPr>
          <p:txBody>
            <a:bodyPr/>
            <a:lstStyle/>
            <a:p>
              <a:endParaRPr lang="zh-CN" altLang="en-US"/>
            </a:p>
          </p:txBody>
        </p:sp>
        <p:sp>
          <p:nvSpPr>
            <p:cNvPr id="19512" name="Line 8"/>
            <p:cNvSpPr>
              <a:spLocks noChangeShapeType="1"/>
            </p:cNvSpPr>
            <p:nvPr/>
          </p:nvSpPr>
          <p:spPr bwMode="auto">
            <a:xfrm flipV="1">
              <a:off x="3840" y="421"/>
              <a:ext cx="143" cy="59"/>
            </a:xfrm>
            <a:prstGeom prst="line">
              <a:avLst/>
            </a:prstGeom>
            <a:noFill/>
            <a:ln w="25400">
              <a:solidFill>
                <a:srgbClr val="9900CC"/>
              </a:solidFill>
              <a:round/>
              <a:headEnd type="none" w="med" len="sm"/>
              <a:tailEnd type="none" w="med" len="sm"/>
            </a:ln>
          </p:spPr>
          <p:txBody>
            <a:bodyPr/>
            <a:lstStyle/>
            <a:p>
              <a:endParaRPr lang="zh-CN" altLang="en-US"/>
            </a:p>
          </p:txBody>
        </p:sp>
      </p:grpSp>
      <p:grpSp>
        <p:nvGrpSpPr>
          <p:cNvPr id="3" name="Group 9"/>
          <p:cNvGrpSpPr>
            <a:grpSpLocks/>
          </p:cNvGrpSpPr>
          <p:nvPr/>
        </p:nvGrpSpPr>
        <p:grpSpPr bwMode="auto">
          <a:xfrm>
            <a:off x="2819400" y="2636838"/>
            <a:ext cx="3551238" cy="366712"/>
            <a:chOff x="1776" y="1661"/>
            <a:chExt cx="2237" cy="231"/>
          </a:xfrm>
        </p:grpSpPr>
        <p:sp>
          <p:nvSpPr>
            <p:cNvPr id="19508" name="Rectangle 10"/>
            <p:cNvSpPr>
              <a:spLocks noChangeArrowheads="1"/>
            </p:cNvSpPr>
            <p:nvPr/>
          </p:nvSpPr>
          <p:spPr bwMode="auto">
            <a:xfrm>
              <a:off x="3696" y="1661"/>
              <a:ext cx="317" cy="231"/>
            </a:xfrm>
            <a:prstGeom prst="rect">
              <a:avLst/>
            </a:prstGeom>
            <a:noFill/>
            <a:ln w="25400">
              <a:noFill/>
              <a:miter lim="800000"/>
              <a:headEnd/>
              <a:tailEnd/>
            </a:ln>
          </p:spPr>
          <p:txBody>
            <a:bodyPr lIns="12700" tIns="12700" rIns="12700" bIns="12700"/>
            <a:lstStyle/>
            <a:p>
              <a:pPr algn="just"/>
              <a:r>
                <a:rPr lang="en-US" altLang="zh-CN" sz="2800" b="1" i="1">
                  <a:solidFill>
                    <a:srgbClr val="9900CC"/>
                  </a:solidFill>
                </a:rPr>
                <a:t>x</a:t>
              </a:r>
              <a:endParaRPr lang="en-US" altLang="zh-CN" sz="2400">
                <a:solidFill>
                  <a:srgbClr val="9900CC"/>
                </a:solidFill>
              </a:endParaRPr>
            </a:p>
          </p:txBody>
        </p:sp>
        <p:sp>
          <p:nvSpPr>
            <p:cNvPr id="19509" name="Line 11"/>
            <p:cNvSpPr>
              <a:spLocks noChangeShapeType="1"/>
            </p:cNvSpPr>
            <p:nvPr/>
          </p:nvSpPr>
          <p:spPr bwMode="auto">
            <a:xfrm>
              <a:off x="1776" y="1680"/>
              <a:ext cx="2128" cy="10"/>
            </a:xfrm>
            <a:prstGeom prst="line">
              <a:avLst/>
            </a:prstGeom>
            <a:noFill/>
            <a:ln w="19050">
              <a:solidFill>
                <a:srgbClr val="9900CC"/>
              </a:solidFill>
              <a:round/>
              <a:headEnd type="none" w="med" len="sm"/>
              <a:tailEnd type="triangle" w="med" len="sm"/>
            </a:ln>
          </p:spPr>
          <p:txBody>
            <a:bodyPr/>
            <a:lstStyle/>
            <a:p>
              <a:endParaRPr lang="zh-CN" altLang="en-US"/>
            </a:p>
          </p:txBody>
        </p:sp>
      </p:grpSp>
      <p:grpSp>
        <p:nvGrpSpPr>
          <p:cNvPr id="4" name="Group 12"/>
          <p:cNvGrpSpPr>
            <a:grpSpLocks/>
          </p:cNvGrpSpPr>
          <p:nvPr/>
        </p:nvGrpSpPr>
        <p:grpSpPr bwMode="auto">
          <a:xfrm>
            <a:off x="3048000" y="2209800"/>
            <a:ext cx="1508125" cy="481013"/>
            <a:chOff x="1920" y="1392"/>
            <a:chExt cx="950" cy="303"/>
          </a:xfrm>
        </p:grpSpPr>
        <p:sp>
          <p:nvSpPr>
            <p:cNvPr id="19506" name="Arc 13"/>
            <p:cNvSpPr>
              <a:spLocks/>
            </p:cNvSpPr>
            <p:nvPr/>
          </p:nvSpPr>
          <p:spPr bwMode="auto">
            <a:xfrm rot="2865284">
              <a:off x="1919" y="1537"/>
              <a:ext cx="159" cy="157"/>
            </a:xfrm>
            <a:custGeom>
              <a:avLst/>
              <a:gdLst>
                <a:gd name="T0" fmla="*/ 0 w 17656"/>
                <a:gd name="T1" fmla="*/ 0 h 21600"/>
                <a:gd name="T2" fmla="*/ 0 w 17656"/>
                <a:gd name="T3" fmla="*/ 0 h 21600"/>
                <a:gd name="T4" fmla="*/ 0 w 17656"/>
                <a:gd name="T5" fmla="*/ 0 h 21600"/>
                <a:gd name="T6" fmla="*/ 0 60000 65536"/>
                <a:gd name="T7" fmla="*/ 0 60000 65536"/>
                <a:gd name="T8" fmla="*/ 0 60000 65536"/>
                <a:gd name="T9" fmla="*/ 0 w 17656"/>
                <a:gd name="T10" fmla="*/ 0 h 21600"/>
                <a:gd name="T11" fmla="*/ 17656 w 17656"/>
                <a:gd name="T12" fmla="*/ 21600 h 21600"/>
              </a:gdLst>
              <a:ahLst/>
              <a:cxnLst>
                <a:cxn ang="T6">
                  <a:pos x="T0" y="T1"/>
                </a:cxn>
                <a:cxn ang="T7">
                  <a:pos x="T2" y="T3"/>
                </a:cxn>
                <a:cxn ang="T8">
                  <a:pos x="T4" y="T5"/>
                </a:cxn>
              </a:cxnLst>
              <a:rect l="T9" t="T10" r="T11" b="T12"/>
              <a:pathLst>
                <a:path w="17656" h="21600" fill="none" extrusionOk="0">
                  <a:moveTo>
                    <a:pt x="-1" y="0"/>
                  </a:moveTo>
                  <a:cubicBezTo>
                    <a:pt x="7024" y="0"/>
                    <a:pt x="13610" y="3415"/>
                    <a:pt x="17656" y="9157"/>
                  </a:cubicBezTo>
                </a:path>
                <a:path w="17656" h="21600" stroke="0" extrusionOk="0">
                  <a:moveTo>
                    <a:pt x="-1" y="0"/>
                  </a:moveTo>
                  <a:cubicBezTo>
                    <a:pt x="7024" y="0"/>
                    <a:pt x="13610" y="3415"/>
                    <a:pt x="17656" y="9157"/>
                  </a:cubicBezTo>
                  <a:lnTo>
                    <a:pt x="0" y="21600"/>
                  </a:lnTo>
                  <a:close/>
                </a:path>
              </a:pathLst>
            </a:custGeom>
            <a:noFill/>
            <a:ln w="25400">
              <a:solidFill>
                <a:schemeClr val="accent2"/>
              </a:solidFill>
              <a:round/>
              <a:headEnd/>
              <a:tailEnd/>
            </a:ln>
          </p:spPr>
          <p:txBody>
            <a:bodyPr/>
            <a:lstStyle/>
            <a:p>
              <a:endParaRPr lang="zh-CN" altLang="en-US"/>
            </a:p>
          </p:txBody>
        </p:sp>
        <p:sp>
          <p:nvSpPr>
            <p:cNvPr id="19507" name="Rectangle 14"/>
            <p:cNvSpPr>
              <a:spLocks noChangeArrowheads="1"/>
            </p:cNvSpPr>
            <p:nvPr/>
          </p:nvSpPr>
          <p:spPr bwMode="auto">
            <a:xfrm>
              <a:off x="2064" y="1392"/>
              <a:ext cx="806" cy="261"/>
            </a:xfrm>
            <a:prstGeom prst="rect">
              <a:avLst/>
            </a:prstGeom>
            <a:noFill/>
            <a:ln w="25400">
              <a:noFill/>
              <a:miter lim="800000"/>
              <a:headEnd/>
              <a:tailEnd/>
            </a:ln>
          </p:spPr>
          <p:txBody>
            <a:bodyPr lIns="12700" tIns="12700" rIns="12700" bIns="12700"/>
            <a:lstStyle/>
            <a:p>
              <a:pPr algn="just"/>
              <a:r>
                <a:rPr lang="en-US" altLang="zh-CN" sz="2800" b="1" i="1">
                  <a:solidFill>
                    <a:schemeClr val="accent2"/>
                  </a:solidFill>
                  <a:sym typeface="Symbol" pitchFamily="18" charset="2"/>
                </a:rPr>
                <a:t></a:t>
              </a:r>
              <a:r>
                <a:rPr lang="en-US" altLang="zh-CN" sz="2800" b="1" i="1">
                  <a:solidFill>
                    <a:schemeClr val="accent2"/>
                  </a:solidFill>
                </a:rPr>
                <a:t> t+</a:t>
              </a:r>
              <a:r>
                <a:rPr lang="en-US" altLang="zh-CN" sz="2800" b="1" i="1">
                  <a:solidFill>
                    <a:schemeClr val="accent2"/>
                  </a:solidFill>
                  <a:sym typeface="Symbol" pitchFamily="18" charset="2"/>
                </a:rPr>
                <a:t></a:t>
              </a:r>
              <a:endParaRPr lang="en-US" altLang="zh-CN" sz="2400"/>
            </a:p>
          </p:txBody>
        </p:sp>
      </p:grpSp>
      <p:sp>
        <p:nvSpPr>
          <p:cNvPr id="19475" name="Rectangle 15"/>
          <p:cNvSpPr>
            <a:spLocks noChangeArrowheads="1"/>
          </p:cNvSpPr>
          <p:nvPr/>
        </p:nvSpPr>
        <p:spPr bwMode="auto">
          <a:xfrm>
            <a:off x="2819400" y="2667000"/>
            <a:ext cx="922338" cy="609600"/>
          </a:xfrm>
          <a:prstGeom prst="rect">
            <a:avLst/>
          </a:prstGeom>
          <a:noFill/>
          <a:ln w="25400">
            <a:noFill/>
            <a:miter lim="800000"/>
            <a:headEnd/>
            <a:tailEnd/>
          </a:ln>
        </p:spPr>
        <p:txBody>
          <a:bodyPr lIns="12700" tIns="12700" rIns="12700" bIns="12700"/>
          <a:lstStyle/>
          <a:p>
            <a:pPr algn="just"/>
            <a:r>
              <a:rPr lang="en-US" altLang="zh-CN" sz="2800" b="1">
                <a:solidFill>
                  <a:schemeClr val="bg1"/>
                </a:solidFill>
              </a:rPr>
              <a:t>o</a:t>
            </a:r>
            <a:endParaRPr lang="en-US" altLang="zh-CN" sz="2400"/>
          </a:p>
        </p:txBody>
      </p:sp>
      <p:sp>
        <p:nvSpPr>
          <p:cNvPr id="19476" name="Rectangle 16"/>
          <p:cNvSpPr>
            <a:spLocks noChangeArrowheads="1"/>
          </p:cNvSpPr>
          <p:nvPr/>
        </p:nvSpPr>
        <p:spPr bwMode="auto">
          <a:xfrm>
            <a:off x="5362575" y="987425"/>
            <a:ext cx="723900" cy="384175"/>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sym typeface="Symbol" pitchFamily="18" charset="2"/>
              </a:rPr>
              <a:t></a:t>
            </a:r>
            <a:endParaRPr lang="en-US" altLang="zh-CN" sz="2400"/>
          </a:p>
        </p:txBody>
      </p:sp>
      <p:sp>
        <p:nvSpPr>
          <p:cNvPr id="19477" name="Rectangle 17"/>
          <p:cNvSpPr>
            <a:spLocks noChangeArrowheads="1"/>
          </p:cNvSpPr>
          <p:nvPr/>
        </p:nvSpPr>
        <p:spPr bwMode="auto">
          <a:xfrm>
            <a:off x="4462463" y="2286000"/>
            <a:ext cx="530225" cy="366713"/>
          </a:xfrm>
          <a:prstGeom prst="rect">
            <a:avLst/>
          </a:prstGeom>
          <a:noFill/>
          <a:ln w="25400">
            <a:noFill/>
            <a:miter lim="800000"/>
            <a:headEnd/>
            <a:tailEnd/>
          </a:ln>
        </p:spPr>
        <p:txBody>
          <a:bodyPr lIns="12700" tIns="12700" rIns="12700" bIns="12700"/>
          <a:lstStyle/>
          <a:p>
            <a:pPr algn="just"/>
            <a:r>
              <a:rPr lang="en-US" altLang="zh-CN" sz="4400" b="1">
                <a:solidFill>
                  <a:schemeClr val="bg1"/>
                </a:solidFill>
              </a:rPr>
              <a:t>·</a:t>
            </a:r>
            <a:endParaRPr lang="en-US" altLang="zh-CN" sz="2400"/>
          </a:p>
        </p:txBody>
      </p:sp>
      <p:grpSp>
        <p:nvGrpSpPr>
          <p:cNvPr id="5" name="Group 18"/>
          <p:cNvGrpSpPr>
            <a:grpSpLocks/>
          </p:cNvGrpSpPr>
          <p:nvPr/>
        </p:nvGrpSpPr>
        <p:grpSpPr bwMode="auto">
          <a:xfrm>
            <a:off x="2854325" y="660400"/>
            <a:ext cx="2009775" cy="2019300"/>
            <a:chOff x="1798" y="416"/>
            <a:chExt cx="1266" cy="1272"/>
          </a:xfrm>
        </p:grpSpPr>
        <p:sp>
          <p:nvSpPr>
            <p:cNvPr id="19505" name="Line 19"/>
            <p:cNvSpPr>
              <a:spLocks noChangeShapeType="1"/>
            </p:cNvSpPr>
            <p:nvPr/>
          </p:nvSpPr>
          <p:spPr bwMode="auto">
            <a:xfrm flipV="1">
              <a:off x="1798" y="708"/>
              <a:ext cx="1054" cy="980"/>
            </a:xfrm>
            <a:prstGeom prst="line">
              <a:avLst/>
            </a:prstGeom>
            <a:noFill/>
            <a:ln w="38100">
              <a:solidFill>
                <a:srgbClr val="333399"/>
              </a:solidFill>
              <a:round/>
              <a:headEnd type="none" w="med" len="sm"/>
              <a:tailEnd type="triangle" w="med" len="sm"/>
            </a:ln>
          </p:spPr>
          <p:txBody>
            <a:bodyPr/>
            <a:lstStyle/>
            <a:p>
              <a:endParaRPr lang="zh-CN" altLang="en-US"/>
            </a:p>
          </p:txBody>
        </p:sp>
        <p:graphicFrame>
          <p:nvGraphicFramePr>
            <p:cNvPr id="19470" name="Object 20"/>
            <p:cNvGraphicFramePr>
              <a:graphicFrameLocks noChangeAspect="1"/>
            </p:cNvGraphicFramePr>
            <p:nvPr/>
          </p:nvGraphicFramePr>
          <p:xfrm>
            <a:off x="2855" y="416"/>
            <a:ext cx="209" cy="256"/>
          </p:xfrm>
          <a:graphic>
            <a:graphicData uri="http://schemas.openxmlformats.org/presentationml/2006/ole">
              <p:oleObj spid="_x0000_s19470" name="公式" r:id="rId5" imgW="266400" imgH="330120" progId="Equation.3">
                <p:embed/>
              </p:oleObj>
            </a:graphicData>
          </a:graphic>
        </p:graphicFrame>
      </p:grpSp>
      <p:sp>
        <p:nvSpPr>
          <p:cNvPr id="188437" name="Oval 21"/>
          <p:cNvSpPr>
            <a:spLocks noChangeArrowheads="1"/>
          </p:cNvSpPr>
          <p:nvPr/>
        </p:nvSpPr>
        <p:spPr bwMode="auto">
          <a:xfrm>
            <a:off x="457200" y="381000"/>
            <a:ext cx="4795838" cy="4648200"/>
          </a:xfrm>
          <a:prstGeom prst="ellipse">
            <a:avLst/>
          </a:prstGeom>
          <a:noFill/>
          <a:ln w="28575">
            <a:solidFill>
              <a:srgbClr val="333399"/>
            </a:solidFill>
            <a:prstDash val="dash"/>
            <a:round/>
            <a:headEnd/>
            <a:tailEnd/>
          </a:ln>
        </p:spPr>
        <p:txBody>
          <a:bodyPr wrap="none" anchor="ctr"/>
          <a:lstStyle/>
          <a:p>
            <a:endParaRPr lang="zh-CN" altLang="en-US"/>
          </a:p>
        </p:txBody>
      </p:sp>
      <p:grpSp>
        <p:nvGrpSpPr>
          <p:cNvPr id="6" name="Group 22"/>
          <p:cNvGrpSpPr>
            <a:grpSpLocks/>
          </p:cNvGrpSpPr>
          <p:nvPr/>
        </p:nvGrpSpPr>
        <p:grpSpPr bwMode="auto">
          <a:xfrm>
            <a:off x="1447800" y="762000"/>
            <a:ext cx="1400175" cy="1905000"/>
            <a:chOff x="912" y="480"/>
            <a:chExt cx="882" cy="1200"/>
          </a:xfrm>
        </p:grpSpPr>
        <p:sp>
          <p:nvSpPr>
            <p:cNvPr id="19504" name="Line 23"/>
            <p:cNvSpPr>
              <a:spLocks noChangeShapeType="1"/>
            </p:cNvSpPr>
            <p:nvPr/>
          </p:nvSpPr>
          <p:spPr bwMode="auto">
            <a:xfrm flipH="1" flipV="1">
              <a:off x="1074" y="864"/>
              <a:ext cx="720" cy="816"/>
            </a:xfrm>
            <a:prstGeom prst="line">
              <a:avLst/>
            </a:prstGeom>
            <a:noFill/>
            <a:ln w="38100">
              <a:solidFill>
                <a:srgbClr val="FF3300"/>
              </a:solidFill>
              <a:round/>
              <a:headEnd/>
              <a:tailEnd type="triangle" w="med" len="med"/>
            </a:ln>
          </p:spPr>
          <p:txBody>
            <a:bodyPr/>
            <a:lstStyle/>
            <a:p>
              <a:endParaRPr lang="zh-CN" altLang="en-US"/>
            </a:p>
          </p:txBody>
        </p:sp>
        <p:graphicFrame>
          <p:nvGraphicFramePr>
            <p:cNvPr id="19469" name="Object 24"/>
            <p:cNvGraphicFramePr>
              <a:graphicFrameLocks noChangeAspect="1"/>
            </p:cNvGraphicFramePr>
            <p:nvPr/>
          </p:nvGraphicFramePr>
          <p:xfrm>
            <a:off x="912" y="480"/>
            <a:ext cx="333" cy="393"/>
          </p:xfrm>
          <a:graphic>
            <a:graphicData uri="http://schemas.openxmlformats.org/presentationml/2006/ole">
              <p:oleObj spid="_x0000_s19469" name="公式" r:id="rId6" imgW="190440" imgH="228600" progId="Equation.3">
                <p:embed/>
              </p:oleObj>
            </a:graphicData>
          </a:graphic>
        </p:graphicFrame>
      </p:grpSp>
      <p:grpSp>
        <p:nvGrpSpPr>
          <p:cNvPr id="7" name="Group 25"/>
          <p:cNvGrpSpPr>
            <a:grpSpLocks/>
          </p:cNvGrpSpPr>
          <p:nvPr/>
        </p:nvGrpSpPr>
        <p:grpSpPr bwMode="auto">
          <a:xfrm rot="1485197">
            <a:off x="4981575" y="1371600"/>
            <a:ext cx="593725" cy="417513"/>
            <a:chOff x="3840" y="421"/>
            <a:chExt cx="367" cy="263"/>
          </a:xfrm>
        </p:grpSpPr>
        <p:sp>
          <p:nvSpPr>
            <p:cNvPr id="19501" name="Arc 26"/>
            <p:cNvSpPr>
              <a:spLocks/>
            </p:cNvSpPr>
            <p:nvPr/>
          </p:nvSpPr>
          <p:spPr bwMode="auto">
            <a:xfrm>
              <a:off x="3863" y="453"/>
              <a:ext cx="344" cy="2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rgbClr val="FF3300"/>
              </a:solidFill>
              <a:round/>
              <a:headEnd/>
              <a:tailEnd/>
            </a:ln>
          </p:spPr>
          <p:txBody>
            <a:bodyPr/>
            <a:lstStyle/>
            <a:p>
              <a:endParaRPr lang="zh-CN" altLang="en-US"/>
            </a:p>
          </p:txBody>
        </p:sp>
        <p:sp>
          <p:nvSpPr>
            <p:cNvPr id="19502" name="Line 27"/>
            <p:cNvSpPr>
              <a:spLocks noChangeShapeType="1"/>
            </p:cNvSpPr>
            <p:nvPr/>
          </p:nvSpPr>
          <p:spPr bwMode="auto">
            <a:xfrm>
              <a:off x="3840" y="480"/>
              <a:ext cx="139" cy="27"/>
            </a:xfrm>
            <a:prstGeom prst="line">
              <a:avLst/>
            </a:prstGeom>
            <a:noFill/>
            <a:ln w="25400">
              <a:solidFill>
                <a:srgbClr val="FF3300"/>
              </a:solidFill>
              <a:round/>
              <a:headEnd type="none" w="med" len="sm"/>
              <a:tailEnd type="none" w="med" len="sm"/>
            </a:ln>
          </p:spPr>
          <p:txBody>
            <a:bodyPr/>
            <a:lstStyle/>
            <a:p>
              <a:endParaRPr lang="zh-CN" altLang="en-US"/>
            </a:p>
          </p:txBody>
        </p:sp>
        <p:sp>
          <p:nvSpPr>
            <p:cNvPr id="19503" name="Line 28"/>
            <p:cNvSpPr>
              <a:spLocks noChangeShapeType="1"/>
            </p:cNvSpPr>
            <p:nvPr/>
          </p:nvSpPr>
          <p:spPr bwMode="auto">
            <a:xfrm flipV="1">
              <a:off x="3840" y="421"/>
              <a:ext cx="143" cy="59"/>
            </a:xfrm>
            <a:prstGeom prst="line">
              <a:avLst/>
            </a:prstGeom>
            <a:noFill/>
            <a:ln w="25400">
              <a:solidFill>
                <a:srgbClr val="FF3300"/>
              </a:solidFill>
              <a:round/>
              <a:headEnd type="none" w="med" len="sm"/>
              <a:tailEnd type="none" w="med" len="sm"/>
            </a:ln>
          </p:spPr>
          <p:txBody>
            <a:bodyPr/>
            <a:lstStyle/>
            <a:p>
              <a:endParaRPr lang="zh-CN" altLang="en-US"/>
            </a:p>
          </p:txBody>
        </p:sp>
      </p:grpSp>
      <p:grpSp>
        <p:nvGrpSpPr>
          <p:cNvPr id="8" name="Group 29"/>
          <p:cNvGrpSpPr>
            <a:grpSpLocks/>
          </p:cNvGrpSpPr>
          <p:nvPr/>
        </p:nvGrpSpPr>
        <p:grpSpPr bwMode="auto">
          <a:xfrm>
            <a:off x="1781175" y="2667000"/>
            <a:ext cx="1066800" cy="1169988"/>
            <a:chOff x="1122" y="1680"/>
            <a:chExt cx="672" cy="737"/>
          </a:xfrm>
        </p:grpSpPr>
        <p:sp>
          <p:nvSpPr>
            <p:cNvPr id="19500" name="Line 30"/>
            <p:cNvSpPr>
              <a:spLocks noChangeShapeType="1"/>
            </p:cNvSpPr>
            <p:nvPr/>
          </p:nvSpPr>
          <p:spPr bwMode="auto">
            <a:xfrm flipH="1">
              <a:off x="1122" y="1680"/>
              <a:ext cx="672" cy="624"/>
            </a:xfrm>
            <a:prstGeom prst="line">
              <a:avLst/>
            </a:prstGeom>
            <a:noFill/>
            <a:ln w="38100">
              <a:solidFill>
                <a:schemeClr val="tx1"/>
              </a:solidFill>
              <a:round/>
              <a:headEnd/>
              <a:tailEnd type="triangle" w="med" len="med"/>
            </a:ln>
          </p:spPr>
          <p:txBody>
            <a:bodyPr/>
            <a:lstStyle/>
            <a:p>
              <a:endParaRPr lang="zh-CN" altLang="en-US"/>
            </a:p>
          </p:txBody>
        </p:sp>
        <p:graphicFrame>
          <p:nvGraphicFramePr>
            <p:cNvPr id="19468" name="Object 31"/>
            <p:cNvGraphicFramePr>
              <a:graphicFrameLocks noChangeAspect="1"/>
            </p:cNvGraphicFramePr>
            <p:nvPr/>
          </p:nvGraphicFramePr>
          <p:xfrm>
            <a:off x="1292" y="2024"/>
            <a:ext cx="392" cy="393"/>
          </p:xfrm>
          <a:graphic>
            <a:graphicData uri="http://schemas.openxmlformats.org/presentationml/2006/ole">
              <p:oleObj spid="_x0000_s19468" name="公式" r:id="rId7" imgW="203040" imgH="228600" progId="Equation.3">
                <p:embed/>
              </p:oleObj>
            </a:graphicData>
          </a:graphic>
        </p:graphicFrame>
      </p:grpSp>
      <p:grpSp>
        <p:nvGrpSpPr>
          <p:cNvPr id="9" name="Group 32"/>
          <p:cNvGrpSpPr>
            <a:grpSpLocks/>
          </p:cNvGrpSpPr>
          <p:nvPr/>
        </p:nvGrpSpPr>
        <p:grpSpPr bwMode="auto">
          <a:xfrm>
            <a:off x="1143000" y="1066800"/>
            <a:ext cx="723900" cy="898525"/>
            <a:chOff x="720" y="672"/>
            <a:chExt cx="456" cy="566"/>
          </a:xfrm>
        </p:grpSpPr>
        <p:sp>
          <p:nvSpPr>
            <p:cNvPr id="19495" name="Rectangle 33"/>
            <p:cNvSpPr>
              <a:spLocks noChangeArrowheads="1"/>
            </p:cNvSpPr>
            <p:nvPr/>
          </p:nvSpPr>
          <p:spPr bwMode="auto">
            <a:xfrm>
              <a:off x="720" y="672"/>
              <a:ext cx="456" cy="242"/>
            </a:xfrm>
            <a:prstGeom prst="rect">
              <a:avLst/>
            </a:prstGeom>
            <a:noFill/>
            <a:ln w="25400">
              <a:noFill/>
              <a:miter lim="800000"/>
              <a:headEnd/>
              <a:tailEnd/>
            </a:ln>
          </p:spPr>
          <p:txBody>
            <a:bodyPr lIns="12700" tIns="12700" rIns="12700" bIns="12700"/>
            <a:lstStyle/>
            <a:p>
              <a:pPr algn="just"/>
              <a:r>
                <a:rPr lang="en-US" altLang="zh-CN" sz="2800" b="1" i="1">
                  <a:solidFill>
                    <a:srgbClr val="FF3300"/>
                  </a:solidFill>
                  <a:sym typeface="Symbol" pitchFamily="18" charset="2"/>
                </a:rPr>
                <a:t></a:t>
              </a:r>
              <a:endParaRPr lang="en-US" altLang="zh-CN" sz="2400">
                <a:solidFill>
                  <a:srgbClr val="FF3300"/>
                </a:solidFill>
              </a:endParaRPr>
            </a:p>
          </p:txBody>
        </p:sp>
        <p:grpSp>
          <p:nvGrpSpPr>
            <p:cNvPr id="19496" name="Group 34"/>
            <p:cNvGrpSpPr>
              <a:grpSpLocks/>
            </p:cNvGrpSpPr>
            <p:nvPr/>
          </p:nvGrpSpPr>
          <p:grpSpPr bwMode="auto">
            <a:xfrm rot="-5336401">
              <a:off x="665" y="919"/>
              <a:ext cx="374" cy="263"/>
              <a:chOff x="3840" y="421"/>
              <a:chExt cx="367" cy="263"/>
            </a:xfrm>
          </p:grpSpPr>
          <p:sp>
            <p:nvSpPr>
              <p:cNvPr id="19497" name="Arc 35"/>
              <p:cNvSpPr>
                <a:spLocks/>
              </p:cNvSpPr>
              <p:nvPr/>
            </p:nvSpPr>
            <p:spPr bwMode="auto">
              <a:xfrm>
                <a:off x="3863" y="453"/>
                <a:ext cx="344" cy="23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chemeClr val="tx2"/>
                </a:solidFill>
                <a:round/>
                <a:headEnd/>
                <a:tailEnd/>
              </a:ln>
            </p:spPr>
            <p:txBody>
              <a:bodyPr/>
              <a:lstStyle/>
              <a:p>
                <a:endParaRPr lang="zh-CN" altLang="en-US"/>
              </a:p>
            </p:txBody>
          </p:sp>
          <p:sp>
            <p:nvSpPr>
              <p:cNvPr id="19498" name="Line 36"/>
              <p:cNvSpPr>
                <a:spLocks noChangeShapeType="1"/>
              </p:cNvSpPr>
              <p:nvPr/>
            </p:nvSpPr>
            <p:spPr bwMode="auto">
              <a:xfrm>
                <a:off x="3840" y="480"/>
                <a:ext cx="139" cy="27"/>
              </a:xfrm>
              <a:prstGeom prst="line">
                <a:avLst/>
              </a:prstGeom>
              <a:noFill/>
              <a:ln w="25400">
                <a:solidFill>
                  <a:schemeClr val="tx2"/>
                </a:solidFill>
                <a:round/>
                <a:headEnd type="none" w="med" len="sm"/>
                <a:tailEnd type="none" w="med" len="sm"/>
              </a:ln>
            </p:spPr>
            <p:txBody>
              <a:bodyPr/>
              <a:lstStyle/>
              <a:p>
                <a:endParaRPr lang="zh-CN" altLang="en-US"/>
              </a:p>
            </p:txBody>
          </p:sp>
          <p:sp>
            <p:nvSpPr>
              <p:cNvPr id="19499" name="Line 37"/>
              <p:cNvSpPr>
                <a:spLocks noChangeShapeType="1"/>
              </p:cNvSpPr>
              <p:nvPr/>
            </p:nvSpPr>
            <p:spPr bwMode="auto">
              <a:xfrm flipV="1">
                <a:off x="3840" y="421"/>
                <a:ext cx="143" cy="59"/>
              </a:xfrm>
              <a:prstGeom prst="line">
                <a:avLst/>
              </a:prstGeom>
              <a:noFill/>
              <a:ln w="25400">
                <a:solidFill>
                  <a:schemeClr val="tx2"/>
                </a:solidFill>
                <a:round/>
                <a:headEnd type="none" w="med" len="sm"/>
                <a:tailEnd type="none" w="med" len="sm"/>
              </a:ln>
            </p:spPr>
            <p:txBody>
              <a:bodyPr/>
              <a:lstStyle/>
              <a:p>
                <a:endParaRPr lang="zh-CN" altLang="en-US"/>
              </a:p>
            </p:txBody>
          </p:sp>
        </p:grpSp>
      </p:grpSp>
      <p:sp>
        <p:nvSpPr>
          <p:cNvPr id="19484" name="Rectangle 38"/>
          <p:cNvSpPr>
            <a:spLocks noChangeArrowheads="1"/>
          </p:cNvSpPr>
          <p:nvPr/>
        </p:nvSpPr>
        <p:spPr bwMode="auto">
          <a:xfrm>
            <a:off x="1524000" y="3886200"/>
            <a:ext cx="723900" cy="384175"/>
          </a:xfrm>
          <a:prstGeom prst="rect">
            <a:avLst/>
          </a:prstGeom>
          <a:noFill/>
          <a:ln w="25400">
            <a:noFill/>
            <a:miter lim="800000"/>
            <a:headEnd/>
            <a:tailEnd/>
          </a:ln>
        </p:spPr>
        <p:txBody>
          <a:bodyPr lIns="12700" tIns="12700" rIns="12700" bIns="12700"/>
          <a:lstStyle/>
          <a:p>
            <a:pPr algn="just"/>
            <a:r>
              <a:rPr lang="en-US" altLang="zh-CN" sz="2800" b="1" i="1">
                <a:solidFill>
                  <a:schemeClr val="bg1"/>
                </a:solidFill>
                <a:sym typeface="Symbol" pitchFamily="18" charset="2"/>
              </a:rPr>
              <a:t></a:t>
            </a:r>
            <a:endParaRPr lang="en-US" altLang="zh-CN" sz="2400"/>
          </a:p>
        </p:txBody>
      </p:sp>
      <p:grpSp>
        <p:nvGrpSpPr>
          <p:cNvPr id="11" name="Group 39"/>
          <p:cNvGrpSpPr>
            <a:grpSpLocks/>
          </p:cNvGrpSpPr>
          <p:nvPr/>
        </p:nvGrpSpPr>
        <p:grpSpPr bwMode="auto">
          <a:xfrm>
            <a:off x="2590800" y="1905000"/>
            <a:ext cx="544513" cy="1409700"/>
            <a:chOff x="1632" y="1200"/>
            <a:chExt cx="343" cy="888"/>
          </a:xfrm>
        </p:grpSpPr>
        <p:sp>
          <p:nvSpPr>
            <p:cNvPr id="19494" name="Arc 40"/>
            <p:cNvSpPr>
              <a:spLocks/>
            </p:cNvSpPr>
            <p:nvPr/>
          </p:nvSpPr>
          <p:spPr bwMode="auto">
            <a:xfrm rot="-1140330">
              <a:off x="1632" y="1536"/>
              <a:ext cx="343" cy="552"/>
            </a:xfrm>
            <a:custGeom>
              <a:avLst/>
              <a:gdLst>
                <a:gd name="T0" fmla="*/ 0 w 12836"/>
                <a:gd name="T1" fmla="*/ 0 h 20708"/>
                <a:gd name="T2" fmla="*/ 0 w 12836"/>
                <a:gd name="T3" fmla="*/ 0 h 20708"/>
                <a:gd name="T4" fmla="*/ 0 w 12836"/>
                <a:gd name="T5" fmla="*/ 0 h 20708"/>
                <a:gd name="T6" fmla="*/ 0 60000 65536"/>
                <a:gd name="T7" fmla="*/ 0 60000 65536"/>
                <a:gd name="T8" fmla="*/ 0 60000 65536"/>
                <a:gd name="T9" fmla="*/ 0 w 12836"/>
                <a:gd name="T10" fmla="*/ 0 h 20708"/>
                <a:gd name="T11" fmla="*/ 12836 w 12836"/>
                <a:gd name="T12" fmla="*/ 20708 h 20708"/>
              </a:gdLst>
              <a:ahLst/>
              <a:cxnLst>
                <a:cxn ang="T6">
                  <a:pos x="T0" y="T1"/>
                </a:cxn>
                <a:cxn ang="T7">
                  <a:pos x="T2" y="T3"/>
                </a:cxn>
                <a:cxn ang="T8">
                  <a:pos x="T4" y="T5"/>
                </a:cxn>
              </a:cxnLst>
              <a:rect l="T9" t="T10" r="T11" b="T12"/>
              <a:pathLst>
                <a:path w="12836" h="20708" fill="none" extrusionOk="0">
                  <a:moveTo>
                    <a:pt x="6142" y="-1"/>
                  </a:moveTo>
                  <a:cubicBezTo>
                    <a:pt x="8550" y="713"/>
                    <a:pt x="10815" y="1842"/>
                    <a:pt x="12836" y="3335"/>
                  </a:cubicBezTo>
                </a:path>
                <a:path w="12836" h="20708" stroke="0" extrusionOk="0">
                  <a:moveTo>
                    <a:pt x="6142" y="-1"/>
                  </a:moveTo>
                  <a:cubicBezTo>
                    <a:pt x="8550" y="713"/>
                    <a:pt x="10815" y="1842"/>
                    <a:pt x="12836" y="3335"/>
                  </a:cubicBezTo>
                  <a:lnTo>
                    <a:pt x="0" y="20708"/>
                  </a:lnTo>
                  <a:close/>
                </a:path>
              </a:pathLst>
            </a:custGeom>
            <a:noFill/>
            <a:ln w="9525">
              <a:solidFill>
                <a:srgbClr val="FF3300"/>
              </a:solidFill>
              <a:round/>
              <a:headEnd/>
              <a:tailEnd/>
            </a:ln>
          </p:spPr>
          <p:txBody>
            <a:bodyPr wrap="none" anchor="ctr">
              <a:spAutoFit/>
            </a:bodyPr>
            <a:lstStyle/>
            <a:p>
              <a:endParaRPr lang="zh-CN" altLang="en-US"/>
            </a:p>
          </p:txBody>
        </p:sp>
        <p:graphicFrame>
          <p:nvGraphicFramePr>
            <p:cNvPr id="19467" name="Object 41"/>
            <p:cNvGraphicFramePr>
              <a:graphicFrameLocks noChangeAspect="1"/>
            </p:cNvGraphicFramePr>
            <p:nvPr/>
          </p:nvGraphicFramePr>
          <p:xfrm>
            <a:off x="1632" y="1200"/>
            <a:ext cx="336" cy="283"/>
          </p:xfrm>
          <a:graphic>
            <a:graphicData uri="http://schemas.openxmlformats.org/presentationml/2006/ole">
              <p:oleObj spid="_x0000_s19467" name="公式" r:id="rId8" imgW="241200" imgH="203040" progId="Equation.3">
                <p:embed/>
              </p:oleObj>
            </a:graphicData>
          </a:graphic>
        </p:graphicFrame>
      </p:grpSp>
      <p:grpSp>
        <p:nvGrpSpPr>
          <p:cNvPr id="12" name="Group 42"/>
          <p:cNvGrpSpPr>
            <a:grpSpLocks/>
          </p:cNvGrpSpPr>
          <p:nvPr/>
        </p:nvGrpSpPr>
        <p:grpSpPr bwMode="auto">
          <a:xfrm>
            <a:off x="2057400" y="2286000"/>
            <a:ext cx="1322388" cy="668338"/>
            <a:chOff x="1296" y="1440"/>
            <a:chExt cx="833" cy="421"/>
          </a:xfrm>
        </p:grpSpPr>
        <p:sp>
          <p:nvSpPr>
            <p:cNvPr id="19493" name="Arc 43"/>
            <p:cNvSpPr>
              <a:spLocks/>
            </p:cNvSpPr>
            <p:nvPr/>
          </p:nvSpPr>
          <p:spPr bwMode="auto">
            <a:xfrm rot="-9014298">
              <a:off x="1584" y="1440"/>
              <a:ext cx="545" cy="421"/>
            </a:xfrm>
            <a:custGeom>
              <a:avLst/>
              <a:gdLst>
                <a:gd name="T0" fmla="*/ 0 w 20424"/>
                <a:gd name="T1" fmla="*/ 0 h 15778"/>
                <a:gd name="T2" fmla="*/ 0 w 20424"/>
                <a:gd name="T3" fmla="*/ 0 h 15778"/>
                <a:gd name="T4" fmla="*/ 0 w 20424"/>
                <a:gd name="T5" fmla="*/ 0 h 15778"/>
                <a:gd name="T6" fmla="*/ 0 60000 65536"/>
                <a:gd name="T7" fmla="*/ 0 60000 65536"/>
                <a:gd name="T8" fmla="*/ 0 60000 65536"/>
                <a:gd name="T9" fmla="*/ 0 w 20424"/>
                <a:gd name="T10" fmla="*/ 0 h 15778"/>
                <a:gd name="T11" fmla="*/ 20424 w 20424"/>
                <a:gd name="T12" fmla="*/ 15778 h 15778"/>
              </a:gdLst>
              <a:ahLst/>
              <a:cxnLst>
                <a:cxn ang="T6">
                  <a:pos x="T0" y="T1"/>
                </a:cxn>
                <a:cxn ang="T7">
                  <a:pos x="T2" y="T3"/>
                </a:cxn>
                <a:cxn ang="T8">
                  <a:pos x="T4" y="T5"/>
                </a:cxn>
              </a:cxnLst>
              <a:rect l="T9" t="T10" r="T11" b="T12"/>
              <a:pathLst>
                <a:path w="20424" h="15778" fill="none" extrusionOk="0">
                  <a:moveTo>
                    <a:pt x="14751" y="-1"/>
                  </a:moveTo>
                  <a:cubicBezTo>
                    <a:pt x="17328" y="2408"/>
                    <a:pt x="19275" y="5411"/>
                    <a:pt x="20423" y="8747"/>
                  </a:cubicBezTo>
                </a:path>
                <a:path w="20424" h="15778" stroke="0" extrusionOk="0">
                  <a:moveTo>
                    <a:pt x="14751" y="-1"/>
                  </a:moveTo>
                  <a:cubicBezTo>
                    <a:pt x="17328" y="2408"/>
                    <a:pt x="19275" y="5411"/>
                    <a:pt x="20423" y="8747"/>
                  </a:cubicBezTo>
                  <a:lnTo>
                    <a:pt x="0" y="15778"/>
                  </a:lnTo>
                  <a:close/>
                </a:path>
              </a:pathLst>
            </a:custGeom>
            <a:noFill/>
            <a:ln w="9525">
              <a:solidFill>
                <a:schemeClr val="tx2"/>
              </a:solidFill>
              <a:round/>
              <a:headEnd/>
              <a:tailEnd/>
            </a:ln>
          </p:spPr>
          <p:txBody>
            <a:bodyPr wrap="none" anchor="ctr">
              <a:spAutoFit/>
            </a:bodyPr>
            <a:lstStyle/>
            <a:p>
              <a:endParaRPr lang="zh-CN" altLang="en-US"/>
            </a:p>
          </p:txBody>
        </p:sp>
        <p:graphicFrame>
          <p:nvGraphicFramePr>
            <p:cNvPr id="19466" name="Object 44"/>
            <p:cNvGraphicFramePr>
              <a:graphicFrameLocks noChangeAspect="1"/>
            </p:cNvGraphicFramePr>
            <p:nvPr/>
          </p:nvGraphicFramePr>
          <p:xfrm>
            <a:off x="1296" y="1488"/>
            <a:ext cx="336" cy="283"/>
          </p:xfrm>
          <a:graphic>
            <a:graphicData uri="http://schemas.openxmlformats.org/presentationml/2006/ole">
              <p:oleObj spid="_x0000_s19466" name="公式" r:id="rId9" imgW="241200" imgH="203040" progId="Equation.3">
                <p:embed/>
              </p:oleObj>
            </a:graphicData>
          </a:graphic>
        </p:graphicFrame>
      </p:grpSp>
      <p:sp>
        <p:nvSpPr>
          <p:cNvPr id="188461" name="Oval 45"/>
          <p:cNvSpPr>
            <a:spLocks noChangeArrowheads="1"/>
          </p:cNvSpPr>
          <p:nvPr/>
        </p:nvSpPr>
        <p:spPr bwMode="auto">
          <a:xfrm>
            <a:off x="1143000" y="990600"/>
            <a:ext cx="3429000" cy="3429000"/>
          </a:xfrm>
          <a:prstGeom prst="ellipse">
            <a:avLst/>
          </a:prstGeom>
          <a:noFill/>
          <a:ln w="28575">
            <a:solidFill>
              <a:srgbClr val="FF3300"/>
            </a:solidFill>
            <a:prstDash val="dash"/>
            <a:round/>
            <a:headEnd/>
            <a:tailEnd/>
          </a:ln>
        </p:spPr>
        <p:txBody>
          <a:bodyPr wrap="none" anchor="ctr"/>
          <a:lstStyle/>
          <a:p>
            <a:endParaRPr lang="zh-CN" altLang="en-US"/>
          </a:p>
        </p:txBody>
      </p:sp>
      <p:sp>
        <p:nvSpPr>
          <p:cNvPr id="188462" name="Oval 46"/>
          <p:cNvSpPr>
            <a:spLocks noChangeArrowheads="1"/>
          </p:cNvSpPr>
          <p:nvPr/>
        </p:nvSpPr>
        <p:spPr bwMode="auto">
          <a:xfrm>
            <a:off x="1447800" y="1371600"/>
            <a:ext cx="2743200" cy="2667000"/>
          </a:xfrm>
          <a:prstGeom prst="ellipse">
            <a:avLst/>
          </a:prstGeom>
          <a:noFill/>
          <a:ln w="28575">
            <a:solidFill>
              <a:schemeClr val="tx1"/>
            </a:solidFill>
            <a:prstDash val="dash"/>
            <a:round/>
            <a:headEnd/>
            <a:tailEnd/>
          </a:ln>
        </p:spPr>
        <p:txBody>
          <a:bodyPr wrap="none" anchor="ctr"/>
          <a:lstStyle/>
          <a:p>
            <a:endParaRPr lang="zh-CN" altLang="en-US"/>
          </a:p>
        </p:txBody>
      </p:sp>
      <p:grpSp>
        <p:nvGrpSpPr>
          <p:cNvPr id="13" name="Group 47"/>
          <p:cNvGrpSpPr>
            <a:grpSpLocks/>
          </p:cNvGrpSpPr>
          <p:nvPr/>
        </p:nvGrpSpPr>
        <p:grpSpPr bwMode="auto">
          <a:xfrm>
            <a:off x="6588125" y="3200400"/>
            <a:ext cx="2111375" cy="871538"/>
            <a:chOff x="4105" y="2016"/>
            <a:chExt cx="1330" cy="549"/>
          </a:xfrm>
        </p:grpSpPr>
        <p:graphicFrame>
          <p:nvGraphicFramePr>
            <p:cNvPr id="19464" name="Object 48"/>
            <p:cNvGraphicFramePr>
              <a:graphicFrameLocks noChangeAspect="1"/>
            </p:cNvGraphicFramePr>
            <p:nvPr/>
          </p:nvGraphicFramePr>
          <p:xfrm>
            <a:off x="4105" y="2205"/>
            <a:ext cx="172" cy="241"/>
          </p:xfrm>
          <a:graphic>
            <a:graphicData uri="http://schemas.openxmlformats.org/presentationml/2006/ole">
              <p:oleObj spid="_x0000_s19464" name="公式" r:id="rId10" imgW="126720" imgH="177480" progId="Equation.3">
                <p:embed/>
              </p:oleObj>
            </a:graphicData>
          </a:graphic>
        </p:graphicFrame>
        <p:graphicFrame>
          <p:nvGraphicFramePr>
            <p:cNvPr id="19465" name="Object 49"/>
            <p:cNvGraphicFramePr>
              <a:graphicFrameLocks noChangeAspect="1"/>
            </p:cNvGraphicFramePr>
            <p:nvPr/>
          </p:nvGraphicFramePr>
          <p:xfrm>
            <a:off x="4851" y="2016"/>
            <a:ext cx="584" cy="549"/>
          </p:xfrm>
          <a:graphic>
            <a:graphicData uri="http://schemas.openxmlformats.org/presentationml/2006/ole">
              <p:oleObj spid="_x0000_s19465" name="公式" r:id="rId11" imgW="431640" imgH="406080" progId="Equation.3">
                <p:embed/>
              </p:oleObj>
            </a:graphicData>
          </a:graphic>
        </p:graphicFrame>
        <p:sp>
          <p:nvSpPr>
            <p:cNvPr id="19492" name="Text Box 50"/>
            <p:cNvSpPr txBox="1">
              <a:spLocks noChangeArrowheads="1"/>
            </p:cNvSpPr>
            <p:nvPr/>
          </p:nvSpPr>
          <p:spPr bwMode="auto">
            <a:xfrm>
              <a:off x="4332" y="2160"/>
              <a:ext cx="589" cy="288"/>
            </a:xfrm>
            <a:prstGeom prst="rect">
              <a:avLst/>
            </a:prstGeom>
            <a:noFill/>
            <a:ln w="9525">
              <a:noFill/>
              <a:miter lim="800000"/>
              <a:headEnd/>
              <a:tailEnd/>
            </a:ln>
          </p:spPr>
          <p:txBody>
            <a:bodyPr>
              <a:spAutoFit/>
            </a:bodyPr>
            <a:lstStyle/>
            <a:p>
              <a:pPr algn="l">
                <a:spcBef>
                  <a:spcPct val="50000"/>
                </a:spcBef>
              </a:pPr>
              <a:r>
                <a:rPr lang="zh-CN" altLang="en-US" sz="2400" b="1">
                  <a:solidFill>
                    <a:srgbClr val="FF6600"/>
                  </a:solidFill>
                </a:rPr>
                <a:t>超前</a:t>
              </a:r>
            </a:p>
          </p:txBody>
        </p:sp>
      </p:grpSp>
      <p:grpSp>
        <p:nvGrpSpPr>
          <p:cNvPr id="14" name="Group 51"/>
          <p:cNvGrpSpPr>
            <a:grpSpLocks/>
          </p:cNvGrpSpPr>
          <p:nvPr/>
        </p:nvGrpSpPr>
        <p:grpSpPr bwMode="auto">
          <a:xfrm>
            <a:off x="6443663" y="4137025"/>
            <a:ext cx="2543175" cy="863600"/>
            <a:chOff x="4059" y="2606"/>
            <a:chExt cx="1602" cy="544"/>
          </a:xfrm>
        </p:grpSpPr>
        <p:graphicFrame>
          <p:nvGraphicFramePr>
            <p:cNvPr id="19462" name="Object 52"/>
            <p:cNvGraphicFramePr>
              <a:graphicFrameLocks noChangeAspect="1"/>
            </p:cNvGraphicFramePr>
            <p:nvPr/>
          </p:nvGraphicFramePr>
          <p:xfrm>
            <a:off x="4059" y="2750"/>
            <a:ext cx="170" cy="238"/>
          </p:xfrm>
          <a:graphic>
            <a:graphicData uri="http://schemas.openxmlformats.org/presentationml/2006/ole">
              <p:oleObj spid="_x0000_s19462" name="公式" r:id="rId12" imgW="126720" imgH="177480" progId="Equation.3">
                <p:embed/>
              </p:oleObj>
            </a:graphicData>
          </a:graphic>
        </p:graphicFrame>
        <p:graphicFrame>
          <p:nvGraphicFramePr>
            <p:cNvPr id="19463" name="Object 53"/>
            <p:cNvGraphicFramePr>
              <a:graphicFrameLocks noChangeAspect="1"/>
            </p:cNvGraphicFramePr>
            <p:nvPr/>
          </p:nvGraphicFramePr>
          <p:xfrm>
            <a:off x="4913" y="2606"/>
            <a:ext cx="748" cy="544"/>
          </p:xfrm>
          <a:graphic>
            <a:graphicData uri="http://schemas.openxmlformats.org/presentationml/2006/ole">
              <p:oleObj spid="_x0000_s19463" name="公式" r:id="rId13" imgW="558720" imgH="406080" progId="Equation.3">
                <p:embed/>
              </p:oleObj>
            </a:graphicData>
          </a:graphic>
        </p:graphicFrame>
        <p:sp>
          <p:nvSpPr>
            <p:cNvPr id="19491" name="Text Box 54"/>
            <p:cNvSpPr txBox="1">
              <a:spLocks noChangeArrowheads="1"/>
            </p:cNvSpPr>
            <p:nvPr/>
          </p:nvSpPr>
          <p:spPr bwMode="auto">
            <a:xfrm>
              <a:off x="4332" y="2704"/>
              <a:ext cx="589" cy="288"/>
            </a:xfrm>
            <a:prstGeom prst="rect">
              <a:avLst/>
            </a:prstGeom>
            <a:noFill/>
            <a:ln w="9525">
              <a:noFill/>
              <a:miter lim="800000"/>
              <a:headEnd/>
              <a:tailEnd/>
            </a:ln>
          </p:spPr>
          <p:txBody>
            <a:bodyPr>
              <a:spAutoFit/>
            </a:bodyPr>
            <a:lstStyle/>
            <a:p>
              <a:pPr algn="l">
                <a:spcBef>
                  <a:spcPct val="50000"/>
                </a:spcBef>
              </a:pPr>
              <a:r>
                <a:rPr lang="zh-CN" altLang="en-US" sz="2400" b="1">
                  <a:solidFill>
                    <a:srgbClr val="FF6600"/>
                  </a:solidFill>
                </a:rPr>
                <a:t>超前</a:t>
              </a:r>
            </a:p>
          </p:txBody>
        </p:sp>
      </p:grpSp>
      <p:graphicFrame>
        <p:nvGraphicFramePr>
          <p:cNvPr id="188471" name="Object 55"/>
          <p:cNvGraphicFramePr>
            <a:graphicFrameLocks noChangeAspect="1"/>
          </p:cNvGraphicFramePr>
          <p:nvPr/>
        </p:nvGraphicFramePr>
        <p:xfrm>
          <a:off x="5172075" y="5319713"/>
          <a:ext cx="2551113" cy="414337"/>
        </p:xfrm>
        <a:graphic>
          <a:graphicData uri="http://schemas.openxmlformats.org/presentationml/2006/ole">
            <p:oleObj spid="_x0000_s19460" name="公式" r:id="rId14" imgW="1409400" imgH="228600" progId="Equation.3">
              <p:embed/>
            </p:oleObj>
          </a:graphicData>
        </a:graphic>
      </p:graphicFrame>
      <p:graphicFrame>
        <p:nvGraphicFramePr>
          <p:cNvPr id="188472" name="Object 56"/>
          <p:cNvGraphicFramePr>
            <a:graphicFrameLocks noChangeAspect="1"/>
          </p:cNvGraphicFramePr>
          <p:nvPr/>
        </p:nvGraphicFramePr>
        <p:xfrm>
          <a:off x="5445125" y="5894388"/>
          <a:ext cx="2598738" cy="414337"/>
        </p:xfrm>
        <a:graphic>
          <a:graphicData uri="http://schemas.openxmlformats.org/presentationml/2006/ole">
            <p:oleObj spid="_x0000_s19461" name="公式" r:id="rId15" imgW="1434960" imgH="2286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8437"/>
                                        </p:tgtEl>
                                        <p:attrNameLst>
                                          <p:attrName>style.visibility</p:attrName>
                                        </p:attrNameLst>
                                      </p:cBhvr>
                                      <p:to>
                                        <p:strVal val="visible"/>
                                      </p:to>
                                    </p:set>
                                    <p:animEffect transition="in" filter="wipe(left)">
                                      <p:cBhvr>
                                        <p:cTn id="12" dur="500"/>
                                        <p:tgtEl>
                                          <p:spTgt spid="18843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88461"/>
                                        </p:tgtEl>
                                        <p:attrNameLst>
                                          <p:attrName>style.visibility</p:attrName>
                                        </p:attrNameLst>
                                      </p:cBhvr>
                                      <p:to>
                                        <p:strVal val="visible"/>
                                      </p:to>
                                    </p:set>
                                    <p:animEffect transition="in" filter="wipe(left)">
                                      <p:cBhvr>
                                        <p:cTn id="29" dur="500"/>
                                        <p:tgtEl>
                                          <p:spTgt spid="188461"/>
                                        </p:tgtEl>
                                      </p:cBhvr>
                                    </p:animEffect>
                                  </p:childTnLst>
                                </p:cTn>
                              </p:par>
                            </p:childTnLst>
                          </p:cTn>
                        </p:par>
                        <p:par>
                          <p:cTn id="30" fill="hold">
                            <p:stCondLst>
                              <p:cond delay="500"/>
                            </p:stCondLst>
                            <p:childTnLst>
                              <p:par>
                                <p:cTn id="31" presetID="22" presetClass="entr" presetSubtype="4"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par>
                          <p:cTn id="34" fill="hold">
                            <p:stCondLst>
                              <p:cond delay="1000"/>
                            </p:stCondLst>
                            <p:childTnLst>
                              <p:par>
                                <p:cTn id="35" presetID="22" presetClass="entr" presetSubtype="4" fill="hold"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par>
                          <p:cTn id="38" fill="hold">
                            <p:stCondLst>
                              <p:cond delay="1500"/>
                            </p:stCondLst>
                            <p:childTnLst>
                              <p:par>
                                <p:cTn id="39" presetID="22" presetClass="entr" presetSubtype="1" fill="hold"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up)">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8462"/>
                                        </p:tgtEl>
                                        <p:attrNameLst>
                                          <p:attrName>style.visibility</p:attrName>
                                        </p:attrNameLst>
                                      </p:cBhvr>
                                      <p:to>
                                        <p:strVal val="visible"/>
                                      </p:to>
                                    </p:set>
                                    <p:animEffect transition="in" filter="wipe(left)">
                                      <p:cBhvr>
                                        <p:cTn id="46" dur="500"/>
                                        <p:tgtEl>
                                          <p:spTgt spid="188462"/>
                                        </p:tgtEl>
                                      </p:cBhvr>
                                    </p:animEffect>
                                  </p:childTnLst>
                                </p:cTn>
                              </p:par>
                            </p:childTnLst>
                          </p:cTn>
                        </p:par>
                        <p:par>
                          <p:cTn id="47" fill="hold">
                            <p:stCondLst>
                              <p:cond delay="500"/>
                            </p:stCondLst>
                            <p:childTnLst>
                              <p:par>
                                <p:cTn id="48" presetID="22" presetClass="entr" presetSubtype="1" fill="hold" nodeType="after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up)">
                                      <p:cBhvr>
                                        <p:cTn id="50" dur="500"/>
                                        <p:tgtEl>
                                          <p:spTgt spid="8"/>
                                        </p:tgtEl>
                                      </p:cBhvr>
                                    </p:animEffect>
                                  </p:childTnLst>
                                </p:cTn>
                              </p:par>
                            </p:childTnLst>
                          </p:cTn>
                        </p:par>
                        <p:par>
                          <p:cTn id="51" fill="hold">
                            <p:stCondLst>
                              <p:cond delay="1000"/>
                            </p:stCondLst>
                            <p:childTnLst>
                              <p:par>
                                <p:cTn id="52" presetID="22" presetClass="entr" presetSubtype="1" fill="hold" nodeType="after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wipe(up)">
                                      <p:cBhvr>
                                        <p:cTn id="54" dur="500"/>
                                        <p:tgtEl>
                                          <p:spTgt spid="2"/>
                                        </p:tgtEl>
                                      </p:cBhvr>
                                    </p:animEffect>
                                  </p:childTnLst>
                                </p:cTn>
                              </p:par>
                            </p:childTnLst>
                          </p:cTn>
                        </p:par>
                        <p:par>
                          <p:cTn id="55" fill="hold">
                            <p:stCondLst>
                              <p:cond delay="1500"/>
                            </p:stCondLst>
                            <p:childTnLst>
                              <p:par>
                                <p:cTn id="56" presetID="22" presetClass="entr" presetSubtype="1" fill="hold" nodeType="after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up)">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88420"/>
                                        </p:tgtEl>
                                        <p:attrNameLst>
                                          <p:attrName>style.visibility</p:attrName>
                                        </p:attrNameLst>
                                      </p:cBhvr>
                                      <p:to>
                                        <p:strVal val="visible"/>
                                      </p:to>
                                    </p:set>
                                    <p:animEffect transition="in" filter="wipe(left)">
                                      <p:cBhvr>
                                        <p:cTn id="63" dur="500"/>
                                        <p:tgtEl>
                                          <p:spTgt spid="1884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wipe(left)">
                                      <p:cBhvr>
                                        <p:cTn id="68" dur="500"/>
                                        <p:tgtEl>
                                          <p:spTgt spid="1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wipe(left)">
                                      <p:cBhvr>
                                        <p:cTn id="73" dur="500"/>
                                        <p:tgtEl>
                                          <p:spTgt spid="1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88418"/>
                                        </p:tgtEl>
                                        <p:attrNameLst>
                                          <p:attrName>style.visibility</p:attrName>
                                        </p:attrNameLst>
                                      </p:cBhvr>
                                      <p:to>
                                        <p:strVal val="visible"/>
                                      </p:to>
                                    </p:set>
                                    <p:animEffect transition="in" filter="wipe(left)">
                                      <p:cBhvr>
                                        <p:cTn id="78" dur="500"/>
                                        <p:tgtEl>
                                          <p:spTgt spid="188418"/>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88419"/>
                                        </p:tgtEl>
                                        <p:attrNameLst>
                                          <p:attrName>style.visibility</p:attrName>
                                        </p:attrNameLst>
                                      </p:cBhvr>
                                      <p:to>
                                        <p:strVal val="visible"/>
                                      </p:to>
                                    </p:set>
                                    <p:animEffect transition="in" filter="wipe(left)">
                                      <p:cBhvr>
                                        <p:cTn id="83" dur="500"/>
                                        <p:tgtEl>
                                          <p:spTgt spid="18841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88471"/>
                                        </p:tgtEl>
                                        <p:attrNameLst>
                                          <p:attrName>style.visibility</p:attrName>
                                        </p:attrNameLst>
                                      </p:cBhvr>
                                      <p:to>
                                        <p:strVal val="visible"/>
                                      </p:to>
                                    </p:set>
                                    <p:animEffect transition="in" filter="wipe(left)">
                                      <p:cBhvr>
                                        <p:cTn id="88" dur="500"/>
                                        <p:tgtEl>
                                          <p:spTgt spid="18847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88472"/>
                                        </p:tgtEl>
                                        <p:attrNameLst>
                                          <p:attrName>style.visibility</p:attrName>
                                        </p:attrNameLst>
                                      </p:cBhvr>
                                      <p:to>
                                        <p:strVal val="visible"/>
                                      </p:to>
                                    </p:set>
                                    <p:animEffect transition="in" filter="wipe(left)">
                                      <p:cBhvr>
                                        <p:cTn id="93" dur="500"/>
                                        <p:tgtEl>
                                          <p:spTgt spid="188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autoUpdateAnimBg="0"/>
      <p:bldP spid="188437" grpId="0" animBg="1"/>
      <p:bldP spid="188461" grpId="0" animBg="1"/>
      <p:bldP spid="18846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Line 2"/>
          <p:cNvSpPr>
            <a:spLocks noChangeShapeType="1"/>
          </p:cNvSpPr>
          <p:nvPr/>
        </p:nvSpPr>
        <p:spPr bwMode="auto">
          <a:xfrm rot="-5733521">
            <a:off x="2447925" y="2619375"/>
            <a:ext cx="812800" cy="628650"/>
          </a:xfrm>
          <a:prstGeom prst="line">
            <a:avLst/>
          </a:prstGeom>
          <a:noFill/>
          <a:ln w="38100">
            <a:solidFill>
              <a:srgbClr val="CC0000"/>
            </a:solidFill>
            <a:round/>
            <a:headEnd/>
            <a:tailEnd type="triangle" w="med" len="med"/>
          </a:ln>
        </p:spPr>
        <p:txBody>
          <a:bodyPr/>
          <a:lstStyle/>
          <a:p>
            <a:endParaRPr lang="zh-CN" altLang="en-US"/>
          </a:p>
        </p:txBody>
      </p:sp>
      <p:sp>
        <p:nvSpPr>
          <p:cNvPr id="193539" name="Text Box 3"/>
          <p:cNvSpPr txBox="1">
            <a:spLocks noChangeArrowheads="1"/>
          </p:cNvSpPr>
          <p:nvPr/>
        </p:nvSpPr>
        <p:spPr bwMode="auto">
          <a:xfrm>
            <a:off x="684213" y="476250"/>
            <a:ext cx="7993062" cy="1406525"/>
          </a:xfrm>
          <a:prstGeom prst="rect">
            <a:avLst/>
          </a:prstGeom>
          <a:noFill/>
          <a:ln w="9525">
            <a:noFill/>
            <a:miter lim="800000"/>
            <a:headEnd/>
            <a:tailEnd/>
          </a:ln>
        </p:spPr>
        <p:txBody>
          <a:bodyPr lIns="90000" tIns="46800" rIns="90000" bIns="46800">
            <a:spAutoFit/>
          </a:bodyPr>
          <a:lstStyle/>
          <a:p>
            <a:pPr algn="l">
              <a:lnSpc>
                <a:spcPct val="120000"/>
              </a:lnSpc>
            </a:pPr>
            <a:r>
              <a:rPr lang="zh-CN" altLang="en-US" sz="2400" b="1"/>
              <a:t>两质点沿着同一直线作</a:t>
            </a:r>
            <a:r>
              <a:rPr lang="zh-CN" altLang="en-US" sz="2400" b="1">
                <a:solidFill>
                  <a:srgbClr val="FF6600"/>
                </a:solidFill>
              </a:rPr>
              <a:t>频率</a:t>
            </a:r>
            <a:r>
              <a:rPr lang="zh-CN" altLang="en-US" sz="2400" b="1"/>
              <a:t>和</a:t>
            </a:r>
            <a:r>
              <a:rPr lang="zh-CN" altLang="en-US" sz="2400" b="1">
                <a:solidFill>
                  <a:srgbClr val="FF6600"/>
                </a:solidFill>
              </a:rPr>
              <a:t>振幅</a:t>
            </a:r>
            <a:r>
              <a:rPr lang="zh-CN" altLang="en-US" sz="2400" b="1"/>
              <a:t>均相同的谐振动，当它们每次沿相反方向互相通过时，其位移均为振幅的一半。试问它们之间的相位差。</a:t>
            </a:r>
            <a:r>
              <a:rPr lang="en-US" altLang="zh-CN" sz="2400" b="1">
                <a:solidFill>
                  <a:srgbClr val="6600CC"/>
                </a:solidFill>
              </a:rPr>
              <a:t>(</a:t>
            </a:r>
            <a:r>
              <a:rPr lang="zh-CN" altLang="en-US" sz="2400" b="1">
                <a:solidFill>
                  <a:srgbClr val="6600CC"/>
                </a:solidFill>
              </a:rPr>
              <a:t>用旋转矢量法表示</a:t>
            </a:r>
            <a:r>
              <a:rPr lang="en-US" altLang="zh-CN" sz="2400" b="1">
                <a:solidFill>
                  <a:srgbClr val="6600CC"/>
                </a:solidFill>
              </a:rPr>
              <a:t>)</a:t>
            </a:r>
          </a:p>
        </p:txBody>
      </p:sp>
      <p:sp>
        <p:nvSpPr>
          <p:cNvPr id="193540" name="Text Box 4"/>
          <p:cNvSpPr txBox="1">
            <a:spLocks noChangeArrowheads="1"/>
          </p:cNvSpPr>
          <p:nvPr/>
        </p:nvSpPr>
        <p:spPr bwMode="auto">
          <a:xfrm>
            <a:off x="250825" y="2071688"/>
            <a:ext cx="676275" cy="457200"/>
          </a:xfrm>
          <a:prstGeom prst="rect">
            <a:avLst/>
          </a:prstGeom>
          <a:noFill/>
          <a:ln w="9525">
            <a:noFill/>
            <a:miter lim="800000"/>
            <a:headEnd/>
            <a:tailEnd/>
          </a:ln>
        </p:spPr>
        <p:txBody>
          <a:bodyPr lIns="90000" tIns="46800" rIns="90000" bIns="46800">
            <a:spAutoFit/>
          </a:bodyPr>
          <a:lstStyle/>
          <a:p>
            <a:pPr algn="l"/>
            <a:r>
              <a:rPr lang="zh-CN" altLang="en-US" sz="2400" b="1">
                <a:solidFill>
                  <a:srgbClr val="FF0000"/>
                </a:solidFill>
              </a:rPr>
              <a:t>解</a:t>
            </a:r>
            <a:endParaRPr lang="zh-CN" altLang="en-US" sz="2400" b="1"/>
          </a:p>
        </p:txBody>
      </p:sp>
      <p:sp>
        <p:nvSpPr>
          <p:cNvPr id="193541" name="Text Box 5"/>
          <p:cNvSpPr txBox="1">
            <a:spLocks noChangeArrowheads="1"/>
          </p:cNvSpPr>
          <p:nvPr/>
        </p:nvSpPr>
        <p:spPr bwMode="auto">
          <a:xfrm>
            <a:off x="1027113" y="4816475"/>
            <a:ext cx="1609725" cy="457200"/>
          </a:xfrm>
          <a:prstGeom prst="rect">
            <a:avLst/>
          </a:prstGeom>
          <a:noFill/>
          <a:ln w="9525">
            <a:noFill/>
            <a:miter lim="800000"/>
            <a:headEnd/>
            <a:tailEnd/>
          </a:ln>
        </p:spPr>
        <p:txBody>
          <a:bodyPr lIns="90000" tIns="46800" rIns="90000" bIns="46800">
            <a:spAutoFit/>
          </a:bodyPr>
          <a:lstStyle/>
          <a:p>
            <a:pPr algn="l"/>
            <a:r>
              <a:rPr lang="zh-CN" altLang="en-US" sz="2400" b="1"/>
              <a:t>由图可知</a:t>
            </a:r>
            <a:endParaRPr lang="zh-CN" altLang="en-US" sz="2400"/>
          </a:p>
        </p:txBody>
      </p:sp>
      <p:sp>
        <p:nvSpPr>
          <p:cNvPr id="193542" name="Oval 6"/>
          <p:cNvSpPr>
            <a:spLocks noChangeArrowheads="1"/>
          </p:cNvSpPr>
          <p:nvPr/>
        </p:nvSpPr>
        <p:spPr bwMode="auto">
          <a:xfrm>
            <a:off x="1592263" y="2363788"/>
            <a:ext cx="1993900" cy="1993900"/>
          </a:xfrm>
          <a:prstGeom prst="ellipse">
            <a:avLst/>
          </a:prstGeom>
          <a:noFill/>
          <a:ln w="9525">
            <a:solidFill>
              <a:srgbClr val="9900CC"/>
            </a:solidFill>
            <a:round/>
            <a:headEnd/>
            <a:tailEnd/>
          </a:ln>
        </p:spPr>
        <p:txBody>
          <a:bodyPr wrap="none" anchor="ctr"/>
          <a:lstStyle/>
          <a:p>
            <a:endParaRPr lang="zh-CN" altLang="en-US"/>
          </a:p>
        </p:txBody>
      </p:sp>
      <p:sp>
        <p:nvSpPr>
          <p:cNvPr id="193543" name="Line 7"/>
          <p:cNvSpPr>
            <a:spLocks noChangeShapeType="1"/>
          </p:cNvSpPr>
          <p:nvPr/>
        </p:nvSpPr>
        <p:spPr bwMode="auto">
          <a:xfrm rot="1125738">
            <a:off x="2492375" y="3532188"/>
            <a:ext cx="722313" cy="571500"/>
          </a:xfrm>
          <a:prstGeom prst="line">
            <a:avLst/>
          </a:prstGeom>
          <a:noFill/>
          <a:ln w="38100">
            <a:solidFill>
              <a:srgbClr val="CC0000"/>
            </a:solidFill>
            <a:round/>
            <a:headEnd/>
            <a:tailEnd type="triangle" w="med" len="med"/>
          </a:ln>
        </p:spPr>
        <p:txBody>
          <a:bodyPr/>
          <a:lstStyle/>
          <a:p>
            <a:endParaRPr lang="zh-CN" altLang="en-US"/>
          </a:p>
        </p:txBody>
      </p:sp>
      <p:graphicFrame>
        <p:nvGraphicFramePr>
          <p:cNvPr id="193544" name="Object 8"/>
          <p:cNvGraphicFramePr>
            <a:graphicFrameLocks noChangeAspect="1"/>
          </p:cNvGraphicFramePr>
          <p:nvPr/>
        </p:nvGraphicFramePr>
        <p:xfrm>
          <a:off x="3181350" y="3365500"/>
          <a:ext cx="301625" cy="647700"/>
        </p:xfrm>
        <a:graphic>
          <a:graphicData uri="http://schemas.openxmlformats.org/presentationml/2006/ole">
            <p:oleObj spid="_x0000_s20482" name="公式" r:id="rId3" imgW="190440" imgH="406080" progId="Equation.3">
              <p:embed/>
            </p:oleObj>
          </a:graphicData>
        </a:graphic>
      </p:graphicFrame>
      <p:sp>
        <p:nvSpPr>
          <p:cNvPr id="193545" name="Line 9"/>
          <p:cNvSpPr>
            <a:spLocks noChangeShapeType="1"/>
          </p:cNvSpPr>
          <p:nvPr/>
        </p:nvSpPr>
        <p:spPr bwMode="auto">
          <a:xfrm>
            <a:off x="3124200" y="2528888"/>
            <a:ext cx="0" cy="1665287"/>
          </a:xfrm>
          <a:prstGeom prst="line">
            <a:avLst/>
          </a:prstGeom>
          <a:noFill/>
          <a:ln w="28575">
            <a:solidFill>
              <a:schemeClr val="accent2"/>
            </a:solidFill>
            <a:prstDash val="dash"/>
            <a:round/>
            <a:headEnd/>
            <a:tailEnd/>
          </a:ln>
        </p:spPr>
        <p:txBody>
          <a:bodyPr/>
          <a:lstStyle/>
          <a:p>
            <a:endParaRPr lang="zh-CN" altLang="en-US"/>
          </a:p>
        </p:txBody>
      </p:sp>
      <p:grpSp>
        <p:nvGrpSpPr>
          <p:cNvPr id="2" name="Group 10"/>
          <p:cNvGrpSpPr>
            <a:grpSpLocks/>
          </p:cNvGrpSpPr>
          <p:nvPr/>
        </p:nvGrpSpPr>
        <p:grpSpPr bwMode="auto">
          <a:xfrm>
            <a:off x="2938463" y="2349500"/>
            <a:ext cx="933450" cy="1082675"/>
            <a:chOff x="1703" y="1757"/>
            <a:chExt cx="588" cy="682"/>
          </a:xfrm>
        </p:grpSpPr>
        <p:graphicFrame>
          <p:nvGraphicFramePr>
            <p:cNvPr id="20493" name="Object 11"/>
            <p:cNvGraphicFramePr>
              <a:graphicFrameLocks noChangeAspect="1"/>
            </p:cNvGraphicFramePr>
            <p:nvPr/>
          </p:nvGraphicFramePr>
          <p:xfrm>
            <a:off x="1973" y="1757"/>
            <a:ext cx="318" cy="219"/>
          </p:xfrm>
          <a:graphic>
            <a:graphicData uri="http://schemas.openxmlformats.org/presentationml/2006/ole">
              <p:oleObj spid="_x0000_s20493" name="公式" r:id="rId4" imgW="152280" imgH="139680" progId="Equation.3">
                <p:embed/>
              </p:oleObj>
            </a:graphicData>
          </a:graphic>
        </p:graphicFrame>
        <p:sp>
          <p:nvSpPr>
            <p:cNvPr id="20518" name="Arc 12"/>
            <p:cNvSpPr>
              <a:spLocks/>
            </p:cNvSpPr>
            <p:nvPr/>
          </p:nvSpPr>
          <p:spPr bwMode="auto">
            <a:xfrm rot="1463244">
              <a:off x="1703" y="1858"/>
              <a:ext cx="415" cy="581"/>
            </a:xfrm>
            <a:custGeom>
              <a:avLst/>
              <a:gdLst>
                <a:gd name="T0" fmla="*/ 0 w 15568"/>
                <a:gd name="T1" fmla="*/ 0 h 21600"/>
                <a:gd name="T2" fmla="*/ 0 w 15568"/>
                <a:gd name="T3" fmla="*/ 0 h 21600"/>
                <a:gd name="T4" fmla="*/ 0 w 15568"/>
                <a:gd name="T5" fmla="*/ 0 h 21600"/>
                <a:gd name="T6" fmla="*/ 0 60000 65536"/>
                <a:gd name="T7" fmla="*/ 0 60000 65536"/>
                <a:gd name="T8" fmla="*/ 0 60000 65536"/>
                <a:gd name="T9" fmla="*/ 0 w 15568"/>
                <a:gd name="T10" fmla="*/ 0 h 21600"/>
                <a:gd name="T11" fmla="*/ 15568 w 15568"/>
                <a:gd name="T12" fmla="*/ 21600 h 21600"/>
              </a:gdLst>
              <a:ahLst/>
              <a:cxnLst>
                <a:cxn ang="T6">
                  <a:pos x="T0" y="T1"/>
                </a:cxn>
                <a:cxn ang="T7">
                  <a:pos x="T2" y="T3"/>
                </a:cxn>
                <a:cxn ang="T8">
                  <a:pos x="T4" y="T5"/>
                </a:cxn>
              </a:cxnLst>
              <a:rect l="T9" t="T10" r="T11" b="T12"/>
              <a:pathLst>
                <a:path w="15568" h="21600" fill="none" extrusionOk="0">
                  <a:moveTo>
                    <a:pt x="-1" y="0"/>
                  </a:moveTo>
                  <a:cubicBezTo>
                    <a:pt x="5874" y="0"/>
                    <a:pt x="11495" y="2392"/>
                    <a:pt x="15568" y="6626"/>
                  </a:cubicBezTo>
                </a:path>
                <a:path w="15568" h="21600" stroke="0" extrusionOk="0">
                  <a:moveTo>
                    <a:pt x="-1" y="0"/>
                  </a:moveTo>
                  <a:cubicBezTo>
                    <a:pt x="5874" y="0"/>
                    <a:pt x="11495" y="2392"/>
                    <a:pt x="15568" y="6626"/>
                  </a:cubicBezTo>
                  <a:lnTo>
                    <a:pt x="0" y="21600"/>
                  </a:lnTo>
                  <a:close/>
                </a:path>
              </a:pathLst>
            </a:custGeom>
            <a:noFill/>
            <a:ln w="9525">
              <a:solidFill>
                <a:srgbClr val="FF6600"/>
              </a:solidFill>
              <a:round/>
              <a:headEnd type="triangle" w="med" len="med"/>
              <a:tailEnd/>
            </a:ln>
          </p:spPr>
          <p:txBody>
            <a:bodyPr wrap="none" anchor="ctr"/>
            <a:lstStyle/>
            <a:p>
              <a:endParaRPr lang="zh-CN" altLang="en-US"/>
            </a:p>
          </p:txBody>
        </p:sp>
      </p:grpSp>
      <p:graphicFrame>
        <p:nvGraphicFramePr>
          <p:cNvPr id="193549" name="Object 13"/>
          <p:cNvGraphicFramePr>
            <a:graphicFrameLocks noChangeAspect="1"/>
          </p:cNvGraphicFramePr>
          <p:nvPr/>
        </p:nvGraphicFramePr>
        <p:xfrm>
          <a:off x="2051050" y="3024188"/>
          <a:ext cx="377825" cy="303212"/>
        </p:xfrm>
        <a:graphic>
          <a:graphicData uri="http://schemas.openxmlformats.org/presentationml/2006/ole">
            <p:oleObj spid="_x0000_s20483" name="公式" r:id="rId5" imgW="253800" imgH="203040" progId="Equation.3">
              <p:embed/>
            </p:oleObj>
          </a:graphicData>
        </a:graphic>
      </p:graphicFrame>
      <p:grpSp>
        <p:nvGrpSpPr>
          <p:cNvPr id="3" name="Group 14"/>
          <p:cNvGrpSpPr>
            <a:grpSpLocks/>
          </p:cNvGrpSpPr>
          <p:nvPr/>
        </p:nvGrpSpPr>
        <p:grpSpPr bwMode="auto">
          <a:xfrm>
            <a:off x="1376363" y="3302000"/>
            <a:ext cx="2736850" cy="396875"/>
            <a:chOff x="3078" y="2080"/>
            <a:chExt cx="1724" cy="250"/>
          </a:xfrm>
        </p:grpSpPr>
        <p:sp>
          <p:nvSpPr>
            <p:cNvPr id="20516" name="Line 15"/>
            <p:cNvSpPr>
              <a:spLocks noChangeShapeType="1"/>
            </p:cNvSpPr>
            <p:nvPr/>
          </p:nvSpPr>
          <p:spPr bwMode="auto">
            <a:xfrm>
              <a:off x="3078" y="2123"/>
              <a:ext cx="1588" cy="0"/>
            </a:xfrm>
            <a:prstGeom prst="line">
              <a:avLst/>
            </a:prstGeom>
            <a:noFill/>
            <a:ln w="19050">
              <a:solidFill>
                <a:schemeClr val="tx2"/>
              </a:solidFill>
              <a:round/>
              <a:headEnd/>
              <a:tailEnd type="triangle" w="med" len="med"/>
            </a:ln>
          </p:spPr>
          <p:txBody>
            <a:bodyPr/>
            <a:lstStyle/>
            <a:p>
              <a:endParaRPr lang="zh-CN" altLang="en-US"/>
            </a:p>
          </p:txBody>
        </p:sp>
        <p:graphicFrame>
          <p:nvGraphicFramePr>
            <p:cNvPr id="20491" name="Object 16"/>
            <p:cNvGraphicFramePr>
              <a:graphicFrameLocks noChangeAspect="1"/>
            </p:cNvGraphicFramePr>
            <p:nvPr/>
          </p:nvGraphicFramePr>
          <p:xfrm>
            <a:off x="4530" y="2126"/>
            <a:ext cx="272" cy="204"/>
          </p:xfrm>
          <a:graphic>
            <a:graphicData uri="http://schemas.openxmlformats.org/presentationml/2006/ole">
              <p:oleObj spid="_x0000_s20491" name="公式" r:id="rId6" imgW="139680" imgH="139680" progId="Equation.3">
                <p:embed/>
              </p:oleObj>
            </a:graphicData>
          </a:graphic>
        </p:graphicFrame>
        <p:graphicFrame>
          <p:nvGraphicFramePr>
            <p:cNvPr id="20492" name="Object 17"/>
            <p:cNvGraphicFramePr>
              <a:graphicFrameLocks noChangeAspect="1"/>
            </p:cNvGraphicFramePr>
            <p:nvPr/>
          </p:nvGraphicFramePr>
          <p:xfrm>
            <a:off x="3596" y="2080"/>
            <a:ext cx="299" cy="247"/>
          </p:xfrm>
          <a:graphic>
            <a:graphicData uri="http://schemas.openxmlformats.org/presentationml/2006/ole">
              <p:oleObj spid="_x0000_s20492" name="公式" r:id="rId7" imgW="126720" imgH="139680" progId="Equation.3">
                <p:embed/>
              </p:oleObj>
            </a:graphicData>
          </a:graphic>
        </p:graphicFrame>
        <p:sp>
          <p:nvSpPr>
            <p:cNvPr id="20517" name="AutoShape 18"/>
            <p:cNvSpPr>
              <a:spLocks noChangeArrowheads="1"/>
            </p:cNvSpPr>
            <p:nvPr/>
          </p:nvSpPr>
          <p:spPr bwMode="auto">
            <a:xfrm>
              <a:off x="3815" y="2103"/>
              <a:ext cx="57" cy="57"/>
            </a:xfrm>
            <a:prstGeom prst="flowChartConnector">
              <a:avLst/>
            </a:prstGeom>
            <a:solidFill>
              <a:schemeClr val="tx1"/>
            </a:solidFill>
            <a:ln w="9525" algn="ctr">
              <a:solidFill>
                <a:schemeClr val="tx1"/>
              </a:solidFill>
              <a:round/>
              <a:headEnd/>
              <a:tailEnd/>
            </a:ln>
          </p:spPr>
          <p:txBody>
            <a:bodyPr wrap="none" anchor="ctr"/>
            <a:lstStyle/>
            <a:p>
              <a:endParaRPr lang="zh-CN" altLang="en-US"/>
            </a:p>
          </p:txBody>
        </p:sp>
      </p:grpSp>
      <p:graphicFrame>
        <p:nvGraphicFramePr>
          <p:cNvPr id="193555" name="Object 19"/>
          <p:cNvGraphicFramePr>
            <a:graphicFrameLocks noChangeAspect="1"/>
          </p:cNvGraphicFramePr>
          <p:nvPr/>
        </p:nvGraphicFramePr>
        <p:xfrm>
          <a:off x="2603500" y="5408613"/>
          <a:ext cx="1211263" cy="733425"/>
        </p:xfrm>
        <a:graphic>
          <a:graphicData uri="http://schemas.openxmlformats.org/presentationml/2006/ole">
            <p:oleObj spid="_x0000_s20484" name="公式" r:id="rId8" imgW="672840" imgH="406080" progId="Equation.3">
              <p:embed/>
            </p:oleObj>
          </a:graphicData>
        </a:graphic>
      </p:graphicFrame>
      <p:sp>
        <p:nvSpPr>
          <p:cNvPr id="193556" name="Line 20"/>
          <p:cNvSpPr>
            <a:spLocks noChangeShapeType="1"/>
          </p:cNvSpPr>
          <p:nvPr/>
        </p:nvSpPr>
        <p:spPr bwMode="auto">
          <a:xfrm rot="-9454491">
            <a:off x="5649913" y="2620963"/>
            <a:ext cx="812800" cy="628650"/>
          </a:xfrm>
          <a:prstGeom prst="line">
            <a:avLst/>
          </a:prstGeom>
          <a:noFill/>
          <a:ln w="38100">
            <a:solidFill>
              <a:srgbClr val="CC0000"/>
            </a:solidFill>
            <a:round/>
            <a:headEnd/>
            <a:tailEnd type="triangle" w="med" len="med"/>
          </a:ln>
        </p:spPr>
        <p:txBody>
          <a:bodyPr/>
          <a:lstStyle/>
          <a:p>
            <a:endParaRPr lang="zh-CN" altLang="en-US"/>
          </a:p>
        </p:txBody>
      </p:sp>
      <p:sp>
        <p:nvSpPr>
          <p:cNvPr id="193557" name="Oval 21"/>
          <p:cNvSpPr>
            <a:spLocks noChangeArrowheads="1"/>
          </p:cNvSpPr>
          <p:nvPr/>
        </p:nvSpPr>
        <p:spPr bwMode="auto">
          <a:xfrm>
            <a:off x="5291138" y="2363788"/>
            <a:ext cx="1993900" cy="1993900"/>
          </a:xfrm>
          <a:prstGeom prst="ellipse">
            <a:avLst/>
          </a:prstGeom>
          <a:noFill/>
          <a:ln w="9525">
            <a:solidFill>
              <a:srgbClr val="9900CC"/>
            </a:solidFill>
            <a:round/>
            <a:headEnd/>
            <a:tailEnd/>
          </a:ln>
        </p:spPr>
        <p:txBody>
          <a:bodyPr wrap="none" anchor="ctr"/>
          <a:lstStyle/>
          <a:p>
            <a:endParaRPr lang="zh-CN" altLang="en-US"/>
          </a:p>
        </p:txBody>
      </p:sp>
      <p:sp>
        <p:nvSpPr>
          <p:cNvPr id="193558" name="Line 22"/>
          <p:cNvSpPr>
            <a:spLocks noChangeShapeType="1"/>
          </p:cNvSpPr>
          <p:nvPr/>
        </p:nvSpPr>
        <p:spPr bwMode="auto">
          <a:xfrm rot="4973364">
            <a:off x="5680869" y="3531394"/>
            <a:ext cx="722312" cy="571500"/>
          </a:xfrm>
          <a:prstGeom prst="line">
            <a:avLst/>
          </a:prstGeom>
          <a:noFill/>
          <a:ln w="38100">
            <a:solidFill>
              <a:srgbClr val="CC0000"/>
            </a:solidFill>
            <a:round/>
            <a:headEnd/>
            <a:tailEnd type="triangle" w="med" len="med"/>
          </a:ln>
        </p:spPr>
        <p:txBody>
          <a:bodyPr/>
          <a:lstStyle/>
          <a:p>
            <a:endParaRPr lang="zh-CN" altLang="en-US"/>
          </a:p>
        </p:txBody>
      </p:sp>
      <p:graphicFrame>
        <p:nvGraphicFramePr>
          <p:cNvPr id="193559" name="Object 23"/>
          <p:cNvGraphicFramePr>
            <a:graphicFrameLocks noChangeAspect="1"/>
          </p:cNvGraphicFramePr>
          <p:nvPr/>
        </p:nvGraphicFramePr>
        <p:xfrm>
          <a:off x="5292725" y="3276600"/>
          <a:ext cx="482600" cy="647700"/>
        </p:xfrm>
        <a:graphic>
          <a:graphicData uri="http://schemas.openxmlformats.org/presentationml/2006/ole">
            <p:oleObj spid="_x0000_s20485" name="公式" r:id="rId9" imgW="304560" imgH="406080" progId="Equation.3">
              <p:embed/>
            </p:oleObj>
          </a:graphicData>
        </a:graphic>
      </p:graphicFrame>
      <p:sp>
        <p:nvSpPr>
          <p:cNvPr id="193560" name="Line 24"/>
          <p:cNvSpPr>
            <a:spLocks noChangeShapeType="1"/>
          </p:cNvSpPr>
          <p:nvPr/>
        </p:nvSpPr>
        <p:spPr bwMode="auto">
          <a:xfrm>
            <a:off x="5786438" y="2528888"/>
            <a:ext cx="0" cy="1665287"/>
          </a:xfrm>
          <a:prstGeom prst="line">
            <a:avLst/>
          </a:prstGeom>
          <a:noFill/>
          <a:ln w="28575">
            <a:solidFill>
              <a:schemeClr val="accent2"/>
            </a:solidFill>
            <a:prstDash val="dash"/>
            <a:round/>
            <a:headEnd/>
            <a:tailEnd/>
          </a:ln>
        </p:spPr>
        <p:txBody>
          <a:bodyPr/>
          <a:lstStyle/>
          <a:p>
            <a:endParaRPr lang="zh-CN" altLang="en-US"/>
          </a:p>
        </p:txBody>
      </p:sp>
      <p:grpSp>
        <p:nvGrpSpPr>
          <p:cNvPr id="4" name="Group 25"/>
          <p:cNvGrpSpPr>
            <a:grpSpLocks/>
          </p:cNvGrpSpPr>
          <p:nvPr/>
        </p:nvGrpSpPr>
        <p:grpSpPr bwMode="auto">
          <a:xfrm>
            <a:off x="6642100" y="2349500"/>
            <a:ext cx="933450" cy="1082675"/>
            <a:chOff x="1703" y="1757"/>
            <a:chExt cx="588" cy="682"/>
          </a:xfrm>
        </p:grpSpPr>
        <p:graphicFrame>
          <p:nvGraphicFramePr>
            <p:cNvPr id="20490" name="Object 26"/>
            <p:cNvGraphicFramePr>
              <a:graphicFrameLocks noChangeAspect="1"/>
            </p:cNvGraphicFramePr>
            <p:nvPr/>
          </p:nvGraphicFramePr>
          <p:xfrm>
            <a:off x="1973" y="1757"/>
            <a:ext cx="318" cy="219"/>
          </p:xfrm>
          <a:graphic>
            <a:graphicData uri="http://schemas.openxmlformats.org/presentationml/2006/ole">
              <p:oleObj spid="_x0000_s20490" name="公式" r:id="rId10" imgW="152280" imgH="139680" progId="Equation.3">
                <p:embed/>
              </p:oleObj>
            </a:graphicData>
          </a:graphic>
        </p:graphicFrame>
        <p:sp>
          <p:nvSpPr>
            <p:cNvPr id="20515" name="Arc 27"/>
            <p:cNvSpPr>
              <a:spLocks/>
            </p:cNvSpPr>
            <p:nvPr/>
          </p:nvSpPr>
          <p:spPr bwMode="auto">
            <a:xfrm rot="1463244">
              <a:off x="1703" y="1858"/>
              <a:ext cx="415" cy="581"/>
            </a:xfrm>
            <a:custGeom>
              <a:avLst/>
              <a:gdLst>
                <a:gd name="T0" fmla="*/ 0 w 15568"/>
                <a:gd name="T1" fmla="*/ 0 h 21600"/>
                <a:gd name="T2" fmla="*/ 0 w 15568"/>
                <a:gd name="T3" fmla="*/ 0 h 21600"/>
                <a:gd name="T4" fmla="*/ 0 w 15568"/>
                <a:gd name="T5" fmla="*/ 0 h 21600"/>
                <a:gd name="T6" fmla="*/ 0 60000 65536"/>
                <a:gd name="T7" fmla="*/ 0 60000 65536"/>
                <a:gd name="T8" fmla="*/ 0 60000 65536"/>
                <a:gd name="T9" fmla="*/ 0 w 15568"/>
                <a:gd name="T10" fmla="*/ 0 h 21600"/>
                <a:gd name="T11" fmla="*/ 15568 w 15568"/>
                <a:gd name="T12" fmla="*/ 21600 h 21600"/>
              </a:gdLst>
              <a:ahLst/>
              <a:cxnLst>
                <a:cxn ang="T6">
                  <a:pos x="T0" y="T1"/>
                </a:cxn>
                <a:cxn ang="T7">
                  <a:pos x="T2" y="T3"/>
                </a:cxn>
                <a:cxn ang="T8">
                  <a:pos x="T4" y="T5"/>
                </a:cxn>
              </a:cxnLst>
              <a:rect l="T9" t="T10" r="T11" b="T12"/>
              <a:pathLst>
                <a:path w="15568" h="21600" fill="none" extrusionOk="0">
                  <a:moveTo>
                    <a:pt x="-1" y="0"/>
                  </a:moveTo>
                  <a:cubicBezTo>
                    <a:pt x="5874" y="0"/>
                    <a:pt x="11495" y="2392"/>
                    <a:pt x="15568" y="6626"/>
                  </a:cubicBezTo>
                </a:path>
                <a:path w="15568" h="21600" stroke="0" extrusionOk="0">
                  <a:moveTo>
                    <a:pt x="-1" y="0"/>
                  </a:moveTo>
                  <a:cubicBezTo>
                    <a:pt x="5874" y="0"/>
                    <a:pt x="11495" y="2392"/>
                    <a:pt x="15568" y="6626"/>
                  </a:cubicBezTo>
                  <a:lnTo>
                    <a:pt x="0" y="21600"/>
                  </a:lnTo>
                  <a:close/>
                </a:path>
              </a:pathLst>
            </a:custGeom>
            <a:noFill/>
            <a:ln w="9525">
              <a:solidFill>
                <a:srgbClr val="FF6600"/>
              </a:solidFill>
              <a:round/>
              <a:headEnd type="triangle" w="med" len="med"/>
              <a:tailEnd/>
            </a:ln>
          </p:spPr>
          <p:txBody>
            <a:bodyPr wrap="none" anchor="ctr"/>
            <a:lstStyle/>
            <a:p>
              <a:endParaRPr lang="zh-CN" altLang="en-US"/>
            </a:p>
          </p:txBody>
        </p:sp>
      </p:grpSp>
      <p:graphicFrame>
        <p:nvGraphicFramePr>
          <p:cNvPr id="193564" name="Object 28"/>
          <p:cNvGraphicFramePr>
            <a:graphicFrameLocks noChangeAspect="1"/>
          </p:cNvGraphicFramePr>
          <p:nvPr/>
        </p:nvGraphicFramePr>
        <p:xfrm>
          <a:off x="5786438" y="3159125"/>
          <a:ext cx="377825" cy="303213"/>
        </p:xfrm>
        <a:graphic>
          <a:graphicData uri="http://schemas.openxmlformats.org/presentationml/2006/ole">
            <p:oleObj spid="_x0000_s20486" name="公式" r:id="rId11" imgW="253800" imgH="203040" progId="Equation.3">
              <p:embed/>
            </p:oleObj>
          </a:graphicData>
        </a:graphic>
      </p:graphicFrame>
      <p:grpSp>
        <p:nvGrpSpPr>
          <p:cNvPr id="5" name="Group 29"/>
          <p:cNvGrpSpPr>
            <a:grpSpLocks/>
          </p:cNvGrpSpPr>
          <p:nvPr/>
        </p:nvGrpSpPr>
        <p:grpSpPr bwMode="auto">
          <a:xfrm>
            <a:off x="5067300" y="3294063"/>
            <a:ext cx="2736850" cy="396875"/>
            <a:chOff x="3078" y="2080"/>
            <a:chExt cx="1724" cy="250"/>
          </a:xfrm>
        </p:grpSpPr>
        <p:sp>
          <p:nvSpPr>
            <p:cNvPr id="20513" name="Line 30"/>
            <p:cNvSpPr>
              <a:spLocks noChangeShapeType="1"/>
            </p:cNvSpPr>
            <p:nvPr/>
          </p:nvSpPr>
          <p:spPr bwMode="auto">
            <a:xfrm>
              <a:off x="3078" y="2123"/>
              <a:ext cx="1588" cy="0"/>
            </a:xfrm>
            <a:prstGeom prst="line">
              <a:avLst/>
            </a:prstGeom>
            <a:noFill/>
            <a:ln w="19050">
              <a:solidFill>
                <a:schemeClr val="tx2"/>
              </a:solidFill>
              <a:round/>
              <a:headEnd/>
              <a:tailEnd type="triangle" w="med" len="med"/>
            </a:ln>
          </p:spPr>
          <p:txBody>
            <a:bodyPr/>
            <a:lstStyle/>
            <a:p>
              <a:endParaRPr lang="zh-CN" altLang="en-US"/>
            </a:p>
          </p:txBody>
        </p:sp>
        <p:graphicFrame>
          <p:nvGraphicFramePr>
            <p:cNvPr id="20488" name="Object 31"/>
            <p:cNvGraphicFramePr>
              <a:graphicFrameLocks noChangeAspect="1"/>
            </p:cNvGraphicFramePr>
            <p:nvPr/>
          </p:nvGraphicFramePr>
          <p:xfrm>
            <a:off x="4530" y="2126"/>
            <a:ext cx="272" cy="204"/>
          </p:xfrm>
          <a:graphic>
            <a:graphicData uri="http://schemas.openxmlformats.org/presentationml/2006/ole">
              <p:oleObj spid="_x0000_s20488" name="公式" r:id="rId12" imgW="139680" imgH="139680" progId="Equation.3">
                <p:embed/>
              </p:oleObj>
            </a:graphicData>
          </a:graphic>
        </p:graphicFrame>
        <p:graphicFrame>
          <p:nvGraphicFramePr>
            <p:cNvPr id="20489" name="Object 32"/>
            <p:cNvGraphicFramePr>
              <a:graphicFrameLocks noChangeAspect="1"/>
            </p:cNvGraphicFramePr>
            <p:nvPr/>
          </p:nvGraphicFramePr>
          <p:xfrm>
            <a:off x="3596" y="2080"/>
            <a:ext cx="299" cy="247"/>
          </p:xfrm>
          <a:graphic>
            <a:graphicData uri="http://schemas.openxmlformats.org/presentationml/2006/ole">
              <p:oleObj spid="_x0000_s20489" name="公式" r:id="rId13" imgW="126720" imgH="139680" progId="Equation.3">
                <p:embed/>
              </p:oleObj>
            </a:graphicData>
          </a:graphic>
        </p:graphicFrame>
        <p:sp>
          <p:nvSpPr>
            <p:cNvPr id="20514" name="AutoShape 33"/>
            <p:cNvSpPr>
              <a:spLocks noChangeArrowheads="1"/>
            </p:cNvSpPr>
            <p:nvPr/>
          </p:nvSpPr>
          <p:spPr bwMode="auto">
            <a:xfrm>
              <a:off x="3815" y="2103"/>
              <a:ext cx="57" cy="57"/>
            </a:xfrm>
            <a:prstGeom prst="flowChartConnector">
              <a:avLst/>
            </a:prstGeom>
            <a:solidFill>
              <a:schemeClr val="tx1"/>
            </a:solidFill>
            <a:ln w="9525" algn="ctr">
              <a:solidFill>
                <a:schemeClr val="tx1"/>
              </a:solidFill>
              <a:round/>
              <a:headEnd/>
              <a:tailEnd/>
            </a:ln>
          </p:spPr>
          <p:txBody>
            <a:bodyPr wrap="none" anchor="ctr"/>
            <a:lstStyle/>
            <a:p>
              <a:endParaRPr lang="zh-CN" altLang="en-US"/>
            </a:p>
          </p:txBody>
        </p:sp>
      </p:grpSp>
      <p:sp>
        <p:nvSpPr>
          <p:cNvPr id="193570" name="Freeform 34"/>
          <p:cNvSpPr>
            <a:spLocks/>
          </p:cNvSpPr>
          <p:nvPr/>
        </p:nvSpPr>
        <p:spPr bwMode="auto">
          <a:xfrm flipH="1">
            <a:off x="6146800" y="3200400"/>
            <a:ext cx="53975" cy="317500"/>
          </a:xfrm>
          <a:custGeom>
            <a:avLst/>
            <a:gdLst>
              <a:gd name="T0" fmla="*/ 2147483647 w 44"/>
              <a:gd name="T1" fmla="*/ 0 h 228"/>
              <a:gd name="T2" fmla="*/ 2147483647 w 44"/>
              <a:gd name="T3" fmla="*/ 2147483647 h 228"/>
              <a:gd name="T4" fmla="*/ 2147483647 w 44"/>
              <a:gd name="T5" fmla="*/ 2147483647 h 228"/>
              <a:gd name="T6" fmla="*/ 2147483647 w 44"/>
              <a:gd name="T7" fmla="*/ 2147483647 h 228"/>
              <a:gd name="T8" fmla="*/ 0 60000 65536"/>
              <a:gd name="T9" fmla="*/ 0 60000 65536"/>
              <a:gd name="T10" fmla="*/ 0 60000 65536"/>
              <a:gd name="T11" fmla="*/ 0 60000 65536"/>
              <a:gd name="T12" fmla="*/ 0 w 44"/>
              <a:gd name="T13" fmla="*/ 0 h 228"/>
              <a:gd name="T14" fmla="*/ 44 w 44"/>
              <a:gd name="T15" fmla="*/ 228 h 228"/>
            </a:gdLst>
            <a:ahLst/>
            <a:cxnLst>
              <a:cxn ang="T8">
                <a:pos x="T0" y="T1"/>
              </a:cxn>
              <a:cxn ang="T9">
                <a:pos x="T2" y="T3"/>
              </a:cxn>
              <a:cxn ang="T10">
                <a:pos x="T4" y="T5"/>
              </a:cxn>
              <a:cxn ang="T11">
                <a:pos x="T6" y="T7"/>
              </a:cxn>
            </a:cxnLst>
            <a:rect l="T12" t="T13" r="T14" b="T15"/>
            <a:pathLst>
              <a:path w="44" h="228">
                <a:moveTo>
                  <a:pt x="19" y="0"/>
                </a:moveTo>
                <a:cubicBezTo>
                  <a:pt x="44" y="74"/>
                  <a:pt x="39" y="49"/>
                  <a:pt x="19" y="192"/>
                </a:cubicBezTo>
                <a:cubicBezTo>
                  <a:pt x="17" y="203"/>
                  <a:pt x="6" y="209"/>
                  <a:pt x="1" y="219"/>
                </a:cubicBezTo>
                <a:cubicBezTo>
                  <a:pt x="0" y="222"/>
                  <a:pt x="1" y="225"/>
                  <a:pt x="1" y="228"/>
                </a:cubicBezTo>
              </a:path>
            </a:pathLst>
          </a:custGeom>
          <a:noFill/>
          <a:ln w="9525">
            <a:solidFill>
              <a:srgbClr val="008000"/>
            </a:solidFill>
            <a:round/>
            <a:headEnd/>
            <a:tailEnd/>
          </a:ln>
        </p:spPr>
        <p:txBody>
          <a:bodyPr wrap="none" anchor="ctr"/>
          <a:lstStyle/>
          <a:p>
            <a:endParaRPr lang="zh-CN" altLang="en-US"/>
          </a:p>
        </p:txBody>
      </p:sp>
      <p:sp>
        <p:nvSpPr>
          <p:cNvPr id="193571" name="Text Box 35"/>
          <p:cNvSpPr txBox="1">
            <a:spLocks noChangeArrowheads="1"/>
          </p:cNvSpPr>
          <p:nvPr/>
        </p:nvSpPr>
        <p:spPr bwMode="auto">
          <a:xfrm>
            <a:off x="4706938" y="4772025"/>
            <a:ext cx="1079500" cy="457200"/>
          </a:xfrm>
          <a:prstGeom prst="rect">
            <a:avLst/>
          </a:prstGeom>
          <a:noFill/>
          <a:ln w="9525">
            <a:noFill/>
            <a:miter lim="800000"/>
            <a:headEnd/>
            <a:tailEnd/>
          </a:ln>
        </p:spPr>
        <p:txBody>
          <a:bodyPr lIns="90000" tIns="46800" rIns="90000" bIns="46800">
            <a:spAutoFit/>
          </a:bodyPr>
          <a:lstStyle/>
          <a:p>
            <a:pPr algn="l"/>
            <a:r>
              <a:rPr lang="zh-CN" altLang="en-US" sz="2400" b="1"/>
              <a:t>同理</a:t>
            </a:r>
            <a:endParaRPr lang="zh-CN" altLang="en-US" sz="2400"/>
          </a:p>
        </p:txBody>
      </p:sp>
      <p:graphicFrame>
        <p:nvGraphicFramePr>
          <p:cNvPr id="193572" name="Object 36"/>
          <p:cNvGraphicFramePr>
            <a:graphicFrameLocks noChangeAspect="1"/>
          </p:cNvGraphicFramePr>
          <p:nvPr/>
        </p:nvGraphicFramePr>
        <p:xfrm>
          <a:off x="5529263" y="5351463"/>
          <a:ext cx="1211262" cy="733425"/>
        </p:xfrm>
        <a:graphic>
          <a:graphicData uri="http://schemas.openxmlformats.org/presentationml/2006/ole">
            <p:oleObj spid="_x0000_s20487" name="公式" r:id="rId14" imgW="672840" imgH="406080" progId="Equation.3">
              <p:embed/>
            </p:oleObj>
          </a:graphicData>
        </a:graphic>
      </p:graphicFrame>
      <p:sp>
        <p:nvSpPr>
          <p:cNvPr id="193573" name="Freeform 37"/>
          <p:cNvSpPr>
            <a:spLocks/>
          </p:cNvSpPr>
          <p:nvPr/>
        </p:nvSpPr>
        <p:spPr bwMode="auto">
          <a:xfrm>
            <a:off x="2457450" y="3181350"/>
            <a:ext cx="228600" cy="476250"/>
          </a:xfrm>
          <a:custGeom>
            <a:avLst/>
            <a:gdLst>
              <a:gd name="T0" fmla="*/ 2147483647 w 144"/>
              <a:gd name="T1" fmla="*/ 0 h 300"/>
              <a:gd name="T2" fmla="*/ 2147483647 w 144"/>
              <a:gd name="T3" fmla="*/ 2147483647 h 300"/>
              <a:gd name="T4" fmla="*/ 0 w 144"/>
              <a:gd name="T5" fmla="*/ 2147483647 h 300"/>
              <a:gd name="T6" fmla="*/ 2147483647 w 144"/>
              <a:gd name="T7" fmla="*/ 2147483647 h 300"/>
              <a:gd name="T8" fmla="*/ 2147483647 w 144"/>
              <a:gd name="T9" fmla="*/ 2147483647 h 300"/>
              <a:gd name="T10" fmla="*/ 0 60000 65536"/>
              <a:gd name="T11" fmla="*/ 0 60000 65536"/>
              <a:gd name="T12" fmla="*/ 0 60000 65536"/>
              <a:gd name="T13" fmla="*/ 0 60000 65536"/>
              <a:gd name="T14" fmla="*/ 0 60000 65536"/>
              <a:gd name="T15" fmla="*/ 0 w 144"/>
              <a:gd name="T16" fmla="*/ 0 h 300"/>
              <a:gd name="T17" fmla="*/ 144 w 144"/>
              <a:gd name="T18" fmla="*/ 300 h 300"/>
            </a:gdLst>
            <a:ahLst/>
            <a:cxnLst>
              <a:cxn ang="T10">
                <a:pos x="T0" y="T1"/>
              </a:cxn>
              <a:cxn ang="T11">
                <a:pos x="T2" y="T3"/>
              </a:cxn>
              <a:cxn ang="T12">
                <a:pos x="T4" y="T5"/>
              </a:cxn>
              <a:cxn ang="T13">
                <a:pos x="T6" y="T7"/>
              </a:cxn>
              <a:cxn ang="T14">
                <a:pos x="T8" y="T9"/>
              </a:cxn>
            </a:cxnLst>
            <a:rect l="T15" t="T16" r="T17" b="T18"/>
            <a:pathLst>
              <a:path w="144" h="300">
                <a:moveTo>
                  <a:pt x="132" y="0"/>
                </a:moveTo>
                <a:cubicBezTo>
                  <a:pt x="86" y="15"/>
                  <a:pt x="46" y="10"/>
                  <a:pt x="24" y="60"/>
                </a:cubicBezTo>
                <a:cubicBezTo>
                  <a:pt x="14" y="83"/>
                  <a:pt x="0" y="132"/>
                  <a:pt x="0" y="132"/>
                </a:cubicBezTo>
                <a:cubicBezTo>
                  <a:pt x="4" y="168"/>
                  <a:pt x="3" y="205"/>
                  <a:pt x="12" y="240"/>
                </a:cubicBezTo>
                <a:cubicBezTo>
                  <a:pt x="27" y="298"/>
                  <a:pt x="96" y="300"/>
                  <a:pt x="144" y="300"/>
                </a:cubicBezTo>
              </a:path>
            </a:pathLst>
          </a:custGeom>
          <a:noFill/>
          <a:ln w="9525">
            <a:solidFill>
              <a:srgbClr val="008000"/>
            </a:solidFill>
            <a:round/>
            <a:headEnd/>
            <a:tailEnd/>
          </a:ln>
        </p:spPr>
        <p:txBody>
          <a:bodyPr wrap="none" anchor="ctr"/>
          <a:lstStyle/>
          <a:p>
            <a:endParaRPr lang="zh-CN" altLang="en-US"/>
          </a:p>
        </p:txBody>
      </p:sp>
      <p:sp>
        <p:nvSpPr>
          <p:cNvPr id="193574" name="Text Box 38"/>
          <p:cNvSpPr txBox="1">
            <a:spLocks noChangeArrowheads="1"/>
          </p:cNvSpPr>
          <p:nvPr/>
        </p:nvSpPr>
        <p:spPr bwMode="auto">
          <a:xfrm>
            <a:off x="152400" y="496888"/>
            <a:ext cx="458788" cy="457200"/>
          </a:xfrm>
          <a:prstGeom prst="rect">
            <a:avLst/>
          </a:prstGeom>
          <a:noFill/>
          <a:ln w="9525">
            <a:noFill/>
            <a:miter lim="800000"/>
            <a:headEnd/>
            <a:tailEnd/>
          </a:ln>
        </p:spPr>
        <p:txBody>
          <a:bodyPr lIns="90000" tIns="46800" rIns="90000" bIns="46800">
            <a:spAutoFit/>
          </a:bodyPr>
          <a:lstStyle/>
          <a:p>
            <a:pPr algn="l"/>
            <a:r>
              <a:rPr lang="zh-CN" altLang="en-US" sz="2400" b="1">
                <a:solidFill>
                  <a:srgbClr val="FF0000"/>
                </a:solidFill>
                <a:latin typeface="楷体_GB2312" pitchFamily="49" charset="-122"/>
              </a:rPr>
              <a:t>例</a:t>
            </a:r>
            <a:endParaRPr lang="zh-CN" altLang="en-US" sz="24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74"/>
                                        </p:tgtEl>
                                        <p:attrNameLst>
                                          <p:attrName>style.visibility</p:attrName>
                                        </p:attrNameLst>
                                      </p:cBhvr>
                                      <p:to>
                                        <p:strVal val="visible"/>
                                      </p:to>
                                    </p:set>
                                    <p:animEffect transition="in" filter="wipe(left)">
                                      <p:cBhvr>
                                        <p:cTn id="7" dur="1000"/>
                                        <p:tgtEl>
                                          <p:spTgt spid="1935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3539"/>
                                        </p:tgtEl>
                                        <p:attrNameLst>
                                          <p:attrName>style.visibility</p:attrName>
                                        </p:attrNameLst>
                                      </p:cBhvr>
                                      <p:to>
                                        <p:strVal val="visible"/>
                                      </p:to>
                                    </p:set>
                                    <p:animEffect transition="in" filter="wipe(left)">
                                      <p:cBhvr>
                                        <p:cTn id="12" dur="1000"/>
                                        <p:tgtEl>
                                          <p:spTgt spid="1935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3540"/>
                                        </p:tgtEl>
                                        <p:attrNameLst>
                                          <p:attrName>style.visibility</p:attrName>
                                        </p:attrNameLst>
                                      </p:cBhvr>
                                      <p:to>
                                        <p:strVal val="visible"/>
                                      </p:to>
                                    </p:set>
                                    <p:animEffect transition="in" filter="wipe(left)">
                                      <p:cBhvr>
                                        <p:cTn id="17" dur="1000"/>
                                        <p:tgtEl>
                                          <p:spTgt spid="1935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3542"/>
                                        </p:tgtEl>
                                        <p:attrNameLst>
                                          <p:attrName>style.visibility</p:attrName>
                                        </p:attrNameLst>
                                      </p:cBhvr>
                                      <p:to>
                                        <p:strVal val="visible"/>
                                      </p:to>
                                    </p:set>
                                    <p:animEffect transition="in" filter="wipe(left)">
                                      <p:cBhvr>
                                        <p:cTn id="27" dur="1000"/>
                                        <p:tgtEl>
                                          <p:spTgt spid="193542"/>
                                        </p:tgtEl>
                                      </p:cBhvr>
                                    </p:animEffect>
                                  </p:childTnLst>
                                </p:cTn>
                              </p:par>
                            </p:childTnLst>
                          </p:cTn>
                        </p:par>
                        <p:par>
                          <p:cTn id="28" fill="hold">
                            <p:stCondLst>
                              <p:cond delay="1000"/>
                            </p:stCondLst>
                            <p:childTnLst>
                              <p:par>
                                <p:cTn id="29" presetID="22" presetClass="entr" presetSubtype="4"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10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93545"/>
                                        </p:tgtEl>
                                        <p:attrNameLst>
                                          <p:attrName>style.visibility</p:attrName>
                                        </p:attrNameLst>
                                      </p:cBhvr>
                                      <p:to>
                                        <p:strVal val="visible"/>
                                      </p:to>
                                    </p:set>
                                    <p:animEffect transition="in" filter="wipe(left)">
                                      <p:cBhvr>
                                        <p:cTn id="36" dur="1000"/>
                                        <p:tgtEl>
                                          <p:spTgt spid="193545"/>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193544"/>
                                        </p:tgtEl>
                                        <p:attrNameLst>
                                          <p:attrName>style.visibility</p:attrName>
                                        </p:attrNameLst>
                                      </p:cBhvr>
                                      <p:to>
                                        <p:strVal val="visible"/>
                                      </p:to>
                                    </p:set>
                                    <p:animEffect transition="in" filter="wipe(left)">
                                      <p:cBhvr>
                                        <p:cTn id="40" dur="1000"/>
                                        <p:tgtEl>
                                          <p:spTgt spid="19354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3538"/>
                                        </p:tgtEl>
                                        <p:attrNameLst>
                                          <p:attrName>style.visibility</p:attrName>
                                        </p:attrNameLst>
                                      </p:cBhvr>
                                      <p:to>
                                        <p:strVal val="visible"/>
                                      </p:to>
                                    </p:set>
                                    <p:animEffect transition="in" filter="wipe(left)">
                                      <p:cBhvr>
                                        <p:cTn id="45" dur="1000"/>
                                        <p:tgtEl>
                                          <p:spTgt spid="19353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3543"/>
                                        </p:tgtEl>
                                        <p:attrNameLst>
                                          <p:attrName>style.visibility</p:attrName>
                                        </p:attrNameLst>
                                      </p:cBhvr>
                                      <p:to>
                                        <p:strVal val="visible"/>
                                      </p:to>
                                    </p:set>
                                    <p:animEffect transition="in" filter="wipe(left)">
                                      <p:cBhvr>
                                        <p:cTn id="48" dur="1000"/>
                                        <p:tgtEl>
                                          <p:spTgt spid="19354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93573"/>
                                        </p:tgtEl>
                                        <p:attrNameLst>
                                          <p:attrName>style.visibility</p:attrName>
                                        </p:attrNameLst>
                                      </p:cBhvr>
                                      <p:to>
                                        <p:strVal val="visible"/>
                                      </p:to>
                                    </p:set>
                                    <p:animEffect transition="in" filter="wipe(left)">
                                      <p:cBhvr>
                                        <p:cTn id="53" dur="1000"/>
                                        <p:tgtEl>
                                          <p:spTgt spid="193573"/>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193549"/>
                                        </p:tgtEl>
                                        <p:attrNameLst>
                                          <p:attrName>style.visibility</p:attrName>
                                        </p:attrNameLst>
                                      </p:cBhvr>
                                      <p:to>
                                        <p:strVal val="visible"/>
                                      </p:to>
                                    </p:set>
                                    <p:animEffect transition="in" filter="wipe(left)">
                                      <p:cBhvr>
                                        <p:cTn id="57" dur="1000"/>
                                        <p:tgtEl>
                                          <p:spTgt spid="19354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93541"/>
                                        </p:tgtEl>
                                        <p:attrNameLst>
                                          <p:attrName>style.visibility</p:attrName>
                                        </p:attrNameLst>
                                      </p:cBhvr>
                                      <p:to>
                                        <p:strVal val="visible"/>
                                      </p:to>
                                    </p:set>
                                    <p:animEffect transition="in" filter="wipe(left)">
                                      <p:cBhvr>
                                        <p:cTn id="62" dur="1000"/>
                                        <p:tgtEl>
                                          <p:spTgt spid="19354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93555"/>
                                        </p:tgtEl>
                                        <p:attrNameLst>
                                          <p:attrName>style.visibility</p:attrName>
                                        </p:attrNameLst>
                                      </p:cBhvr>
                                      <p:to>
                                        <p:strVal val="visible"/>
                                      </p:to>
                                    </p:set>
                                    <p:animEffect transition="in" filter="wipe(left)">
                                      <p:cBhvr>
                                        <p:cTn id="67" dur="1000"/>
                                        <p:tgtEl>
                                          <p:spTgt spid="19355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ipe(left)">
                                      <p:cBhvr>
                                        <p:cTn id="72" dur="1000"/>
                                        <p:tgtEl>
                                          <p:spTgt spid="5"/>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193557"/>
                                        </p:tgtEl>
                                        <p:attrNameLst>
                                          <p:attrName>style.visibility</p:attrName>
                                        </p:attrNameLst>
                                      </p:cBhvr>
                                      <p:to>
                                        <p:strVal val="visible"/>
                                      </p:to>
                                    </p:set>
                                    <p:animEffect transition="in" filter="wipe(left)">
                                      <p:cBhvr>
                                        <p:cTn id="76" dur="1000"/>
                                        <p:tgtEl>
                                          <p:spTgt spid="193557"/>
                                        </p:tgtEl>
                                      </p:cBhvr>
                                    </p:animEffect>
                                  </p:childTnLst>
                                </p:cTn>
                              </p:par>
                            </p:childTnLst>
                          </p:cTn>
                        </p:par>
                        <p:par>
                          <p:cTn id="77" fill="hold">
                            <p:stCondLst>
                              <p:cond delay="2000"/>
                            </p:stCondLst>
                            <p:childTnLst>
                              <p:par>
                                <p:cTn id="78" presetID="22" presetClass="entr" presetSubtype="4" fill="hold" nodeType="afterEffect">
                                  <p:stCondLst>
                                    <p:cond delay="0"/>
                                  </p:stCondLst>
                                  <p:childTnLst>
                                    <p:set>
                                      <p:cBhvr>
                                        <p:cTn id="79" dur="1" fill="hold">
                                          <p:stCondLst>
                                            <p:cond delay="0"/>
                                          </p:stCondLst>
                                        </p:cTn>
                                        <p:tgtEl>
                                          <p:spTgt spid="4"/>
                                        </p:tgtEl>
                                        <p:attrNameLst>
                                          <p:attrName>style.visibility</p:attrName>
                                        </p:attrNameLst>
                                      </p:cBhvr>
                                      <p:to>
                                        <p:strVal val="visible"/>
                                      </p:to>
                                    </p:set>
                                    <p:animEffect transition="in" filter="wipe(down)">
                                      <p:cBhvr>
                                        <p:cTn id="80" dur="1000"/>
                                        <p:tgtEl>
                                          <p:spTgt spid="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93560"/>
                                        </p:tgtEl>
                                        <p:attrNameLst>
                                          <p:attrName>style.visibility</p:attrName>
                                        </p:attrNameLst>
                                      </p:cBhvr>
                                      <p:to>
                                        <p:strVal val="visible"/>
                                      </p:to>
                                    </p:set>
                                    <p:animEffect transition="in" filter="wipe(left)">
                                      <p:cBhvr>
                                        <p:cTn id="85" dur="1000"/>
                                        <p:tgtEl>
                                          <p:spTgt spid="193560"/>
                                        </p:tgtEl>
                                      </p:cBhvr>
                                    </p:animEffect>
                                  </p:childTnLst>
                                </p:cTn>
                              </p:par>
                            </p:childTnLst>
                          </p:cTn>
                        </p:par>
                        <p:par>
                          <p:cTn id="86" fill="hold">
                            <p:stCondLst>
                              <p:cond delay="1000"/>
                            </p:stCondLst>
                            <p:childTnLst>
                              <p:par>
                                <p:cTn id="87" presetID="22" presetClass="entr" presetSubtype="8" fill="hold" nodeType="afterEffect">
                                  <p:stCondLst>
                                    <p:cond delay="0"/>
                                  </p:stCondLst>
                                  <p:childTnLst>
                                    <p:set>
                                      <p:cBhvr>
                                        <p:cTn id="88" dur="1" fill="hold">
                                          <p:stCondLst>
                                            <p:cond delay="0"/>
                                          </p:stCondLst>
                                        </p:cTn>
                                        <p:tgtEl>
                                          <p:spTgt spid="193559"/>
                                        </p:tgtEl>
                                        <p:attrNameLst>
                                          <p:attrName>style.visibility</p:attrName>
                                        </p:attrNameLst>
                                      </p:cBhvr>
                                      <p:to>
                                        <p:strVal val="visible"/>
                                      </p:to>
                                    </p:set>
                                    <p:animEffect transition="in" filter="wipe(left)">
                                      <p:cBhvr>
                                        <p:cTn id="89" dur="1000"/>
                                        <p:tgtEl>
                                          <p:spTgt spid="193559"/>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93556"/>
                                        </p:tgtEl>
                                        <p:attrNameLst>
                                          <p:attrName>style.visibility</p:attrName>
                                        </p:attrNameLst>
                                      </p:cBhvr>
                                      <p:to>
                                        <p:strVal val="visible"/>
                                      </p:to>
                                    </p:set>
                                    <p:animEffect transition="in" filter="wipe(left)">
                                      <p:cBhvr>
                                        <p:cTn id="94" dur="1000"/>
                                        <p:tgtEl>
                                          <p:spTgt spid="193556"/>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193558"/>
                                        </p:tgtEl>
                                        <p:attrNameLst>
                                          <p:attrName>style.visibility</p:attrName>
                                        </p:attrNameLst>
                                      </p:cBhvr>
                                      <p:to>
                                        <p:strVal val="visible"/>
                                      </p:to>
                                    </p:set>
                                    <p:animEffect transition="in" filter="wipe(left)">
                                      <p:cBhvr>
                                        <p:cTn id="97" dur="1000"/>
                                        <p:tgtEl>
                                          <p:spTgt spid="19355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93570"/>
                                        </p:tgtEl>
                                        <p:attrNameLst>
                                          <p:attrName>style.visibility</p:attrName>
                                        </p:attrNameLst>
                                      </p:cBhvr>
                                      <p:to>
                                        <p:strVal val="visible"/>
                                      </p:to>
                                    </p:set>
                                    <p:animEffect transition="in" filter="wipe(left)">
                                      <p:cBhvr>
                                        <p:cTn id="102" dur="1000"/>
                                        <p:tgtEl>
                                          <p:spTgt spid="193570"/>
                                        </p:tgtEl>
                                      </p:cBhvr>
                                    </p:animEffect>
                                  </p:childTnLst>
                                </p:cTn>
                              </p:par>
                            </p:childTnLst>
                          </p:cTn>
                        </p:par>
                        <p:par>
                          <p:cTn id="103" fill="hold">
                            <p:stCondLst>
                              <p:cond delay="1000"/>
                            </p:stCondLst>
                            <p:childTnLst>
                              <p:par>
                                <p:cTn id="104" presetID="22" presetClass="entr" presetSubtype="8" fill="hold" nodeType="afterEffect">
                                  <p:stCondLst>
                                    <p:cond delay="0"/>
                                  </p:stCondLst>
                                  <p:childTnLst>
                                    <p:set>
                                      <p:cBhvr>
                                        <p:cTn id="105" dur="1" fill="hold">
                                          <p:stCondLst>
                                            <p:cond delay="0"/>
                                          </p:stCondLst>
                                        </p:cTn>
                                        <p:tgtEl>
                                          <p:spTgt spid="193564"/>
                                        </p:tgtEl>
                                        <p:attrNameLst>
                                          <p:attrName>style.visibility</p:attrName>
                                        </p:attrNameLst>
                                      </p:cBhvr>
                                      <p:to>
                                        <p:strVal val="visible"/>
                                      </p:to>
                                    </p:set>
                                    <p:animEffect transition="in" filter="wipe(left)">
                                      <p:cBhvr>
                                        <p:cTn id="106" dur="1000"/>
                                        <p:tgtEl>
                                          <p:spTgt spid="193564"/>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93571"/>
                                        </p:tgtEl>
                                        <p:attrNameLst>
                                          <p:attrName>style.visibility</p:attrName>
                                        </p:attrNameLst>
                                      </p:cBhvr>
                                      <p:to>
                                        <p:strVal val="visible"/>
                                      </p:to>
                                    </p:set>
                                    <p:animEffect transition="in" filter="wipe(left)">
                                      <p:cBhvr>
                                        <p:cTn id="111" dur="1000"/>
                                        <p:tgtEl>
                                          <p:spTgt spid="193571"/>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193572"/>
                                        </p:tgtEl>
                                        <p:attrNameLst>
                                          <p:attrName>style.visibility</p:attrName>
                                        </p:attrNameLst>
                                      </p:cBhvr>
                                      <p:to>
                                        <p:strVal val="visible"/>
                                      </p:to>
                                    </p:set>
                                    <p:animEffect transition="in" filter="wipe(left)">
                                      <p:cBhvr>
                                        <p:cTn id="116" dur="1000"/>
                                        <p:tgtEl>
                                          <p:spTgt spid="193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animBg="1"/>
      <p:bldP spid="193539" grpId="0"/>
      <p:bldP spid="193540" grpId="0"/>
      <p:bldP spid="193541" grpId="0"/>
      <p:bldP spid="193542" grpId="0" animBg="1"/>
      <p:bldP spid="193543" grpId="0" animBg="1"/>
      <p:bldP spid="193545" grpId="0" animBg="1"/>
      <p:bldP spid="193556" grpId="0" animBg="1"/>
      <p:bldP spid="193557" grpId="0" animBg="1"/>
      <p:bldP spid="193558" grpId="0" animBg="1"/>
      <p:bldP spid="193560" grpId="0" animBg="1"/>
      <p:bldP spid="193570" grpId="0" animBg="1"/>
      <p:bldP spid="193571" grpId="0"/>
      <p:bldP spid="193573" grpId="0" animBg="1"/>
      <p:bldP spid="19357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 Box 2"/>
          <p:cNvSpPr txBox="1">
            <a:spLocks noChangeArrowheads="1"/>
          </p:cNvSpPr>
          <p:nvPr/>
        </p:nvSpPr>
        <p:spPr bwMode="auto">
          <a:xfrm>
            <a:off x="152400" y="496888"/>
            <a:ext cx="458788" cy="457200"/>
          </a:xfrm>
          <a:prstGeom prst="rect">
            <a:avLst/>
          </a:prstGeom>
          <a:noFill/>
          <a:ln w="9525">
            <a:noFill/>
            <a:miter lim="800000"/>
            <a:headEnd/>
            <a:tailEnd/>
          </a:ln>
        </p:spPr>
        <p:txBody>
          <a:bodyPr lIns="90000" tIns="46800" rIns="90000" bIns="46800">
            <a:spAutoFit/>
          </a:bodyPr>
          <a:lstStyle/>
          <a:p>
            <a:pPr algn="l"/>
            <a:r>
              <a:rPr lang="zh-CN" altLang="en-US" sz="2400" b="1">
                <a:solidFill>
                  <a:srgbClr val="FF0000"/>
                </a:solidFill>
                <a:latin typeface="楷体_GB2312" pitchFamily="49" charset="-122"/>
              </a:rPr>
              <a:t>例</a:t>
            </a:r>
            <a:endParaRPr lang="zh-CN" altLang="en-US" sz="2400">
              <a:solidFill>
                <a:srgbClr val="FF0000"/>
              </a:solidFill>
            </a:endParaRPr>
          </a:p>
        </p:txBody>
      </p:sp>
      <p:sp>
        <p:nvSpPr>
          <p:cNvPr id="189443" name="Text Box 3"/>
          <p:cNvSpPr txBox="1">
            <a:spLocks noChangeArrowheads="1"/>
          </p:cNvSpPr>
          <p:nvPr/>
        </p:nvSpPr>
        <p:spPr bwMode="auto">
          <a:xfrm>
            <a:off x="827088" y="5157788"/>
            <a:ext cx="2374900" cy="457200"/>
          </a:xfrm>
          <a:prstGeom prst="rect">
            <a:avLst/>
          </a:prstGeom>
          <a:noFill/>
          <a:ln w="9525">
            <a:noFill/>
            <a:miter lim="800000"/>
            <a:headEnd/>
            <a:tailEnd/>
          </a:ln>
        </p:spPr>
        <p:txBody>
          <a:bodyPr lIns="90000" tIns="46800" rIns="90000" bIns="46800">
            <a:spAutoFit/>
          </a:bodyPr>
          <a:lstStyle/>
          <a:p>
            <a:pPr algn="l"/>
            <a:r>
              <a:rPr lang="zh-CN" altLang="en-US" sz="2400" b="1"/>
              <a:t>由图可知</a:t>
            </a:r>
            <a:endParaRPr lang="zh-CN" altLang="en-US" sz="2400"/>
          </a:p>
        </p:txBody>
      </p:sp>
      <p:graphicFrame>
        <p:nvGraphicFramePr>
          <p:cNvPr id="189444" name="Object 4"/>
          <p:cNvGraphicFramePr>
            <a:graphicFrameLocks/>
          </p:cNvGraphicFramePr>
          <p:nvPr/>
        </p:nvGraphicFramePr>
        <p:xfrm>
          <a:off x="1331913" y="5646738"/>
          <a:ext cx="960437" cy="730250"/>
        </p:xfrm>
        <a:graphic>
          <a:graphicData uri="http://schemas.openxmlformats.org/presentationml/2006/ole">
            <p:oleObj spid="_x0000_s21506" name="公式" r:id="rId3" imgW="533160" imgH="406080" progId="Equation.3">
              <p:embed/>
            </p:oleObj>
          </a:graphicData>
        </a:graphic>
      </p:graphicFrame>
      <p:graphicFrame>
        <p:nvGraphicFramePr>
          <p:cNvPr id="189445" name="Object 5"/>
          <p:cNvGraphicFramePr>
            <a:graphicFrameLocks/>
          </p:cNvGraphicFramePr>
          <p:nvPr/>
        </p:nvGraphicFramePr>
        <p:xfrm>
          <a:off x="4167188" y="5678488"/>
          <a:ext cx="2627312" cy="730250"/>
        </p:xfrm>
        <a:graphic>
          <a:graphicData uri="http://schemas.openxmlformats.org/presentationml/2006/ole">
            <p:oleObj spid="_x0000_s21507" name="公式" r:id="rId4" imgW="1460160" imgH="406080" progId="Equation.3">
              <p:embed/>
            </p:oleObj>
          </a:graphicData>
        </a:graphic>
      </p:graphicFrame>
      <p:sp>
        <p:nvSpPr>
          <p:cNvPr id="189446" name="Text Box 6"/>
          <p:cNvSpPr txBox="1">
            <a:spLocks noChangeArrowheads="1"/>
          </p:cNvSpPr>
          <p:nvPr/>
        </p:nvSpPr>
        <p:spPr bwMode="auto">
          <a:xfrm>
            <a:off x="152400" y="1441450"/>
            <a:ext cx="458788" cy="457200"/>
          </a:xfrm>
          <a:prstGeom prst="rect">
            <a:avLst/>
          </a:prstGeom>
          <a:noFill/>
          <a:ln w="9525">
            <a:noFill/>
            <a:miter lim="800000"/>
            <a:headEnd/>
            <a:tailEnd/>
          </a:ln>
        </p:spPr>
        <p:txBody>
          <a:bodyPr lIns="90000" tIns="46800" rIns="90000" bIns="46800">
            <a:spAutoFit/>
          </a:bodyPr>
          <a:lstStyle/>
          <a:p>
            <a:pPr algn="l"/>
            <a:r>
              <a:rPr lang="zh-CN" altLang="en-US" sz="2400" b="1">
                <a:solidFill>
                  <a:srgbClr val="FF0000"/>
                </a:solidFill>
                <a:latin typeface="楷体_GB2312" pitchFamily="49" charset="-122"/>
              </a:rPr>
              <a:t>求</a:t>
            </a:r>
            <a:endParaRPr lang="zh-CN" altLang="en-US" sz="2400">
              <a:solidFill>
                <a:srgbClr val="FF0000"/>
              </a:solidFill>
            </a:endParaRPr>
          </a:p>
        </p:txBody>
      </p:sp>
      <p:sp>
        <p:nvSpPr>
          <p:cNvPr id="189447" name="Text Box 7"/>
          <p:cNvSpPr txBox="1">
            <a:spLocks noChangeArrowheads="1"/>
          </p:cNvSpPr>
          <p:nvPr/>
        </p:nvSpPr>
        <p:spPr bwMode="auto">
          <a:xfrm>
            <a:off x="657225" y="476250"/>
            <a:ext cx="8208963" cy="968375"/>
          </a:xfrm>
          <a:prstGeom prst="rect">
            <a:avLst/>
          </a:prstGeom>
          <a:noFill/>
          <a:ln w="9525">
            <a:noFill/>
            <a:miter lim="800000"/>
            <a:headEnd/>
            <a:tailEnd/>
          </a:ln>
        </p:spPr>
        <p:txBody>
          <a:bodyPr>
            <a:spAutoFit/>
          </a:bodyPr>
          <a:lstStyle/>
          <a:p>
            <a:pPr algn="l">
              <a:lnSpc>
                <a:spcPct val="120000"/>
              </a:lnSpc>
            </a:pPr>
            <a:r>
              <a:rPr lang="zh-CN" altLang="en-US" sz="2400" b="1"/>
              <a:t>一物体沿 </a:t>
            </a:r>
            <a:r>
              <a:rPr lang="en-US" altLang="zh-CN" sz="2400" b="1" i="1">
                <a:solidFill>
                  <a:srgbClr val="FF6600"/>
                </a:solidFill>
              </a:rPr>
              <a:t>x </a:t>
            </a:r>
            <a:r>
              <a:rPr lang="zh-CN" altLang="en-US" sz="2400" b="1"/>
              <a:t>轴作简谐振动，振幅为 </a:t>
            </a:r>
            <a:r>
              <a:rPr lang="en-US" altLang="zh-CN" sz="2400" b="1">
                <a:solidFill>
                  <a:srgbClr val="FF6600"/>
                </a:solidFill>
              </a:rPr>
              <a:t>0.12m </a:t>
            </a:r>
            <a:r>
              <a:rPr lang="zh-CN" altLang="en-US" sz="2400" b="1"/>
              <a:t>，周期为 </a:t>
            </a:r>
            <a:r>
              <a:rPr lang="en-US" altLang="zh-CN" sz="2400" b="1">
                <a:solidFill>
                  <a:srgbClr val="FF6600"/>
                </a:solidFill>
              </a:rPr>
              <a:t>2s </a:t>
            </a:r>
            <a:r>
              <a:rPr lang="zh-CN" altLang="en-US" sz="2400" b="1"/>
              <a:t>。当 </a:t>
            </a:r>
            <a:r>
              <a:rPr lang="en-US" altLang="zh-CN" sz="2400" b="1" i="1">
                <a:solidFill>
                  <a:srgbClr val="FF6600"/>
                </a:solidFill>
              </a:rPr>
              <a:t>t </a:t>
            </a:r>
            <a:r>
              <a:rPr lang="en-US" altLang="zh-CN" sz="2400" b="1">
                <a:solidFill>
                  <a:srgbClr val="FF6600"/>
                </a:solidFill>
              </a:rPr>
              <a:t>=</a:t>
            </a:r>
            <a:r>
              <a:rPr lang="en-US" altLang="zh-CN" sz="2400" b="1"/>
              <a:t> </a:t>
            </a:r>
            <a:r>
              <a:rPr lang="en-US" altLang="zh-CN" sz="2400" b="1">
                <a:solidFill>
                  <a:srgbClr val="FF6600"/>
                </a:solidFill>
              </a:rPr>
              <a:t>0 </a:t>
            </a:r>
            <a:r>
              <a:rPr lang="zh-CN" altLang="en-US" sz="2400" b="1"/>
              <a:t>时，位移为 </a:t>
            </a:r>
            <a:r>
              <a:rPr lang="en-US" altLang="zh-CN" sz="2400" b="1">
                <a:solidFill>
                  <a:srgbClr val="FF6600"/>
                </a:solidFill>
              </a:rPr>
              <a:t>0.06m </a:t>
            </a:r>
            <a:r>
              <a:rPr lang="zh-CN" altLang="en-US" sz="2400" b="1"/>
              <a:t>，且向 </a:t>
            </a:r>
            <a:r>
              <a:rPr lang="en-US" altLang="zh-CN" sz="2400" b="1" i="1">
                <a:solidFill>
                  <a:srgbClr val="FF6600"/>
                </a:solidFill>
              </a:rPr>
              <a:t>x </a:t>
            </a:r>
            <a:r>
              <a:rPr lang="zh-CN" altLang="en-US" sz="2400" b="1"/>
              <a:t>轴</a:t>
            </a:r>
            <a:r>
              <a:rPr lang="zh-CN" altLang="en-US" sz="2400" b="1">
                <a:solidFill>
                  <a:srgbClr val="0000FF"/>
                </a:solidFill>
              </a:rPr>
              <a:t>正</a:t>
            </a:r>
            <a:r>
              <a:rPr lang="zh-CN" altLang="en-US" sz="2400" b="1"/>
              <a:t>方向运动。</a:t>
            </a:r>
          </a:p>
        </p:txBody>
      </p:sp>
      <p:sp>
        <p:nvSpPr>
          <p:cNvPr id="189448" name="Text Box 8"/>
          <p:cNvSpPr txBox="1">
            <a:spLocks noChangeArrowheads="1"/>
          </p:cNvSpPr>
          <p:nvPr/>
        </p:nvSpPr>
        <p:spPr bwMode="auto">
          <a:xfrm>
            <a:off x="684213" y="1830388"/>
            <a:ext cx="8208962" cy="968375"/>
          </a:xfrm>
          <a:prstGeom prst="rect">
            <a:avLst/>
          </a:prstGeom>
          <a:noFill/>
          <a:ln w="9525">
            <a:noFill/>
            <a:miter lim="800000"/>
            <a:headEnd/>
            <a:tailEnd/>
          </a:ln>
        </p:spPr>
        <p:txBody>
          <a:bodyPr>
            <a:spAutoFit/>
          </a:bodyPr>
          <a:lstStyle/>
          <a:p>
            <a:pPr algn="l">
              <a:lnSpc>
                <a:spcPct val="120000"/>
              </a:lnSpc>
            </a:pPr>
            <a:r>
              <a:rPr lang="en-US" altLang="zh-CN" sz="2400" b="1"/>
              <a:t>(2)  </a:t>
            </a:r>
            <a:r>
              <a:rPr lang="zh-CN" altLang="en-US" sz="2400" b="1"/>
              <a:t>在 </a:t>
            </a:r>
            <a:r>
              <a:rPr lang="en-US" altLang="zh-CN" sz="2400" b="1" i="1">
                <a:solidFill>
                  <a:srgbClr val="FF6600"/>
                </a:solidFill>
              </a:rPr>
              <a:t>x </a:t>
            </a:r>
            <a:r>
              <a:rPr lang="en-US" altLang="zh-CN" sz="2400" b="1">
                <a:solidFill>
                  <a:srgbClr val="FF6600"/>
                </a:solidFill>
              </a:rPr>
              <a:t>= -0.06m </a:t>
            </a:r>
            <a:r>
              <a:rPr lang="zh-CN" altLang="en-US" sz="2400" b="1"/>
              <a:t>处，且向 </a:t>
            </a:r>
            <a:r>
              <a:rPr lang="en-US" altLang="zh-CN" sz="2400" b="1" i="1">
                <a:solidFill>
                  <a:srgbClr val="FF6600"/>
                </a:solidFill>
              </a:rPr>
              <a:t>x</a:t>
            </a:r>
            <a:r>
              <a:rPr lang="en-US" altLang="zh-CN" sz="2400" b="1" i="1"/>
              <a:t> </a:t>
            </a:r>
            <a:r>
              <a:rPr lang="zh-CN" altLang="en-US" sz="2400" b="1"/>
              <a:t>轴</a:t>
            </a:r>
            <a:r>
              <a:rPr lang="zh-CN" altLang="en-US" sz="2400" b="1">
                <a:solidFill>
                  <a:srgbClr val="0000FF"/>
                </a:solidFill>
              </a:rPr>
              <a:t>负</a:t>
            </a:r>
            <a:r>
              <a:rPr lang="zh-CN" altLang="en-US" sz="2400" b="1"/>
              <a:t>向方向运动时，物体从这一位置回到平衡位置所需的最短时间。        </a:t>
            </a:r>
            <a:endParaRPr lang="zh-CN" altLang="en-US" sz="2400"/>
          </a:p>
        </p:txBody>
      </p:sp>
      <p:sp>
        <p:nvSpPr>
          <p:cNvPr id="189449" name="Text Box 9"/>
          <p:cNvSpPr txBox="1">
            <a:spLocks noChangeArrowheads="1"/>
          </p:cNvSpPr>
          <p:nvPr/>
        </p:nvSpPr>
        <p:spPr bwMode="auto">
          <a:xfrm>
            <a:off x="693738" y="1412875"/>
            <a:ext cx="1943100" cy="530225"/>
          </a:xfrm>
          <a:prstGeom prst="rect">
            <a:avLst/>
          </a:prstGeom>
          <a:noFill/>
          <a:ln w="9525">
            <a:noFill/>
            <a:miter lim="800000"/>
            <a:headEnd/>
            <a:tailEnd/>
          </a:ln>
        </p:spPr>
        <p:txBody>
          <a:bodyPr>
            <a:spAutoFit/>
          </a:bodyPr>
          <a:lstStyle/>
          <a:p>
            <a:pPr algn="l">
              <a:lnSpc>
                <a:spcPct val="120000"/>
              </a:lnSpc>
            </a:pPr>
            <a:r>
              <a:rPr lang="en-US" altLang="zh-CN" sz="2400" b="1"/>
              <a:t>(1)  </a:t>
            </a:r>
            <a:r>
              <a:rPr lang="zh-CN" altLang="en-US" sz="2400" b="1"/>
              <a:t>初相；</a:t>
            </a:r>
            <a:r>
              <a:rPr lang="zh-CN" altLang="en-US" sz="2400"/>
              <a:t> </a:t>
            </a:r>
          </a:p>
        </p:txBody>
      </p:sp>
      <p:graphicFrame>
        <p:nvGraphicFramePr>
          <p:cNvPr id="189450" name="Object 10"/>
          <p:cNvGraphicFramePr>
            <a:graphicFrameLocks/>
          </p:cNvGraphicFramePr>
          <p:nvPr/>
        </p:nvGraphicFramePr>
        <p:xfrm>
          <a:off x="7542213" y="5648325"/>
          <a:ext cx="1141412" cy="730250"/>
        </p:xfrm>
        <a:graphic>
          <a:graphicData uri="http://schemas.openxmlformats.org/presentationml/2006/ole">
            <p:oleObj spid="_x0000_s21508" name="公式" r:id="rId5" imgW="634680" imgH="406080" progId="Equation.3">
              <p:embed/>
            </p:oleObj>
          </a:graphicData>
        </a:graphic>
      </p:graphicFrame>
      <p:sp>
        <p:nvSpPr>
          <p:cNvPr id="189451" name="Text Box 11"/>
          <p:cNvSpPr txBox="1">
            <a:spLocks noChangeArrowheads="1"/>
          </p:cNvSpPr>
          <p:nvPr/>
        </p:nvSpPr>
        <p:spPr bwMode="auto">
          <a:xfrm>
            <a:off x="5156200" y="5229225"/>
            <a:ext cx="2374900" cy="457200"/>
          </a:xfrm>
          <a:prstGeom prst="rect">
            <a:avLst/>
          </a:prstGeom>
          <a:noFill/>
          <a:ln w="9525">
            <a:noFill/>
            <a:miter lim="800000"/>
            <a:headEnd/>
            <a:tailEnd/>
          </a:ln>
        </p:spPr>
        <p:txBody>
          <a:bodyPr lIns="90000" tIns="46800" rIns="90000" bIns="46800">
            <a:spAutoFit/>
          </a:bodyPr>
          <a:lstStyle/>
          <a:p>
            <a:pPr algn="l"/>
            <a:r>
              <a:rPr lang="zh-CN" altLang="en-US" sz="2400" b="1"/>
              <a:t>由图可知</a:t>
            </a:r>
            <a:endParaRPr lang="zh-CN" altLang="en-US" sz="2400"/>
          </a:p>
        </p:txBody>
      </p:sp>
      <p:sp>
        <p:nvSpPr>
          <p:cNvPr id="189452" name="Oval 12"/>
          <p:cNvSpPr>
            <a:spLocks noChangeArrowheads="1"/>
          </p:cNvSpPr>
          <p:nvPr/>
        </p:nvSpPr>
        <p:spPr bwMode="auto">
          <a:xfrm>
            <a:off x="1717675" y="3019425"/>
            <a:ext cx="1993900" cy="1993900"/>
          </a:xfrm>
          <a:prstGeom prst="ellipse">
            <a:avLst/>
          </a:prstGeom>
          <a:noFill/>
          <a:ln w="9525">
            <a:solidFill>
              <a:srgbClr val="9900CC"/>
            </a:solidFill>
            <a:round/>
            <a:headEnd/>
            <a:tailEnd/>
          </a:ln>
        </p:spPr>
        <p:txBody>
          <a:bodyPr wrap="none" anchor="ctr"/>
          <a:lstStyle/>
          <a:p>
            <a:endParaRPr lang="zh-CN" altLang="en-US"/>
          </a:p>
        </p:txBody>
      </p:sp>
      <p:sp>
        <p:nvSpPr>
          <p:cNvPr id="189453" name="Line 13"/>
          <p:cNvSpPr>
            <a:spLocks noChangeShapeType="1"/>
          </p:cNvSpPr>
          <p:nvPr/>
        </p:nvSpPr>
        <p:spPr bwMode="auto">
          <a:xfrm rot="1125738">
            <a:off x="2576513" y="4114800"/>
            <a:ext cx="908050" cy="542925"/>
          </a:xfrm>
          <a:prstGeom prst="line">
            <a:avLst/>
          </a:prstGeom>
          <a:noFill/>
          <a:ln w="38100">
            <a:solidFill>
              <a:srgbClr val="CC0000"/>
            </a:solidFill>
            <a:round/>
            <a:headEnd/>
            <a:tailEnd type="triangle" w="med" len="med"/>
          </a:ln>
        </p:spPr>
        <p:txBody>
          <a:bodyPr/>
          <a:lstStyle/>
          <a:p>
            <a:endParaRPr lang="zh-CN" altLang="en-US"/>
          </a:p>
        </p:txBody>
      </p:sp>
      <p:grpSp>
        <p:nvGrpSpPr>
          <p:cNvPr id="2" name="Group 14"/>
          <p:cNvGrpSpPr>
            <a:grpSpLocks/>
          </p:cNvGrpSpPr>
          <p:nvPr/>
        </p:nvGrpSpPr>
        <p:grpSpPr bwMode="auto">
          <a:xfrm>
            <a:off x="3060700" y="3651250"/>
            <a:ext cx="504825" cy="1128713"/>
            <a:chOff x="1701" y="2164"/>
            <a:chExt cx="318" cy="711"/>
          </a:xfrm>
        </p:grpSpPr>
        <p:graphicFrame>
          <p:nvGraphicFramePr>
            <p:cNvPr id="21517" name="Object 15"/>
            <p:cNvGraphicFramePr>
              <a:graphicFrameLocks noChangeAspect="1"/>
            </p:cNvGraphicFramePr>
            <p:nvPr/>
          </p:nvGraphicFramePr>
          <p:xfrm>
            <a:off x="1701" y="2164"/>
            <a:ext cx="318" cy="247"/>
          </p:xfrm>
          <a:graphic>
            <a:graphicData uri="http://schemas.openxmlformats.org/presentationml/2006/ole">
              <p:oleObj spid="_x0000_s21517" name="公式" r:id="rId6" imgW="279360" imgH="215640" progId="Equation.3">
                <p:embed/>
              </p:oleObj>
            </a:graphicData>
          </a:graphic>
        </p:graphicFrame>
        <p:sp>
          <p:nvSpPr>
            <p:cNvPr id="21551" name="Line 16"/>
            <p:cNvSpPr>
              <a:spLocks noChangeShapeType="1"/>
            </p:cNvSpPr>
            <p:nvPr/>
          </p:nvSpPr>
          <p:spPr bwMode="auto">
            <a:xfrm>
              <a:off x="1882" y="2393"/>
              <a:ext cx="0" cy="482"/>
            </a:xfrm>
            <a:prstGeom prst="line">
              <a:avLst/>
            </a:prstGeom>
            <a:noFill/>
            <a:ln w="28575">
              <a:solidFill>
                <a:schemeClr val="accent2"/>
              </a:solidFill>
              <a:prstDash val="dash"/>
              <a:round/>
              <a:headEnd/>
              <a:tailEnd/>
            </a:ln>
          </p:spPr>
          <p:txBody>
            <a:bodyPr/>
            <a:lstStyle/>
            <a:p>
              <a:endParaRPr lang="zh-CN" altLang="en-US"/>
            </a:p>
          </p:txBody>
        </p:sp>
      </p:grpSp>
      <p:grpSp>
        <p:nvGrpSpPr>
          <p:cNvPr id="3" name="Group 17"/>
          <p:cNvGrpSpPr>
            <a:grpSpLocks/>
          </p:cNvGrpSpPr>
          <p:nvPr/>
        </p:nvGrpSpPr>
        <p:grpSpPr bwMode="auto">
          <a:xfrm>
            <a:off x="3063875" y="3005138"/>
            <a:ext cx="933450" cy="1082675"/>
            <a:chOff x="1703" y="1757"/>
            <a:chExt cx="588" cy="682"/>
          </a:xfrm>
        </p:grpSpPr>
        <p:graphicFrame>
          <p:nvGraphicFramePr>
            <p:cNvPr id="21516" name="Object 18"/>
            <p:cNvGraphicFramePr>
              <a:graphicFrameLocks noChangeAspect="1"/>
            </p:cNvGraphicFramePr>
            <p:nvPr/>
          </p:nvGraphicFramePr>
          <p:xfrm>
            <a:off x="1973" y="1757"/>
            <a:ext cx="318" cy="219"/>
          </p:xfrm>
          <a:graphic>
            <a:graphicData uri="http://schemas.openxmlformats.org/presentationml/2006/ole">
              <p:oleObj spid="_x0000_s21516" name="公式" r:id="rId7" imgW="152280" imgH="139680" progId="Equation.3">
                <p:embed/>
              </p:oleObj>
            </a:graphicData>
          </a:graphic>
        </p:graphicFrame>
        <p:sp>
          <p:nvSpPr>
            <p:cNvPr id="21550" name="Arc 19"/>
            <p:cNvSpPr>
              <a:spLocks/>
            </p:cNvSpPr>
            <p:nvPr/>
          </p:nvSpPr>
          <p:spPr bwMode="auto">
            <a:xfrm rot="1463244">
              <a:off x="1703" y="1858"/>
              <a:ext cx="415" cy="581"/>
            </a:xfrm>
            <a:custGeom>
              <a:avLst/>
              <a:gdLst>
                <a:gd name="T0" fmla="*/ 0 w 15568"/>
                <a:gd name="T1" fmla="*/ 0 h 21600"/>
                <a:gd name="T2" fmla="*/ 0 w 15568"/>
                <a:gd name="T3" fmla="*/ 0 h 21600"/>
                <a:gd name="T4" fmla="*/ 0 w 15568"/>
                <a:gd name="T5" fmla="*/ 0 h 21600"/>
                <a:gd name="T6" fmla="*/ 0 60000 65536"/>
                <a:gd name="T7" fmla="*/ 0 60000 65536"/>
                <a:gd name="T8" fmla="*/ 0 60000 65536"/>
                <a:gd name="T9" fmla="*/ 0 w 15568"/>
                <a:gd name="T10" fmla="*/ 0 h 21600"/>
                <a:gd name="T11" fmla="*/ 15568 w 15568"/>
                <a:gd name="T12" fmla="*/ 21600 h 21600"/>
              </a:gdLst>
              <a:ahLst/>
              <a:cxnLst>
                <a:cxn ang="T6">
                  <a:pos x="T0" y="T1"/>
                </a:cxn>
                <a:cxn ang="T7">
                  <a:pos x="T2" y="T3"/>
                </a:cxn>
                <a:cxn ang="T8">
                  <a:pos x="T4" y="T5"/>
                </a:cxn>
              </a:cxnLst>
              <a:rect l="T9" t="T10" r="T11" b="T12"/>
              <a:pathLst>
                <a:path w="15568" h="21600" fill="none" extrusionOk="0">
                  <a:moveTo>
                    <a:pt x="-1" y="0"/>
                  </a:moveTo>
                  <a:cubicBezTo>
                    <a:pt x="5874" y="0"/>
                    <a:pt x="11495" y="2392"/>
                    <a:pt x="15568" y="6626"/>
                  </a:cubicBezTo>
                </a:path>
                <a:path w="15568" h="21600" stroke="0" extrusionOk="0">
                  <a:moveTo>
                    <a:pt x="-1" y="0"/>
                  </a:moveTo>
                  <a:cubicBezTo>
                    <a:pt x="5874" y="0"/>
                    <a:pt x="11495" y="2392"/>
                    <a:pt x="15568" y="6626"/>
                  </a:cubicBezTo>
                  <a:lnTo>
                    <a:pt x="0" y="21600"/>
                  </a:lnTo>
                  <a:close/>
                </a:path>
              </a:pathLst>
            </a:custGeom>
            <a:noFill/>
            <a:ln w="9525">
              <a:solidFill>
                <a:srgbClr val="FF6600"/>
              </a:solidFill>
              <a:round/>
              <a:headEnd type="triangle" w="med" len="med"/>
              <a:tailEnd/>
            </a:ln>
          </p:spPr>
          <p:txBody>
            <a:bodyPr wrap="none" anchor="ctr"/>
            <a:lstStyle/>
            <a:p>
              <a:endParaRPr lang="zh-CN" altLang="en-US"/>
            </a:p>
          </p:txBody>
        </p:sp>
      </p:grpSp>
      <p:grpSp>
        <p:nvGrpSpPr>
          <p:cNvPr id="4" name="Group 20"/>
          <p:cNvGrpSpPr>
            <a:grpSpLocks/>
          </p:cNvGrpSpPr>
          <p:nvPr/>
        </p:nvGrpSpPr>
        <p:grpSpPr bwMode="auto">
          <a:xfrm>
            <a:off x="2413000" y="3798888"/>
            <a:ext cx="835025" cy="568325"/>
            <a:chOff x="1293" y="2257"/>
            <a:chExt cx="526" cy="358"/>
          </a:xfrm>
        </p:grpSpPr>
        <p:sp>
          <p:nvSpPr>
            <p:cNvPr id="21549" name="Arc 21"/>
            <p:cNvSpPr>
              <a:spLocks/>
            </p:cNvSpPr>
            <p:nvPr/>
          </p:nvSpPr>
          <p:spPr bwMode="auto">
            <a:xfrm rot="2085354">
              <a:off x="1293" y="2257"/>
              <a:ext cx="290" cy="358"/>
            </a:xfrm>
            <a:custGeom>
              <a:avLst/>
              <a:gdLst>
                <a:gd name="T0" fmla="*/ 0 w 20874"/>
                <a:gd name="T1" fmla="*/ 0 h 10573"/>
                <a:gd name="T2" fmla="*/ 0 w 20874"/>
                <a:gd name="T3" fmla="*/ 0 h 10573"/>
                <a:gd name="T4" fmla="*/ 0 w 20874"/>
                <a:gd name="T5" fmla="*/ 0 h 10573"/>
                <a:gd name="T6" fmla="*/ 0 60000 65536"/>
                <a:gd name="T7" fmla="*/ 0 60000 65536"/>
                <a:gd name="T8" fmla="*/ 0 60000 65536"/>
                <a:gd name="T9" fmla="*/ 0 w 20874"/>
                <a:gd name="T10" fmla="*/ 0 h 10573"/>
                <a:gd name="T11" fmla="*/ 20874 w 20874"/>
                <a:gd name="T12" fmla="*/ 10573 h 10573"/>
              </a:gdLst>
              <a:ahLst/>
              <a:cxnLst>
                <a:cxn ang="T6">
                  <a:pos x="T0" y="T1"/>
                </a:cxn>
                <a:cxn ang="T7">
                  <a:pos x="T2" y="T3"/>
                </a:cxn>
                <a:cxn ang="T8">
                  <a:pos x="T4" y="T5"/>
                </a:cxn>
              </a:cxnLst>
              <a:rect l="T9" t="T10" r="T11" b="T12"/>
              <a:pathLst>
                <a:path w="20874" h="10573" fill="none" extrusionOk="0">
                  <a:moveTo>
                    <a:pt x="18835" y="-1"/>
                  </a:moveTo>
                  <a:cubicBezTo>
                    <a:pt x="19722" y="1580"/>
                    <a:pt x="20407" y="3266"/>
                    <a:pt x="20873" y="5018"/>
                  </a:cubicBezTo>
                </a:path>
                <a:path w="20874" h="10573" stroke="0" extrusionOk="0">
                  <a:moveTo>
                    <a:pt x="18835" y="-1"/>
                  </a:moveTo>
                  <a:cubicBezTo>
                    <a:pt x="19722" y="1580"/>
                    <a:pt x="20407" y="3266"/>
                    <a:pt x="20873" y="5018"/>
                  </a:cubicBezTo>
                  <a:lnTo>
                    <a:pt x="0" y="10573"/>
                  </a:lnTo>
                  <a:close/>
                </a:path>
              </a:pathLst>
            </a:custGeom>
            <a:noFill/>
            <a:ln w="9525">
              <a:solidFill>
                <a:schemeClr val="tx1"/>
              </a:solidFill>
              <a:round/>
              <a:headEnd type="triangle" w="med" len="med"/>
              <a:tailEnd/>
            </a:ln>
          </p:spPr>
          <p:txBody>
            <a:bodyPr wrap="none" anchor="ctr"/>
            <a:lstStyle/>
            <a:p>
              <a:endParaRPr lang="zh-CN" altLang="en-US"/>
            </a:p>
          </p:txBody>
        </p:sp>
        <p:graphicFrame>
          <p:nvGraphicFramePr>
            <p:cNvPr id="21515" name="Object 22"/>
            <p:cNvGraphicFramePr>
              <a:graphicFrameLocks noChangeAspect="1"/>
            </p:cNvGraphicFramePr>
            <p:nvPr/>
          </p:nvGraphicFramePr>
          <p:xfrm>
            <a:off x="1610" y="2387"/>
            <a:ext cx="209" cy="201"/>
          </p:xfrm>
          <a:graphic>
            <a:graphicData uri="http://schemas.openxmlformats.org/presentationml/2006/ole">
              <p:oleObj spid="_x0000_s21515" name="公式" r:id="rId8" imgW="139680" imgH="164880" progId="Equation.3">
                <p:embed/>
              </p:oleObj>
            </a:graphicData>
          </a:graphic>
        </p:graphicFrame>
      </p:grpSp>
      <p:grpSp>
        <p:nvGrpSpPr>
          <p:cNvPr id="5" name="Group 23"/>
          <p:cNvGrpSpPr>
            <a:grpSpLocks/>
          </p:cNvGrpSpPr>
          <p:nvPr/>
        </p:nvGrpSpPr>
        <p:grpSpPr bwMode="auto">
          <a:xfrm>
            <a:off x="1547813" y="3941763"/>
            <a:ext cx="2736850" cy="396875"/>
            <a:chOff x="748" y="2347"/>
            <a:chExt cx="1724" cy="250"/>
          </a:xfrm>
        </p:grpSpPr>
        <p:sp>
          <p:nvSpPr>
            <p:cNvPr id="21548" name="Line 24"/>
            <p:cNvSpPr>
              <a:spLocks noChangeShapeType="1"/>
            </p:cNvSpPr>
            <p:nvPr/>
          </p:nvSpPr>
          <p:spPr bwMode="auto">
            <a:xfrm>
              <a:off x="748" y="2390"/>
              <a:ext cx="1588" cy="0"/>
            </a:xfrm>
            <a:prstGeom prst="line">
              <a:avLst/>
            </a:prstGeom>
            <a:noFill/>
            <a:ln w="19050">
              <a:solidFill>
                <a:schemeClr val="tx2"/>
              </a:solidFill>
              <a:round/>
              <a:headEnd/>
              <a:tailEnd type="triangle" w="med" len="med"/>
            </a:ln>
          </p:spPr>
          <p:txBody>
            <a:bodyPr/>
            <a:lstStyle/>
            <a:p>
              <a:endParaRPr lang="zh-CN" altLang="en-US"/>
            </a:p>
          </p:txBody>
        </p:sp>
        <p:graphicFrame>
          <p:nvGraphicFramePr>
            <p:cNvPr id="21513" name="Object 25"/>
            <p:cNvGraphicFramePr>
              <a:graphicFrameLocks noChangeAspect="1"/>
            </p:cNvGraphicFramePr>
            <p:nvPr/>
          </p:nvGraphicFramePr>
          <p:xfrm>
            <a:off x="2200" y="2393"/>
            <a:ext cx="272" cy="204"/>
          </p:xfrm>
          <a:graphic>
            <a:graphicData uri="http://schemas.openxmlformats.org/presentationml/2006/ole">
              <p:oleObj spid="_x0000_s21513" name="公式" r:id="rId9" imgW="139680" imgH="139680" progId="Equation.3">
                <p:embed/>
              </p:oleObj>
            </a:graphicData>
          </a:graphic>
        </p:graphicFrame>
        <p:graphicFrame>
          <p:nvGraphicFramePr>
            <p:cNvPr id="21514" name="Object 26"/>
            <p:cNvGraphicFramePr>
              <a:graphicFrameLocks noChangeAspect="1"/>
            </p:cNvGraphicFramePr>
            <p:nvPr/>
          </p:nvGraphicFramePr>
          <p:xfrm>
            <a:off x="1266" y="2347"/>
            <a:ext cx="299" cy="247"/>
          </p:xfrm>
          <a:graphic>
            <a:graphicData uri="http://schemas.openxmlformats.org/presentationml/2006/ole">
              <p:oleObj spid="_x0000_s21514" name="公式" r:id="rId10" imgW="126720" imgH="139680" progId="Equation.3">
                <p:embed/>
              </p:oleObj>
            </a:graphicData>
          </a:graphic>
        </p:graphicFrame>
      </p:grpSp>
      <p:grpSp>
        <p:nvGrpSpPr>
          <p:cNvPr id="6" name="Group 27"/>
          <p:cNvGrpSpPr>
            <a:grpSpLocks/>
          </p:cNvGrpSpPr>
          <p:nvPr/>
        </p:nvGrpSpPr>
        <p:grpSpPr bwMode="auto">
          <a:xfrm>
            <a:off x="5595938" y="3214688"/>
            <a:ext cx="654050" cy="1157287"/>
            <a:chOff x="3424" y="1771"/>
            <a:chExt cx="412" cy="729"/>
          </a:xfrm>
        </p:grpSpPr>
        <p:graphicFrame>
          <p:nvGraphicFramePr>
            <p:cNvPr id="21512" name="Object 28"/>
            <p:cNvGraphicFramePr>
              <a:graphicFrameLocks noChangeAspect="1"/>
            </p:cNvGraphicFramePr>
            <p:nvPr/>
          </p:nvGraphicFramePr>
          <p:xfrm>
            <a:off x="3424" y="2274"/>
            <a:ext cx="412" cy="226"/>
          </p:xfrm>
          <a:graphic>
            <a:graphicData uri="http://schemas.openxmlformats.org/presentationml/2006/ole">
              <p:oleObj spid="_x0000_s21512" name="公式" r:id="rId11" imgW="393480" imgH="215640" progId="Equation.3">
                <p:embed/>
              </p:oleObj>
            </a:graphicData>
          </a:graphic>
        </p:graphicFrame>
        <p:sp>
          <p:nvSpPr>
            <p:cNvPr id="21547" name="Line 29"/>
            <p:cNvSpPr>
              <a:spLocks noChangeShapeType="1"/>
            </p:cNvSpPr>
            <p:nvPr/>
          </p:nvSpPr>
          <p:spPr bwMode="auto">
            <a:xfrm>
              <a:off x="3682" y="1771"/>
              <a:ext cx="0" cy="528"/>
            </a:xfrm>
            <a:prstGeom prst="line">
              <a:avLst/>
            </a:prstGeom>
            <a:noFill/>
            <a:ln w="28575">
              <a:solidFill>
                <a:schemeClr val="accent2"/>
              </a:solidFill>
              <a:prstDash val="dash"/>
              <a:round/>
              <a:headEnd/>
              <a:tailEnd/>
            </a:ln>
          </p:spPr>
          <p:txBody>
            <a:bodyPr/>
            <a:lstStyle/>
            <a:p>
              <a:endParaRPr lang="zh-CN" altLang="en-US"/>
            </a:p>
          </p:txBody>
        </p:sp>
      </p:grpSp>
      <p:grpSp>
        <p:nvGrpSpPr>
          <p:cNvPr id="7" name="Group 30"/>
          <p:cNvGrpSpPr>
            <a:grpSpLocks/>
          </p:cNvGrpSpPr>
          <p:nvPr/>
        </p:nvGrpSpPr>
        <p:grpSpPr bwMode="auto">
          <a:xfrm>
            <a:off x="5235575" y="3294063"/>
            <a:ext cx="1195388" cy="600075"/>
            <a:chOff x="3197" y="1821"/>
            <a:chExt cx="753" cy="378"/>
          </a:xfrm>
        </p:grpSpPr>
        <p:graphicFrame>
          <p:nvGraphicFramePr>
            <p:cNvPr id="21511" name="Object 31"/>
            <p:cNvGraphicFramePr>
              <a:graphicFrameLocks noChangeAspect="1"/>
            </p:cNvGraphicFramePr>
            <p:nvPr/>
          </p:nvGraphicFramePr>
          <p:xfrm>
            <a:off x="3197" y="1866"/>
            <a:ext cx="329" cy="226"/>
          </p:xfrm>
          <a:graphic>
            <a:graphicData uri="http://schemas.openxmlformats.org/presentationml/2006/ole">
              <p:oleObj spid="_x0000_s21511" name="公式" r:id="rId12" imgW="152280" imgH="139680" progId="Equation.3">
                <p:embed/>
              </p:oleObj>
            </a:graphicData>
          </a:graphic>
        </p:graphicFrame>
        <p:sp>
          <p:nvSpPr>
            <p:cNvPr id="21546" name="Arc 32"/>
            <p:cNvSpPr>
              <a:spLocks/>
            </p:cNvSpPr>
            <p:nvPr/>
          </p:nvSpPr>
          <p:spPr bwMode="auto">
            <a:xfrm rot="-4861287">
              <a:off x="3473" y="1722"/>
              <a:ext cx="378" cy="576"/>
            </a:xfrm>
            <a:custGeom>
              <a:avLst/>
              <a:gdLst>
                <a:gd name="T0" fmla="*/ 0 w 14163"/>
                <a:gd name="T1" fmla="*/ 0 h 21600"/>
                <a:gd name="T2" fmla="*/ 0 w 14163"/>
                <a:gd name="T3" fmla="*/ 0 h 21600"/>
                <a:gd name="T4" fmla="*/ 0 w 14163"/>
                <a:gd name="T5" fmla="*/ 0 h 21600"/>
                <a:gd name="T6" fmla="*/ 0 60000 65536"/>
                <a:gd name="T7" fmla="*/ 0 60000 65536"/>
                <a:gd name="T8" fmla="*/ 0 60000 65536"/>
                <a:gd name="T9" fmla="*/ 0 w 14163"/>
                <a:gd name="T10" fmla="*/ 0 h 21600"/>
                <a:gd name="T11" fmla="*/ 14163 w 14163"/>
                <a:gd name="T12" fmla="*/ 21600 h 21600"/>
              </a:gdLst>
              <a:ahLst/>
              <a:cxnLst>
                <a:cxn ang="T6">
                  <a:pos x="T0" y="T1"/>
                </a:cxn>
                <a:cxn ang="T7">
                  <a:pos x="T2" y="T3"/>
                </a:cxn>
                <a:cxn ang="T8">
                  <a:pos x="T4" y="T5"/>
                </a:cxn>
              </a:cxnLst>
              <a:rect l="T9" t="T10" r="T11" b="T12"/>
              <a:pathLst>
                <a:path w="14163" h="21600" fill="none" extrusionOk="0">
                  <a:moveTo>
                    <a:pt x="-1" y="0"/>
                  </a:moveTo>
                  <a:cubicBezTo>
                    <a:pt x="5204" y="0"/>
                    <a:pt x="10233" y="1878"/>
                    <a:pt x="14162" y="5291"/>
                  </a:cubicBezTo>
                </a:path>
                <a:path w="14163" h="21600" stroke="0" extrusionOk="0">
                  <a:moveTo>
                    <a:pt x="-1" y="0"/>
                  </a:moveTo>
                  <a:cubicBezTo>
                    <a:pt x="5204" y="0"/>
                    <a:pt x="10233" y="1878"/>
                    <a:pt x="14162" y="5291"/>
                  </a:cubicBezTo>
                  <a:lnTo>
                    <a:pt x="0" y="21600"/>
                  </a:lnTo>
                  <a:close/>
                </a:path>
              </a:pathLst>
            </a:custGeom>
            <a:noFill/>
            <a:ln w="9525">
              <a:solidFill>
                <a:srgbClr val="FF6600"/>
              </a:solidFill>
              <a:round/>
              <a:headEnd type="triangle" w="med" len="med"/>
              <a:tailEnd/>
            </a:ln>
          </p:spPr>
          <p:txBody>
            <a:bodyPr wrap="none" anchor="ctr"/>
            <a:lstStyle/>
            <a:p>
              <a:endParaRPr lang="zh-CN" altLang="en-US"/>
            </a:p>
          </p:txBody>
        </p:sp>
      </p:grpSp>
      <p:grpSp>
        <p:nvGrpSpPr>
          <p:cNvPr id="8" name="Group 33"/>
          <p:cNvGrpSpPr>
            <a:grpSpLocks/>
          </p:cNvGrpSpPr>
          <p:nvPr/>
        </p:nvGrpSpPr>
        <p:grpSpPr bwMode="auto">
          <a:xfrm>
            <a:off x="6099175" y="3744913"/>
            <a:ext cx="723900" cy="903287"/>
            <a:chOff x="3741" y="2105"/>
            <a:chExt cx="456" cy="569"/>
          </a:xfrm>
        </p:grpSpPr>
        <p:sp>
          <p:nvSpPr>
            <p:cNvPr id="21545" name="Arc 34"/>
            <p:cNvSpPr>
              <a:spLocks/>
            </p:cNvSpPr>
            <p:nvPr/>
          </p:nvSpPr>
          <p:spPr bwMode="auto">
            <a:xfrm rot="-8166400">
              <a:off x="3889" y="2105"/>
              <a:ext cx="308" cy="408"/>
            </a:xfrm>
            <a:custGeom>
              <a:avLst/>
              <a:gdLst>
                <a:gd name="T0" fmla="*/ 0 w 18496"/>
                <a:gd name="T1" fmla="*/ 0 h 21600"/>
                <a:gd name="T2" fmla="*/ 0 w 18496"/>
                <a:gd name="T3" fmla="*/ 0 h 21600"/>
                <a:gd name="T4" fmla="*/ 0 w 18496"/>
                <a:gd name="T5" fmla="*/ 0 h 21600"/>
                <a:gd name="T6" fmla="*/ 0 60000 65536"/>
                <a:gd name="T7" fmla="*/ 0 60000 65536"/>
                <a:gd name="T8" fmla="*/ 0 60000 65536"/>
                <a:gd name="T9" fmla="*/ 0 w 18496"/>
                <a:gd name="T10" fmla="*/ 0 h 21600"/>
                <a:gd name="T11" fmla="*/ 18496 w 18496"/>
                <a:gd name="T12" fmla="*/ 21600 h 21600"/>
              </a:gdLst>
              <a:ahLst/>
              <a:cxnLst>
                <a:cxn ang="T6">
                  <a:pos x="T0" y="T1"/>
                </a:cxn>
                <a:cxn ang="T7">
                  <a:pos x="T2" y="T3"/>
                </a:cxn>
                <a:cxn ang="T8">
                  <a:pos x="T4" y="T5"/>
                </a:cxn>
              </a:cxnLst>
              <a:rect l="T9" t="T10" r="T11" b="T12"/>
              <a:pathLst>
                <a:path w="18496" h="21600" fill="none" extrusionOk="0">
                  <a:moveTo>
                    <a:pt x="-1" y="0"/>
                  </a:moveTo>
                  <a:cubicBezTo>
                    <a:pt x="7569" y="0"/>
                    <a:pt x="14586" y="3962"/>
                    <a:pt x="18496" y="10443"/>
                  </a:cubicBezTo>
                </a:path>
                <a:path w="18496" h="21600" stroke="0" extrusionOk="0">
                  <a:moveTo>
                    <a:pt x="-1" y="0"/>
                  </a:moveTo>
                  <a:cubicBezTo>
                    <a:pt x="7569" y="0"/>
                    <a:pt x="14586" y="3962"/>
                    <a:pt x="18496" y="10443"/>
                  </a:cubicBezTo>
                  <a:lnTo>
                    <a:pt x="0" y="21600"/>
                  </a:lnTo>
                  <a:close/>
                </a:path>
              </a:pathLst>
            </a:custGeom>
            <a:noFill/>
            <a:ln w="9525">
              <a:solidFill>
                <a:schemeClr val="tx1"/>
              </a:solidFill>
              <a:round/>
              <a:headEnd type="triangle" w="med" len="med"/>
              <a:tailEnd/>
            </a:ln>
          </p:spPr>
          <p:txBody>
            <a:bodyPr wrap="none" anchor="ctr"/>
            <a:lstStyle/>
            <a:p>
              <a:endParaRPr lang="zh-CN" altLang="en-US"/>
            </a:p>
          </p:txBody>
        </p:sp>
        <p:graphicFrame>
          <p:nvGraphicFramePr>
            <p:cNvPr id="21510" name="Object 35"/>
            <p:cNvGraphicFramePr>
              <a:graphicFrameLocks noChangeAspect="1"/>
            </p:cNvGraphicFramePr>
            <p:nvPr/>
          </p:nvGraphicFramePr>
          <p:xfrm>
            <a:off x="3741" y="2456"/>
            <a:ext cx="226" cy="218"/>
          </p:xfrm>
          <a:graphic>
            <a:graphicData uri="http://schemas.openxmlformats.org/presentationml/2006/ole">
              <p:oleObj spid="_x0000_s21510" name="公式" r:id="rId13" imgW="241200" imgH="203040" progId="Equation.3">
                <p:embed/>
              </p:oleObj>
            </a:graphicData>
          </a:graphic>
        </p:graphicFrame>
      </p:grpSp>
      <p:grpSp>
        <p:nvGrpSpPr>
          <p:cNvPr id="9" name="Group 36"/>
          <p:cNvGrpSpPr>
            <a:grpSpLocks/>
          </p:cNvGrpSpPr>
          <p:nvPr/>
        </p:nvGrpSpPr>
        <p:grpSpPr bwMode="auto">
          <a:xfrm>
            <a:off x="5378450" y="3062288"/>
            <a:ext cx="2449513" cy="1993900"/>
            <a:chOff x="3388" y="1929"/>
            <a:chExt cx="1543" cy="1256"/>
          </a:xfrm>
        </p:grpSpPr>
        <p:grpSp>
          <p:nvGrpSpPr>
            <p:cNvPr id="21542" name="Group 37"/>
            <p:cNvGrpSpPr>
              <a:grpSpLocks/>
            </p:cNvGrpSpPr>
            <p:nvPr/>
          </p:nvGrpSpPr>
          <p:grpSpPr bwMode="auto">
            <a:xfrm>
              <a:off x="3388" y="1929"/>
              <a:ext cx="1543" cy="1256"/>
              <a:chOff x="3287" y="1675"/>
              <a:chExt cx="1543" cy="1256"/>
            </a:xfrm>
          </p:grpSpPr>
          <p:sp>
            <p:nvSpPr>
              <p:cNvPr id="21543" name="Oval 38"/>
              <p:cNvSpPr>
                <a:spLocks noChangeArrowheads="1"/>
              </p:cNvSpPr>
              <p:nvPr/>
            </p:nvSpPr>
            <p:spPr bwMode="auto">
              <a:xfrm>
                <a:off x="3394" y="1675"/>
                <a:ext cx="1256" cy="1256"/>
              </a:xfrm>
              <a:prstGeom prst="ellipse">
                <a:avLst/>
              </a:prstGeom>
              <a:noFill/>
              <a:ln w="9525">
                <a:solidFill>
                  <a:srgbClr val="9900CC"/>
                </a:solidFill>
                <a:round/>
                <a:headEnd/>
                <a:tailEnd/>
              </a:ln>
            </p:spPr>
            <p:txBody>
              <a:bodyPr wrap="none" anchor="ctr"/>
              <a:lstStyle/>
              <a:p>
                <a:endParaRPr lang="zh-CN" altLang="en-US"/>
              </a:p>
            </p:txBody>
          </p:sp>
          <p:sp>
            <p:nvSpPr>
              <p:cNvPr id="21544" name="Line 39"/>
              <p:cNvSpPr>
                <a:spLocks noChangeShapeType="1"/>
              </p:cNvSpPr>
              <p:nvPr/>
            </p:nvSpPr>
            <p:spPr bwMode="auto">
              <a:xfrm>
                <a:off x="3287" y="2299"/>
                <a:ext cx="1543" cy="0"/>
              </a:xfrm>
              <a:prstGeom prst="line">
                <a:avLst/>
              </a:prstGeom>
              <a:noFill/>
              <a:ln w="19050">
                <a:solidFill>
                  <a:schemeClr val="tx2"/>
                </a:solidFill>
                <a:round/>
                <a:headEnd/>
                <a:tailEnd type="triangle" w="med" len="med"/>
              </a:ln>
            </p:spPr>
            <p:txBody>
              <a:bodyPr/>
              <a:lstStyle/>
              <a:p>
                <a:endParaRPr lang="zh-CN" altLang="en-US"/>
              </a:p>
            </p:txBody>
          </p:sp>
        </p:grpSp>
        <p:graphicFrame>
          <p:nvGraphicFramePr>
            <p:cNvPr id="21509" name="Object 40"/>
            <p:cNvGraphicFramePr>
              <a:graphicFrameLocks noChangeAspect="1"/>
            </p:cNvGraphicFramePr>
            <p:nvPr/>
          </p:nvGraphicFramePr>
          <p:xfrm>
            <a:off x="4114" y="2568"/>
            <a:ext cx="272" cy="224"/>
          </p:xfrm>
          <a:graphic>
            <a:graphicData uri="http://schemas.openxmlformats.org/presentationml/2006/ole">
              <p:oleObj spid="_x0000_s21509" name="公式" r:id="rId14" imgW="126720" imgH="139680" progId="Equation.3">
                <p:embed/>
              </p:oleObj>
            </a:graphicData>
          </a:graphic>
        </p:graphicFrame>
      </p:grpSp>
      <p:grpSp>
        <p:nvGrpSpPr>
          <p:cNvPr id="11" name="Group 41"/>
          <p:cNvGrpSpPr>
            <a:grpSpLocks/>
          </p:cNvGrpSpPr>
          <p:nvPr/>
        </p:nvGrpSpPr>
        <p:grpSpPr bwMode="auto">
          <a:xfrm>
            <a:off x="5857875" y="3311525"/>
            <a:ext cx="998538" cy="1652588"/>
            <a:chOff x="3589" y="1832"/>
            <a:chExt cx="629" cy="1041"/>
          </a:xfrm>
        </p:grpSpPr>
        <p:sp>
          <p:nvSpPr>
            <p:cNvPr id="21540" name="Line 42"/>
            <p:cNvSpPr>
              <a:spLocks noChangeShapeType="1"/>
            </p:cNvSpPr>
            <p:nvPr/>
          </p:nvSpPr>
          <p:spPr bwMode="auto">
            <a:xfrm rot="1125738">
              <a:off x="3589" y="1832"/>
              <a:ext cx="508" cy="406"/>
            </a:xfrm>
            <a:prstGeom prst="line">
              <a:avLst/>
            </a:prstGeom>
            <a:noFill/>
            <a:ln w="28575">
              <a:solidFill>
                <a:srgbClr val="CC0000"/>
              </a:solidFill>
              <a:round/>
              <a:headEnd type="arrow" w="med" len="med"/>
              <a:tailEnd/>
            </a:ln>
          </p:spPr>
          <p:txBody>
            <a:bodyPr/>
            <a:lstStyle/>
            <a:p>
              <a:endParaRPr lang="zh-CN" altLang="en-US"/>
            </a:p>
          </p:txBody>
        </p:sp>
        <p:sp>
          <p:nvSpPr>
            <p:cNvPr id="21541" name="Line 43"/>
            <p:cNvSpPr>
              <a:spLocks noChangeShapeType="1"/>
            </p:cNvSpPr>
            <p:nvPr/>
          </p:nvSpPr>
          <p:spPr bwMode="auto">
            <a:xfrm rot="-7715840">
              <a:off x="3761" y="2416"/>
              <a:ext cx="508" cy="406"/>
            </a:xfrm>
            <a:prstGeom prst="line">
              <a:avLst/>
            </a:prstGeom>
            <a:noFill/>
            <a:ln w="28575">
              <a:solidFill>
                <a:srgbClr val="CC0000"/>
              </a:solidFill>
              <a:round/>
              <a:headEnd type="arrow" w="med" len="med"/>
              <a:tailEnd/>
            </a:ln>
          </p:spPr>
          <p:txBody>
            <a:bodyPr/>
            <a:lstStyle/>
            <a:p>
              <a:endParaRPr lang="zh-CN" altLang="en-US"/>
            </a:p>
          </p:txBody>
        </p:sp>
      </p:grpSp>
      <p:sp>
        <p:nvSpPr>
          <p:cNvPr id="189484" name="Text Box 44"/>
          <p:cNvSpPr txBox="1">
            <a:spLocks noChangeArrowheads="1"/>
          </p:cNvSpPr>
          <p:nvPr/>
        </p:nvSpPr>
        <p:spPr bwMode="auto">
          <a:xfrm>
            <a:off x="971550" y="3106738"/>
            <a:ext cx="1008063" cy="457200"/>
          </a:xfrm>
          <a:prstGeom prst="rect">
            <a:avLst/>
          </a:prstGeom>
          <a:noFill/>
          <a:ln w="9525">
            <a:noFill/>
            <a:miter lim="800000"/>
            <a:headEnd/>
            <a:tailEnd/>
          </a:ln>
        </p:spPr>
        <p:txBody>
          <a:bodyPr lIns="90000" tIns="46800" rIns="90000" bIns="46800">
            <a:spAutoFit/>
          </a:bodyPr>
          <a:lstStyle/>
          <a:p>
            <a:pPr algn="l"/>
            <a:r>
              <a:rPr lang="en-US" altLang="zh-CN" sz="2400" b="1"/>
              <a:t>(1)</a:t>
            </a:r>
            <a:r>
              <a:rPr lang="zh-CN" altLang="en-US" sz="2400" b="1"/>
              <a:t>图</a:t>
            </a:r>
            <a:endParaRPr lang="zh-CN" altLang="en-US" sz="2400"/>
          </a:p>
        </p:txBody>
      </p:sp>
      <p:sp>
        <p:nvSpPr>
          <p:cNvPr id="189485" name="Text Box 45"/>
          <p:cNvSpPr txBox="1">
            <a:spLocks noChangeArrowheads="1"/>
          </p:cNvSpPr>
          <p:nvPr/>
        </p:nvSpPr>
        <p:spPr bwMode="auto">
          <a:xfrm>
            <a:off x="198438" y="2792413"/>
            <a:ext cx="458787" cy="457200"/>
          </a:xfrm>
          <a:prstGeom prst="rect">
            <a:avLst/>
          </a:prstGeom>
          <a:noFill/>
          <a:ln w="9525">
            <a:noFill/>
            <a:miter lim="800000"/>
            <a:headEnd/>
            <a:tailEnd/>
          </a:ln>
        </p:spPr>
        <p:txBody>
          <a:bodyPr lIns="90000" tIns="46800" rIns="90000" bIns="46800">
            <a:spAutoFit/>
          </a:bodyPr>
          <a:lstStyle/>
          <a:p>
            <a:pPr algn="l"/>
            <a:r>
              <a:rPr lang="zh-CN" altLang="en-US" sz="2400" b="1">
                <a:solidFill>
                  <a:srgbClr val="FF0000"/>
                </a:solidFill>
                <a:latin typeface="楷体_GB2312" pitchFamily="49" charset="-122"/>
              </a:rPr>
              <a:t>解</a:t>
            </a:r>
            <a:endParaRPr lang="zh-CN" altLang="en-US" sz="2400">
              <a:solidFill>
                <a:srgbClr val="FF0000"/>
              </a:solidFill>
            </a:endParaRPr>
          </a:p>
        </p:txBody>
      </p:sp>
      <p:sp>
        <p:nvSpPr>
          <p:cNvPr id="189486" name="Text Box 46"/>
          <p:cNvSpPr txBox="1">
            <a:spLocks noChangeArrowheads="1"/>
          </p:cNvSpPr>
          <p:nvPr/>
        </p:nvSpPr>
        <p:spPr bwMode="auto">
          <a:xfrm>
            <a:off x="4572000" y="3106738"/>
            <a:ext cx="1331913" cy="457200"/>
          </a:xfrm>
          <a:prstGeom prst="rect">
            <a:avLst/>
          </a:prstGeom>
          <a:noFill/>
          <a:ln w="9525">
            <a:noFill/>
            <a:miter lim="800000"/>
            <a:headEnd/>
            <a:tailEnd/>
          </a:ln>
        </p:spPr>
        <p:txBody>
          <a:bodyPr lIns="90000" tIns="46800" rIns="90000" bIns="46800">
            <a:spAutoFit/>
          </a:bodyPr>
          <a:lstStyle/>
          <a:p>
            <a:pPr algn="l"/>
            <a:r>
              <a:rPr lang="en-US" altLang="zh-CN" sz="2400" b="1"/>
              <a:t>(2)</a:t>
            </a:r>
            <a:r>
              <a:rPr lang="zh-CN" altLang="en-US" sz="2400" b="1"/>
              <a:t>图</a:t>
            </a:r>
            <a:endParaRPr lang="zh-CN" altLang="en-US" sz="2400"/>
          </a:p>
        </p:txBody>
      </p:sp>
      <p:sp>
        <p:nvSpPr>
          <p:cNvPr id="189487" name="AutoShape 47"/>
          <p:cNvSpPr>
            <a:spLocks noChangeArrowheads="1"/>
          </p:cNvSpPr>
          <p:nvPr/>
        </p:nvSpPr>
        <p:spPr bwMode="auto">
          <a:xfrm>
            <a:off x="6929438" y="5994400"/>
            <a:ext cx="539750" cy="90488"/>
          </a:xfrm>
          <a:prstGeom prst="rightArrow">
            <a:avLst>
              <a:gd name="adj1" fmla="val 50000"/>
              <a:gd name="adj2" fmla="val 149122"/>
            </a:avLst>
          </a:prstGeom>
          <a:solidFill>
            <a:srgbClr val="0000FF"/>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42"/>
                                        </p:tgtEl>
                                        <p:attrNameLst>
                                          <p:attrName>style.visibility</p:attrName>
                                        </p:attrNameLst>
                                      </p:cBhvr>
                                      <p:to>
                                        <p:strVal val="visible"/>
                                      </p:to>
                                    </p:set>
                                    <p:animEffect transition="in" filter="wipe(left)">
                                      <p:cBhvr>
                                        <p:cTn id="7" dur="1000"/>
                                        <p:tgtEl>
                                          <p:spTgt spid="1894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9447"/>
                                        </p:tgtEl>
                                        <p:attrNameLst>
                                          <p:attrName>style.visibility</p:attrName>
                                        </p:attrNameLst>
                                      </p:cBhvr>
                                      <p:to>
                                        <p:strVal val="visible"/>
                                      </p:to>
                                    </p:set>
                                    <p:animEffect transition="in" filter="wipe(left)">
                                      <p:cBhvr>
                                        <p:cTn id="12" dur="1000"/>
                                        <p:tgtEl>
                                          <p:spTgt spid="1894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9446"/>
                                        </p:tgtEl>
                                        <p:attrNameLst>
                                          <p:attrName>style.visibility</p:attrName>
                                        </p:attrNameLst>
                                      </p:cBhvr>
                                      <p:to>
                                        <p:strVal val="visible"/>
                                      </p:to>
                                    </p:set>
                                    <p:animEffect transition="in" filter="wipe(left)">
                                      <p:cBhvr>
                                        <p:cTn id="17" dur="1000"/>
                                        <p:tgtEl>
                                          <p:spTgt spid="1894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9449"/>
                                        </p:tgtEl>
                                        <p:attrNameLst>
                                          <p:attrName>style.visibility</p:attrName>
                                        </p:attrNameLst>
                                      </p:cBhvr>
                                      <p:to>
                                        <p:strVal val="visible"/>
                                      </p:to>
                                    </p:set>
                                    <p:animEffect transition="in" filter="wipe(left)">
                                      <p:cBhvr>
                                        <p:cTn id="22" dur="1000"/>
                                        <p:tgtEl>
                                          <p:spTgt spid="1894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9448"/>
                                        </p:tgtEl>
                                        <p:attrNameLst>
                                          <p:attrName>style.visibility</p:attrName>
                                        </p:attrNameLst>
                                      </p:cBhvr>
                                      <p:to>
                                        <p:strVal val="visible"/>
                                      </p:to>
                                    </p:set>
                                    <p:animEffect transition="in" filter="wipe(left)">
                                      <p:cBhvr>
                                        <p:cTn id="27" dur="1000"/>
                                        <p:tgtEl>
                                          <p:spTgt spid="1894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9485"/>
                                        </p:tgtEl>
                                        <p:attrNameLst>
                                          <p:attrName>style.visibility</p:attrName>
                                        </p:attrNameLst>
                                      </p:cBhvr>
                                      <p:to>
                                        <p:strVal val="visible"/>
                                      </p:to>
                                    </p:set>
                                    <p:animEffect transition="in" filter="wipe(left)">
                                      <p:cBhvr>
                                        <p:cTn id="32" dur="1000"/>
                                        <p:tgtEl>
                                          <p:spTgt spid="189485"/>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89484"/>
                                        </p:tgtEl>
                                        <p:attrNameLst>
                                          <p:attrName>style.visibility</p:attrName>
                                        </p:attrNameLst>
                                      </p:cBhvr>
                                      <p:to>
                                        <p:strVal val="visible"/>
                                      </p:to>
                                    </p:set>
                                    <p:animEffect transition="in" filter="wipe(left)">
                                      <p:cBhvr>
                                        <p:cTn id="36" dur="1000"/>
                                        <p:tgtEl>
                                          <p:spTgt spid="18948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10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9452"/>
                                        </p:tgtEl>
                                        <p:attrNameLst>
                                          <p:attrName>style.visibility</p:attrName>
                                        </p:attrNameLst>
                                      </p:cBhvr>
                                      <p:to>
                                        <p:strVal val="visible"/>
                                      </p:to>
                                    </p:set>
                                    <p:animEffect transition="in" filter="wipe(left)">
                                      <p:cBhvr>
                                        <p:cTn id="46" dur="1000"/>
                                        <p:tgtEl>
                                          <p:spTgt spid="18945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89453"/>
                                        </p:tgtEl>
                                        <p:attrNameLst>
                                          <p:attrName>style.visibility</p:attrName>
                                        </p:attrNameLst>
                                      </p:cBhvr>
                                      <p:to>
                                        <p:strVal val="visible"/>
                                      </p:to>
                                    </p:set>
                                    <p:animEffect transition="in" filter="wipe(left)">
                                      <p:cBhvr>
                                        <p:cTn id="51" dur="1000"/>
                                        <p:tgtEl>
                                          <p:spTgt spid="189453"/>
                                        </p:tgtEl>
                                      </p:cBhvr>
                                    </p:animEffect>
                                  </p:childTnLst>
                                </p:cTn>
                              </p:par>
                            </p:childTnLst>
                          </p:cTn>
                        </p:par>
                        <p:par>
                          <p:cTn id="52" fill="hold">
                            <p:stCondLst>
                              <p:cond delay="1000"/>
                            </p:stCondLst>
                            <p:childTnLst>
                              <p:par>
                                <p:cTn id="53" presetID="22" presetClass="entr" presetSubtype="4"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down)">
                                      <p:cBhvr>
                                        <p:cTn id="55" dur="1000"/>
                                        <p:tgtEl>
                                          <p:spTgt spid="2"/>
                                        </p:tgtEl>
                                      </p:cBhvr>
                                    </p:animEffect>
                                  </p:childTnLst>
                                </p:cTn>
                              </p:par>
                            </p:childTnLst>
                          </p:cTn>
                        </p:par>
                        <p:par>
                          <p:cTn id="56" fill="hold">
                            <p:stCondLst>
                              <p:cond delay="2000"/>
                            </p:stCondLst>
                            <p:childTnLst>
                              <p:par>
                                <p:cTn id="57" presetID="22" presetClass="entr" presetSubtype="4" fill="hold" nodeType="after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wipe(down)">
                                      <p:cBhvr>
                                        <p:cTn id="59" dur="1000"/>
                                        <p:tgtEl>
                                          <p:spTgt spid="4"/>
                                        </p:tgtEl>
                                      </p:cBhvr>
                                    </p:animEffect>
                                  </p:childTnLst>
                                </p:cTn>
                              </p:par>
                            </p:childTnLst>
                          </p:cTn>
                        </p:par>
                        <p:par>
                          <p:cTn id="60" fill="hold">
                            <p:stCondLst>
                              <p:cond delay="3000"/>
                            </p:stCondLst>
                            <p:childTnLst>
                              <p:par>
                                <p:cTn id="61" presetID="22" presetClass="entr" presetSubtype="4" fill="hold" nodeType="after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wipe(down)">
                                      <p:cBhvr>
                                        <p:cTn id="63" dur="1000"/>
                                        <p:tgtEl>
                                          <p:spTgt spid="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89443"/>
                                        </p:tgtEl>
                                        <p:attrNameLst>
                                          <p:attrName>style.visibility</p:attrName>
                                        </p:attrNameLst>
                                      </p:cBhvr>
                                      <p:to>
                                        <p:strVal val="visible"/>
                                      </p:to>
                                    </p:set>
                                    <p:animEffect transition="in" filter="wipe(left)">
                                      <p:cBhvr>
                                        <p:cTn id="68" dur="1000"/>
                                        <p:tgtEl>
                                          <p:spTgt spid="18944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89444"/>
                                        </p:tgtEl>
                                        <p:attrNameLst>
                                          <p:attrName>style.visibility</p:attrName>
                                        </p:attrNameLst>
                                      </p:cBhvr>
                                      <p:to>
                                        <p:strVal val="visible"/>
                                      </p:to>
                                    </p:set>
                                    <p:animEffect transition="in" filter="wipe(left)">
                                      <p:cBhvr>
                                        <p:cTn id="73" dur="1000"/>
                                        <p:tgtEl>
                                          <p:spTgt spid="18944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89486"/>
                                        </p:tgtEl>
                                        <p:attrNameLst>
                                          <p:attrName>style.visibility</p:attrName>
                                        </p:attrNameLst>
                                      </p:cBhvr>
                                      <p:to>
                                        <p:strVal val="visible"/>
                                      </p:to>
                                    </p:set>
                                    <p:animEffect transition="in" filter="wipe(left)">
                                      <p:cBhvr>
                                        <p:cTn id="78" dur="1000"/>
                                        <p:tgtEl>
                                          <p:spTgt spid="18948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9"/>
                                        </p:tgtEl>
                                        <p:attrNameLst>
                                          <p:attrName>style.visibility</p:attrName>
                                        </p:attrNameLst>
                                      </p:cBhvr>
                                      <p:to>
                                        <p:strVal val="visible"/>
                                      </p:to>
                                    </p:set>
                                    <p:animEffect transition="in" filter="wipe(left)">
                                      <p:cBhvr>
                                        <p:cTn id="83" dur="1000"/>
                                        <p:tgtEl>
                                          <p:spTgt spid="9"/>
                                        </p:tgtEl>
                                      </p:cBhvr>
                                    </p:animEffect>
                                  </p:childTnLst>
                                </p:cTn>
                              </p:par>
                            </p:childTnLst>
                          </p:cTn>
                        </p:par>
                      </p:childTnLst>
                    </p:cTn>
                  </p:par>
                  <p:par>
                    <p:cTn id="84" fill="hold">
                      <p:stCondLst>
                        <p:cond delay="indefinite"/>
                      </p:stCondLst>
                      <p:childTnLst>
                        <p:par>
                          <p:cTn id="85" fill="hold">
                            <p:stCondLst>
                              <p:cond delay="0"/>
                            </p:stCondLst>
                            <p:childTnLst>
                              <p:par>
                                <p:cTn id="86" presetID="4" presetClass="entr" presetSubtype="32" fill="hold" nodeType="clickEffect">
                                  <p:stCondLst>
                                    <p:cond delay="0"/>
                                  </p:stCondLst>
                                  <p:childTnLst>
                                    <p:set>
                                      <p:cBhvr>
                                        <p:cTn id="87" dur="1" fill="hold">
                                          <p:stCondLst>
                                            <p:cond delay="0"/>
                                          </p:stCondLst>
                                        </p:cTn>
                                        <p:tgtEl>
                                          <p:spTgt spid="11"/>
                                        </p:tgtEl>
                                        <p:attrNameLst>
                                          <p:attrName>style.visibility</p:attrName>
                                        </p:attrNameLst>
                                      </p:cBhvr>
                                      <p:to>
                                        <p:strVal val="visible"/>
                                      </p:to>
                                    </p:set>
                                    <p:animEffect transition="in" filter="box(out)">
                                      <p:cBhvr>
                                        <p:cTn id="88" dur="1000"/>
                                        <p:tgtEl>
                                          <p:spTgt spid="11"/>
                                        </p:tgtEl>
                                      </p:cBhvr>
                                    </p:animEffect>
                                  </p:childTnLst>
                                </p:cTn>
                              </p:par>
                            </p:childTnLst>
                          </p:cTn>
                        </p:par>
                        <p:par>
                          <p:cTn id="89" fill="hold">
                            <p:stCondLst>
                              <p:cond delay="1000"/>
                            </p:stCondLst>
                            <p:childTnLst>
                              <p:par>
                                <p:cTn id="90" presetID="22" presetClass="entr" presetSubtype="4" fill="hold" nodeType="afterEffect">
                                  <p:stCondLst>
                                    <p:cond delay="0"/>
                                  </p:stCondLst>
                                  <p:childTnLst>
                                    <p:set>
                                      <p:cBhvr>
                                        <p:cTn id="91" dur="1" fill="hold">
                                          <p:stCondLst>
                                            <p:cond delay="0"/>
                                          </p:stCondLst>
                                        </p:cTn>
                                        <p:tgtEl>
                                          <p:spTgt spid="6"/>
                                        </p:tgtEl>
                                        <p:attrNameLst>
                                          <p:attrName>style.visibility</p:attrName>
                                        </p:attrNameLst>
                                      </p:cBhvr>
                                      <p:to>
                                        <p:strVal val="visible"/>
                                      </p:to>
                                    </p:set>
                                    <p:animEffect transition="in" filter="wipe(down)">
                                      <p:cBhvr>
                                        <p:cTn id="92" dur="1000"/>
                                        <p:tgtEl>
                                          <p:spTgt spid="6"/>
                                        </p:tgtEl>
                                      </p:cBhvr>
                                    </p:animEffect>
                                  </p:childTnLst>
                                </p:cTn>
                              </p:par>
                            </p:childTnLst>
                          </p:cTn>
                        </p:par>
                        <p:par>
                          <p:cTn id="93" fill="hold">
                            <p:stCondLst>
                              <p:cond delay="2000"/>
                            </p:stCondLst>
                            <p:childTnLst>
                              <p:par>
                                <p:cTn id="94" presetID="22" presetClass="entr" presetSubtype="1" fill="hold" nodeType="afterEffect">
                                  <p:stCondLst>
                                    <p:cond delay="0"/>
                                  </p:stCondLst>
                                  <p:childTnLst>
                                    <p:set>
                                      <p:cBhvr>
                                        <p:cTn id="95" dur="1" fill="hold">
                                          <p:stCondLst>
                                            <p:cond delay="0"/>
                                          </p:stCondLst>
                                        </p:cTn>
                                        <p:tgtEl>
                                          <p:spTgt spid="8"/>
                                        </p:tgtEl>
                                        <p:attrNameLst>
                                          <p:attrName>style.visibility</p:attrName>
                                        </p:attrNameLst>
                                      </p:cBhvr>
                                      <p:to>
                                        <p:strVal val="visible"/>
                                      </p:to>
                                    </p:set>
                                    <p:animEffect transition="in" filter="wipe(up)">
                                      <p:cBhvr>
                                        <p:cTn id="96" dur="1000"/>
                                        <p:tgtEl>
                                          <p:spTgt spid="8"/>
                                        </p:tgtEl>
                                      </p:cBhvr>
                                    </p:animEffect>
                                  </p:childTnLst>
                                </p:cTn>
                              </p:par>
                            </p:childTnLst>
                          </p:cTn>
                        </p:par>
                        <p:par>
                          <p:cTn id="97" fill="hold">
                            <p:stCondLst>
                              <p:cond delay="3000"/>
                            </p:stCondLst>
                            <p:childTnLst>
                              <p:par>
                                <p:cTn id="98" presetID="22" presetClass="entr" presetSubtype="1" fill="hold" nodeType="afterEffect">
                                  <p:stCondLst>
                                    <p:cond delay="0"/>
                                  </p:stCondLst>
                                  <p:childTnLst>
                                    <p:set>
                                      <p:cBhvr>
                                        <p:cTn id="99" dur="1" fill="hold">
                                          <p:stCondLst>
                                            <p:cond delay="0"/>
                                          </p:stCondLst>
                                        </p:cTn>
                                        <p:tgtEl>
                                          <p:spTgt spid="7"/>
                                        </p:tgtEl>
                                        <p:attrNameLst>
                                          <p:attrName>style.visibility</p:attrName>
                                        </p:attrNameLst>
                                      </p:cBhvr>
                                      <p:to>
                                        <p:strVal val="visible"/>
                                      </p:to>
                                    </p:set>
                                    <p:animEffect transition="in" filter="wipe(up)">
                                      <p:cBhvr>
                                        <p:cTn id="100" dur="1000"/>
                                        <p:tgtEl>
                                          <p:spTgt spid="7"/>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89451"/>
                                        </p:tgtEl>
                                        <p:attrNameLst>
                                          <p:attrName>style.visibility</p:attrName>
                                        </p:attrNameLst>
                                      </p:cBhvr>
                                      <p:to>
                                        <p:strVal val="visible"/>
                                      </p:to>
                                    </p:set>
                                    <p:animEffect transition="in" filter="wipe(left)">
                                      <p:cBhvr>
                                        <p:cTn id="105" dur="1000"/>
                                        <p:tgtEl>
                                          <p:spTgt spid="189451"/>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189445"/>
                                        </p:tgtEl>
                                        <p:attrNameLst>
                                          <p:attrName>style.visibility</p:attrName>
                                        </p:attrNameLst>
                                      </p:cBhvr>
                                      <p:to>
                                        <p:strVal val="visible"/>
                                      </p:to>
                                    </p:set>
                                    <p:animEffect transition="in" filter="wipe(left)">
                                      <p:cBhvr>
                                        <p:cTn id="110" dur="1000"/>
                                        <p:tgtEl>
                                          <p:spTgt spid="18944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189487"/>
                                        </p:tgtEl>
                                        <p:attrNameLst>
                                          <p:attrName>style.visibility</p:attrName>
                                        </p:attrNameLst>
                                      </p:cBhvr>
                                      <p:to>
                                        <p:strVal val="visible"/>
                                      </p:to>
                                    </p:set>
                                    <p:animEffect transition="in" filter="wipe(left)">
                                      <p:cBhvr>
                                        <p:cTn id="115" dur="500"/>
                                        <p:tgtEl>
                                          <p:spTgt spid="189487"/>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1" fill="hold" nodeType="clickEffect">
                                  <p:stCondLst>
                                    <p:cond delay="0"/>
                                  </p:stCondLst>
                                  <p:childTnLst>
                                    <p:set>
                                      <p:cBhvr>
                                        <p:cTn id="119" dur="1" fill="hold">
                                          <p:stCondLst>
                                            <p:cond delay="0"/>
                                          </p:stCondLst>
                                        </p:cTn>
                                        <p:tgtEl>
                                          <p:spTgt spid="189450"/>
                                        </p:tgtEl>
                                        <p:attrNameLst>
                                          <p:attrName>style.visibility</p:attrName>
                                        </p:attrNameLst>
                                      </p:cBhvr>
                                      <p:to>
                                        <p:strVal val="visible"/>
                                      </p:to>
                                    </p:set>
                                    <p:animEffect transition="in" filter="wipe(up)">
                                      <p:cBhvr>
                                        <p:cTn id="120" dur="1000"/>
                                        <p:tgtEl>
                                          <p:spTgt spid="189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autoUpdateAnimBg="0"/>
      <p:bldP spid="189443" grpId="0" autoUpdateAnimBg="0"/>
      <p:bldP spid="189446" grpId="0" autoUpdateAnimBg="0"/>
      <p:bldP spid="189447" grpId="0"/>
      <p:bldP spid="189448" grpId="0"/>
      <p:bldP spid="189449" grpId="0"/>
      <p:bldP spid="189451" grpId="0" autoUpdateAnimBg="0"/>
      <p:bldP spid="189452" grpId="0" animBg="1"/>
      <p:bldP spid="189453" grpId="0" animBg="1"/>
      <p:bldP spid="189484" grpId="0" autoUpdateAnimBg="0"/>
      <p:bldP spid="189485" grpId="0" autoUpdateAnimBg="0"/>
      <p:bldP spid="189486" grpId="0" autoUpdateAnimBg="0"/>
      <p:bldP spid="18948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4"/>
          <p:cNvSpPr txBox="1">
            <a:spLocks noChangeArrowheads="1"/>
          </p:cNvSpPr>
          <p:nvPr/>
        </p:nvSpPr>
        <p:spPr bwMode="auto">
          <a:xfrm>
            <a:off x="611188" y="596900"/>
            <a:ext cx="7702550" cy="457200"/>
          </a:xfrm>
          <a:prstGeom prst="rect">
            <a:avLst/>
          </a:prstGeom>
          <a:noFill/>
          <a:ln w="9525">
            <a:noFill/>
            <a:miter lim="800000"/>
            <a:headEnd/>
            <a:tailEnd/>
          </a:ln>
        </p:spPr>
        <p:txBody>
          <a:bodyPr>
            <a:spAutoFit/>
          </a:bodyPr>
          <a:lstStyle/>
          <a:p>
            <a:pPr algn="l"/>
            <a:r>
              <a:rPr lang="zh-CN" altLang="en-US" sz="2400" b="1">
                <a:solidFill>
                  <a:schemeClr val="tx2"/>
                </a:solidFill>
                <a:latin typeface="宋体" pitchFamily="2" charset="-122"/>
              </a:rPr>
              <a:t>已知某简谐振动的速度与时间的关系曲线如图所示。</a:t>
            </a:r>
            <a:endParaRPr lang="zh-CN" altLang="en-US" sz="2400">
              <a:solidFill>
                <a:schemeClr val="tx2"/>
              </a:solidFill>
              <a:latin typeface="宋体" pitchFamily="2" charset="-122"/>
            </a:endParaRPr>
          </a:p>
        </p:txBody>
      </p:sp>
      <p:grpSp>
        <p:nvGrpSpPr>
          <p:cNvPr id="2" name="Group 44"/>
          <p:cNvGrpSpPr>
            <a:grpSpLocks/>
          </p:cNvGrpSpPr>
          <p:nvPr/>
        </p:nvGrpSpPr>
        <p:grpSpPr bwMode="auto">
          <a:xfrm>
            <a:off x="4986338" y="2371725"/>
            <a:ext cx="3505200" cy="1828800"/>
            <a:chOff x="3141" y="1239"/>
            <a:chExt cx="2208" cy="1152"/>
          </a:xfrm>
        </p:grpSpPr>
        <p:sp>
          <p:nvSpPr>
            <p:cNvPr id="22559" name="Arc 8"/>
            <p:cNvSpPr>
              <a:spLocks/>
            </p:cNvSpPr>
            <p:nvPr/>
          </p:nvSpPr>
          <p:spPr bwMode="auto">
            <a:xfrm rot="2619130">
              <a:off x="3902" y="1719"/>
              <a:ext cx="247" cy="306"/>
            </a:xfrm>
            <a:custGeom>
              <a:avLst/>
              <a:gdLst>
                <a:gd name="T0" fmla="*/ 0 w 21600"/>
                <a:gd name="T1" fmla="*/ 0 h 11485"/>
                <a:gd name="T2" fmla="*/ 0 w 21600"/>
                <a:gd name="T3" fmla="*/ 0 h 11485"/>
                <a:gd name="T4" fmla="*/ 0 w 21600"/>
                <a:gd name="T5" fmla="*/ 0 h 11485"/>
                <a:gd name="T6" fmla="*/ 0 60000 65536"/>
                <a:gd name="T7" fmla="*/ 0 60000 65536"/>
                <a:gd name="T8" fmla="*/ 0 60000 65536"/>
                <a:gd name="T9" fmla="*/ 0 w 21600"/>
                <a:gd name="T10" fmla="*/ 0 h 11485"/>
                <a:gd name="T11" fmla="*/ 21600 w 21600"/>
                <a:gd name="T12" fmla="*/ 11485 h 11485"/>
              </a:gdLst>
              <a:ahLst/>
              <a:cxnLst>
                <a:cxn ang="T6">
                  <a:pos x="T0" y="T1"/>
                </a:cxn>
                <a:cxn ang="T7">
                  <a:pos x="T2" y="T3"/>
                </a:cxn>
                <a:cxn ang="T8">
                  <a:pos x="T4" y="T5"/>
                </a:cxn>
              </a:cxnLst>
              <a:rect l="T9" t="T10" r="T11" b="T12"/>
              <a:pathLst>
                <a:path w="21600" h="11485" fill="none" extrusionOk="0">
                  <a:moveTo>
                    <a:pt x="18293" y="0"/>
                  </a:moveTo>
                  <a:cubicBezTo>
                    <a:pt x="20454" y="3441"/>
                    <a:pt x="21600" y="7421"/>
                    <a:pt x="21600" y="11485"/>
                  </a:cubicBezTo>
                </a:path>
                <a:path w="21600" h="11485" stroke="0" extrusionOk="0">
                  <a:moveTo>
                    <a:pt x="18293" y="0"/>
                  </a:moveTo>
                  <a:cubicBezTo>
                    <a:pt x="20454" y="3441"/>
                    <a:pt x="21600" y="7421"/>
                    <a:pt x="21600" y="11485"/>
                  </a:cubicBezTo>
                  <a:lnTo>
                    <a:pt x="0" y="11485"/>
                  </a:lnTo>
                  <a:close/>
                </a:path>
              </a:pathLst>
            </a:custGeom>
            <a:noFill/>
            <a:ln w="38100">
              <a:solidFill>
                <a:srgbClr val="FF0000"/>
              </a:solidFill>
              <a:round/>
              <a:headEnd/>
              <a:tailEnd/>
            </a:ln>
          </p:spPr>
          <p:txBody>
            <a:bodyPr wrap="none" anchor="ctr"/>
            <a:lstStyle/>
            <a:p>
              <a:endParaRPr lang="zh-CN" altLang="en-US"/>
            </a:p>
          </p:txBody>
        </p:sp>
        <p:sp>
          <p:nvSpPr>
            <p:cNvPr id="22560" name="Freeform 11"/>
            <p:cNvSpPr>
              <a:spLocks/>
            </p:cNvSpPr>
            <p:nvPr/>
          </p:nvSpPr>
          <p:spPr bwMode="auto">
            <a:xfrm flipV="1">
              <a:off x="4197" y="1239"/>
              <a:ext cx="1152" cy="60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20"/>
                  </a:lnTo>
                  <a:lnTo>
                    <a:pt x="399" y="1255"/>
                  </a:lnTo>
                  <a:lnTo>
                    <a:pt x="598" y="1875"/>
                  </a:lnTo>
                  <a:lnTo>
                    <a:pt x="798" y="2524"/>
                  </a:lnTo>
                  <a:lnTo>
                    <a:pt x="984" y="3144"/>
                  </a:lnTo>
                  <a:lnTo>
                    <a:pt x="1184" y="3734"/>
                  </a:lnTo>
                  <a:lnTo>
                    <a:pt x="1383" y="4354"/>
                  </a:lnTo>
                  <a:lnTo>
                    <a:pt x="1583" y="4959"/>
                  </a:lnTo>
                  <a:lnTo>
                    <a:pt x="1782" y="5565"/>
                  </a:lnTo>
                  <a:lnTo>
                    <a:pt x="1981" y="6155"/>
                  </a:lnTo>
                  <a:lnTo>
                    <a:pt x="2181" y="6745"/>
                  </a:lnTo>
                  <a:lnTo>
                    <a:pt x="2380" y="7292"/>
                  </a:lnTo>
                  <a:lnTo>
                    <a:pt x="2567" y="7897"/>
                  </a:lnTo>
                  <a:lnTo>
                    <a:pt x="2766" y="8472"/>
                  </a:lnTo>
                  <a:lnTo>
                    <a:pt x="2966" y="9033"/>
                  </a:lnTo>
                  <a:lnTo>
                    <a:pt x="3165" y="9594"/>
                  </a:lnTo>
                  <a:lnTo>
                    <a:pt x="3364" y="10140"/>
                  </a:lnTo>
                  <a:lnTo>
                    <a:pt x="3564" y="10672"/>
                  </a:lnTo>
                  <a:lnTo>
                    <a:pt x="3763" y="11203"/>
                  </a:lnTo>
                  <a:lnTo>
                    <a:pt x="3963" y="11720"/>
                  </a:lnTo>
                  <a:lnTo>
                    <a:pt x="4162" y="12236"/>
                  </a:lnTo>
                  <a:lnTo>
                    <a:pt x="4361" y="12708"/>
                  </a:lnTo>
                  <a:lnTo>
                    <a:pt x="4573" y="13196"/>
                  </a:lnTo>
                  <a:lnTo>
                    <a:pt x="4785" y="13653"/>
                  </a:lnTo>
                  <a:lnTo>
                    <a:pt x="4972" y="14140"/>
                  </a:lnTo>
                  <a:lnTo>
                    <a:pt x="5171" y="14583"/>
                  </a:lnTo>
                  <a:lnTo>
                    <a:pt x="5371" y="15011"/>
                  </a:lnTo>
                  <a:lnTo>
                    <a:pt x="5570" y="15439"/>
                  </a:lnTo>
                  <a:lnTo>
                    <a:pt x="5782" y="15838"/>
                  </a:lnTo>
                  <a:lnTo>
                    <a:pt x="5981" y="16207"/>
                  </a:lnTo>
                  <a:lnTo>
                    <a:pt x="6181" y="16605"/>
                  </a:lnTo>
                  <a:lnTo>
                    <a:pt x="6380" y="16959"/>
                  </a:lnTo>
                  <a:lnTo>
                    <a:pt x="6579" y="17299"/>
                  </a:lnTo>
                  <a:lnTo>
                    <a:pt x="6791" y="17609"/>
                  </a:lnTo>
                  <a:lnTo>
                    <a:pt x="6991" y="17919"/>
                  </a:lnTo>
                  <a:lnTo>
                    <a:pt x="7202" y="18185"/>
                  </a:lnTo>
                  <a:lnTo>
                    <a:pt x="7402" y="18480"/>
                  </a:lnTo>
                  <a:lnTo>
                    <a:pt x="7614" y="18731"/>
                  </a:lnTo>
                  <a:lnTo>
                    <a:pt x="7813" y="18952"/>
                  </a:lnTo>
                  <a:lnTo>
                    <a:pt x="8025" y="19159"/>
                  </a:lnTo>
                  <a:lnTo>
                    <a:pt x="8237" y="19336"/>
                  </a:lnTo>
                  <a:lnTo>
                    <a:pt x="8436" y="19483"/>
                  </a:lnTo>
                  <a:lnTo>
                    <a:pt x="8648" y="19646"/>
                  </a:lnTo>
                  <a:lnTo>
                    <a:pt x="8860" y="19764"/>
                  </a:lnTo>
                  <a:lnTo>
                    <a:pt x="9059" y="19867"/>
                  </a:lnTo>
                  <a:lnTo>
                    <a:pt x="9271" y="19911"/>
                  </a:lnTo>
                  <a:lnTo>
                    <a:pt x="9483" y="19956"/>
                  </a:lnTo>
                  <a:lnTo>
                    <a:pt x="9695" y="19956"/>
                  </a:lnTo>
                  <a:lnTo>
                    <a:pt x="9907" y="19985"/>
                  </a:lnTo>
                  <a:lnTo>
                    <a:pt x="10118" y="19941"/>
                  </a:lnTo>
                  <a:lnTo>
                    <a:pt x="10330" y="19823"/>
                  </a:lnTo>
                  <a:lnTo>
                    <a:pt x="10555" y="19720"/>
                  </a:lnTo>
                  <a:lnTo>
                    <a:pt x="10791" y="19557"/>
                  </a:lnTo>
                  <a:lnTo>
                    <a:pt x="11016" y="19336"/>
                  </a:lnTo>
                  <a:lnTo>
                    <a:pt x="11240" y="19129"/>
                  </a:lnTo>
                  <a:lnTo>
                    <a:pt x="11477" y="18849"/>
                  </a:lnTo>
                  <a:lnTo>
                    <a:pt x="11713" y="18554"/>
                  </a:lnTo>
                  <a:lnTo>
                    <a:pt x="11963" y="18244"/>
                  </a:lnTo>
                  <a:lnTo>
                    <a:pt x="12212" y="17904"/>
                  </a:lnTo>
                  <a:lnTo>
                    <a:pt x="12461" y="17520"/>
                  </a:lnTo>
                  <a:lnTo>
                    <a:pt x="12710" y="17137"/>
                  </a:lnTo>
                  <a:lnTo>
                    <a:pt x="12960" y="16738"/>
                  </a:lnTo>
                  <a:lnTo>
                    <a:pt x="13196" y="16280"/>
                  </a:lnTo>
                  <a:lnTo>
                    <a:pt x="13445" y="15823"/>
                  </a:lnTo>
                  <a:lnTo>
                    <a:pt x="13707" y="15351"/>
                  </a:lnTo>
                  <a:lnTo>
                    <a:pt x="13956" y="14834"/>
                  </a:lnTo>
                  <a:lnTo>
                    <a:pt x="14206" y="14362"/>
                  </a:lnTo>
                  <a:lnTo>
                    <a:pt x="14442" y="13830"/>
                  </a:lnTo>
                  <a:lnTo>
                    <a:pt x="14692" y="13314"/>
                  </a:lnTo>
                  <a:lnTo>
                    <a:pt x="14953" y="12768"/>
                  </a:lnTo>
                  <a:lnTo>
                    <a:pt x="15202" y="12236"/>
                  </a:lnTo>
                  <a:lnTo>
                    <a:pt x="15452" y="11661"/>
                  </a:lnTo>
                  <a:lnTo>
                    <a:pt x="15688" y="11114"/>
                  </a:lnTo>
                  <a:lnTo>
                    <a:pt x="15925" y="10583"/>
                  </a:lnTo>
                  <a:lnTo>
                    <a:pt x="16150" y="10037"/>
                  </a:lnTo>
                  <a:lnTo>
                    <a:pt x="16386" y="9461"/>
                  </a:lnTo>
                  <a:lnTo>
                    <a:pt x="16611" y="8900"/>
                  </a:lnTo>
                  <a:lnTo>
                    <a:pt x="16847" y="8369"/>
                  </a:lnTo>
                  <a:lnTo>
                    <a:pt x="17072" y="7823"/>
                  </a:lnTo>
                  <a:lnTo>
                    <a:pt x="17283" y="7292"/>
                  </a:lnTo>
                  <a:lnTo>
                    <a:pt x="17495" y="6760"/>
                  </a:lnTo>
                  <a:lnTo>
                    <a:pt x="17720" y="6244"/>
                  </a:lnTo>
                  <a:lnTo>
                    <a:pt x="17919" y="5727"/>
                  </a:lnTo>
                  <a:lnTo>
                    <a:pt x="18118" y="5210"/>
                  </a:lnTo>
                  <a:lnTo>
                    <a:pt x="18305" y="4738"/>
                  </a:lnTo>
                  <a:lnTo>
                    <a:pt x="18492" y="4295"/>
                  </a:lnTo>
                  <a:lnTo>
                    <a:pt x="18679" y="3852"/>
                  </a:lnTo>
                  <a:lnTo>
                    <a:pt x="18854" y="3395"/>
                  </a:lnTo>
                  <a:lnTo>
                    <a:pt x="19016" y="2982"/>
                  </a:lnTo>
                  <a:lnTo>
                    <a:pt x="19178" y="2613"/>
                  </a:lnTo>
                  <a:lnTo>
                    <a:pt x="19340" y="2244"/>
                  </a:lnTo>
                  <a:lnTo>
                    <a:pt x="19489" y="1904"/>
                  </a:lnTo>
                  <a:lnTo>
                    <a:pt x="19614" y="1609"/>
                  </a:lnTo>
                  <a:lnTo>
                    <a:pt x="19751" y="1314"/>
                  </a:lnTo>
                  <a:lnTo>
                    <a:pt x="19875" y="1048"/>
                  </a:lnTo>
                  <a:lnTo>
                    <a:pt x="19988" y="841"/>
                  </a:lnTo>
                </a:path>
              </a:pathLst>
            </a:custGeom>
            <a:noFill/>
            <a:ln w="38100">
              <a:solidFill>
                <a:srgbClr val="FF0000"/>
              </a:solidFill>
              <a:round/>
              <a:headEnd/>
              <a:tailEnd/>
            </a:ln>
          </p:spPr>
          <p:txBody>
            <a:bodyPr/>
            <a:lstStyle/>
            <a:p>
              <a:endParaRPr lang="zh-CN" altLang="en-US"/>
            </a:p>
          </p:txBody>
        </p:sp>
        <p:sp>
          <p:nvSpPr>
            <p:cNvPr id="22561" name="Freeform 13"/>
            <p:cNvSpPr>
              <a:spLocks/>
            </p:cNvSpPr>
            <p:nvPr/>
          </p:nvSpPr>
          <p:spPr bwMode="auto">
            <a:xfrm>
              <a:off x="3141" y="2055"/>
              <a:ext cx="864" cy="33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20"/>
                  </a:lnTo>
                  <a:lnTo>
                    <a:pt x="399" y="1255"/>
                  </a:lnTo>
                  <a:lnTo>
                    <a:pt x="598" y="1875"/>
                  </a:lnTo>
                  <a:lnTo>
                    <a:pt x="798" y="2524"/>
                  </a:lnTo>
                  <a:lnTo>
                    <a:pt x="984" y="3144"/>
                  </a:lnTo>
                  <a:lnTo>
                    <a:pt x="1184" y="3734"/>
                  </a:lnTo>
                  <a:lnTo>
                    <a:pt x="1383" y="4354"/>
                  </a:lnTo>
                  <a:lnTo>
                    <a:pt x="1583" y="4959"/>
                  </a:lnTo>
                  <a:lnTo>
                    <a:pt x="1782" y="5565"/>
                  </a:lnTo>
                  <a:lnTo>
                    <a:pt x="1981" y="6155"/>
                  </a:lnTo>
                  <a:lnTo>
                    <a:pt x="2181" y="6745"/>
                  </a:lnTo>
                  <a:lnTo>
                    <a:pt x="2380" y="7292"/>
                  </a:lnTo>
                  <a:lnTo>
                    <a:pt x="2567" y="7897"/>
                  </a:lnTo>
                  <a:lnTo>
                    <a:pt x="2766" y="8472"/>
                  </a:lnTo>
                  <a:lnTo>
                    <a:pt x="2966" y="9033"/>
                  </a:lnTo>
                  <a:lnTo>
                    <a:pt x="3165" y="9594"/>
                  </a:lnTo>
                  <a:lnTo>
                    <a:pt x="3364" y="10140"/>
                  </a:lnTo>
                  <a:lnTo>
                    <a:pt x="3564" y="10672"/>
                  </a:lnTo>
                  <a:lnTo>
                    <a:pt x="3763" y="11203"/>
                  </a:lnTo>
                  <a:lnTo>
                    <a:pt x="3963" y="11720"/>
                  </a:lnTo>
                  <a:lnTo>
                    <a:pt x="4162" y="12236"/>
                  </a:lnTo>
                  <a:lnTo>
                    <a:pt x="4361" y="12708"/>
                  </a:lnTo>
                  <a:lnTo>
                    <a:pt x="4573" y="13196"/>
                  </a:lnTo>
                  <a:lnTo>
                    <a:pt x="4785" y="13653"/>
                  </a:lnTo>
                  <a:lnTo>
                    <a:pt x="4972" y="14140"/>
                  </a:lnTo>
                  <a:lnTo>
                    <a:pt x="5171" y="14583"/>
                  </a:lnTo>
                  <a:lnTo>
                    <a:pt x="5371" y="15011"/>
                  </a:lnTo>
                  <a:lnTo>
                    <a:pt x="5570" y="15439"/>
                  </a:lnTo>
                  <a:lnTo>
                    <a:pt x="5782" y="15838"/>
                  </a:lnTo>
                  <a:lnTo>
                    <a:pt x="5981" y="16207"/>
                  </a:lnTo>
                  <a:lnTo>
                    <a:pt x="6181" y="16605"/>
                  </a:lnTo>
                  <a:lnTo>
                    <a:pt x="6380" y="16959"/>
                  </a:lnTo>
                  <a:lnTo>
                    <a:pt x="6579" y="17299"/>
                  </a:lnTo>
                  <a:lnTo>
                    <a:pt x="6791" y="17609"/>
                  </a:lnTo>
                  <a:lnTo>
                    <a:pt x="6991" y="17919"/>
                  </a:lnTo>
                  <a:lnTo>
                    <a:pt x="7202" y="18185"/>
                  </a:lnTo>
                  <a:lnTo>
                    <a:pt x="7402" y="18480"/>
                  </a:lnTo>
                  <a:lnTo>
                    <a:pt x="7614" y="18731"/>
                  </a:lnTo>
                  <a:lnTo>
                    <a:pt x="7813" y="18952"/>
                  </a:lnTo>
                  <a:lnTo>
                    <a:pt x="8025" y="19159"/>
                  </a:lnTo>
                  <a:lnTo>
                    <a:pt x="8237" y="19336"/>
                  </a:lnTo>
                  <a:lnTo>
                    <a:pt x="8436" y="19483"/>
                  </a:lnTo>
                  <a:lnTo>
                    <a:pt x="8648" y="19646"/>
                  </a:lnTo>
                  <a:lnTo>
                    <a:pt x="8860" y="19764"/>
                  </a:lnTo>
                  <a:lnTo>
                    <a:pt x="9059" y="19867"/>
                  </a:lnTo>
                  <a:lnTo>
                    <a:pt x="9271" y="19911"/>
                  </a:lnTo>
                  <a:lnTo>
                    <a:pt x="9483" y="19956"/>
                  </a:lnTo>
                  <a:lnTo>
                    <a:pt x="9695" y="19956"/>
                  </a:lnTo>
                  <a:lnTo>
                    <a:pt x="9907" y="19985"/>
                  </a:lnTo>
                  <a:lnTo>
                    <a:pt x="10118" y="19941"/>
                  </a:lnTo>
                  <a:lnTo>
                    <a:pt x="10330" y="19823"/>
                  </a:lnTo>
                  <a:lnTo>
                    <a:pt x="10555" y="19720"/>
                  </a:lnTo>
                  <a:lnTo>
                    <a:pt x="10791" y="19557"/>
                  </a:lnTo>
                  <a:lnTo>
                    <a:pt x="11016" y="19336"/>
                  </a:lnTo>
                  <a:lnTo>
                    <a:pt x="11240" y="19129"/>
                  </a:lnTo>
                  <a:lnTo>
                    <a:pt x="11477" y="18849"/>
                  </a:lnTo>
                  <a:lnTo>
                    <a:pt x="11713" y="18554"/>
                  </a:lnTo>
                  <a:lnTo>
                    <a:pt x="11963" y="18244"/>
                  </a:lnTo>
                  <a:lnTo>
                    <a:pt x="12212" y="17904"/>
                  </a:lnTo>
                  <a:lnTo>
                    <a:pt x="12461" y="17520"/>
                  </a:lnTo>
                  <a:lnTo>
                    <a:pt x="12710" y="17137"/>
                  </a:lnTo>
                  <a:lnTo>
                    <a:pt x="12960" y="16738"/>
                  </a:lnTo>
                  <a:lnTo>
                    <a:pt x="13196" y="16280"/>
                  </a:lnTo>
                  <a:lnTo>
                    <a:pt x="13445" y="15823"/>
                  </a:lnTo>
                  <a:lnTo>
                    <a:pt x="13707" y="15351"/>
                  </a:lnTo>
                  <a:lnTo>
                    <a:pt x="13956" y="14834"/>
                  </a:lnTo>
                  <a:lnTo>
                    <a:pt x="14206" y="14362"/>
                  </a:lnTo>
                  <a:lnTo>
                    <a:pt x="14442" y="13830"/>
                  </a:lnTo>
                  <a:lnTo>
                    <a:pt x="14692" y="13314"/>
                  </a:lnTo>
                  <a:lnTo>
                    <a:pt x="14953" y="12768"/>
                  </a:lnTo>
                  <a:lnTo>
                    <a:pt x="15202" y="12236"/>
                  </a:lnTo>
                  <a:lnTo>
                    <a:pt x="15452" y="11661"/>
                  </a:lnTo>
                  <a:lnTo>
                    <a:pt x="15688" y="11114"/>
                  </a:lnTo>
                  <a:lnTo>
                    <a:pt x="15925" y="10583"/>
                  </a:lnTo>
                  <a:lnTo>
                    <a:pt x="16150" y="10037"/>
                  </a:lnTo>
                  <a:lnTo>
                    <a:pt x="16386" y="9461"/>
                  </a:lnTo>
                  <a:lnTo>
                    <a:pt x="16611" y="8900"/>
                  </a:lnTo>
                  <a:lnTo>
                    <a:pt x="16847" y="8369"/>
                  </a:lnTo>
                  <a:lnTo>
                    <a:pt x="17072" y="7823"/>
                  </a:lnTo>
                  <a:lnTo>
                    <a:pt x="17283" y="7292"/>
                  </a:lnTo>
                  <a:lnTo>
                    <a:pt x="17495" y="6760"/>
                  </a:lnTo>
                  <a:lnTo>
                    <a:pt x="17720" y="6244"/>
                  </a:lnTo>
                  <a:lnTo>
                    <a:pt x="17919" y="5727"/>
                  </a:lnTo>
                  <a:lnTo>
                    <a:pt x="18118" y="5210"/>
                  </a:lnTo>
                  <a:lnTo>
                    <a:pt x="18305" y="4738"/>
                  </a:lnTo>
                  <a:lnTo>
                    <a:pt x="18492" y="4295"/>
                  </a:lnTo>
                  <a:lnTo>
                    <a:pt x="18679" y="3852"/>
                  </a:lnTo>
                  <a:lnTo>
                    <a:pt x="18854" y="3395"/>
                  </a:lnTo>
                  <a:lnTo>
                    <a:pt x="19016" y="2982"/>
                  </a:lnTo>
                  <a:lnTo>
                    <a:pt x="19178" y="2613"/>
                  </a:lnTo>
                  <a:lnTo>
                    <a:pt x="19340" y="2244"/>
                  </a:lnTo>
                  <a:lnTo>
                    <a:pt x="19489" y="1904"/>
                  </a:lnTo>
                  <a:lnTo>
                    <a:pt x="19614" y="1609"/>
                  </a:lnTo>
                  <a:lnTo>
                    <a:pt x="19751" y="1314"/>
                  </a:lnTo>
                  <a:lnTo>
                    <a:pt x="19875" y="1048"/>
                  </a:lnTo>
                  <a:lnTo>
                    <a:pt x="19988" y="841"/>
                  </a:lnTo>
                </a:path>
              </a:pathLst>
            </a:custGeom>
            <a:noFill/>
            <a:ln w="38100">
              <a:solidFill>
                <a:srgbClr val="FF0000"/>
              </a:solidFill>
              <a:round/>
              <a:headEnd/>
              <a:tailEnd/>
            </a:ln>
          </p:spPr>
          <p:txBody>
            <a:bodyPr/>
            <a:lstStyle/>
            <a:p>
              <a:endParaRPr lang="zh-CN" altLang="en-US"/>
            </a:p>
          </p:txBody>
        </p:sp>
      </p:grpSp>
      <p:grpSp>
        <p:nvGrpSpPr>
          <p:cNvPr id="3" name="Group 46"/>
          <p:cNvGrpSpPr>
            <a:grpSpLocks/>
          </p:cNvGrpSpPr>
          <p:nvPr/>
        </p:nvGrpSpPr>
        <p:grpSpPr bwMode="auto">
          <a:xfrm>
            <a:off x="4224338" y="2143125"/>
            <a:ext cx="3352800" cy="400050"/>
            <a:chOff x="2661" y="1095"/>
            <a:chExt cx="2112" cy="252"/>
          </a:xfrm>
        </p:grpSpPr>
        <p:sp>
          <p:nvSpPr>
            <p:cNvPr id="22558" name="Line 12"/>
            <p:cNvSpPr>
              <a:spLocks noChangeShapeType="1"/>
            </p:cNvSpPr>
            <p:nvPr/>
          </p:nvSpPr>
          <p:spPr bwMode="auto">
            <a:xfrm flipH="1">
              <a:off x="3141" y="1239"/>
              <a:ext cx="1632" cy="0"/>
            </a:xfrm>
            <a:prstGeom prst="line">
              <a:avLst/>
            </a:prstGeom>
            <a:noFill/>
            <a:ln w="28575" cap="rnd">
              <a:solidFill>
                <a:srgbClr val="9900CC"/>
              </a:solidFill>
              <a:prstDash val="sysDot"/>
              <a:round/>
              <a:headEnd/>
              <a:tailEnd/>
            </a:ln>
          </p:spPr>
          <p:txBody>
            <a:bodyPr/>
            <a:lstStyle/>
            <a:p>
              <a:endParaRPr lang="zh-CN" altLang="en-US"/>
            </a:p>
          </p:txBody>
        </p:sp>
        <p:graphicFrame>
          <p:nvGraphicFramePr>
            <p:cNvPr id="22541" name="Object 15"/>
            <p:cNvGraphicFramePr>
              <a:graphicFrameLocks noChangeAspect="1"/>
            </p:cNvGraphicFramePr>
            <p:nvPr/>
          </p:nvGraphicFramePr>
          <p:xfrm>
            <a:off x="2661" y="1095"/>
            <a:ext cx="432" cy="252"/>
          </p:xfrm>
          <a:graphic>
            <a:graphicData uri="http://schemas.openxmlformats.org/presentationml/2006/ole">
              <p:oleObj spid="_x0000_s22541" name="公式" r:id="rId3" imgW="304560" imgH="177480" progId="Equation.3">
                <p:embed/>
              </p:oleObj>
            </a:graphicData>
          </a:graphic>
        </p:graphicFrame>
      </p:grpSp>
      <p:grpSp>
        <p:nvGrpSpPr>
          <p:cNvPr id="4" name="Group 47"/>
          <p:cNvGrpSpPr>
            <a:grpSpLocks/>
          </p:cNvGrpSpPr>
          <p:nvPr/>
        </p:nvGrpSpPr>
        <p:grpSpPr bwMode="auto">
          <a:xfrm>
            <a:off x="3995738" y="3971925"/>
            <a:ext cx="1600200" cy="400050"/>
            <a:chOff x="2517" y="2247"/>
            <a:chExt cx="1008" cy="252"/>
          </a:xfrm>
        </p:grpSpPr>
        <p:sp>
          <p:nvSpPr>
            <p:cNvPr id="22557" name="Line 14"/>
            <p:cNvSpPr>
              <a:spLocks noChangeShapeType="1"/>
            </p:cNvSpPr>
            <p:nvPr/>
          </p:nvSpPr>
          <p:spPr bwMode="auto">
            <a:xfrm>
              <a:off x="3141" y="2391"/>
              <a:ext cx="384" cy="0"/>
            </a:xfrm>
            <a:prstGeom prst="line">
              <a:avLst/>
            </a:prstGeom>
            <a:noFill/>
            <a:ln w="28575" cap="rnd">
              <a:solidFill>
                <a:srgbClr val="9900CC"/>
              </a:solidFill>
              <a:prstDash val="sysDot"/>
              <a:round/>
              <a:headEnd/>
              <a:tailEnd/>
            </a:ln>
          </p:spPr>
          <p:txBody>
            <a:bodyPr/>
            <a:lstStyle/>
            <a:p>
              <a:endParaRPr lang="zh-CN" altLang="en-US"/>
            </a:p>
          </p:txBody>
        </p:sp>
        <p:graphicFrame>
          <p:nvGraphicFramePr>
            <p:cNvPr id="22540" name="Object 16"/>
            <p:cNvGraphicFramePr>
              <a:graphicFrameLocks noChangeAspect="1"/>
            </p:cNvGraphicFramePr>
            <p:nvPr/>
          </p:nvGraphicFramePr>
          <p:xfrm>
            <a:off x="2517" y="2247"/>
            <a:ext cx="594" cy="252"/>
          </p:xfrm>
          <a:graphic>
            <a:graphicData uri="http://schemas.openxmlformats.org/presentationml/2006/ole">
              <p:oleObj spid="_x0000_s22540" name="公式" r:id="rId4" imgW="419040" imgH="177480" progId="Equation.3">
                <p:embed/>
              </p:oleObj>
            </a:graphicData>
          </a:graphic>
        </p:graphicFrame>
      </p:grpSp>
      <p:graphicFrame>
        <p:nvGraphicFramePr>
          <p:cNvPr id="22546" name="Object 18"/>
          <p:cNvGraphicFramePr>
            <a:graphicFrameLocks noChangeAspect="1"/>
          </p:cNvGraphicFramePr>
          <p:nvPr/>
        </p:nvGraphicFramePr>
        <p:xfrm>
          <a:off x="3995738" y="3438525"/>
          <a:ext cx="914400" cy="400050"/>
        </p:xfrm>
        <a:graphic>
          <a:graphicData uri="http://schemas.openxmlformats.org/presentationml/2006/ole">
            <p:oleObj spid="_x0000_s22530" name="公式" r:id="rId5" imgW="406080" imgH="177480" progId="Equation.3">
              <p:embed/>
            </p:oleObj>
          </a:graphicData>
        </a:graphic>
      </p:graphicFrame>
      <p:grpSp>
        <p:nvGrpSpPr>
          <p:cNvPr id="5" name="Group 45"/>
          <p:cNvGrpSpPr>
            <a:grpSpLocks/>
          </p:cNvGrpSpPr>
          <p:nvPr/>
        </p:nvGrpSpPr>
        <p:grpSpPr bwMode="auto">
          <a:xfrm>
            <a:off x="4224338" y="2676525"/>
            <a:ext cx="2943225" cy="1057275"/>
            <a:chOff x="2661" y="1431"/>
            <a:chExt cx="1854" cy="666"/>
          </a:xfrm>
        </p:grpSpPr>
        <p:sp>
          <p:nvSpPr>
            <p:cNvPr id="22555" name="Line 9"/>
            <p:cNvSpPr>
              <a:spLocks noChangeShapeType="1"/>
            </p:cNvSpPr>
            <p:nvPr/>
          </p:nvSpPr>
          <p:spPr bwMode="auto">
            <a:xfrm>
              <a:off x="3141" y="1527"/>
              <a:ext cx="1296" cy="0"/>
            </a:xfrm>
            <a:prstGeom prst="line">
              <a:avLst/>
            </a:prstGeom>
            <a:noFill/>
            <a:ln w="28575" cap="rnd">
              <a:solidFill>
                <a:srgbClr val="9900CC"/>
              </a:solidFill>
              <a:prstDash val="sysDot"/>
              <a:round/>
              <a:headEnd/>
              <a:tailEnd/>
            </a:ln>
          </p:spPr>
          <p:txBody>
            <a:bodyPr/>
            <a:lstStyle/>
            <a:p>
              <a:endParaRPr lang="zh-CN" altLang="en-US"/>
            </a:p>
          </p:txBody>
        </p:sp>
        <p:sp>
          <p:nvSpPr>
            <p:cNvPr id="22556" name="Line 10"/>
            <p:cNvSpPr>
              <a:spLocks noChangeShapeType="1"/>
            </p:cNvSpPr>
            <p:nvPr/>
          </p:nvSpPr>
          <p:spPr bwMode="auto">
            <a:xfrm>
              <a:off x="4437" y="1527"/>
              <a:ext cx="0" cy="288"/>
            </a:xfrm>
            <a:prstGeom prst="line">
              <a:avLst/>
            </a:prstGeom>
            <a:noFill/>
            <a:ln w="28575" cap="rnd">
              <a:solidFill>
                <a:srgbClr val="9900CC"/>
              </a:solidFill>
              <a:prstDash val="sysDot"/>
              <a:round/>
              <a:headEnd/>
              <a:tailEnd/>
            </a:ln>
          </p:spPr>
          <p:txBody>
            <a:bodyPr/>
            <a:lstStyle/>
            <a:p>
              <a:endParaRPr lang="zh-CN" altLang="en-US"/>
            </a:p>
          </p:txBody>
        </p:sp>
        <p:graphicFrame>
          <p:nvGraphicFramePr>
            <p:cNvPr id="22538" name="Object 17"/>
            <p:cNvGraphicFramePr>
              <a:graphicFrameLocks noChangeAspect="1"/>
            </p:cNvGraphicFramePr>
            <p:nvPr/>
          </p:nvGraphicFramePr>
          <p:xfrm>
            <a:off x="2661" y="1431"/>
            <a:ext cx="432" cy="252"/>
          </p:xfrm>
          <a:graphic>
            <a:graphicData uri="http://schemas.openxmlformats.org/presentationml/2006/ole">
              <p:oleObj spid="_x0000_s22538" name="公式" r:id="rId6" imgW="304560" imgH="177480" progId="Equation.3">
                <p:embed/>
              </p:oleObj>
            </a:graphicData>
          </a:graphic>
        </p:graphicFrame>
        <p:graphicFrame>
          <p:nvGraphicFramePr>
            <p:cNvPr id="22539" name="Object 20"/>
            <p:cNvGraphicFramePr>
              <a:graphicFrameLocks noChangeAspect="1"/>
            </p:cNvGraphicFramePr>
            <p:nvPr/>
          </p:nvGraphicFramePr>
          <p:xfrm>
            <a:off x="4389" y="1863"/>
            <a:ext cx="126" cy="234"/>
          </p:xfrm>
          <a:graphic>
            <a:graphicData uri="http://schemas.openxmlformats.org/presentationml/2006/ole">
              <p:oleObj spid="_x0000_s22539" name="公式" r:id="rId7" imgW="88560" imgH="164880" progId="Equation.3">
                <p:embed/>
              </p:oleObj>
            </a:graphicData>
          </a:graphic>
        </p:graphicFrame>
      </p:grpSp>
      <p:grpSp>
        <p:nvGrpSpPr>
          <p:cNvPr id="6" name="Group 43"/>
          <p:cNvGrpSpPr>
            <a:grpSpLocks/>
          </p:cNvGrpSpPr>
          <p:nvPr/>
        </p:nvGrpSpPr>
        <p:grpSpPr bwMode="auto">
          <a:xfrm>
            <a:off x="4643438" y="1457325"/>
            <a:ext cx="4305300" cy="3124200"/>
            <a:chOff x="2925" y="663"/>
            <a:chExt cx="2712" cy="1968"/>
          </a:xfrm>
        </p:grpSpPr>
        <p:sp>
          <p:nvSpPr>
            <p:cNvPr id="22553" name="Line 6"/>
            <p:cNvSpPr>
              <a:spLocks noChangeShapeType="1"/>
            </p:cNvSpPr>
            <p:nvPr/>
          </p:nvSpPr>
          <p:spPr bwMode="auto">
            <a:xfrm>
              <a:off x="3141" y="1815"/>
              <a:ext cx="2496" cy="0"/>
            </a:xfrm>
            <a:prstGeom prst="line">
              <a:avLst/>
            </a:prstGeom>
            <a:noFill/>
            <a:ln w="19050">
              <a:solidFill>
                <a:schemeClr val="tx1"/>
              </a:solidFill>
              <a:round/>
              <a:headEnd/>
              <a:tailEnd type="triangle" w="med" len="med"/>
            </a:ln>
          </p:spPr>
          <p:txBody>
            <a:bodyPr/>
            <a:lstStyle/>
            <a:p>
              <a:endParaRPr lang="zh-CN" altLang="en-US"/>
            </a:p>
          </p:txBody>
        </p:sp>
        <p:sp>
          <p:nvSpPr>
            <p:cNvPr id="22554" name="Line 7"/>
            <p:cNvSpPr>
              <a:spLocks noChangeShapeType="1"/>
            </p:cNvSpPr>
            <p:nvPr/>
          </p:nvSpPr>
          <p:spPr bwMode="auto">
            <a:xfrm flipV="1">
              <a:off x="3141" y="711"/>
              <a:ext cx="0" cy="1920"/>
            </a:xfrm>
            <a:prstGeom prst="line">
              <a:avLst/>
            </a:prstGeom>
            <a:noFill/>
            <a:ln w="19050">
              <a:solidFill>
                <a:schemeClr val="tx1"/>
              </a:solidFill>
              <a:round/>
              <a:headEnd/>
              <a:tailEnd type="triangle" w="med" len="med"/>
            </a:ln>
          </p:spPr>
          <p:txBody>
            <a:bodyPr/>
            <a:lstStyle/>
            <a:p>
              <a:endParaRPr lang="zh-CN" altLang="en-US"/>
            </a:p>
          </p:txBody>
        </p:sp>
        <p:graphicFrame>
          <p:nvGraphicFramePr>
            <p:cNvPr id="22535" name="Object 19"/>
            <p:cNvGraphicFramePr>
              <a:graphicFrameLocks noChangeAspect="1"/>
            </p:cNvGraphicFramePr>
            <p:nvPr/>
          </p:nvGraphicFramePr>
          <p:xfrm>
            <a:off x="2925" y="1706"/>
            <a:ext cx="180" cy="252"/>
          </p:xfrm>
          <a:graphic>
            <a:graphicData uri="http://schemas.openxmlformats.org/presentationml/2006/ole">
              <p:oleObj spid="_x0000_s22535" name="公式" r:id="rId8" imgW="126720" imgH="177480" progId="Equation.3">
                <p:embed/>
              </p:oleObj>
            </a:graphicData>
          </a:graphic>
        </p:graphicFrame>
        <p:graphicFrame>
          <p:nvGraphicFramePr>
            <p:cNvPr id="22536" name="Object 21"/>
            <p:cNvGraphicFramePr>
              <a:graphicFrameLocks noChangeAspect="1"/>
            </p:cNvGraphicFramePr>
            <p:nvPr/>
          </p:nvGraphicFramePr>
          <p:xfrm>
            <a:off x="5248" y="1842"/>
            <a:ext cx="378" cy="288"/>
          </p:xfrm>
          <a:graphic>
            <a:graphicData uri="http://schemas.openxmlformats.org/presentationml/2006/ole">
              <p:oleObj spid="_x0000_s22536" name="公式" r:id="rId9" imgW="266400" imgH="203040" progId="Equation.3">
                <p:embed/>
              </p:oleObj>
            </a:graphicData>
          </a:graphic>
        </p:graphicFrame>
        <p:graphicFrame>
          <p:nvGraphicFramePr>
            <p:cNvPr id="22537" name="Object 22"/>
            <p:cNvGraphicFramePr>
              <a:graphicFrameLocks noChangeAspect="1"/>
            </p:cNvGraphicFramePr>
            <p:nvPr/>
          </p:nvGraphicFramePr>
          <p:xfrm>
            <a:off x="3183" y="663"/>
            <a:ext cx="954" cy="324"/>
          </p:xfrm>
          <a:graphic>
            <a:graphicData uri="http://schemas.openxmlformats.org/presentationml/2006/ole">
              <p:oleObj spid="_x0000_s22537" name="公式" r:id="rId10" imgW="672840" imgH="228600" progId="Equation.3">
                <p:embed/>
              </p:oleObj>
            </a:graphicData>
          </a:graphic>
        </p:graphicFrame>
      </p:grpSp>
      <p:sp>
        <p:nvSpPr>
          <p:cNvPr id="22562" name="Text Box 34"/>
          <p:cNvSpPr txBox="1">
            <a:spLocks noChangeArrowheads="1"/>
          </p:cNvSpPr>
          <p:nvPr/>
        </p:nvSpPr>
        <p:spPr bwMode="auto">
          <a:xfrm>
            <a:off x="179388" y="596900"/>
            <a:ext cx="611187"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FF0000"/>
                </a:solidFill>
              </a:rPr>
              <a:t>例</a:t>
            </a:r>
          </a:p>
        </p:txBody>
      </p:sp>
      <p:sp>
        <p:nvSpPr>
          <p:cNvPr id="22563" name="Text Box 35"/>
          <p:cNvSpPr txBox="1">
            <a:spLocks noChangeArrowheads="1"/>
          </p:cNvSpPr>
          <p:nvPr/>
        </p:nvSpPr>
        <p:spPr bwMode="auto">
          <a:xfrm>
            <a:off x="179388" y="1100138"/>
            <a:ext cx="611187" cy="457200"/>
          </a:xfrm>
          <a:prstGeom prst="rect">
            <a:avLst/>
          </a:prstGeom>
          <a:noFill/>
          <a:ln w="9525">
            <a:noFill/>
            <a:miter lim="800000"/>
            <a:headEnd/>
            <a:tailEnd/>
          </a:ln>
        </p:spPr>
        <p:txBody>
          <a:bodyPr>
            <a:spAutoFit/>
          </a:bodyPr>
          <a:lstStyle/>
          <a:p>
            <a:pPr algn="l"/>
            <a:r>
              <a:rPr lang="zh-CN" altLang="en-US" sz="2400" b="1">
                <a:solidFill>
                  <a:srgbClr val="FF0000"/>
                </a:solidFill>
              </a:rPr>
              <a:t>求</a:t>
            </a:r>
            <a:endParaRPr lang="zh-CN" altLang="en-US" sz="2400"/>
          </a:p>
        </p:txBody>
      </p:sp>
      <p:sp>
        <p:nvSpPr>
          <p:cNvPr id="22564" name="Text Box 36"/>
          <p:cNvSpPr txBox="1">
            <a:spLocks noChangeArrowheads="1"/>
          </p:cNvSpPr>
          <p:nvPr/>
        </p:nvSpPr>
        <p:spPr bwMode="auto">
          <a:xfrm>
            <a:off x="611188" y="1100138"/>
            <a:ext cx="2592387" cy="457200"/>
          </a:xfrm>
          <a:prstGeom prst="rect">
            <a:avLst/>
          </a:prstGeom>
          <a:noFill/>
          <a:ln w="9525">
            <a:noFill/>
            <a:miter lim="800000"/>
            <a:headEnd/>
            <a:tailEnd/>
          </a:ln>
        </p:spPr>
        <p:txBody>
          <a:bodyPr>
            <a:spAutoFit/>
          </a:bodyPr>
          <a:lstStyle/>
          <a:p>
            <a:pPr algn="l"/>
            <a:r>
              <a:rPr lang="zh-CN" altLang="en-US" sz="2400" b="1"/>
              <a:t>振动方程。</a:t>
            </a:r>
            <a:endParaRPr lang="zh-CN" altLang="en-US" sz="2400"/>
          </a:p>
        </p:txBody>
      </p:sp>
      <p:sp>
        <p:nvSpPr>
          <p:cNvPr id="22565" name="Text Box 37"/>
          <p:cNvSpPr txBox="1">
            <a:spLocks noChangeArrowheads="1"/>
          </p:cNvSpPr>
          <p:nvPr/>
        </p:nvSpPr>
        <p:spPr bwMode="auto">
          <a:xfrm>
            <a:off x="179388" y="1747838"/>
            <a:ext cx="611187" cy="457200"/>
          </a:xfrm>
          <a:prstGeom prst="rect">
            <a:avLst/>
          </a:prstGeom>
          <a:noFill/>
          <a:ln w="9525">
            <a:noFill/>
            <a:miter lim="800000"/>
            <a:headEnd/>
            <a:tailEnd/>
          </a:ln>
        </p:spPr>
        <p:txBody>
          <a:bodyPr>
            <a:spAutoFit/>
          </a:bodyPr>
          <a:lstStyle/>
          <a:p>
            <a:pPr algn="l"/>
            <a:r>
              <a:rPr lang="zh-CN" altLang="en-US" sz="2400" b="1">
                <a:solidFill>
                  <a:srgbClr val="FF0000"/>
                </a:solidFill>
              </a:rPr>
              <a:t>解</a:t>
            </a:r>
            <a:endParaRPr lang="zh-CN" altLang="en-US" sz="2400"/>
          </a:p>
        </p:txBody>
      </p:sp>
      <p:sp>
        <p:nvSpPr>
          <p:cNvPr id="22576" name="Text Box 48"/>
          <p:cNvSpPr txBox="1">
            <a:spLocks noChangeArrowheads="1"/>
          </p:cNvSpPr>
          <p:nvPr/>
        </p:nvSpPr>
        <p:spPr bwMode="auto">
          <a:xfrm>
            <a:off x="611188" y="1747838"/>
            <a:ext cx="3743325" cy="457200"/>
          </a:xfrm>
          <a:prstGeom prst="rect">
            <a:avLst/>
          </a:prstGeom>
          <a:noFill/>
          <a:ln w="9525">
            <a:noFill/>
            <a:miter lim="800000"/>
            <a:headEnd/>
            <a:tailEnd/>
          </a:ln>
        </p:spPr>
        <p:txBody>
          <a:bodyPr>
            <a:spAutoFit/>
          </a:bodyPr>
          <a:lstStyle/>
          <a:p>
            <a:pPr algn="l"/>
            <a:r>
              <a:rPr lang="zh-CN" altLang="en-US" sz="2400" b="1">
                <a:solidFill>
                  <a:schemeClr val="tx2"/>
                </a:solidFill>
                <a:latin typeface="楷体_GB2312" pitchFamily="49" charset="-122"/>
                <a:ea typeface="楷体_GB2312" pitchFamily="49" charset="-122"/>
              </a:rPr>
              <a:t>用旋转矢量法辅助求解</a:t>
            </a:r>
            <a:endParaRPr lang="zh-CN" altLang="en-US" sz="2400">
              <a:solidFill>
                <a:schemeClr val="tx2"/>
              </a:solidFill>
              <a:latin typeface="楷体_GB2312" pitchFamily="49" charset="-122"/>
              <a:ea typeface="楷体_GB2312" pitchFamily="49" charset="-122"/>
            </a:endParaRPr>
          </a:p>
        </p:txBody>
      </p:sp>
      <p:graphicFrame>
        <p:nvGraphicFramePr>
          <p:cNvPr id="22577" name="Object 49"/>
          <p:cNvGraphicFramePr>
            <a:graphicFrameLocks/>
          </p:cNvGraphicFramePr>
          <p:nvPr/>
        </p:nvGraphicFramePr>
        <p:xfrm>
          <a:off x="611188" y="2492375"/>
          <a:ext cx="2260600" cy="406400"/>
        </p:xfrm>
        <a:graphic>
          <a:graphicData uri="http://schemas.openxmlformats.org/presentationml/2006/ole">
            <p:oleObj spid="_x0000_s22531" name="公式" r:id="rId11" imgW="1130040" imgH="203040" progId="Equation.3">
              <p:embed/>
            </p:oleObj>
          </a:graphicData>
        </a:graphic>
      </p:graphicFrame>
      <p:graphicFrame>
        <p:nvGraphicFramePr>
          <p:cNvPr id="22578" name="Object 50"/>
          <p:cNvGraphicFramePr>
            <a:graphicFrameLocks/>
          </p:cNvGraphicFramePr>
          <p:nvPr/>
        </p:nvGraphicFramePr>
        <p:xfrm>
          <a:off x="617538" y="4365625"/>
          <a:ext cx="2565400" cy="406400"/>
        </p:xfrm>
        <a:graphic>
          <a:graphicData uri="http://schemas.openxmlformats.org/presentationml/2006/ole">
            <p:oleObj spid="_x0000_s22532" name="公式" r:id="rId12" imgW="1282680" imgH="203040" progId="Equation.3">
              <p:embed/>
            </p:oleObj>
          </a:graphicData>
        </a:graphic>
      </p:graphicFrame>
      <p:graphicFrame>
        <p:nvGraphicFramePr>
          <p:cNvPr id="22579" name="Object 51"/>
          <p:cNvGraphicFramePr>
            <a:graphicFrameLocks noChangeAspect="1"/>
          </p:cNvGraphicFramePr>
          <p:nvPr/>
        </p:nvGraphicFramePr>
        <p:xfrm>
          <a:off x="633413" y="3357563"/>
          <a:ext cx="2144712" cy="482600"/>
        </p:xfrm>
        <a:graphic>
          <a:graphicData uri="http://schemas.openxmlformats.org/presentationml/2006/ole">
            <p:oleObj spid="_x0000_s22533" name="公式" r:id="rId13" imgW="1066680" imgH="241200" progId="Equation.3">
              <p:embed/>
            </p:oleObj>
          </a:graphicData>
        </a:graphic>
      </p:graphicFrame>
      <p:graphicFrame>
        <p:nvGraphicFramePr>
          <p:cNvPr id="22580" name="Object 52"/>
          <p:cNvGraphicFramePr>
            <a:graphicFrameLocks/>
          </p:cNvGraphicFramePr>
          <p:nvPr/>
        </p:nvGraphicFramePr>
        <p:xfrm>
          <a:off x="920750" y="4851400"/>
          <a:ext cx="2641600" cy="812800"/>
        </p:xfrm>
        <a:graphic>
          <a:graphicData uri="http://schemas.openxmlformats.org/presentationml/2006/ole">
            <p:oleObj spid="_x0000_s22534" name="公式" r:id="rId14" imgW="132048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62"/>
                                        </p:tgtEl>
                                        <p:attrNameLst>
                                          <p:attrName>style.visibility</p:attrName>
                                        </p:attrNameLst>
                                      </p:cBhvr>
                                      <p:to>
                                        <p:strVal val="visible"/>
                                      </p:to>
                                    </p:set>
                                    <p:animEffect transition="in" filter="wipe(left)">
                                      <p:cBhvr>
                                        <p:cTn id="7" dur="500"/>
                                        <p:tgtEl>
                                          <p:spTgt spid="225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32"/>
                                        </p:tgtEl>
                                        <p:attrNameLst>
                                          <p:attrName>style.visibility</p:attrName>
                                        </p:attrNameLst>
                                      </p:cBhvr>
                                      <p:to>
                                        <p:strVal val="visible"/>
                                      </p:to>
                                    </p:set>
                                    <p:animEffect transition="in" filter="wipe(left)">
                                      <p:cBhvr>
                                        <p:cTn id="12" dur="500"/>
                                        <p:tgtEl>
                                          <p:spTgt spid="225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22546"/>
                                        </p:tgtEl>
                                        <p:attrNameLst>
                                          <p:attrName>style.visibility</p:attrName>
                                        </p:attrNameLst>
                                      </p:cBhvr>
                                      <p:to>
                                        <p:strVal val="visible"/>
                                      </p:to>
                                    </p:set>
                                    <p:animEffect transition="in" filter="wipe(left)">
                                      <p:cBhvr>
                                        <p:cTn id="26" dur="500"/>
                                        <p:tgtEl>
                                          <p:spTgt spid="22546"/>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par>
                          <p:cTn id="35" fill="hold">
                            <p:stCondLst>
                              <p:cond delay="2000"/>
                            </p:stCondLst>
                            <p:childTnLst>
                              <p:par>
                                <p:cTn id="36" presetID="22" presetClass="entr" presetSubtype="8"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2563"/>
                                        </p:tgtEl>
                                        <p:attrNameLst>
                                          <p:attrName>style.visibility</p:attrName>
                                        </p:attrNameLst>
                                      </p:cBhvr>
                                      <p:to>
                                        <p:strVal val="visible"/>
                                      </p:to>
                                    </p:set>
                                    <p:animEffect transition="in" filter="wipe(left)">
                                      <p:cBhvr>
                                        <p:cTn id="43" dur="500"/>
                                        <p:tgtEl>
                                          <p:spTgt spid="2256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2564"/>
                                        </p:tgtEl>
                                        <p:attrNameLst>
                                          <p:attrName>style.visibility</p:attrName>
                                        </p:attrNameLst>
                                      </p:cBhvr>
                                      <p:to>
                                        <p:strVal val="visible"/>
                                      </p:to>
                                    </p:set>
                                    <p:animEffect transition="in" filter="wipe(left)">
                                      <p:cBhvr>
                                        <p:cTn id="48" dur="500"/>
                                        <p:tgtEl>
                                          <p:spTgt spid="2256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565"/>
                                        </p:tgtEl>
                                        <p:attrNameLst>
                                          <p:attrName>style.visibility</p:attrName>
                                        </p:attrNameLst>
                                      </p:cBhvr>
                                      <p:to>
                                        <p:strVal val="visible"/>
                                      </p:to>
                                    </p:set>
                                    <p:animEffect transition="in" filter="wipe(left)">
                                      <p:cBhvr>
                                        <p:cTn id="53" dur="500"/>
                                        <p:tgtEl>
                                          <p:spTgt spid="2256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2576"/>
                                        </p:tgtEl>
                                        <p:attrNameLst>
                                          <p:attrName>style.visibility</p:attrName>
                                        </p:attrNameLst>
                                      </p:cBhvr>
                                      <p:to>
                                        <p:strVal val="visible"/>
                                      </p:to>
                                    </p:set>
                                    <p:animEffect transition="in" filter="wipe(left)">
                                      <p:cBhvr>
                                        <p:cTn id="58" dur="500"/>
                                        <p:tgtEl>
                                          <p:spTgt spid="2257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22577"/>
                                        </p:tgtEl>
                                        <p:attrNameLst>
                                          <p:attrName>style.visibility</p:attrName>
                                        </p:attrNameLst>
                                      </p:cBhvr>
                                      <p:to>
                                        <p:strVal val="visible"/>
                                      </p:to>
                                    </p:set>
                                    <p:animEffect transition="in" filter="wipe(up)">
                                      <p:cBhvr>
                                        <p:cTn id="63" dur="500"/>
                                        <p:tgtEl>
                                          <p:spTgt spid="2257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22579"/>
                                        </p:tgtEl>
                                        <p:attrNameLst>
                                          <p:attrName>style.visibility</p:attrName>
                                        </p:attrNameLst>
                                      </p:cBhvr>
                                      <p:to>
                                        <p:strVal val="visible"/>
                                      </p:to>
                                    </p:set>
                                    <p:animEffect transition="in" filter="wipe(up)">
                                      <p:cBhvr>
                                        <p:cTn id="68" dur="500"/>
                                        <p:tgtEl>
                                          <p:spTgt spid="2257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22578"/>
                                        </p:tgtEl>
                                        <p:attrNameLst>
                                          <p:attrName>style.visibility</p:attrName>
                                        </p:attrNameLst>
                                      </p:cBhvr>
                                      <p:to>
                                        <p:strVal val="visible"/>
                                      </p:to>
                                    </p:set>
                                    <p:animEffect transition="in" filter="wipe(up)">
                                      <p:cBhvr>
                                        <p:cTn id="73" dur="500"/>
                                        <p:tgtEl>
                                          <p:spTgt spid="22578"/>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22580"/>
                                        </p:tgtEl>
                                        <p:attrNameLst>
                                          <p:attrName>style.visibility</p:attrName>
                                        </p:attrNameLst>
                                      </p:cBhvr>
                                      <p:to>
                                        <p:strVal val="visible"/>
                                      </p:to>
                                    </p:set>
                                    <p:animEffect transition="in" filter="wipe(up)">
                                      <p:cBhvr>
                                        <p:cTn id="78" dur="500"/>
                                        <p:tgtEl>
                                          <p:spTgt spid="2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utoUpdateAnimBg="0"/>
      <p:bldP spid="22562" grpId="0"/>
      <p:bldP spid="22563" grpId="0"/>
      <p:bldP spid="22564" grpId="0"/>
      <p:bldP spid="22565" grpId="0"/>
      <p:bldP spid="2257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Oval 5"/>
          <p:cNvSpPr>
            <a:spLocks noChangeArrowheads="1"/>
          </p:cNvSpPr>
          <p:nvPr/>
        </p:nvSpPr>
        <p:spPr bwMode="auto">
          <a:xfrm>
            <a:off x="6311900" y="749300"/>
            <a:ext cx="1993900" cy="1993900"/>
          </a:xfrm>
          <a:prstGeom prst="ellipse">
            <a:avLst/>
          </a:prstGeom>
          <a:noFill/>
          <a:ln w="9525">
            <a:solidFill>
              <a:srgbClr val="FF0000"/>
            </a:solidFill>
            <a:round/>
            <a:headEnd/>
            <a:tailEnd/>
          </a:ln>
        </p:spPr>
        <p:txBody>
          <a:bodyPr wrap="none" anchor="ctr"/>
          <a:lstStyle/>
          <a:p>
            <a:endParaRPr lang="zh-CN" altLang="en-US"/>
          </a:p>
        </p:txBody>
      </p:sp>
      <p:grpSp>
        <p:nvGrpSpPr>
          <p:cNvPr id="2" name="Group 36"/>
          <p:cNvGrpSpPr>
            <a:grpSpLocks/>
          </p:cNvGrpSpPr>
          <p:nvPr/>
        </p:nvGrpSpPr>
        <p:grpSpPr bwMode="auto">
          <a:xfrm>
            <a:off x="5854700" y="596900"/>
            <a:ext cx="2994025" cy="2266950"/>
            <a:chOff x="3688" y="376"/>
            <a:chExt cx="1886" cy="1428"/>
          </a:xfrm>
        </p:grpSpPr>
        <p:graphicFrame>
          <p:nvGraphicFramePr>
            <p:cNvPr id="23565" name="Object 10"/>
            <p:cNvGraphicFramePr>
              <a:graphicFrameLocks noChangeAspect="1"/>
            </p:cNvGraphicFramePr>
            <p:nvPr/>
          </p:nvGraphicFramePr>
          <p:xfrm>
            <a:off x="3688" y="376"/>
            <a:ext cx="512" cy="276"/>
          </p:xfrm>
          <a:graphic>
            <a:graphicData uri="http://schemas.openxmlformats.org/presentationml/2006/ole">
              <p:oleObj spid="_x0000_s23565" name="公式" r:id="rId3" imgW="330120" imgH="177480" progId="Equation.3">
                <p:embed/>
              </p:oleObj>
            </a:graphicData>
          </a:graphic>
        </p:graphicFrame>
        <p:graphicFrame>
          <p:nvGraphicFramePr>
            <p:cNvPr id="23566" name="Object 11"/>
            <p:cNvGraphicFramePr>
              <a:graphicFrameLocks noChangeAspect="1"/>
            </p:cNvGraphicFramePr>
            <p:nvPr/>
          </p:nvGraphicFramePr>
          <p:xfrm>
            <a:off x="4984" y="1528"/>
            <a:ext cx="590" cy="276"/>
          </p:xfrm>
          <a:graphic>
            <a:graphicData uri="http://schemas.openxmlformats.org/presentationml/2006/ole">
              <p:oleObj spid="_x0000_s23566" name="公式" r:id="rId4" imgW="380880" imgH="177480" progId="Equation.3">
                <p:embed/>
              </p:oleObj>
            </a:graphicData>
          </a:graphic>
        </p:graphicFrame>
      </p:grpSp>
      <p:grpSp>
        <p:nvGrpSpPr>
          <p:cNvPr id="3" name="Group 39"/>
          <p:cNvGrpSpPr>
            <a:grpSpLocks/>
          </p:cNvGrpSpPr>
          <p:nvPr/>
        </p:nvGrpSpPr>
        <p:grpSpPr bwMode="auto">
          <a:xfrm>
            <a:off x="6540500" y="901700"/>
            <a:ext cx="1524000" cy="1676400"/>
            <a:chOff x="4120" y="568"/>
            <a:chExt cx="960" cy="1056"/>
          </a:xfrm>
        </p:grpSpPr>
        <p:sp>
          <p:nvSpPr>
            <p:cNvPr id="23580" name="Line 8"/>
            <p:cNvSpPr>
              <a:spLocks noChangeShapeType="1"/>
            </p:cNvSpPr>
            <p:nvPr/>
          </p:nvSpPr>
          <p:spPr bwMode="auto">
            <a:xfrm rot="1125738">
              <a:off x="4120" y="712"/>
              <a:ext cx="960" cy="768"/>
            </a:xfrm>
            <a:prstGeom prst="line">
              <a:avLst/>
            </a:prstGeom>
            <a:noFill/>
            <a:ln w="28575">
              <a:solidFill>
                <a:schemeClr val="tx1"/>
              </a:solidFill>
              <a:round/>
              <a:headEnd type="triangle" w="med" len="med"/>
              <a:tailEnd type="triangle" w="med" len="med"/>
            </a:ln>
          </p:spPr>
          <p:txBody>
            <a:bodyPr/>
            <a:lstStyle/>
            <a:p>
              <a:endParaRPr lang="zh-CN" altLang="en-US"/>
            </a:p>
          </p:txBody>
        </p:sp>
        <p:sp>
          <p:nvSpPr>
            <p:cNvPr id="23581" name="Line 12"/>
            <p:cNvSpPr>
              <a:spLocks noChangeShapeType="1"/>
            </p:cNvSpPr>
            <p:nvPr/>
          </p:nvSpPr>
          <p:spPr bwMode="auto">
            <a:xfrm>
              <a:off x="4936" y="1096"/>
              <a:ext cx="0" cy="528"/>
            </a:xfrm>
            <a:prstGeom prst="line">
              <a:avLst/>
            </a:prstGeom>
            <a:noFill/>
            <a:ln w="28575" cap="rnd">
              <a:solidFill>
                <a:srgbClr val="FF6600"/>
              </a:solidFill>
              <a:prstDash val="sysDot"/>
              <a:round/>
              <a:headEnd/>
              <a:tailEnd/>
            </a:ln>
          </p:spPr>
          <p:txBody>
            <a:bodyPr/>
            <a:lstStyle/>
            <a:p>
              <a:endParaRPr lang="zh-CN" altLang="en-US"/>
            </a:p>
          </p:txBody>
        </p:sp>
        <p:sp>
          <p:nvSpPr>
            <p:cNvPr id="23582" name="Line 13"/>
            <p:cNvSpPr>
              <a:spLocks noChangeShapeType="1"/>
            </p:cNvSpPr>
            <p:nvPr/>
          </p:nvSpPr>
          <p:spPr bwMode="auto">
            <a:xfrm>
              <a:off x="4264" y="568"/>
              <a:ext cx="0" cy="528"/>
            </a:xfrm>
            <a:prstGeom prst="line">
              <a:avLst/>
            </a:prstGeom>
            <a:noFill/>
            <a:ln w="28575" cap="rnd">
              <a:solidFill>
                <a:srgbClr val="FF6600"/>
              </a:solidFill>
              <a:prstDash val="sysDot"/>
              <a:round/>
              <a:headEnd/>
              <a:tailEnd/>
            </a:ln>
          </p:spPr>
          <p:txBody>
            <a:bodyPr/>
            <a:lstStyle/>
            <a:p>
              <a:endParaRPr lang="zh-CN" altLang="en-US"/>
            </a:p>
          </p:txBody>
        </p:sp>
      </p:grpSp>
      <p:grpSp>
        <p:nvGrpSpPr>
          <p:cNvPr id="4" name="Group 38"/>
          <p:cNvGrpSpPr>
            <a:grpSpLocks/>
          </p:cNvGrpSpPr>
          <p:nvPr/>
        </p:nvGrpSpPr>
        <p:grpSpPr bwMode="auto">
          <a:xfrm>
            <a:off x="7759700" y="520700"/>
            <a:ext cx="990600" cy="1219200"/>
            <a:chOff x="4888" y="328"/>
            <a:chExt cx="624" cy="768"/>
          </a:xfrm>
        </p:grpSpPr>
        <p:graphicFrame>
          <p:nvGraphicFramePr>
            <p:cNvPr id="23564" name="Object 9"/>
            <p:cNvGraphicFramePr>
              <a:graphicFrameLocks noChangeAspect="1"/>
            </p:cNvGraphicFramePr>
            <p:nvPr/>
          </p:nvGraphicFramePr>
          <p:xfrm>
            <a:off x="5128" y="328"/>
            <a:ext cx="384" cy="264"/>
          </p:xfrm>
          <a:graphic>
            <a:graphicData uri="http://schemas.openxmlformats.org/presentationml/2006/ole">
              <p:oleObj spid="_x0000_s23564" name="公式" r:id="rId5" imgW="152280" imgH="139680" progId="Equation.3">
                <p:embed/>
              </p:oleObj>
            </a:graphicData>
          </a:graphic>
        </p:graphicFrame>
        <p:sp>
          <p:nvSpPr>
            <p:cNvPr id="23579" name="Arc 14"/>
            <p:cNvSpPr>
              <a:spLocks/>
            </p:cNvSpPr>
            <p:nvPr/>
          </p:nvSpPr>
          <p:spPr bwMode="auto">
            <a:xfrm rot="1013685">
              <a:off x="4888" y="520"/>
              <a:ext cx="378" cy="576"/>
            </a:xfrm>
            <a:custGeom>
              <a:avLst/>
              <a:gdLst>
                <a:gd name="T0" fmla="*/ 0 w 14163"/>
                <a:gd name="T1" fmla="*/ 0 h 21600"/>
                <a:gd name="T2" fmla="*/ 0 w 14163"/>
                <a:gd name="T3" fmla="*/ 0 h 21600"/>
                <a:gd name="T4" fmla="*/ 0 w 14163"/>
                <a:gd name="T5" fmla="*/ 0 h 21600"/>
                <a:gd name="T6" fmla="*/ 0 60000 65536"/>
                <a:gd name="T7" fmla="*/ 0 60000 65536"/>
                <a:gd name="T8" fmla="*/ 0 60000 65536"/>
                <a:gd name="T9" fmla="*/ 0 w 14163"/>
                <a:gd name="T10" fmla="*/ 0 h 21600"/>
                <a:gd name="T11" fmla="*/ 14163 w 14163"/>
                <a:gd name="T12" fmla="*/ 21600 h 21600"/>
              </a:gdLst>
              <a:ahLst/>
              <a:cxnLst>
                <a:cxn ang="T6">
                  <a:pos x="T0" y="T1"/>
                </a:cxn>
                <a:cxn ang="T7">
                  <a:pos x="T2" y="T3"/>
                </a:cxn>
                <a:cxn ang="T8">
                  <a:pos x="T4" y="T5"/>
                </a:cxn>
              </a:cxnLst>
              <a:rect l="T9" t="T10" r="T11" b="T12"/>
              <a:pathLst>
                <a:path w="14163" h="21600" fill="none" extrusionOk="0">
                  <a:moveTo>
                    <a:pt x="-1" y="0"/>
                  </a:moveTo>
                  <a:cubicBezTo>
                    <a:pt x="5204" y="0"/>
                    <a:pt x="10233" y="1878"/>
                    <a:pt x="14162" y="5291"/>
                  </a:cubicBezTo>
                </a:path>
                <a:path w="14163" h="21600" stroke="0" extrusionOk="0">
                  <a:moveTo>
                    <a:pt x="-1" y="0"/>
                  </a:moveTo>
                  <a:cubicBezTo>
                    <a:pt x="5204" y="0"/>
                    <a:pt x="10233" y="1878"/>
                    <a:pt x="14162" y="5291"/>
                  </a:cubicBezTo>
                  <a:lnTo>
                    <a:pt x="0" y="21600"/>
                  </a:lnTo>
                  <a:close/>
                </a:path>
              </a:pathLst>
            </a:custGeom>
            <a:noFill/>
            <a:ln w="9525">
              <a:solidFill>
                <a:srgbClr val="9900CC"/>
              </a:solidFill>
              <a:round/>
              <a:headEnd type="triangle" w="med" len="med"/>
              <a:tailEnd/>
            </a:ln>
          </p:spPr>
          <p:txBody>
            <a:bodyPr wrap="none" anchor="ctr"/>
            <a:lstStyle/>
            <a:p>
              <a:endParaRPr lang="zh-CN" altLang="en-US"/>
            </a:p>
          </p:txBody>
        </p:sp>
      </p:grpSp>
      <p:grpSp>
        <p:nvGrpSpPr>
          <p:cNvPr id="5" name="Group 37"/>
          <p:cNvGrpSpPr>
            <a:grpSpLocks/>
          </p:cNvGrpSpPr>
          <p:nvPr/>
        </p:nvGrpSpPr>
        <p:grpSpPr bwMode="auto">
          <a:xfrm>
            <a:off x="7099300" y="825500"/>
            <a:ext cx="965200" cy="1258888"/>
            <a:chOff x="4472" y="520"/>
            <a:chExt cx="608" cy="793"/>
          </a:xfrm>
        </p:grpSpPr>
        <p:sp>
          <p:nvSpPr>
            <p:cNvPr id="23578" name="Arc 15"/>
            <p:cNvSpPr>
              <a:spLocks/>
            </p:cNvSpPr>
            <p:nvPr/>
          </p:nvSpPr>
          <p:spPr bwMode="auto">
            <a:xfrm>
              <a:off x="4480" y="905"/>
              <a:ext cx="297" cy="408"/>
            </a:xfrm>
            <a:custGeom>
              <a:avLst/>
              <a:gdLst>
                <a:gd name="T0" fmla="*/ 0 w 17820"/>
                <a:gd name="T1" fmla="*/ 0 h 21600"/>
                <a:gd name="T2" fmla="*/ 0 w 17820"/>
                <a:gd name="T3" fmla="*/ 0 h 21600"/>
                <a:gd name="T4" fmla="*/ 0 w 17820"/>
                <a:gd name="T5" fmla="*/ 0 h 21600"/>
                <a:gd name="T6" fmla="*/ 0 60000 65536"/>
                <a:gd name="T7" fmla="*/ 0 60000 65536"/>
                <a:gd name="T8" fmla="*/ 0 60000 65536"/>
                <a:gd name="T9" fmla="*/ 0 w 17820"/>
                <a:gd name="T10" fmla="*/ 0 h 21600"/>
                <a:gd name="T11" fmla="*/ 17820 w 17820"/>
                <a:gd name="T12" fmla="*/ 21600 h 21600"/>
              </a:gdLst>
              <a:ahLst/>
              <a:cxnLst>
                <a:cxn ang="T6">
                  <a:pos x="T0" y="T1"/>
                </a:cxn>
                <a:cxn ang="T7">
                  <a:pos x="T2" y="T3"/>
                </a:cxn>
                <a:cxn ang="T8">
                  <a:pos x="T4" y="T5"/>
                </a:cxn>
              </a:cxnLst>
              <a:rect l="T9" t="T10" r="T11" b="T12"/>
              <a:pathLst>
                <a:path w="17820" h="21600" fill="none" extrusionOk="0">
                  <a:moveTo>
                    <a:pt x="-1" y="0"/>
                  </a:moveTo>
                  <a:cubicBezTo>
                    <a:pt x="7125" y="0"/>
                    <a:pt x="13792" y="3514"/>
                    <a:pt x="17819" y="9393"/>
                  </a:cubicBezTo>
                </a:path>
                <a:path w="17820" h="21600" stroke="0" extrusionOk="0">
                  <a:moveTo>
                    <a:pt x="-1" y="0"/>
                  </a:moveTo>
                  <a:cubicBezTo>
                    <a:pt x="7125" y="0"/>
                    <a:pt x="13792" y="3514"/>
                    <a:pt x="17819" y="9393"/>
                  </a:cubicBezTo>
                  <a:lnTo>
                    <a:pt x="0" y="21600"/>
                  </a:lnTo>
                  <a:close/>
                </a:path>
              </a:pathLst>
            </a:custGeom>
            <a:noFill/>
            <a:ln w="9525">
              <a:solidFill>
                <a:schemeClr val="tx1"/>
              </a:solidFill>
              <a:round/>
              <a:headEnd type="triangle" w="med" len="med"/>
              <a:tailEnd/>
            </a:ln>
          </p:spPr>
          <p:txBody>
            <a:bodyPr wrap="none" anchor="ctr"/>
            <a:lstStyle/>
            <a:p>
              <a:endParaRPr lang="zh-CN" altLang="en-US"/>
            </a:p>
          </p:txBody>
        </p:sp>
        <p:graphicFrame>
          <p:nvGraphicFramePr>
            <p:cNvPr id="23563" name="Object 16"/>
            <p:cNvGraphicFramePr>
              <a:graphicFrameLocks noChangeAspect="1"/>
            </p:cNvGraphicFramePr>
            <p:nvPr/>
          </p:nvGraphicFramePr>
          <p:xfrm>
            <a:off x="4472" y="520"/>
            <a:ext cx="608" cy="480"/>
          </p:xfrm>
          <a:graphic>
            <a:graphicData uri="http://schemas.openxmlformats.org/presentationml/2006/ole">
              <p:oleObj spid="_x0000_s23563" name="公式" r:id="rId6" imgW="406080" imgH="393480" progId="Equation.3">
                <p:embed/>
              </p:oleObj>
            </a:graphicData>
          </a:graphic>
        </p:graphicFrame>
      </p:grpSp>
      <p:grpSp>
        <p:nvGrpSpPr>
          <p:cNvPr id="6" name="Group 35"/>
          <p:cNvGrpSpPr>
            <a:grpSpLocks/>
          </p:cNvGrpSpPr>
          <p:nvPr/>
        </p:nvGrpSpPr>
        <p:grpSpPr bwMode="auto">
          <a:xfrm>
            <a:off x="5854700" y="1739900"/>
            <a:ext cx="3251200" cy="495300"/>
            <a:chOff x="3688" y="1096"/>
            <a:chExt cx="2048" cy="312"/>
          </a:xfrm>
        </p:grpSpPr>
        <p:sp>
          <p:nvSpPr>
            <p:cNvPr id="23577" name="Line 6"/>
            <p:cNvSpPr>
              <a:spLocks noChangeShapeType="1"/>
            </p:cNvSpPr>
            <p:nvPr/>
          </p:nvSpPr>
          <p:spPr bwMode="auto">
            <a:xfrm>
              <a:off x="3688" y="1096"/>
              <a:ext cx="1968" cy="0"/>
            </a:xfrm>
            <a:prstGeom prst="line">
              <a:avLst/>
            </a:prstGeom>
            <a:noFill/>
            <a:ln w="19050">
              <a:solidFill>
                <a:schemeClr val="accent2"/>
              </a:solidFill>
              <a:round/>
              <a:headEnd/>
              <a:tailEnd type="triangle" w="med" len="med"/>
            </a:ln>
          </p:spPr>
          <p:txBody>
            <a:bodyPr/>
            <a:lstStyle/>
            <a:p>
              <a:endParaRPr lang="zh-CN" altLang="en-US"/>
            </a:p>
          </p:txBody>
        </p:sp>
        <p:graphicFrame>
          <p:nvGraphicFramePr>
            <p:cNvPr id="23562" name="Object 17"/>
            <p:cNvGraphicFramePr>
              <a:graphicFrameLocks noChangeAspect="1"/>
            </p:cNvGraphicFramePr>
            <p:nvPr/>
          </p:nvGraphicFramePr>
          <p:xfrm>
            <a:off x="5416" y="1144"/>
            <a:ext cx="320" cy="264"/>
          </p:xfrm>
          <a:graphic>
            <a:graphicData uri="http://schemas.openxmlformats.org/presentationml/2006/ole">
              <p:oleObj spid="_x0000_s23562" name="公式" r:id="rId7" imgW="126720" imgH="139680" progId="Equation.3">
                <p:embed/>
              </p:oleObj>
            </a:graphicData>
          </a:graphic>
        </p:graphicFrame>
      </p:grpSp>
      <p:graphicFrame>
        <p:nvGraphicFramePr>
          <p:cNvPr id="25618" name="Object 18"/>
          <p:cNvGraphicFramePr>
            <a:graphicFrameLocks noChangeAspect="1"/>
          </p:cNvGraphicFramePr>
          <p:nvPr/>
        </p:nvGraphicFramePr>
        <p:xfrm>
          <a:off x="6921500" y="1739900"/>
          <a:ext cx="508000" cy="419100"/>
        </p:xfrm>
        <a:graphic>
          <a:graphicData uri="http://schemas.openxmlformats.org/presentationml/2006/ole">
            <p:oleObj spid="_x0000_s23554" name="公式" r:id="rId8" imgW="126720" imgH="139680" progId="Equation.3">
              <p:embed/>
            </p:oleObj>
          </a:graphicData>
        </a:graphic>
      </p:graphicFrame>
      <p:sp>
        <p:nvSpPr>
          <p:cNvPr id="25620" name="Text Box 20"/>
          <p:cNvSpPr txBox="1">
            <a:spLocks noChangeArrowheads="1"/>
          </p:cNvSpPr>
          <p:nvPr/>
        </p:nvSpPr>
        <p:spPr bwMode="auto">
          <a:xfrm>
            <a:off x="684213" y="692150"/>
            <a:ext cx="5183187" cy="968375"/>
          </a:xfrm>
          <a:prstGeom prst="rect">
            <a:avLst/>
          </a:prstGeom>
          <a:noFill/>
          <a:ln w="9525">
            <a:noFill/>
            <a:miter lim="800000"/>
            <a:headEnd/>
            <a:tailEnd/>
          </a:ln>
        </p:spPr>
        <p:txBody>
          <a:bodyPr>
            <a:spAutoFit/>
          </a:bodyPr>
          <a:lstStyle/>
          <a:p>
            <a:pPr algn="l">
              <a:lnSpc>
                <a:spcPct val="120000"/>
              </a:lnSpc>
            </a:pPr>
            <a:r>
              <a:rPr lang="en-US" altLang="zh-CN" sz="2400" b="1" i="1">
                <a:solidFill>
                  <a:srgbClr val="FF6600"/>
                </a:solidFill>
                <a:ea typeface="楷体_GB2312" pitchFamily="49" charset="-122"/>
              </a:rPr>
              <a:t>        v </a:t>
            </a:r>
            <a:r>
              <a:rPr lang="zh-CN" altLang="en-US" sz="2400" b="1">
                <a:ea typeface="楷体_GB2312" pitchFamily="49" charset="-122"/>
              </a:rPr>
              <a:t>的旋转矢量与 </a:t>
            </a:r>
            <a:r>
              <a:rPr lang="en-US" altLang="zh-CN" sz="2400" b="1" i="1">
                <a:solidFill>
                  <a:srgbClr val="FF6600"/>
                </a:solidFill>
                <a:ea typeface="楷体_GB2312" pitchFamily="49" charset="-122"/>
              </a:rPr>
              <a:t>v </a:t>
            </a:r>
            <a:r>
              <a:rPr lang="zh-CN" altLang="en-US" sz="2400" b="1">
                <a:ea typeface="楷体_GB2312" pitchFamily="49" charset="-122"/>
              </a:rPr>
              <a:t>轴夹角表示 </a:t>
            </a:r>
            <a:r>
              <a:rPr lang="en-US" altLang="zh-CN" sz="2400" b="1" i="1">
                <a:solidFill>
                  <a:srgbClr val="FF6600"/>
                </a:solidFill>
                <a:ea typeface="楷体_GB2312" pitchFamily="49" charset="-122"/>
              </a:rPr>
              <a:t>t  </a:t>
            </a:r>
            <a:r>
              <a:rPr lang="zh-CN" altLang="en-US" sz="2400" b="1">
                <a:ea typeface="楷体_GB2312" pitchFamily="49" charset="-122"/>
              </a:rPr>
              <a:t>时刻相位</a:t>
            </a:r>
            <a:endParaRPr lang="zh-CN" altLang="en-US" sz="2400">
              <a:ea typeface="楷体_GB2312" pitchFamily="49" charset="-122"/>
            </a:endParaRPr>
          </a:p>
        </p:txBody>
      </p:sp>
      <p:graphicFrame>
        <p:nvGraphicFramePr>
          <p:cNvPr id="25621" name="Object 21"/>
          <p:cNvGraphicFramePr>
            <a:graphicFrameLocks/>
          </p:cNvGraphicFramePr>
          <p:nvPr/>
        </p:nvGraphicFramePr>
        <p:xfrm>
          <a:off x="2916238" y="1700213"/>
          <a:ext cx="1397000" cy="812800"/>
        </p:xfrm>
        <a:graphic>
          <a:graphicData uri="http://schemas.openxmlformats.org/presentationml/2006/ole">
            <p:oleObj spid="_x0000_s23555" name="公式" r:id="rId9" imgW="698400" imgH="406080" progId="Equation.3">
              <p:embed/>
            </p:oleObj>
          </a:graphicData>
        </a:graphic>
      </p:graphicFrame>
      <p:sp>
        <p:nvSpPr>
          <p:cNvPr id="25624" name="Text Box 24"/>
          <p:cNvSpPr txBox="1">
            <a:spLocks noChangeArrowheads="1"/>
          </p:cNvSpPr>
          <p:nvPr/>
        </p:nvSpPr>
        <p:spPr bwMode="auto">
          <a:xfrm>
            <a:off x="901700" y="2897188"/>
            <a:ext cx="1600200" cy="457200"/>
          </a:xfrm>
          <a:prstGeom prst="rect">
            <a:avLst/>
          </a:prstGeom>
          <a:noFill/>
          <a:ln w="9525">
            <a:noFill/>
            <a:miter lim="800000"/>
            <a:headEnd/>
            <a:tailEnd/>
          </a:ln>
        </p:spPr>
        <p:txBody>
          <a:bodyPr>
            <a:spAutoFit/>
          </a:bodyPr>
          <a:lstStyle/>
          <a:p>
            <a:pPr algn="l"/>
            <a:r>
              <a:rPr lang="zh-CN" altLang="en-US" sz="2400" b="1">
                <a:ea typeface="楷体_GB2312" pitchFamily="49" charset="-122"/>
              </a:rPr>
              <a:t>由图知</a:t>
            </a:r>
            <a:endParaRPr lang="zh-CN" altLang="en-US" sz="2400">
              <a:ea typeface="楷体_GB2312" pitchFamily="49" charset="-122"/>
            </a:endParaRPr>
          </a:p>
        </p:txBody>
      </p:sp>
      <p:graphicFrame>
        <p:nvGraphicFramePr>
          <p:cNvPr id="25625" name="Object 25"/>
          <p:cNvGraphicFramePr>
            <a:graphicFrameLocks/>
          </p:cNvGraphicFramePr>
          <p:nvPr/>
        </p:nvGraphicFramePr>
        <p:xfrm>
          <a:off x="2197100" y="2760663"/>
          <a:ext cx="1573213" cy="812800"/>
        </p:xfrm>
        <a:graphic>
          <a:graphicData uri="http://schemas.openxmlformats.org/presentationml/2006/ole">
            <p:oleObj spid="_x0000_s23556" name="公式" r:id="rId10" imgW="787320" imgH="406080" progId="Equation.3">
              <p:embed/>
            </p:oleObj>
          </a:graphicData>
        </a:graphic>
      </p:graphicFrame>
      <p:sp>
        <p:nvSpPr>
          <p:cNvPr id="25626" name="Line 26"/>
          <p:cNvSpPr>
            <a:spLocks noChangeShapeType="1"/>
          </p:cNvSpPr>
          <p:nvPr/>
        </p:nvSpPr>
        <p:spPr bwMode="auto">
          <a:xfrm>
            <a:off x="3995738" y="3170238"/>
            <a:ext cx="533400" cy="0"/>
          </a:xfrm>
          <a:prstGeom prst="line">
            <a:avLst/>
          </a:prstGeom>
          <a:noFill/>
          <a:ln w="57150">
            <a:solidFill>
              <a:srgbClr val="FF6600"/>
            </a:solidFill>
            <a:round/>
            <a:headEnd/>
            <a:tailEnd type="triangle" w="med" len="med"/>
          </a:ln>
        </p:spPr>
        <p:txBody>
          <a:bodyPr/>
          <a:lstStyle/>
          <a:p>
            <a:endParaRPr lang="zh-CN" altLang="en-US"/>
          </a:p>
        </p:txBody>
      </p:sp>
      <p:graphicFrame>
        <p:nvGraphicFramePr>
          <p:cNvPr id="25627" name="Object 27"/>
          <p:cNvGraphicFramePr>
            <a:graphicFrameLocks/>
          </p:cNvGraphicFramePr>
          <p:nvPr/>
        </p:nvGraphicFramePr>
        <p:xfrm>
          <a:off x="4716463" y="2736850"/>
          <a:ext cx="863600" cy="812800"/>
        </p:xfrm>
        <a:graphic>
          <a:graphicData uri="http://schemas.openxmlformats.org/presentationml/2006/ole">
            <p:oleObj spid="_x0000_s23557" name="公式" r:id="rId11" imgW="431640" imgH="406080" progId="Equation.3">
              <p:embed/>
            </p:oleObj>
          </a:graphicData>
        </a:graphic>
      </p:graphicFrame>
      <p:graphicFrame>
        <p:nvGraphicFramePr>
          <p:cNvPr id="25629" name="Object 29"/>
          <p:cNvGraphicFramePr>
            <a:graphicFrameLocks/>
          </p:cNvGraphicFramePr>
          <p:nvPr/>
        </p:nvGraphicFramePr>
        <p:xfrm>
          <a:off x="1362075" y="4086225"/>
          <a:ext cx="2314575" cy="812800"/>
        </p:xfrm>
        <a:graphic>
          <a:graphicData uri="http://schemas.openxmlformats.org/presentationml/2006/ole">
            <p:oleObj spid="_x0000_s23558" name="公式" r:id="rId12" imgW="1155600" imgH="406080" progId="Equation.3">
              <p:embed/>
            </p:oleObj>
          </a:graphicData>
        </a:graphic>
      </p:graphicFrame>
      <p:sp>
        <p:nvSpPr>
          <p:cNvPr id="25630" name="Line 30"/>
          <p:cNvSpPr>
            <a:spLocks noChangeShapeType="1"/>
          </p:cNvSpPr>
          <p:nvPr/>
        </p:nvSpPr>
        <p:spPr bwMode="auto">
          <a:xfrm flipV="1">
            <a:off x="3924300" y="4508500"/>
            <a:ext cx="1223963" cy="0"/>
          </a:xfrm>
          <a:prstGeom prst="line">
            <a:avLst/>
          </a:prstGeom>
          <a:noFill/>
          <a:ln w="57150">
            <a:solidFill>
              <a:srgbClr val="FF6600"/>
            </a:solidFill>
            <a:round/>
            <a:headEnd/>
            <a:tailEnd type="triangle" w="med" len="med"/>
          </a:ln>
        </p:spPr>
        <p:txBody>
          <a:bodyPr/>
          <a:lstStyle/>
          <a:p>
            <a:endParaRPr lang="zh-CN" altLang="en-US"/>
          </a:p>
        </p:txBody>
      </p:sp>
      <p:graphicFrame>
        <p:nvGraphicFramePr>
          <p:cNvPr id="25631" name="Object 31"/>
          <p:cNvGraphicFramePr>
            <a:graphicFrameLocks/>
          </p:cNvGraphicFramePr>
          <p:nvPr/>
        </p:nvGraphicFramePr>
        <p:xfrm>
          <a:off x="5256213" y="4267200"/>
          <a:ext cx="1908175" cy="457200"/>
        </p:xfrm>
        <a:graphic>
          <a:graphicData uri="http://schemas.openxmlformats.org/presentationml/2006/ole">
            <p:oleObj spid="_x0000_s23559" name="公式" r:id="rId13" imgW="952200" imgH="228600" progId="Equation.3">
              <p:embed/>
            </p:oleObj>
          </a:graphicData>
        </a:graphic>
      </p:graphicFrame>
      <p:graphicFrame>
        <p:nvGraphicFramePr>
          <p:cNvPr id="25632" name="Object 32"/>
          <p:cNvGraphicFramePr>
            <a:graphicFrameLocks/>
          </p:cNvGraphicFramePr>
          <p:nvPr/>
        </p:nvGraphicFramePr>
        <p:xfrm>
          <a:off x="1098550" y="5373688"/>
          <a:ext cx="2968625" cy="812800"/>
        </p:xfrm>
        <a:graphic>
          <a:graphicData uri="http://schemas.openxmlformats.org/presentationml/2006/ole">
            <p:oleObj spid="_x0000_s23560" name="公式" r:id="rId14" imgW="1485720" imgH="406080" progId="Equation.3">
              <p:embed/>
            </p:oleObj>
          </a:graphicData>
        </a:graphic>
      </p:graphicFrame>
      <p:graphicFrame>
        <p:nvGraphicFramePr>
          <p:cNvPr id="25633" name="Object 33"/>
          <p:cNvGraphicFramePr>
            <a:graphicFrameLocks/>
          </p:cNvGraphicFramePr>
          <p:nvPr/>
        </p:nvGraphicFramePr>
        <p:xfrm>
          <a:off x="4730750" y="5357813"/>
          <a:ext cx="2746375" cy="812800"/>
        </p:xfrm>
        <a:graphic>
          <a:graphicData uri="http://schemas.openxmlformats.org/presentationml/2006/ole">
            <p:oleObj spid="_x0000_s23561" name="公式" r:id="rId15" imgW="137160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20"/>
                                        </p:tgtEl>
                                        <p:attrNameLst>
                                          <p:attrName>style.visibility</p:attrName>
                                        </p:attrNameLst>
                                      </p:cBhvr>
                                      <p:to>
                                        <p:strVal val="visible"/>
                                      </p:to>
                                    </p:set>
                                    <p:animEffect transition="in" filter="wipe(left)">
                                      <p:cBhvr>
                                        <p:cTn id="7" dur="500"/>
                                        <p:tgtEl>
                                          <p:spTgt spid="256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562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25618"/>
                                        </p:tgtEl>
                                        <p:attrNameLst>
                                          <p:attrName>style.visibility</p:attrName>
                                        </p:attrNameLst>
                                      </p:cBhvr>
                                      <p:to>
                                        <p:strVal val="visible"/>
                                      </p:to>
                                    </p:set>
                                    <p:animEffect transition="in" filter="wipe(down)">
                                      <p:cBhvr>
                                        <p:cTn id="16" dur="500"/>
                                        <p:tgtEl>
                                          <p:spTgt spid="256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5605"/>
                                        </p:tgtEl>
                                        <p:attrNameLst>
                                          <p:attrName>style.visibility</p:attrName>
                                        </p:attrNameLst>
                                      </p:cBhvr>
                                      <p:to>
                                        <p:strVal val="visible"/>
                                      </p:to>
                                    </p:set>
                                    <p:animEffect transition="in" filter="wipe(left)">
                                      <p:cBhvr>
                                        <p:cTn id="26" dur="500"/>
                                        <p:tgtEl>
                                          <p:spTgt spid="25605"/>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ox(out)">
                                      <p:cBhvr>
                                        <p:cTn id="31" dur="500"/>
                                        <p:tgtEl>
                                          <p:spTgt spid="3"/>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par>
                          <p:cTn id="36" fill="hold">
                            <p:stCondLst>
                              <p:cond delay="1000"/>
                            </p:stCondLst>
                            <p:childTnLst>
                              <p:par>
                                <p:cTn id="37" presetID="22" presetClass="entr" presetSubtype="4"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500"/>
                                        <p:tgtEl>
                                          <p:spTgt spid="5"/>
                                        </p:tgtEl>
                                      </p:cBhvr>
                                    </p:animEffect>
                                  </p:childTnLst>
                                </p:cTn>
                              </p:par>
                            </p:childTnLst>
                          </p:cTn>
                        </p:par>
                        <p:par>
                          <p:cTn id="40" fill="hold">
                            <p:stCondLst>
                              <p:cond delay="1500"/>
                            </p:stCondLst>
                            <p:childTnLst>
                              <p:par>
                                <p:cTn id="41" presetID="22" presetClass="entr" presetSubtype="4" fill="hold" nodeType="after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down)">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5624"/>
                                        </p:tgtEl>
                                        <p:attrNameLst>
                                          <p:attrName>style.visibility</p:attrName>
                                        </p:attrNameLst>
                                      </p:cBhvr>
                                      <p:to>
                                        <p:strVal val="visible"/>
                                      </p:to>
                                    </p:set>
                                    <p:animEffect transition="in" filter="wipe(left)">
                                      <p:cBhvr>
                                        <p:cTn id="48" dur="500"/>
                                        <p:tgtEl>
                                          <p:spTgt spid="2562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56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626"/>
                                        </p:tgtEl>
                                        <p:attrNameLst>
                                          <p:attrName>style.visibility</p:attrName>
                                        </p:attrNameLst>
                                      </p:cBhvr>
                                      <p:to>
                                        <p:strVal val="visible"/>
                                      </p:to>
                                    </p:set>
                                    <p:animEffect transition="in" filter="wipe(left)">
                                      <p:cBhvr>
                                        <p:cTn id="57" dur="500"/>
                                        <p:tgtEl>
                                          <p:spTgt spid="25626"/>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25627"/>
                                        </p:tgtEl>
                                        <p:attrNameLst>
                                          <p:attrName>style.visibility</p:attrName>
                                        </p:attrNameLst>
                                      </p:cBhvr>
                                      <p:to>
                                        <p:strVal val="visible"/>
                                      </p:to>
                                    </p:set>
                                    <p:animEffect transition="in" filter="wipe(left)">
                                      <p:cBhvr>
                                        <p:cTn id="61" dur="500"/>
                                        <p:tgtEl>
                                          <p:spTgt spid="2562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5629"/>
                                        </p:tgtEl>
                                        <p:attrNameLst>
                                          <p:attrName>style.visibility</p:attrName>
                                        </p:attrNameLst>
                                      </p:cBhvr>
                                      <p:to>
                                        <p:strVal val="visible"/>
                                      </p:to>
                                    </p:set>
                                    <p:animEffect transition="in" filter="wipe(left)">
                                      <p:cBhvr>
                                        <p:cTn id="66" dur="500"/>
                                        <p:tgtEl>
                                          <p:spTgt spid="2562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5630"/>
                                        </p:tgtEl>
                                        <p:attrNameLst>
                                          <p:attrName>style.visibility</p:attrName>
                                        </p:attrNameLst>
                                      </p:cBhvr>
                                      <p:to>
                                        <p:strVal val="visible"/>
                                      </p:to>
                                    </p:set>
                                    <p:animEffect transition="in" filter="wipe(left)">
                                      <p:cBhvr>
                                        <p:cTn id="71" dur="500"/>
                                        <p:tgtEl>
                                          <p:spTgt spid="2563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5631"/>
                                        </p:tgtEl>
                                        <p:attrNameLst>
                                          <p:attrName>style.visibility</p:attrName>
                                        </p:attrNameLst>
                                      </p:cBhvr>
                                      <p:to>
                                        <p:strVal val="visible"/>
                                      </p:to>
                                    </p:set>
                                    <p:animEffect transition="in" filter="wipe(left)">
                                      <p:cBhvr>
                                        <p:cTn id="76" dur="500"/>
                                        <p:tgtEl>
                                          <p:spTgt spid="25631"/>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5632"/>
                                        </p:tgtEl>
                                        <p:attrNameLst>
                                          <p:attrName>style.visibility</p:attrName>
                                        </p:attrNameLst>
                                      </p:cBhvr>
                                      <p:to>
                                        <p:strVal val="visible"/>
                                      </p:to>
                                    </p:set>
                                    <p:animEffect transition="in" filter="wipe(left)">
                                      <p:cBhvr>
                                        <p:cTn id="81" dur="500"/>
                                        <p:tgtEl>
                                          <p:spTgt spid="2563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5633"/>
                                        </p:tgtEl>
                                        <p:attrNameLst>
                                          <p:attrName>style.visibility</p:attrName>
                                        </p:attrNameLst>
                                      </p:cBhvr>
                                      <p:to>
                                        <p:strVal val="visible"/>
                                      </p:to>
                                    </p:set>
                                    <p:animEffect transition="in" filter="wipe(left)">
                                      <p:cBhvr>
                                        <p:cTn id="86" dur="500"/>
                                        <p:tgtEl>
                                          <p:spTgt spid="25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nimBg="1"/>
      <p:bldP spid="25620" grpId="0"/>
      <p:bldP spid="25624" grpId="0"/>
      <p:bldP spid="25626" grpId="0" animBg="1"/>
      <p:bldP spid="256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p:cNvSpPr txBox="1">
            <a:spLocks noChangeArrowheads="1"/>
          </p:cNvSpPr>
          <p:nvPr/>
        </p:nvSpPr>
        <p:spPr bwMode="auto">
          <a:xfrm>
            <a:off x="685800" y="1100138"/>
            <a:ext cx="2971800" cy="457200"/>
          </a:xfrm>
          <a:prstGeom prst="rect">
            <a:avLst/>
          </a:prstGeom>
          <a:noFill/>
          <a:ln w="9525">
            <a:noFill/>
            <a:miter lim="800000"/>
            <a:headEnd/>
            <a:tailEnd/>
          </a:ln>
        </p:spPr>
        <p:txBody>
          <a:bodyPr>
            <a:spAutoFit/>
          </a:bodyPr>
          <a:lstStyle/>
          <a:p>
            <a:pPr algn="l"/>
            <a:r>
              <a:rPr lang="zh-CN" altLang="en-US" sz="2400" b="1">
                <a:ea typeface="楷体_GB2312" pitchFamily="49" charset="-122"/>
              </a:rPr>
              <a:t>以弹簧振子为例</a:t>
            </a:r>
            <a:endParaRPr lang="zh-CN" altLang="en-US" sz="2400">
              <a:ea typeface="楷体_GB2312" pitchFamily="49" charset="-122"/>
            </a:endParaRPr>
          </a:p>
        </p:txBody>
      </p:sp>
      <p:sp>
        <p:nvSpPr>
          <p:cNvPr id="32774" name="Text Box 6"/>
          <p:cNvSpPr txBox="1">
            <a:spLocks noChangeArrowheads="1"/>
          </p:cNvSpPr>
          <p:nvPr/>
        </p:nvSpPr>
        <p:spPr bwMode="auto">
          <a:xfrm>
            <a:off x="539750" y="1819275"/>
            <a:ext cx="6172200" cy="457200"/>
          </a:xfrm>
          <a:prstGeom prst="rect">
            <a:avLst/>
          </a:prstGeom>
          <a:noFill/>
          <a:ln w="9525">
            <a:noFill/>
            <a:miter lim="800000"/>
            <a:headEnd/>
            <a:tailEnd/>
          </a:ln>
        </p:spPr>
        <p:txBody>
          <a:bodyPr>
            <a:spAutoFit/>
          </a:bodyPr>
          <a:lstStyle/>
          <a:p>
            <a:pPr algn="l"/>
            <a:r>
              <a:rPr lang="zh-CN" altLang="en-US" sz="2400" b="1">
                <a:solidFill>
                  <a:schemeClr val="tx2"/>
                </a:solidFill>
              </a:rPr>
              <a:t>某一时刻，谐振子速度为 </a:t>
            </a:r>
            <a:r>
              <a:rPr lang="en-US" altLang="zh-CN" sz="2400" b="1" i="1">
                <a:solidFill>
                  <a:srgbClr val="FF6600"/>
                </a:solidFill>
                <a:latin typeface="Bookman Old Style" pitchFamily="18" charset="0"/>
                <a:ea typeface="楷体_GB2312" pitchFamily="49" charset="-122"/>
              </a:rPr>
              <a:t>v</a:t>
            </a:r>
            <a:r>
              <a:rPr lang="en-US" altLang="zh-CN" sz="2400" b="1" i="1">
                <a:latin typeface="Bookman Old Style" pitchFamily="18" charset="0"/>
                <a:ea typeface="楷体_GB2312" pitchFamily="49" charset="-122"/>
              </a:rPr>
              <a:t> </a:t>
            </a:r>
            <a:r>
              <a:rPr lang="zh-CN" altLang="en-US" sz="2400" b="1">
                <a:ea typeface="楷体_GB2312" pitchFamily="49" charset="-122"/>
              </a:rPr>
              <a:t>，</a:t>
            </a:r>
            <a:r>
              <a:rPr lang="zh-CN" altLang="en-US" sz="2400" b="1"/>
              <a:t>位移为 </a:t>
            </a:r>
            <a:r>
              <a:rPr lang="en-US" altLang="zh-CN" sz="2400" b="1" i="1">
                <a:solidFill>
                  <a:srgbClr val="FF6600"/>
                </a:solidFill>
                <a:ea typeface="楷体_GB2312" pitchFamily="49" charset="-122"/>
              </a:rPr>
              <a:t>x</a:t>
            </a:r>
            <a:endParaRPr lang="en-US" altLang="zh-CN" sz="2400">
              <a:solidFill>
                <a:srgbClr val="FF6600"/>
              </a:solidFill>
            </a:endParaRPr>
          </a:p>
        </p:txBody>
      </p:sp>
      <p:sp>
        <p:nvSpPr>
          <p:cNvPr id="32788" name="Text Box 20"/>
          <p:cNvSpPr txBox="1">
            <a:spLocks noChangeArrowheads="1"/>
          </p:cNvSpPr>
          <p:nvPr/>
        </p:nvSpPr>
        <p:spPr bwMode="auto">
          <a:xfrm>
            <a:off x="179388" y="476250"/>
            <a:ext cx="4419600" cy="457200"/>
          </a:xfrm>
          <a:prstGeom prst="rect">
            <a:avLst/>
          </a:prstGeom>
          <a:noFill/>
          <a:ln w="9525">
            <a:noFill/>
            <a:miter lim="800000"/>
            <a:headEnd/>
            <a:tailEnd/>
          </a:ln>
        </p:spPr>
        <p:txBody>
          <a:bodyPr>
            <a:spAutoFit/>
          </a:bodyPr>
          <a:lstStyle/>
          <a:p>
            <a:pPr algn="just"/>
            <a:r>
              <a:rPr lang="zh-CN" altLang="en-US" sz="2400" b="1">
                <a:solidFill>
                  <a:schemeClr val="accent2"/>
                </a:solidFill>
                <a:latin typeface="幼圆" pitchFamily="49" charset="-122"/>
              </a:rPr>
              <a:t>四、简谐振动的能量</a:t>
            </a:r>
            <a:endParaRPr lang="zh-CN" altLang="en-US" sz="2400">
              <a:solidFill>
                <a:schemeClr val="accent2"/>
              </a:solidFill>
            </a:endParaRPr>
          </a:p>
        </p:txBody>
      </p:sp>
      <p:graphicFrame>
        <p:nvGraphicFramePr>
          <p:cNvPr id="53427" name="Object 1203"/>
          <p:cNvGraphicFramePr>
            <a:graphicFrameLocks/>
          </p:cNvGraphicFramePr>
          <p:nvPr/>
        </p:nvGraphicFramePr>
        <p:xfrm>
          <a:off x="596900" y="2371725"/>
          <a:ext cx="2349500" cy="366713"/>
        </p:xfrm>
        <a:graphic>
          <a:graphicData uri="http://schemas.openxmlformats.org/presentationml/2006/ole">
            <p:oleObj spid="_x0000_s24578" name="公式" r:id="rId3" imgW="1307880" imgH="203040" progId="Equation.3">
              <p:embed/>
            </p:oleObj>
          </a:graphicData>
        </a:graphic>
      </p:graphicFrame>
      <p:graphicFrame>
        <p:nvGraphicFramePr>
          <p:cNvPr id="53428" name="Object 1204"/>
          <p:cNvGraphicFramePr>
            <a:graphicFrameLocks/>
          </p:cNvGraphicFramePr>
          <p:nvPr/>
        </p:nvGraphicFramePr>
        <p:xfrm>
          <a:off x="4552950" y="2359025"/>
          <a:ext cx="2033588" cy="366713"/>
        </p:xfrm>
        <a:graphic>
          <a:graphicData uri="http://schemas.openxmlformats.org/presentationml/2006/ole">
            <p:oleObj spid="_x0000_s24579" name="公式" r:id="rId4" imgW="1130040" imgH="203040" progId="Equation.3">
              <p:embed/>
            </p:oleObj>
          </a:graphicData>
        </a:graphic>
      </p:graphicFrame>
      <p:grpSp>
        <p:nvGrpSpPr>
          <p:cNvPr id="2" name="Group 1205"/>
          <p:cNvGrpSpPr>
            <a:grpSpLocks/>
          </p:cNvGrpSpPr>
          <p:nvPr/>
        </p:nvGrpSpPr>
        <p:grpSpPr bwMode="auto">
          <a:xfrm>
            <a:off x="690563" y="2760663"/>
            <a:ext cx="2152650" cy="381000"/>
            <a:chOff x="528" y="2304"/>
            <a:chExt cx="2160" cy="240"/>
          </a:xfrm>
        </p:grpSpPr>
        <p:sp>
          <p:nvSpPr>
            <p:cNvPr id="24594" name="Line 1206"/>
            <p:cNvSpPr>
              <a:spLocks noChangeShapeType="1"/>
            </p:cNvSpPr>
            <p:nvPr/>
          </p:nvSpPr>
          <p:spPr bwMode="auto">
            <a:xfrm>
              <a:off x="528" y="2304"/>
              <a:ext cx="2160" cy="0"/>
            </a:xfrm>
            <a:prstGeom prst="line">
              <a:avLst/>
            </a:prstGeom>
            <a:noFill/>
            <a:ln w="38100">
              <a:solidFill>
                <a:srgbClr val="FF6600"/>
              </a:solidFill>
              <a:round/>
              <a:headEnd/>
              <a:tailEnd/>
            </a:ln>
          </p:spPr>
          <p:txBody>
            <a:bodyPr wrap="none">
              <a:spAutoFit/>
            </a:bodyPr>
            <a:lstStyle/>
            <a:p>
              <a:endParaRPr lang="zh-CN" altLang="en-US"/>
            </a:p>
          </p:txBody>
        </p:sp>
        <p:sp>
          <p:nvSpPr>
            <p:cNvPr id="24595" name="AutoShape 1207"/>
            <p:cNvSpPr>
              <a:spLocks noChangeArrowheads="1"/>
            </p:cNvSpPr>
            <p:nvPr/>
          </p:nvSpPr>
          <p:spPr bwMode="auto">
            <a:xfrm>
              <a:off x="1344" y="2304"/>
              <a:ext cx="384" cy="240"/>
            </a:xfrm>
            <a:prstGeom prst="downArrow">
              <a:avLst>
                <a:gd name="adj1" fmla="val 50000"/>
                <a:gd name="adj2" fmla="val 25000"/>
              </a:avLst>
            </a:prstGeom>
            <a:solidFill>
              <a:srgbClr val="FFCC00"/>
            </a:solidFill>
            <a:ln w="9525">
              <a:solidFill>
                <a:srgbClr val="FF6600"/>
              </a:solidFill>
              <a:miter lim="800000"/>
              <a:headEnd/>
              <a:tailEnd/>
            </a:ln>
          </p:spPr>
          <p:txBody>
            <a:bodyPr anchor="ctr">
              <a:spAutoFit/>
            </a:bodyPr>
            <a:lstStyle/>
            <a:p>
              <a:endParaRPr lang="zh-CN" altLang="en-US"/>
            </a:p>
          </p:txBody>
        </p:sp>
      </p:grpSp>
      <p:grpSp>
        <p:nvGrpSpPr>
          <p:cNvPr id="3" name="Group 1208"/>
          <p:cNvGrpSpPr>
            <a:grpSpLocks/>
          </p:cNvGrpSpPr>
          <p:nvPr/>
        </p:nvGrpSpPr>
        <p:grpSpPr bwMode="auto">
          <a:xfrm>
            <a:off x="4576763" y="2708275"/>
            <a:ext cx="2011362" cy="381000"/>
            <a:chOff x="2976" y="2304"/>
            <a:chExt cx="1920" cy="240"/>
          </a:xfrm>
        </p:grpSpPr>
        <p:sp>
          <p:nvSpPr>
            <p:cNvPr id="24592" name="Line 1209"/>
            <p:cNvSpPr>
              <a:spLocks noChangeShapeType="1"/>
            </p:cNvSpPr>
            <p:nvPr/>
          </p:nvSpPr>
          <p:spPr bwMode="auto">
            <a:xfrm>
              <a:off x="2976" y="2304"/>
              <a:ext cx="1920" cy="0"/>
            </a:xfrm>
            <a:prstGeom prst="line">
              <a:avLst/>
            </a:prstGeom>
            <a:noFill/>
            <a:ln w="38100">
              <a:solidFill>
                <a:srgbClr val="FF6600"/>
              </a:solidFill>
              <a:round/>
              <a:headEnd/>
              <a:tailEnd/>
            </a:ln>
          </p:spPr>
          <p:txBody>
            <a:bodyPr>
              <a:spAutoFit/>
            </a:bodyPr>
            <a:lstStyle/>
            <a:p>
              <a:endParaRPr lang="zh-CN" altLang="en-US"/>
            </a:p>
          </p:txBody>
        </p:sp>
        <p:sp>
          <p:nvSpPr>
            <p:cNvPr id="24593" name="AutoShape 1210"/>
            <p:cNvSpPr>
              <a:spLocks noChangeArrowheads="1"/>
            </p:cNvSpPr>
            <p:nvPr/>
          </p:nvSpPr>
          <p:spPr bwMode="auto">
            <a:xfrm>
              <a:off x="3744" y="2304"/>
              <a:ext cx="384" cy="240"/>
            </a:xfrm>
            <a:prstGeom prst="downArrow">
              <a:avLst>
                <a:gd name="adj1" fmla="val 50000"/>
                <a:gd name="adj2" fmla="val 25000"/>
              </a:avLst>
            </a:prstGeom>
            <a:solidFill>
              <a:srgbClr val="FFCC00"/>
            </a:solidFill>
            <a:ln w="9525">
              <a:solidFill>
                <a:srgbClr val="FF6600"/>
              </a:solidFill>
              <a:miter lim="800000"/>
              <a:headEnd/>
              <a:tailEnd/>
            </a:ln>
          </p:spPr>
          <p:txBody>
            <a:bodyPr anchor="ctr">
              <a:spAutoFit/>
            </a:bodyPr>
            <a:lstStyle/>
            <a:p>
              <a:endParaRPr lang="zh-CN" altLang="en-US"/>
            </a:p>
          </p:txBody>
        </p:sp>
      </p:grpSp>
      <p:graphicFrame>
        <p:nvGraphicFramePr>
          <p:cNvPr id="53435" name="Object 1211"/>
          <p:cNvGraphicFramePr>
            <a:graphicFrameLocks/>
          </p:cNvGraphicFramePr>
          <p:nvPr/>
        </p:nvGraphicFramePr>
        <p:xfrm>
          <a:off x="1177925" y="3249613"/>
          <a:ext cx="1414463" cy="730250"/>
        </p:xfrm>
        <a:graphic>
          <a:graphicData uri="http://schemas.openxmlformats.org/presentationml/2006/ole">
            <p:oleObj spid="_x0000_s24580" name="公式" r:id="rId5" imgW="787320" imgH="406080" progId="Equation.3">
              <p:embed/>
            </p:oleObj>
          </a:graphicData>
        </a:graphic>
      </p:graphicFrame>
      <p:graphicFrame>
        <p:nvGraphicFramePr>
          <p:cNvPr id="53436" name="Object 1212"/>
          <p:cNvGraphicFramePr>
            <a:graphicFrameLocks/>
          </p:cNvGraphicFramePr>
          <p:nvPr/>
        </p:nvGraphicFramePr>
        <p:xfrm>
          <a:off x="1582738" y="4059238"/>
          <a:ext cx="2403475" cy="730250"/>
        </p:xfrm>
        <a:graphic>
          <a:graphicData uri="http://schemas.openxmlformats.org/presentationml/2006/ole">
            <p:oleObj spid="_x0000_s24581" name="公式" r:id="rId6" imgW="1333440" imgH="406080" progId="Equation.3">
              <p:embed/>
            </p:oleObj>
          </a:graphicData>
        </a:graphic>
      </p:graphicFrame>
      <p:graphicFrame>
        <p:nvGraphicFramePr>
          <p:cNvPr id="53437" name="Object 1213"/>
          <p:cNvGraphicFramePr>
            <a:graphicFrameLocks/>
          </p:cNvGraphicFramePr>
          <p:nvPr/>
        </p:nvGraphicFramePr>
        <p:xfrm>
          <a:off x="5111750" y="3238500"/>
          <a:ext cx="1298575" cy="730250"/>
        </p:xfrm>
        <a:graphic>
          <a:graphicData uri="http://schemas.openxmlformats.org/presentationml/2006/ole">
            <p:oleObj spid="_x0000_s24582" name="公式" r:id="rId7" imgW="723600" imgH="406080" progId="Equation.3">
              <p:embed/>
            </p:oleObj>
          </a:graphicData>
        </a:graphic>
      </p:graphicFrame>
      <p:graphicFrame>
        <p:nvGraphicFramePr>
          <p:cNvPr id="53438" name="Object 1214"/>
          <p:cNvGraphicFramePr>
            <a:graphicFrameLocks/>
          </p:cNvGraphicFramePr>
          <p:nvPr/>
        </p:nvGraphicFramePr>
        <p:xfrm>
          <a:off x="5562600" y="4048125"/>
          <a:ext cx="2374900" cy="730250"/>
        </p:xfrm>
        <a:graphic>
          <a:graphicData uri="http://schemas.openxmlformats.org/presentationml/2006/ole">
            <p:oleObj spid="_x0000_s24583" name="公式" r:id="rId8" imgW="1320480" imgH="406080" progId="Equation.3">
              <p:embed/>
            </p:oleObj>
          </a:graphicData>
        </a:graphic>
      </p:graphicFrame>
      <p:sp>
        <p:nvSpPr>
          <p:cNvPr id="53439" name="Text Box 1215"/>
          <p:cNvSpPr txBox="1">
            <a:spLocks noChangeArrowheads="1"/>
          </p:cNvSpPr>
          <p:nvPr/>
        </p:nvSpPr>
        <p:spPr bwMode="auto">
          <a:xfrm>
            <a:off x="323850" y="5307013"/>
            <a:ext cx="1676400" cy="457200"/>
          </a:xfrm>
          <a:prstGeom prst="rect">
            <a:avLst/>
          </a:prstGeom>
          <a:noFill/>
          <a:ln w="9525">
            <a:noFill/>
            <a:miter lim="800000"/>
            <a:headEnd/>
            <a:tailEnd/>
          </a:ln>
        </p:spPr>
        <p:txBody>
          <a:bodyPr>
            <a:spAutoFit/>
          </a:bodyPr>
          <a:lstStyle/>
          <a:p>
            <a:pPr algn="l"/>
            <a:r>
              <a:rPr lang="zh-CN" altLang="en-US" sz="2400" b="1"/>
              <a:t>机械能</a:t>
            </a:r>
            <a:endParaRPr lang="zh-CN" altLang="en-US" sz="2400"/>
          </a:p>
        </p:txBody>
      </p:sp>
      <p:graphicFrame>
        <p:nvGraphicFramePr>
          <p:cNvPr id="53440" name="Object 1216"/>
          <p:cNvGraphicFramePr>
            <a:graphicFrameLocks noChangeAspect="1"/>
          </p:cNvGraphicFramePr>
          <p:nvPr/>
        </p:nvGraphicFramePr>
        <p:xfrm>
          <a:off x="1692275" y="5218113"/>
          <a:ext cx="2422525" cy="731837"/>
        </p:xfrm>
        <a:graphic>
          <a:graphicData uri="http://schemas.openxmlformats.org/presentationml/2006/ole">
            <p:oleObj spid="_x0000_s24584" name="公式" r:id="rId9" imgW="1346040" imgH="406080" progId="Equation.3">
              <p:embed/>
            </p:oleObj>
          </a:graphicData>
        </a:graphic>
      </p:graphicFrame>
      <p:sp>
        <p:nvSpPr>
          <p:cNvPr id="53441" name="Text Box 1217"/>
          <p:cNvSpPr txBox="1">
            <a:spLocks noChangeArrowheads="1"/>
          </p:cNvSpPr>
          <p:nvPr/>
        </p:nvSpPr>
        <p:spPr bwMode="auto">
          <a:xfrm>
            <a:off x="4392613" y="5353050"/>
            <a:ext cx="4391025" cy="457200"/>
          </a:xfrm>
          <a:prstGeom prst="rect">
            <a:avLst/>
          </a:prstGeom>
          <a:noFill/>
          <a:ln w="9525">
            <a:noFill/>
            <a:miter lim="800000"/>
            <a:headEnd/>
            <a:tailEnd/>
          </a:ln>
        </p:spPr>
        <p:txBody>
          <a:bodyPr>
            <a:spAutoFit/>
          </a:bodyPr>
          <a:lstStyle/>
          <a:p>
            <a:pPr algn="l"/>
            <a:r>
              <a:rPr lang="zh-CN" altLang="en-US" sz="2400" b="1">
                <a:solidFill>
                  <a:srgbClr val="FF6600"/>
                </a:solidFill>
                <a:ea typeface="楷体_GB2312" pitchFamily="49" charset="-122"/>
              </a:rPr>
              <a:t>（简谐振动系统机械能守恒）</a:t>
            </a:r>
            <a:endParaRPr lang="zh-CN" altLang="en-US" sz="2400">
              <a:solidFill>
                <a:srgbClr val="FF66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88"/>
                                        </p:tgtEl>
                                        <p:attrNameLst>
                                          <p:attrName>style.visibility</p:attrName>
                                        </p:attrNameLst>
                                      </p:cBhvr>
                                      <p:to>
                                        <p:strVal val="visible"/>
                                      </p:to>
                                    </p:set>
                                    <p:animEffect transition="in" filter="wipe(left)">
                                      <p:cBhvr>
                                        <p:cTn id="7" dur="500"/>
                                        <p:tgtEl>
                                          <p:spTgt spid="327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2"/>
                                        </p:tgtEl>
                                        <p:attrNameLst>
                                          <p:attrName>style.visibility</p:attrName>
                                        </p:attrNameLst>
                                      </p:cBhvr>
                                      <p:to>
                                        <p:strVal val="visible"/>
                                      </p:to>
                                    </p:set>
                                    <p:animEffect transition="in" filter="wipe(left)">
                                      <p:cBhvr>
                                        <p:cTn id="12" dur="500"/>
                                        <p:tgtEl>
                                          <p:spTgt spid="327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774"/>
                                        </p:tgtEl>
                                        <p:attrNameLst>
                                          <p:attrName>style.visibility</p:attrName>
                                        </p:attrNameLst>
                                      </p:cBhvr>
                                      <p:to>
                                        <p:strVal val="visible"/>
                                      </p:to>
                                    </p:set>
                                    <p:animEffect transition="in" filter="wipe(left)">
                                      <p:cBhvr>
                                        <p:cTn id="17" dur="500"/>
                                        <p:tgtEl>
                                          <p:spTgt spid="327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3427"/>
                                        </p:tgtEl>
                                        <p:attrNameLst>
                                          <p:attrName>style.visibility</p:attrName>
                                        </p:attrNameLst>
                                      </p:cBhvr>
                                      <p:to>
                                        <p:strVal val="visible"/>
                                      </p:to>
                                    </p:set>
                                    <p:animEffect transition="in" filter="wipe(left)">
                                      <p:cBhvr>
                                        <p:cTn id="22" dur="1000"/>
                                        <p:tgtEl>
                                          <p:spTgt spid="534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3428"/>
                                        </p:tgtEl>
                                        <p:attrNameLst>
                                          <p:attrName>style.visibility</p:attrName>
                                        </p:attrNameLst>
                                      </p:cBhvr>
                                      <p:to>
                                        <p:strVal val="visible"/>
                                      </p:to>
                                    </p:set>
                                    <p:animEffect transition="in" filter="wipe(left)">
                                      <p:cBhvr>
                                        <p:cTn id="27" dur="1000"/>
                                        <p:tgtEl>
                                          <p:spTgt spid="534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10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3435"/>
                                        </p:tgtEl>
                                        <p:attrNameLst>
                                          <p:attrName>style.visibility</p:attrName>
                                        </p:attrNameLst>
                                      </p:cBhvr>
                                      <p:to>
                                        <p:strVal val="visible"/>
                                      </p:to>
                                    </p:set>
                                    <p:animEffect transition="in" filter="wipe(left)">
                                      <p:cBhvr>
                                        <p:cTn id="37" dur="1000"/>
                                        <p:tgtEl>
                                          <p:spTgt spid="5343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3436"/>
                                        </p:tgtEl>
                                        <p:attrNameLst>
                                          <p:attrName>style.visibility</p:attrName>
                                        </p:attrNameLst>
                                      </p:cBhvr>
                                      <p:to>
                                        <p:strVal val="visible"/>
                                      </p:to>
                                    </p:set>
                                    <p:animEffect transition="in" filter="wipe(left)">
                                      <p:cBhvr>
                                        <p:cTn id="42" dur="1000"/>
                                        <p:tgtEl>
                                          <p:spTgt spid="5343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up)">
                                      <p:cBhvr>
                                        <p:cTn id="47" dur="10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3437"/>
                                        </p:tgtEl>
                                        <p:attrNameLst>
                                          <p:attrName>style.visibility</p:attrName>
                                        </p:attrNameLst>
                                      </p:cBhvr>
                                      <p:to>
                                        <p:strVal val="visible"/>
                                      </p:to>
                                    </p:set>
                                    <p:animEffect transition="in" filter="wipe(left)">
                                      <p:cBhvr>
                                        <p:cTn id="52" dur="1000"/>
                                        <p:tgtEl>
                                          <p:spTgt spid="5343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3438"/>
                                        </p:tgtEl>
                                        <p:attrNameLst>
                                          <p:attrName>style.visibility</p:attrName>
                                        </p:attrNameLst>
                                      </p:cBhvr>
                                      <p:to>
                                        <p:strVal val="visible"/>
                                      </p:to>
                                    </p:set>
                                    <p:animEffect transition="in" filter="wipe(left)">
                                      <p:cBhvr>
                                        <p:cTn id="57" dur="1000"/>
                                        <p:tgtEl>
                                          <p:spTgt spid="5343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3439"/>
                                        </p:tgtEl>
                                        <p:attrNameLst>
                                          <p:attrName>style.visibility</p:attrName>
                                        </p:attrNameLst>
                                      </p:cBhvr>
                                      <p:to>
                                        <p:strVal val="visible"/>
                                      </p:to>
                                    </p:set>
                                    <p:animEffect transition="in" filter="wipe(left)">
                                      <p:cBhvr>
                                        <p:cTn id="62" dur="1000"/>
                                        <p:tgtEl>
                                          <p:spTgt spid="5343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3440"/>
                                        </p:tgtEl>
                                        <p:attrNameLst>
                                          <p:attrName>style.visibility</p:attrName>
                                        </p:attrNameLst>
                                      </p:cBhvr>
                                      <p:to>
                                        <p:strVal val="visible"/>
                                      </p:to>
                                    </p:set>
                                    <p:animEffect transition="in" filter="wipe(left)">
                                      <p:cBhvr>
                                        <p:cTn id="67" dur="1000"/>
                                        <p:tgtEl>
                                          <p:spTgt spid="5344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3441"/>
                                        </p:tgtEl>
                                        <p:attrNameLst>
                                          <p:attrName>style.visibility</p:attrName>
                                        </p:attrNameLst>
                                      </p:cBhvr>
                                      <p:to>
                                        <p:strVal val="visible"/>
                                      </p:to>
                                    </p:set>
                                    <p:animEffect transition="in" filter="wipe(left)">
                                      <p:cBhvr>
                                        <p:cTn id="72" dur="1000"/>
                                        <p:tgtEl>
                                          <p:spTgt spid="53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utoUpdateAnimBg="0"/>
      <p:bldP spid="32774" grpId="0" autoUpdateAnimBg="0"/>
      <p:bldP spid="32788" grpId="0" autoUpdateAnimBg="0"/>
      <p:bldP spid="53439" grpId="0" autoUpdateAnimBg="0"/>
      <p:bldP spid="53441"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86" name="Object 2"/>
          <p:cNvGraphicFramePr>
            <a:graphicFrameLocks noChangeAspect="1"/>
          </p:cNvGraphicFramePr>
          <p:nvPr/>
        </p:nvGraphicFramePr>
        <p:xfrm>
          <a:off x="1679575" y="2870200"/>
          <a:ext cx="2922588" cy="730250"/>
        </p:xfrm>
        <a:graphic>
          <a:graphicData uri="http://schemas.openxmlformats.org/presentationml/2006/ole">
            <p:oleObj spid="_x0000_s25602" name="公式" r:id="rId3" imgW="1625400" imgH="406080" progId="Equation.3">
              <p:embed/>
            </p:oleObj>
          </a:graphicData>
        </a:graphic>
      </p:graphicFrame>
      <p:sp>
        <p:nvSpPr>
          <p:cNvPr id="195587" name="Text Box 3"/>
          <p:cNvSpPr txBox="1">
            <a:spLocks noChangeArrowheads="1"/>
          </p:cNvSpPr>
          <p:nvPr/>
        </p:nvSpPr>
        <p:spPr bwMode="auto">
          <a:xfrm>
            <a:off x="395288" y="901700"/>
            <a:ext cx="7759700" cy="457200"/>
          </a:xfrm>
          <a:prstGeom prst="rect">
            <a:avLst/>
          </a:prstGeom>
          <a:noFill/>
          <a:ln w="9525">
            <a:noFill/>
            <a:miter lim="800000"/>
            <a:headEnd/>
            <a:tailEnd/>
          </a:ln>
        </p:spPr>
        <p:txBody>
          <a:bodyPr>
            <a:spAutoFit/>
          </a:bodyPr>
          <a:lstStyle/>
          <a:p>
            <a:pPr algn="l">
              <a:spcBef>
                <a:spcPct val="50000"/>
              </a:spcBef>
            </a:pPr>
            <a:r>
              <a:rPr lang="zh-CN" altLang="en-US" sz="2400" b="1"/>
              <a:t>一个与时间有关的物理量 </a:t>
            </a:r>
            <a:r>
              <a:rPr lang="en-US" altLang="zh-CN" sz="2400" b="1" i="1">
                <a:solidFill>
                  <a:srgbClr val="FF9900"/>
                </a:solidFill>
              </a:rPr>
              <a:t>F</a:t>
            </a:r>
            <a:r>
              <a:rPr lang="en-US" altLang="zh-CN" sz="2400" b="1">
                <a:solidFill>
                  <a:srgbClr val="FF9900"/>
                </a:solidFill>
              </a:rPr>
              <a:t>(</a:t>
            </a:r>
            <a:r>
              <a:rPr lang="en-US" altLang="zh-CN" sz="2400" b="1" i="1">
                <a:solidFill>
                  <a:srgbClr val="FF9900"/>
                </a:solidFill>
              </a:rPr>
              <a:t>t</a:t>
            </a:r>
            <a:r>
              <a:rPr lang="en-US" altLang="zh-CN" sz="2400" b="1">
                <a:solidFill>
                  <a:srgbClr val="FF9900"/>
                </a:solidFill>
              </a:rPr>
              <a:t>) </a:t>
            </a:r>
            <a:r>
              <a:rPr lang="zh-CN" altLang="en-US" sz="2400" b="1"/>
              <a:t>在时间间隔 </a:t>
            </a:r>
            <a:r>
              <a:rPr lang="en-US" altLang="zh-CN" sz="2400" b="1" i="1">
                <a:solidFill>
                  <a:srgbClr val="FF9900"/>
                </a:solidFill>
              </a:rPr>
              <a:t>T</a:t>
            </a:r>
            <a:r>
              <a:rPr lang="en-US" altLang="zh-CN" sz="2400" b="1" i="1"/>
              <a:t> </a:t>
            </a:r>
            <a:r>
              <a:rPr lang="zh-CN" altLang="en-US" sz="2400" b="1"/>
              <a:t>内的平均值</a:t>
            </a:r>
            <a:endParaRPr lang="zh-CN" altLang="en-US" sz="2400" b="1" baseline="-25000"/>
          </a:p>
        </p:txBody>
      </p:sp>
      <p:graphicFrame>
        <p:nvGraphicFramePr>
          <p:cNvPr id="195588" name="Object 4"/>
          <p:cNvGraphicFramePr>
            <a:graphicFrameLocks noChangeAspect="1"/>
          </p:cNvGraphicFramePr>
          <p:nvPr/>
        </p:nvGraphicFramePr>
        <p:xfrm>
          <a:off x="8064500" y="908050"/>
          <a:ext cx="355600" cy="381000"/>
        </p:xfrm>
        <a:graphic>
          <a:graphicData uri="http://schemas.openxmlformats.org/presentationml/2006/ole">
            <p:oleObj spid="_x0000_s25603" name="公式" r:id="rId4" imgW="177480" imgH="190440" progId="Equation.3">
              <p:embed/>
            </p:oleObj>
          </a:graphicData>
        </a:graphic>
      </p:graphicFrame>
      <p:sp>
        <p:nvSpPr>
          <p:cNvPr id="195589" name="Text Box 5"/>
          <p:cNvSpPr txBox="1">
            <a:spLocks noChangeArrowheads="1"/>
          </p:cNvSpPr>
          <p:nvPr/>
        </p:nvSpPr>
        <p:spPr bwMode="auto">
          <a:xfrm>
            <a:off x="468313" y="1622425"/>
            <a:ext cx="1511300" cy="457200"/>
          </a:xfrm>
          <a:prstGeom prst="rect">
            <a:avLst/>
          </a:prstGeom>
          <a:noFill/>
          <a:ln w="9525">
            <a:noFill/>
            <a:miter lim="800000"/>
            <a:headEnd/>
            <a:tailEnd/>
          </a:ln>
        </p:spPr>
        <p:txBody>
          <a:bodyPr>
            <a:spAutoFit/>
          </a:bodyPr>
          <a:lstStyle/>
          <a:p>
            <a:pPr algn="l">
              <a:spcBef>
                <a:spcPct val="50000"/>
              </a:spcBef>
            </a:pPr>
            <a:r>
              <a:rPr kumimoji="0" lang="zh-CN" altLang="en-US" sz="2400" b="1">
                <a:latin typeface="Arial" charset="0"/>
              </a:rPr>
              <a:t>定义为</a:t>
            </a:r>
            <a:r>
              <a:rPr kumimoji="0" lang="zh-CN" altLang="en-US" sz="2400" b="1">
                <a:latin typeface="Arial" charset="0"/>
                <a:ea typeface="黑体" pitchFamily="49" charset="-122"/>
              </a:rPr>
              <a:t>：</a:t>
            </a:r>
          </a:p>
        </p:txBody>
      </p:sp>
      <p:graphicFrame>
        <p:nvGraphicFramePr>
          <p:cNvPr id="195590" name="Object 6"/>
          <p:cNvGraphicFramePr>
            <a:graphicFrameLocks noChangeAspect="1"/>
          </p:cNvGraphicFramePr>
          <p:nvPr/>
        </p:nvGraphicFramePr>
        <p:xfrm>
          <a:off x="2232025" y="1601788"/>
          <a:ext cx="1878013" cy="709612"/>
        </p:xfrm>
        <a:graphic>
          <a:graphicData uri="http://schemas.openxmlformats.org/presentationml/2006/ole">
            <p:oleObj spid="_x0000_s25604" name="公式" r:id="rId5" imgW="1041120" imgH="393480" progId="Equation.3">
              <p:embed/>
            </p:oleObj>
          </a:graphicData>
        </a:graphic>
      </p:graphicFrame>
      <p:sp>
        <p:nvSpPr>
          <p:cNvPr id="195591" name="Text Box 7"/>
          <p:cNvSpPr txBox="1">
            <a:spLocks noChangeArrowheads="1"/>
          </p:cNvSpPr>
          <p:nvPr/>
        </p:nvSpPr>
        <p:spPr bwMode="auto">
          <a:xfrm>
            <a:off x="701675" y="2465388"/>
            <a:ext cx="1304925" cy="457200"/>
          </a:xfrm>
          <a:prstGeom prst="rect">
            <a:avLst/>
          </a:prstGeom>
          <a:noFill/>
          <a:ln w="9525">
            <a:noFill/>
            <a:miter lim="800000"/>
            <a:headEnd/>
            <a:tailEnd/>
          </a:ln>
        </p:spPr>
        <p:txBody>
          <a:bodyPr>
            <a:spAutoFit/>
          </a:bodyPr>
          <a:lstStyle/>
          <a:p>
            <a:pPr algn="l">
              <a:spcBef>
                <a:spcPct val="50000"/>
              </a:spcBef>
            </a:pPr>
            <a:r>
              <a:rPr kumimoji="0" lang="zh-CN" altLang="en-US" sz="2400" b="1">
                <a:latin typeface="Arial" charset="0"/>
              </a:rPr>
              <a:t>则：</a:t>
            </a:r>
            <a:endParaRPr kumimoji="0" lang="zh-CN" altLang="en-US" sz="2400" b="1">
              <a:latin typeface="Arial" charset="0"/>
              <a:ea typeface="黑体" pitchFamily="49" charset="-122"/>
            </a:endParaRPr>
          </a:p>
        </p:txBody>
      </p:sp>
      <p:sp>
        <p:nvSpPr>
          <p:cNvPr id="195592" name="Text Box 8"/>
          <p:cNvSpPr txBox="1">
            <a:spLocks noChangeArrowheads="1"/>
          </p:cNvSpPr>
          <p:nvPr/>
        </p:nvSpPr>
        <p:spPr bwMode="auto">
          <a:xfrm>
            <a:off x="855663" y="4959350"/>
            <a:ext cx="6416675" cy="457200"/>
          </a:xfrm>
          <a:prstGeom prst="rect">
            <a:avLst/>
          </a:prstGeom>
          <a:noFill/>
          <a:ln w="9525">
            <a:noFill/>
            <a:miter lim="800000"/>
            <a:headEnd/>
            <a:tailEnd/>
          </a:ln>
        </p:spPr>
        <p:txBody>
          <a:bodyPr>
            <a:spAutoFit/>
          </a:bodyPr>
          <a:lstStyle/>
          <a:p>
            <a:pPr algn="l"/>
            <a:r>
              <a:rPr lang="zh-CN" altLang="en-US" sz="2400" b="1">
                <a:solidFill>
                  <a:srgbClr val="FF6600"/>
                </a:solidFill>
                <a:ea typeface="楷体_GB2312" pitchFamily="49" charset="-122"/>
              </a:rPr>
              <a:t>谐振动在一周期内的平均动能和平均势能相等</a:t>
            </a:r>
            <a:endParaRPr lang="zh-CN" altLang="en-US" sz="2400">
              <a:solidFill>
                <a:srgbClr val="FF6600"/>
              </a:solidFill>
              <a:ea typeface="楷体_GB2312" pitchFamily="49" charset="-122"/>
            </a:endParaRPr>
          </a:p>
        </p:txBody>
      </p:sp>
      <p:graphicFrame>
        <p:nvGraphicFramePr>
          <p:cNvPr id="195593" name="Object 9"/>
          <p:cNvGraphicFramePr>
            <a:graphicFrameLocks noChangeAspect="1"/>
          </p:cNvGraphicFramePr>
          <p:nvPr/>
        </p:nvGraphicFramePr>
        <p:xfrm>
          <a:off x="1738313" y="4002088"/>
          <a:ext cx="2925762" cy="730250"/>
        </p:xfrm>
        <a:graphic>
          <a:graphicData uri="http://schemas.openxmlformats.org/presentationml/2006/ole">
            <p:oleObj spid="_x0000_s25605" name="公式" r:id="rId6" imgW="1625400" imgH="4060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7"/>
                                        </p:tgtEl>
                                        <p:attrNameLst>
                                          <p:attrName>style.visibility</p:attrName>
                                        </p:attrNameLst>
                                      </p:cBhvr>
                                      <p:to>
                                        <p:strVal val="visible"/>
                                      </p:to>
                                    </p:set>
                                    <p:animEffect transition="in" filter="wipe(left)">
                                      <p:cBhvr>
                                        <p:cTn id="7" dur="500"/>
                                        <p:tgtEl>
                                          <p:spTgt spid="195587"/>
                                        </p:tgtEl>
                                      </p:cBhvr>
                                    </p:animEffect>
                                  </p:childTnLst>
                                </p:cTn>
                              </p:par>
                              <p:par>
                                <p:cTn id="8" presetID="22" presetClass="entr" presetSubtype="8" fill="hold" nodeType="withEffect">
                                  <p:stCondLst>
                                    <p:cond delay="0"/>
                                  </p:stCondLst>
                                  <p:childTnLst>
                                    <p:set>
                                      <p:cBhvr>
                                        <p:cTn id="9" dur="1" fill="hold">
                                          <p:stCondLst>
                                            <p:cond delay="0"/>
                                          </p:stCondLst>
                                        </p:cTn>
                                        <p:tgtEl>
                                          <p:spTgt spid="195588"/>
                                        </p:tgtEl>
                                        <p:attrNameLst>
                                          <p:attrName>style.visibility</p:attrName>
                                        </p:attrNameLst>
                                      </p:cBhvr>
                                      <p:to>
                                        <p:strVal val="visible"/>
                                      </p:to>
                                    </p:set>
                                    <p:animEffect transition="in" filter="wipe(left)">
                                      <p:cBhvr>
                                        <p:cTn id="10" dur="500"/>
                                        <p:tgtEl>
                                          <p:spTgt spid="19558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95589"/>
                                        </p:tgtEl>
                                        <p:attrNameLst>
                                          <p:attrName>style.visibility</p:attrName>
                                        </p:attrNameLst>
                                      </p:cBhvr>
                                      <p:to>
                                        <p:strVal val="visible"/>
                                      </p:to>
                                    </p:set>
                                    <p:animEffect transition="in" filter="wipe(left)">
                                      <p:cBhvr>
                                        <p:cTn id="13" dur="500"/>
                                        <p:tgtEl>
                                          <p:spTgt spid="19558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95590"/>
                                        </p:tgtEl>
                                        <p:attrNameLst>
                                          <p:attrName>style.visibility</p:attrName>
                                        </p:attrNameLst>
                                      </p:cBhvr>
                                      <p:to>
                                        <p:strVal val="visible"/>
                                      </p:to>
                                    </p:set>
                                    <p:anim calcmode="lin" valueType="num">
                                      <p:cBhvr additive="base">
                                        <p:cTn id="18" dur="500" fill="hold"/>
                                        <p:tgtEl>
                                          <p:spTgt spid="195590"/>
                                        </p:tgtEl>
                                        <p:attrNameLst>
                                          <p:attrName>ppt_x</p:attrName>
                                        </p:attrNameLst>
                                      </p:cBhvr>
                                      <p:tavLst>
                                        <p:tav tm="0">
                                          <p:val>
                                            <p:strVal val="#ppt_x"/>
                                          </p:val>
                                        </p:tav>
                                        <p:tav tm="100000">
                                          <p:val>
                                            <p:strVal val="#ppt_x"/>
                                          </p:val>
                                        </p:tav>
                                      </p:tavLst>
                                    </p:anim>
                                    <p:anim calcmode="lin" valueType="num">
                                      <p:cBhvr additive="base">
                                        <p:cTn id="19" dur="500" fill="hold"/>
                                        <p:tgtEl>
                                          <p:spTgt spid="19559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95591"/>
                                        </p:tgtEl>
                                        <p:attrNameLst>
                                          <p:attrName>style.visibility</p:attrName>
                                        </p:attrNameLst>
                                      </p:cBhvr>
                                      <p:to>
                                        <p:strVal val="visible"/>
                                      </p:to>
                                    </p:set>
                                    <p:animEffect transition="in" filter="wipe(left)">
                                      <p:cBhvr>
                                        <p:cTn id="24" dur="500"/>
                                        <p:tgtEl>
                                          <p:spTgt spid="19559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95586"/>
                                        </p:tgtEl>
                                        <p:attrNameLst>
                                          <p:attrName>style.visibility</p:attrName>
                                        </p:attrNameLst>
                                      </p:cBhvr>
                                      <p:to>
                                        <p:strVal val="visible"/>
                                      </p:to>
                                    </p:set>
                                    <p:animEffect transition="in" filter="wipe(left)">
                                      <p:cBhvr>
                                        <p:cTn id="29" dur="500"/>
                                        <p:tgtEl>
                                          <p:spTgt spid="19558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95593"/>
                                        </p:tgtEl>
                                        <p:attrNameLst>
                                          <p:attrName>style.visibility</p:attrName>
                                        </p:attrNameLst>
                                      </p:cBhvr>
                                      <p:to>
                                        <p:strVal val="visible"/>
                                      </p:to>
                                    </p:set>
                                    <p:animEffect transition="in" filter="wipe(left)">
                                      <p:cBhvr>
                                        <p:cTn id="34" dur="500"/>
                                        <p:tgtEl>
                                          <p:spTgt spid="19559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95592"/>
                                        </p:tgtEl>
                                        <p:attrNameLst>
                                          <p:attrName>style.visibility</p:attrName>
                                        </p:attrNameLst>
                                      </p:cBhvr>
                                      <p:to>
                                        <p:strVal val="visible"/>
                                      </p:to>
                                    </p:set>
                                    <p:animEffect transition="in" filter="wipe(left)">
                                      <p:cBhvr>
                                        <p:cTn id="39" dur="500"/>
                                        <p:tgtEl>
                                          <p:spTgt spid="195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autoUpdateAnimBg="0"/>
      <p:bldP spid="195589" grpId="0"/>
      <p:bldP spid="195591" grpId="0"/>
      <p:bldP spid="195592"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6610" name="Object 2"/>
          <p:cNvGraphicFramePr>
            <a:graphicFrameLocks/>
          </p:cNvGraphicFramePr>
          <p:nvPr/>
        </p:nvGraphicFramePr>
        <p:xfrm>
          <a:off x="3492500" y="5734050"/>
          <a:ext cx="2162175" cy="803275"/>
        </p:xfrm>
        <a:graphic>
          <a:graphicData uri="http://schemas.openxmlformats.org/presentationml/2006/ole">
            <p:oleObj spid="_x0000_s26626" name="公式" r:id="rId3" imgW="1206360" imgH="444240" progId="Equation.3">
              <p:embed/>
            </p:oleObj>
          </a:graphicData>
        </a:graphic>
      </p:graphicFrame>
      <p:sp>
        <p:nvSpPr>
          <p:cNvPr id="196611" name="Text Box 3"/>
          <p:cNvSpPr txBox="1">
            <a:spLocks noChangeArrowheads="1"/>
          </p:cNvSpPr>
          <p:nvPr/>
        </p:nvSpPr>
        <p:spPr bwMode="auto">
          <a:xfrm>
            <a:off x="684213" y="4843463"/>
            <a:ext cx="3311525" cy="457200"/>
          </a:xfrm>
          <a:prstGeom prst="rect">
            <a:avLst/>
          </a:prstGeom>
          <a:noFill/>
          <a:ln w="9525">
            <a:noFill/>
            <a:miter lim="800000"/>
            <a:headEnd/>
            <a:tailEnd/>
          </a:ln>
        </p:spPr>
        <p:txBody>
          <a:bodyPr>
            <a:spAutoFit/>
          </a:bodyPr>
          <a:lstStyle/>
          <a:p>
            <a:pPr algn="just"/>
            <a:r>
              <a:rPr lang="zh-CN" altLang="en-US" sz="2400" b="1">
                <a:solidFill>
                  <a:schemeClr val="tx2"/>
                </a:solidFill>
                <a:latin typeface="楷体_GB2312" pitchFamily="49" charset="-122"/>
              </a:rPr>
              <a:t>由起始能量求振幅</a:t>
            </a:r>
            <a:endParaRPr lang="zh-CN" altLang="en-US" sz="2400">
              <a:solidFill>
                <a:schemeClr val="tx2"/>
              </a:solidFill>
            </a:endParaRPr>
          </a:p>
        </p:txBody>
      </p:sp>
      <p:sp>
        <p:nvSpPr>
          <p:cNvPr id="26631" name="Line 4"/>
          <p:cNvSpPr>
            <a:spLocks noChangeShapeType="1"/>
          </p:cNvSpPr>
          <p:nvPr/>
        </p:nvSpPr>
        <p:spPr bwMode="auto">
          <a:xfrm>
            <a:off x="1752600" y="1712913"/>
            <a:ext cx="5153025" cy="1587"/>
          </a:xfrm>
          <a:prstGeom prst="line">
            <a:avLst/>
          </a:prstGeom>
          <a:noFill/>
          <a:ln w="6350">
            <a:solidFill>
              <a:schemeClr val="bg1"/>
            </a:solidFill>
            <a:prstDash val="sysDash"/>
            <a:round/>
            <a:headEnd type="none" w="med" len="sm"/>
            <a:tailEnd type="none" w="med" len="sm"/>
          </a:ln>
        </p:spPr>
        <p:txBody>
          <a:bodyPr/>
          <a:lstStyle/>
          <a:p>
            <a:endParaRPr lang="zh-CN" altLang="en-US"/>
          </a:p>
        </p:txBody>
      </p:sp>
      <p:grpSp>
        <p:nvGrpSpPr>
          <p:cNvPr id="2" name="Group 5"/>
          <p:cNvGrpSpPr>
            <a:grpSpLocks/>
          </p:cNvGrpSpPr>
          <p:nvPr/>
        </p:nvGrpSpPr>
        <p:grpSpPr bwMode="auto">
          <a:xfrm>
            <a:off x="1752600" y="3009900"/>
            <a:ext cx="5105400" cy="1354138"/>
            <a:chOff x="1104" y="1896"/>
            <a:chExt cx="3216" cy="853"/>
          </a:xfrm>
        </p:grpSpPr>
        <p:sp>
          <p:nvSpPr>
            <p:cNvPr id="26668" name="Freeform 6"/>
            <p:cNvSpPr>
              <a:spLocks/>
            </p:cNvSpPr>
            <p:nvPr/>
          </p:nvSpPr>
          <p:spPr bwMode="auto">
            <a:xfrm>
              <a:off x="1104" y="1896"/>
              <a:ext cx="1632" cy="45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17"/>
                  </a:moveTo>
                  <a:lnTo>
                    <a:pt x="229" y="18549"/>
                  </a:lnTo>
                  <a:lnTo>
                    <a:pt x="438" y="17855"/>
                  </a:lnTo>
                  <a:lnTo>
                    <a:pt x="666" y="17287"/>
                  </a:lnTo>
                  <a:lnTo>
                    <a:pt x="885" y="16656"/>
                  </a:lnTo>
                  <a:lnTo>
                    <a:pt x="1104" y="16088"/>
                  </a:lnTo>
                  <a:lnTo>
                    <a:pt x="1323" y="15521"/>
                  </a:lnTo>
                  <a:lnTo>
                    <a:pt x="1551" y="14890"/>
                  </a:lnTo>
                  <a:lnTo>
                    <a:pt x="1760" y="14322"/>
                  </a:lnTo>
                  <a:lnTo>
                    <a:pt x="1989" y="13754"/>
                  </a:lnTo>
                  <a:lnTo>
                    <a:pt x="2228" y="13123"/>
                  </a:lnTo>
                  <a:lnTo>
                    <a:pt x="2447" y="12555"/>
                  </a:lnTo>
                  <a:lnTo>
                    <a:pt x="2675" y="12050"/>
                  </a:lnTo>
                  <a:lnTo>
                    <a:pt x="2884" y="11420"/>
                  </a:lnTo>
                  <a:lnTo>
                    <a:pt x="3113" y="10915"/>
                  </a:lnTo>
                  <a:lnTo>
                    <a:pt x="3342" y="10347"/>
                  </a:lnTo>
                  <a:lnTo>
                    <a:pt x="3550" y="9779"/>
                  </a:lnTo>
                  <a:lnTo>
                    <a:pt x="3779" y="9274"/>
                  </a:lnTo>
                  <a:lnTo>
                    <a:pt x="3998" y="8770"/>
                  </a:lnTo>
                  <a:lnTo>
                    <a:pt x="4227" y="8202"/>
                  </a:lnTo>
                  <a:lnTo>
                    <a:pt x="4436" y="7697"/>
                  </a:lnTo>
                  <a:lnTo>
                    <a:pt x="4664" y="7256"/>
                  </a:lnTo>
                  <a:lnTo>
                    <a:pt x="4883" y="6814"/>
                  </a:lnTo>
                  <a:lnTo>
                    <a:pt x="5112" y="6309"/>
                  </a:lnTo>
                  <a:lnTo>
                    <a:pt x="5341" y="5868"/>
                  </a:lnTo>
                  <a:lnTo>
                    <a:pt x="5549" y="5426"/>
                  </a:lnTo>
                  <a:lnTo>
                    <a:pt x="5758" y="4984"/>
                  </a:lnTo>
                  <a:lnTo>
                    <a:pt x="5977" y="4543"/>
                  </a:lnTo>
                  <a:lnTo>
                    <a:pt x="6196" y="4164"/>
                  </a:lnTo>
                  <a:lnTo>
                    <a:pt x="6425" y="3785"/>
                  </a:lnTo>
                  <a:lnTo>
                    <a:pt x="6634" y="3407"/>
                  </a:lnTo>
                  <a:lnTo>
                    <a:pt x="6862" y="3028"/>
                  </a:lnTo>
                  <a:lnTo>
                    <a:pt x="7091" y="2713"/>
                  </a:lnTo>
                  <a:lnTo>
                    <a:pt x="7280" y="2397"/>
                  </a:lnTo>
                  <a:lnTo>
                    <a:pt x="7509" y="2082"/>
                  </a:lnTo>
                  <a:lnTo>
                    <a:pt x="7737" y="1830"/>
                  </a:lnTo>
                  <a:lnTo>
                    <a:pt x="7956" y="1514"/>
                  </a:lnTo>
                  <a:lnTo>
                    <a:pt x="8155" y="1262"/>
                  </a:lnTo>
                  <a:lnTo>
                    <a:pt x="8374" y="1073"/>
                  </a:lnTo>
                  <a:lnTo>
                    <a:pt x="8583" y="820"/>
                  </a:lnTo>
                  <a:lnTo>
                    <a:pt x="8812" y="694"/>
                  </a:lnTo>
                  <a:lnTo>
                    <a:pt x="9020" y="505"/>
                  </a:lnTo>
                  <a:lnTo>
                    <a:pt x="9229" y="379"/>
                  </a:lnTo>
                  <a:lnTo>
                    <a:pt x="9448" y="252"/>
                  </a:lnTo>
                  <a:lnTo>
                    <a:pt x="9647" y="126"/>
                  </a:lnTo>
                  <a:lnTo>
                    <a:pt x="9856" y="63"/>
                  </a:lnTo>
                  <a:lnTo>
                    <a:pt x="10075" y="63"/>
                  </a:lnTo>
                  <a:lnTo>
                    <a:pt x="10293" y="0"/>
                  </a:lnTo>
                  <a:lnTo>
                    <a:pt x="10502" y="63"/>
                  </a:lnTo>
                  <a:lnTo>
                    <a:pt x="10701" y="63"/>
                  </a:lnTo>
                  <a:lnTo>
                    <a:pt x="10910" y="63"/>
                  </a:lnTo>
                  <a:lnTo>
                    <a:pt x="11129" y="252"/>
                  </a:lnTo>
                  <a:lnTo>
                    <a:pt x="11338" y="315"/>
                  </a:lnTo>
                  <a:lnTo>
                    <a:pt x="11566" y="505"/>
                  </a:lnTo>
                  <a:lnTo>
                    <a:pt x="11785" y="757"/>
                  </a:lnTo>
                  <a:lnTo>
                    <a:pt x="12004" y="1009"/>
                  </a:lnTo>
                  <a:lnTo>
                    <a:pt x="12223" y="1262"/>
                  </a:lnTo>
                  <a:lnTo>
                    <a:pt x="12452" y="1514"/>
                  </a:lnTo>
                  <a:lnTo>
                    <a:pt x="12690" y="1893"/>
                  </a:lnTo>
                  <a:lnTo>
                    <a:pt x="12909" y="2271"/>
                  </a:lnTo>
                  <a:lnTo>
                    <a:pt x="13148" y="2713"/>
                  </a:lnTo>
                  <a:lnTo>
                    <a:pt x="13376" y="3091"/>
                  </a:lnTo>
                  <a:lnTo>
                    <a:pt x="13615" y="3533"/>
                  </a:lnTo>
                  <a:lnTo>
                    <a:pt x="13844" y="3975"/>
                  </a:lnTo>
                  <a:lnTo>
                    <a:pt x="14063" y="4479"/>
                  </a:lnTo>
                  <a:lnTo>
                    <a:pt x="14291" y="4921"/>
                  </a:lnTo>
                  <a:lnTo>
                    <a:pt x="14530" y="5489"/>
                  </a:lnTo>
                  <a:lnTo>
                    <a:pt x="14759" y="5994"/>
                  </a:lnTo>
                  <a:lnTo>
                    <a:pt x="14998" y="6498"/>
                  </a:lnTo>
                  <a:lnTo>
                    <a:pt x="15216" y="7066"/>
                  </a:lnTo>
                  <a:lnTo>
                    <a:pt x="15445" y="7634"/>
                  </a:lnTo>
                  <a:lnTo>
                    <a:pt x="15684" y="8202"/>
                  </a:lnTo>
                  <a:lnTo>
                    <a:pt x="15893" y="8770"/>
                  </a:lnTo>
                  <a:lnTo>
                    <a:pt x="16101" y="9338"/>
                  </a:lnTo>
                  <a:lnTo>
                    <a:pt x="16320" y="9905"/>
                  </a:lnTo>
                  <a:lnTo>
                    <a:pt x="16529" y="10473"/>
                  </a:lnTo>
                  <a:lnTo>
                    <a:pt x="16738" y="11041"/>
                  </a:lnTo>
                  <a:lnTo>
                    <a:pt x="16957" y="11609"/>
                  </a:lnTo>
                  <a:lnTo>
                    <a:pt x="17156" y="12177"/>
                  </a:lnTo>
                  <a:lnTo>
                    <a:pt x="17355" y="12744"/>
                  </a:lnTo>
                  <a:lnTo>
                    <a:pt x="17553" y="13249"/>
                  </a:lnTo>
                  <a:lnTo>
                    <a:pt x="17732" y="13880"/>
                  </a:lnTo>
                  <a:lnTo>
                    <a:pt x="17931" y="14385"/>
                  </a:lnTo>
                  <a:lnTo>
                    <a:pt x="18120" y="14953"/>
                  </a:lnTo>
                  <a:lnTo>
                    <a:pt x="18289" y="15457"/>
                  </a:lnTo>
                  <a:lnTo>
                    <a:pt x="18468" y="15962"/>
                  </a:lnTo>
                  <a:lnTo>
                    <a:pt x="18637" y="16404"/>
                  </a:lnTo>
                  <a:lnTo>
                    <a:pt x="18797" y="16845"/>
                  </a:lnTo>
                  <a:lnTo>
                    <a:pt x="18956" y="17350"/>
                  </a:lnTo>
                  <a:lnTo>
                    <a:pt x="19095" y="17729"/>
                  </a:lnTo>
                  <a:lnTo>
                    <a:pt x="19254" y="18170"/>
                  </a:lnTo>
                  <a:lnTo>
                    <a:pt x="19393" y="18549"/>
                  </a:lnTo>
                  <a:lnTo>
                    <a:pt x="19523" y="18864"/>
                  </a:lnTo>
                  <a:lnTo>
                    <a:pt x="19642" y="19180"/>
                  </a:lnTo>
                  <a:lnTo>
                    <a:pt x="19771" y="19495"/>
                  </a:lnTo>
                  <a:lnTo>
                    <a:pt x="19881" y="19748"/>
                  </a:lnTo>
                  <a:lnTo>
                    <a:pt x="19990" y="19937"/>
                  </a:lnTo>
                </a:path>
              </a:pathLst>
            </a:custGeom>
            <a:noFill/>
            <a:ln w="28575">
              <a:solidFill>
                <a:srgbClr val="9900CC"/>
              </a:solidFill>
              <a:round/>
              <a:headEnd/>
              <a:tailEnd/>
            </a:ln>
          </p:spPr>
          <p:txBody>
            <a:bodyPr/>
            <a:lstStyle/>
            <a:p>
              <a:endParaRPr lang="zh-CN" altLang="en-US"/>
            </a:p>
          </p:txBody>
        </p:sp>
        <p:sp>
          <p:nvSpPr>
            <p:cNvPr id="26669" name="Freeform 7"/>
            <p:cNvSpPr>
              <a:spLocks/>
            </p:cNvSpPr>
            <p:nvPr/>
          </p:nvSpPr>
          <p:spPr bwMode="auto">
            <a:xfrm>
              <a:off x="2688" y="2319"/>
              <a:ext cx="1632" cy="43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6" y="654"/>
                  </a:lnTo>
                  <a:lnTo>
                    <a:pt x="402" y="1242"/>
                  </a:lnTo>
                  <a:lnTo>
                    <a:pt x="599" y="1895"/>
                  </a:lnTo>
                  <a:lnTo>
                    <a:pt x="795" y="2549"/>
                  </a:lnTo>
                  <a:lnTo>
                    <a:pt x="982" y="3137"/>
                  </a:lnTo>
                  <a:lnTo>
                    <a:pt x="1188" y="3725"/>
                  </a:lnTo>
                  <a:lnTo>
                    <a:pt x="1384" y="4379"/>
                  </a:lnTo>
                  <a:lnTo>
                    <a:pt x="1581" y="4967"/>
                  </a:lnTo>
                  <a:lnTo>
                    <a:pt x="1777" y="5556"/>
                  </a:lnTo>
                  <a:lnTo>
                    <a:pt x="1983" y="6144"/>
                  </a:lnTo>
                  <a:lnTo>
                    <a:pt x="2180" y="6732"/>
                  </a:lnTo>
                  <a:lnTo>
                    <a:pt x="2376" y="7320"/>
                  </a:lnTo>
                  <a:lnTo>
                    <a:pt x="2563" y="7908"/>
                  </a:lnTo>
                  <a:lnTo>
                    <a:pt x="2769" y="8497"/>
                  </a:lnTo>
                  <a:lnTo>
                    <a:pt x="2965" y="9020"/>
                  </a:lnTo>
                  <a:lnTo>
                    <a:pt x="3162" y="9608"/>
                  </a:lnTo>
                  <a:lnTo>
                    <a:pt x="3368" y="10131"/>
                  </a:lnTo>
                  <a:lnTo>
                    <a:pt x="3564" y="10654"/>
                  </a:lnTo>
                  <a:lnTo>
                    <a:pt x="3761" y="11242"/>
                  </a:lnTo>
                  <a:lnTo>
                    <a:pt x="3966" y="11699"/>
                  </a:lnTo>
                  <a:lnTo>
                    <a:pt x="4163" y="12222"/>
                  </a:lnTo>
                  <a:lnTo>
                    <a:pt x="4359" y="12680"/>
                  </a:lnTo>
                  <a:lnTo>
                    <a:pt x="4574" y="13203"/>
                  </a:lnTo>
                  <a:lnTo>
                    <a:pt x="4790" y="13660"/>
                  </a:lnTo>
                  <a:lnTo>
                    <a:pt x="4977" y="14118"/>
                  </a:lnTo>
                  <a:lnTo>
                    <a:pt x="5173" y="14575"/>
                  </a:lnTo>
                  <a:lnTo>
                    <a:pt x="5370" y="15033"/>
                  </a:lnTo>
                  <a:lnTo>
                    <a:pt x="5566" y="15425"/>
                  </a:lnTo>
                  <a:lnTo>
                    <a:pt x="5781" y="15817"/>
                  </a:lnTo>
                  <a:lnTo>
                    <a:pt x="5978" y="16209"/>
                  </a:lnTo>
                  <a:lnTo>
                    <a:pt x="6183" y="16601"/>
                  </a:lnTo>
                  <a:lnTo>
                    <a:pt x="6380" y="16928"/>
                  </a:lnTo>
                  <a:lnTo>
                    <a:pt x="6576" y="17320"/>
                  </a:lnTo>
                  <a:lnTo>
                    <a:pt x="6791" y="17582"/>
                  </a:lnTo>
                  <a:lnTo>
                    <a:pt x="6988" y="17908"/>
                  </a:lnTo>
                  <a:lnTo>
                    <a:pt x="7203" y="18235"/>
                  </a:lnTo>
                  <a:lnTo>
                    <a:pt x="7399" y="18497"/>
                  </a:lnTo>
                  <a:lnTo>
                    <a:pt x="7615" y="18758"/>
                  </a:lnTo>
                  <a:lnTo>
                    <a:pt x="7811" y="18954"/>
                  </a:lnTo>
                  <a:lnTo>
                    <a:pt x="8026" y="19150"/>
                  </a:lnTo>
                  <a:lnTo>
                    <a:pt x="8241" y="19346"/>
                  </a:lnTo>
                  <a:lnTo>
                    <a:pt x="8438" y="19477"/>
                  </a:lnTo>
                  <a:lnTo>
                    <a:pt x="8644" y="19673"/>
                  </a:lnTo>
                  <a:lnTo>
                    <a:pt x="8859" y="19739"/>
                  </a:lnTo>
                  <a:lnTo>
                    <a:pt x="9055" y="19869"/>
                  </a:lnTo>
                  <a:lnTo>
                    <a:pt x="9270" y="19935"/>
                  </a:lnTo>
                  <a:lnTo>
                    <a:pt x="9486" y="19935"/>
                  </a:lnTo>
                  <a:lnTo>
                    <a:pt x="9691" y="19935"/>
                  </a:lnTo>
                  <a:lnTo>
                    <a:pt x="9906" y="19935"/>
                  </a:lnTo>
                  <a:lnTo>
                    <a:pt x="10122" y="19935"/>
                  </a:lnTo>
                  <a:lnTo>
                    <a:pt x="10327" y="19804"/>
                  </a:lnTo>
                  <a:lnTo>
                    <a:pt x="10552" y="19673"/>
                  </a:lnTo>
                  <a:lnTo>
                    <a:pt x="10795" y="19542"/>
                  </a:lnTo>
                  <a:lnTo>
                    <a:pt x="11020" y="19346"/>
                  </a:lnTo>
                  <a:lnTo>
                    <a:pt x="11244" y="19150"/>
                  </a:lnTo>
                  <a:lnTo>
                    <a:pt x="11478" y="18824"/>
                  </a:lnTo>
                  <a:lnTo>
                    <a:pt x="11712" y="18562"/>
                  </a:lnTo>
                  <a:lnTo>
                    <a:pt x="11964" y="18235"/>
                  </a:lnTo>
                  <a:lnTo>
                    <a:pt x="12208" y="17908"/>
                  </a:lnTo>
                  <a:lnTo>
                    <a:pt x="12460" y="17516"/>
                  </a:lnTo>
                  <a:lnTo>
                    <a:pt x="12713" y="17124"/>
                  </a:lnTo>
                  <a:lnTo>
                    <a:pt x="12956" y="16732"/>
                  </a:lnTo>
                  <a:lnTo>
                    <a:pt x="13199" y="16275"/>
                  </a:lnTo>
                  <a:lnTo>
                    <a:pt x="13442" y="15817"/>
                  </a:lnTo>
                  <a:lnTo>
                    <a:pt x="13704" y="15359"/>
                  </a:lnTo>
                  <a:lnTo>
                    <a:pt x="13957" y="14837"/>
                  </a:lnTo>
                  <a:lnTo>
                    <a:pt x="14210" y="14379"/>
                  </a:lnTo>
                  <a:lnTo>
                    <a:pt x="14443" y="13791"/>
                  </a:lnTo>
                  <a:lnTo>
                    <a:pt x="14696" y="13333"/>
                  </a:lnTo>
                  <a:lnTo>
                    <a:pt x="14958" y="12810"/>
                  </a:lnTo>
                  <a:lnTo>
                    <a:pt x="15201" y="12222"/>
                  </a:lnTo>
                  <a:lnTo>
                    <a:pt x="15454" y="11699"/>
                  </a:lnTo>
                  <a:lnTo>
                    <a:pt x="15688" y="11111"/>
                  </a:lnTo>
                  <a:lnTo>
                    <a:pt x="15921" y="10588"/>
                  </a:lnTo>
                  <a:lnTo>
                    <a:pt x="16146" y="10065"/>
                  </a:lnTo>
                  <a:lnTo>
                    <a:pt x="16389" y="9477"/>
                  </a:lnTo>
                  <a:lnTo>
                    <a:pt x="16614" y="8889"/>
                  </a:lnTo>
                  <a:lnTo>
                    <a:pt x="16848" y="8366"/>
                  </a:lnTo>
                  <a:lnTo>
                    <a:pt x="17072" y="7843"/>
                  </a:lnTo>
                  <a:lnTo>
                    <a:pt x="17287" y="7320"/>
                  </a:lnTo>
                  <a:lnTo>
                    <a:pt x="17493" y="6732"/>
                  </a:lnTo>
                  <a:lnTo>
                    <a:pt x="17717" y="6275"/>
                  </a:lnTo>
                  <a:lnTo>
                    <a:pt x="17923" y="5752"/>
                  </a:lnTo>
                  <a:lnTo>
                    <a:pt x="18120" y="5163"/>
                  </a:lnTo>
                  <a:lnTo>
                    <a:pt x="18307" y="4706"/>
                  </a:lnTo>
                  <a:lnTo>
                    <a:pt x="18494" y="4314"/>
                  </a:lnTo>
                  <a:lnTo>
                    <a:pt x="18681" y="3856"/>
                  </a:lnTo>
                  <a:lnTo>
                    <a:pt x="18849" y="3399"/>
                  </a:lnTo>
                  <a:lnTo>
                    <a:pt x="19018" y="3007"/>
                  </a:lnTo>
                  <a:lnTo>
                    <a:pt x="19177" y="2614"/>
                  </a:lnTo>
                  <a:lnTo>
                    <a:pt x="19336" y="2222"/>
                  </a:lnTo>
                  <a:lnTo>
                    <a:pt x="19486" y="1895"/>
                  </a:lnTo>
                  <a:lnTo>
                    <a:pt x="19616" y="1569"/>
                  </a:lnTo>
                  <a:lnTo>
                    <a:pt x="19747" y="1307"/>
                  </a:lnTo>
                  <a:lnTo>
                    <a:pt x="19878" y="1046"/>
                  </a:lnTo>
                  <a:lnTo>
                    <a:pt x="19991" y="850"/>
                  </a:lnTo>
                </a:path>
              </a:pathLst>
            </a:custGeom>
            <a:noFill/>
            <a:ln w="28575">
              <a:solidFill>
                <a:srgbClr val="9900CC"/>
              </a:solidFill>
              <a:round/>
              <a:headEnd/>
              <a:tailEnd/>
            </a:ln>
          </p:spPr>
          <p:txBody>
            <a:bodyPr/>
            <a:lstStyle/>
            <a:p>
              <a:endParaRPr lang="zh-CN" altLang="en-US"/>
            </a:p>
          </p:txBody>
        </p:sp>
      </p:grpSp>
      <p:grpSp>
        <p:nvGrpSpPr>
          <p:cNvPr id="3" name="Group 8"/>
          <p:cNvGrpSpPr>
            <a:grpSpLocks/>
          </p:cNvGrpSpPr>
          <p:nvPr/>
        </p:nvGrpSpPr>
        <p:grpSpPr bwMode="auto">
          <a:xfrm>
            <a:off x="1739900" y="966788"/>
            <a:ext cx="5103813" cy="1382712"/>
            <a:chOff x="1096" y="609"/>
            <a:chExt cx="3215" cy="871"/>
          </a:xfrm>
        </p:grpSpPr>
        <p:grpSp>
          <p:nvGrpSpPr>
            <p:cNvPr id="26661" name="Group 9"/>
            <p:cNvGrpSpPr>
              <a:grpSpLocks/>
            </p:cNvGrpSpPr>
            <p:nvPr/>
          </p:nvGrpSpPr>
          <p:grpSpPr bwMode="auto">
            <a:xfrm>
              <a:off x="1096" y="609"/>
              <a:ext cx="3215" cy="871"/>
              <a:chOff x="1096" y="609"/>
              <a:chExt cx="3215" cy="871"/>
            </a:xfrm>
          </p:grpSpPr>
          <p:sp>
            <p:nvSpPr>
              <p:cNvPr id="26663" name="Freeform 10"/>
              <p:cNvSpPr>
                <a:spLocks/>
              </p:cNvSpPr>
              <p:nvPr/>
            </p:nvSpPr>
            <p:spPr bwMode="auto">
              <a:xfrm>
                <a:off x="1096" y="1047"/>
                <a:ext cx="406" cy="433"/>
              </a:xfrm>
              <a:custGeom>
                <a:avLst/>
                <a:gdLst>
                  <a:gd name="T0" fmla="*/ 0 w 406"/>
                  <a:gd name="T1" fmla="*/ 431 h 433"/>
                  <a:gd name="T2" fmla="*/ 8 w 406"/>
                  <a:gd name="T3" fmla="*/ 432 h 433"/>
                  <a:gd name="T4" fmla="*/ 17 w 406"/>
                  <a:gd name="T5" fmla="*/ 433 h 433"/>
                  <a:gd name="T6" fmla="*/ 26 w 406"/>
                  <a:gd name="T7" fmla="*/ 433 h 433"/>
                  <a:gd name="T8" fmla="*/ 34 w 406"/>
                  <a:gd name="T9" fmla="*/ 433 h 433"/>
                  <a:gd name="T10" fmla="*/ 41 w 406"/>
                  <a:gd name="T11" fmla="*/ 433 h 433"/>
                  <a:gd name="T12" fmla="*/ 50 w 406"/>
                  <a:gd name="T13" fmla="*/ 432 h 433"/>
                  <a:gd name="T14" fmla="*/ 59 w 406"/>
                  <a:gd name="T15" fmla="*/ 429 h 433"/>
                  <a:gd name="T16" fmla="*/ 66 w 406"/>
                  <a:gd name="T17" fmla="*/ 427 h 433"/>
                  <a:gd name="T18" fmla="*/ 75 w 406"/>
                  <a:gd name="T19" fmla="*/ 422 h 433"/>
                  <a:gd name="T20" fmla="*/ 84 w 406"/>
                  <a:gd name="T21" fmla="*/ 417 h 433"/>
                  <a:gd name="T22" fmla="*/ 93 w 406"/>
                  <a:gd name="T23" fmla="*/ 412 h 433"/>
                  <a:gd name="T24" fmla="*/ 102 w 406"/>
                  <a:gd name="T25" fmla="*/ 407 h 433"/>
                  <a:gd name="T26" fmla="*/ 110 w 406"/>
                  <a:gd name="T27" fmla="*/ 400 h 433"/>
                  <a:gd name="T28" fmla="*/ 119 w 406"/>
                  <a:gd name="T29" fmla="*/ 392 h 433"/>
                  <a:gd name="T30" fmla="*/ 128 w 406"/>
                  <a:gd name="T31" fmla="*/ 385 h 433"/>
                  <a:gd name="T32" fmla="*/ 137 w 406"/>
                  <a:gd name="T33" fmla="*/ 375 h 433"/>
                  <a:gd name="T34" fmla="*/ 146 w 406"/>
                  <a:gd name="T35" fmla="*/ 367 h 433"/>
                  <a:gd name="T36" fmla="*/ 156 w 406"/>
                  <a:gd name="T37" fmla="*/ 357 h 433"/>
                  <a:gd name="T38" fmla="*/ 165 w 406"/>
                  <a:gd name="T39" fmla="*/ 347 h 433"/>
                  <a:gd name="T40" fmla="*/ 174 w 406"/>
                  <a:gd name="T41" fmla="*/ 337 h 433"/>
                  <a:gd name="T42" fmla="*/ 182 w 406"/>
                  <a:gd name="T43" fmla="*/ 326 h 433"/>
                  <a:gd name="T44" fmla="*/ 191 w 406"/>
                  <a:gd name="T45" fmla="*/ 315 h 433"/>
                  <a:gd name="T46" fmla="*/ 201 w 406"/>
                  <a:gd name="T47" fmla="*/ 303 h 433"/>
                  <a:gd name="T48" fmla="*/ 210 w 406"/>
                  <a:gd name="T49" fmla="*/ 292 h 433"/>
                  <a:gd name="T50" fmla="*/ 219 w 406"/>
                  <a:gd name="T51" fmla="*/ 280 h 433"/>
                  <a:gd name="T52" fmla="*/ 227 w 406"/>
                  <a:gd name="T53" fmla="*/ 268 h 433"/>
                  <a:gd name="T54" fmla="*/ 237 w 406"/>
                  <a:gd name="T55" fmla="*/ 256 h 433"/>
                  <a:gd name="T56" fmla="*/ 245 w 406"/>
                  <a:gd name="T57" fmla="*/ 243 h 433"/>
                  <a:gd name="T58" fmla="*/ 253 w 406"/>
                  <a:gd name="T59" fmla="*/ 230 h 433"/>
                  <a:gd name="T60" fmla="*/ 261 w 406"/>
                  <a:gd name="T61" fmla="*/ 219 h 433"/>
                  <a:gd name="T62" fmla="*/ 270 w 406"/>
                  <a:gd name="T63" fmla="*/ 207 h 433"/>
                  <a:gd name="T64" fmla="*/ 279 w 406"/>
                  <a:gd name="T65" fmla="*/ 194 h 433"/>
                  <a:gd name="T66" fmla="*/ 287 w 406"/>
                  <a:gd name="T67" fmla="*/ 181 h 433"/>
                  <a:gd name="T68" fmla="*/ 294 w 406"/>
                  <a:gd name="T69" fmla="*/ 170 h 433"/>
                  <a:gd name="T70" fmla="*/ 302 w 406"/>
                  <a:gd name="T71" fmla="*/ 157 h 433"/>
                  <a:gd name="T72" fmla="*/ 311 w 406"/>
                  <a:gd name="T73" fmla="*/ 145 h 433"/>
                  <a:gd name="T74" fmla="*/ 317 w 406"/>
                  <a:gd name="T75" fmla="*/ 133 h 433"/>
                  <a:gd name="T76" fmla="*/ 325 w 406"/>
                  <a:gd name="T77" fmla="*/ 122 h 433"/>
                  <a:gd name="T78" fmla="*/ 333 w 406"/>
                  <a:gd name="T79" fmla="*/ 109 h 433"/>
                  <a:gd name="T80" fmla="*/ 339 w 406"/>
                  <a:gd name="T81" fmla="*/ 98 h 433"/>
                  <a:gd name="T82" fmla="*/ 346 w 406"/>
                  <a:gd name="T83" fmla="*/ 88 h 433"/>
                  <a:gd name="T84" fmla="*/ 353 w 406"/>
                  <a:gd name="T85" fmla="*/ 77 h 433"/>
                  <a:gd name="T86" fmla="*/ 359 w 406"/>
                  <a:gd name="T87" fmla="*/ 68 h 433"/>
                  <a:gd name="T88" fmla="*/ 365 w 406"/>
                  <a:gd name="T89" fmla="*/ 58 h 433"/>
                  <a:gd name="T90" fmla="*/ 371 w 406"/>
                  <a:gd name="T91" fmla="*/ 49 h 433"/>
                  <a:gd name="T92" fmla="*/ 376 w 406"/>
                  <a:gd name="T93" fmla="*/ 40 h 433"/>
                  <a:gd name="T94" fmla="*/ 383 w 406"/>
                  <a:gd name="T95" fmla="*/ 31 h 433"/>
                  <a:gd name="T96" fmla="*/ 387 w 406"/>
                  <a:gd name="T97" fmla="*/ 24 h 433"/>
                  <a:gd name="T98" fmla="*/ 392 w 406"/>
                  <a:gd name="T99" fmla="*/ 18 h 433"/>
                  <a:gd name="T100" fmla="*/ 397 w 406"/>
                  <a:gd name="T101" fmla="*/ 10 h 433"/>
                  <a:gd name="T102" fmla="*/ 401 w 406"/>
                  <a:gd name="T103" fmla="*/ 5 h 433"/>
                  <a:gd name="T104" fmla="*/ 406 w 406"/>
                  <a:gd name="T105" fmla="*/ 0 h 43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06"/>
                  <a:gd name="T160" fmla="*/ 0 h 433"/>
                  <a:gd name="T161" fmla="*/ 406 w 406"/>
                  <a:gd name="T162" fmla="*/ 433 h 43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06" h="433">
                    <a:moveTo>
                      <a:pt x="0" y="431"/>
                    </a:moveTo>
                    <a:lnTo>
                      <a:pt x="8" y="432"/>
                    </a:lnTo>
                    <a:lnTo>
                      <a:pt x="17" y="433"/>
                    </a:lnTo>
                    <a:lnTo>
                      <a:pt x="26" y="433"/>
                    </a:lnTo>
                    <a:lnTo>
                      <a:pt x="34" y="433"/>
                    </a:lnTo>
                    <a:lnTo>
                      <a:pt x="41" y="433"/>
                    </a:lnTo>
                    <a:lnTo>
                      <a:pt x="50" y="432"/>
                    </a:lnTo>
                    <a:lnTo>
                      <a:pt x="59" y="429"/>
                    </a:lnTo>
                    <a:lnTo>
                      <a:pt x="66" y="427"/>
                    </a:lnTo>
                    <a:lnTo>
                      <a:pt x="75" y="422"/>
                    </a:lnTo>
                    <a:lnTo>
                      <a:pt x="84" y="417"/>
                    </a:lnTo>
                    <a:lnTo>
                      <a:pt x="93" y="412"/>
                    </a:lnTo>
                    <a:lnTo>
                      <a:pt x="102" y="407"/>
                    </a:lnTo>
                    <a:lnTo>
                      <a:pt x="110" y="400"/>
                    </a:lnTo>
                    <a:lnTo>
                      <a:pt x="119" y="392"/>
                    </a:lnTo>
                    <a:lnTo>
                      <a:pt x="128" y="385"/>
                    </a:lnTo>
                    <a:lnTo>
                      <a:pt x="137" y="375"/>
                    </a:lnTo>
                    <a:lnTo>
                      <a:pt x="146" y="367"/>
                    </a:lnTo>
                    <a:lnTo>
                      <a:pt x="156" y="357"/>
                    </a:lnTo>
                    <a:lnTo>
                      <a:pt x="165" y="347"/>
                    </a:lnTo>
                    <a:lnTo>
                      <a:pt x="174" y="337"/>
                    </a:lnTo>
                    <a:lnTo>
                      <a:pt x="182" y="326"/>
                    </a:lnTo>
                    <a:lnTo>
                      <a:pt x="191" y="315"/>
                    </a:lnTo>
                    <a:lnTo>
                      <a:pt x="201" y="303"/>
                    </a:lnTo>
                    <a:lnTo>
                      <a:pt x="210" y="292"/>
                    </a:lnTo>
                    <a:lnTo>
                      <a:pt x="219" y="280"/>
                    </a:lnTo>
                    <a:lnTo>
                      <a:pt x="227" y="268"/>
                    </a:lnTo>
                    <a:lnTo>
                      <a:pt x="237" y="256"/>
                    </a:lnTo>
                    <a:lnTo>
                      <a:pt x="245" y="243"/>
                    </a:lnTo>
                    <a:lnTo>
                      <a:pt x="253" y="230"/>
                    </a:lnTo>
                    <a:lnTo>
                      <a:pt x="261" y="219"/>
                    </a:lnTo>
                    <a:lnTo>
                      <a:pt x="270" y="207"/>
                    </a:lnTo>
                    <a:lnTo>
                      <a:pt x="279" y="194"/>
                    </a:lnTo>
                    <a:lnTo>
                      <a:pt x="287" y="181"/>
                    </a:lnTo>
                    <a:lnTo>
                      <a:pt x="294" y="170"/>
                    </a:lnTo>
                    <a:lnTo>
                      <a:pt x="302" y="157"/>
                    </a:lnTo>
                    <a:lnTo>
                      <a:pt x="311" y="145"/>
                    </a:lnTo>
                    <a:lnTo>
                      <a:pt x="317" y="133"/>
                    </a:lnTo>
                    <a:lnTo>
                      <a:pt x="325" y="122"/>
                    </a:lnTo>
                    <a:lnTo>
                      <a:pt x="333" y="109"/>
                    </a:lnTo>
                    <a:lnTo>
                      <a:pt x="339" y="98"/>
                    </a:lnTo>
                    <a:lnTo>
                      <a:pt x="346" y="88"/>
                    </a:lnTo>
                    <a:lnTo>
                      <a:pt x="353" y="77"/>
                    </a:lnTo>
                    <a:lnTo>
                      <a:pt x="359" y="68"/>
                    </a:lnTo>
                    <a:lnTo>
                      <a:pt x="365" y="58"/>
                    </a:lnTo>
                    <a:lnTo>
                      <a:pt x="371" y="49"/>
                    </a:lnTo>
                    <a:lnTo>
                      <a:pt x="376" y="40"/>
                    </a:lnTo>
                    <a:lnTo>
                      <a:pt x="383" y="31"/>
                    </a:lnTo>
                    <a:lnTo>
                      <a:pt x="387" y="24"/>
                    </a:lnTo>
                    <a:lnTo>
                      <a:pt x="392" y="18"/>
                    </a:lnTo>
                    <a:lnTo>
                      <a:pt x="397" y="10"/>
                    </a:lnTo>
                    <a:lnTo>
                      <a:pt x="401" y="5"/>
                    </a:lnTo>
                    <a:lnTo>
                      <a:pt x="406" y="0"/>
                    </a:lnTo>
                  </a:path>
                </a:pathLst>
              </a:custGeom>
              <a:noFill/>
              <a:ln w="38100">
                <a:solidFill>
                  <a:srgbClr val="9900CC"/>
                </a:solidFill>
                <a:round/>
                <a:headEnd/>
                <a:tailEnd/>
              </a:ln>
            </p:spPr>
            <p:txBody>
              <a:bodyPr/>
              <a:lstStyle/>
              <a:p>
                <a:endParaRPr lang="zh-CN" altLang="en-US"/>
              </a:p>
            </p:txBody>
          </p:sp>
          <p:sp>
            <p:nvSpPr>
              <p:cNvPr id="26664" name="Freeform 11"/>
              <p:cNvSpPr>
                <a:spLocks/>
              </p:cNvSpPr>
              <p:nvPr/>
            </p:nvSpPr>
            <p:spPr bwMode="auto">
              <a:xfrm>
                <a:off x="1488" y="609"/>
                <a:ext cx="811" cy="48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971"/>
                    </a:moveTo>
                    <a:lnTo>
                      <a:pt x="208" y="19362"/>
                    </a:lnTo>
                    <a:lnTo>
                      <a:pt x="397" y="18725"/>
                    </a:lnTo>
                    <a:lnTo>
                      <a:pt x="586" y="18116"/>
                    </a:lnTo>
                    <a:lnTo>
                      <a:pt x="794" y="17449"/>
                    </a:lnTo>
                    <a:lnTo>
                      <a:pt x="983" y="16841"/>
                    </a:lnTo>
                    <a:lnTo>
                      <a:pt x="1191" y="16261"/>
                    </a:lnTo>
                    <a:lnTo>
                      <a:pt x="1380" y="15623"/>
                    </a:lnTo>
                    <a:lnTo>
                      <a:pt x="1588" y="15014"/>
                    </a:lnTo>
                    <a:lnTo>
                      <a:pt x="1777" y="14435"/>
                    </a:lnTo>
                    <a:lnTo>
                      <a:pt x="1985" y="13826"/>
                    </a:lnTo>
                    <a:lnTo>
                      <a:pt x="2174" y="13246"/>
                    </a:lnTo>
                    <a:lnTo>
                      <a:pt x="2382" y="12696"/>
                    </a:lnTo>
                    <a:lnTo>
                      <a:pt x="2552" y="12087"/>
                    </a:lnTo>
                    <a:lnTo>
                      <a:pt x="2760" y="11507"/>
                    </a:lnTo>
                    <a:lnTo>
                      <a:pt x="2968" y="10957"/>
                    </a:lnTo>
                    <a:lnTo>
                      <a:pt x="3157" y="10377"/>
                    </a:lnTo>
                    <a:lnTo>
                      <a:pt x="3365" y="9855"/>
                    </a:lnTo>
                    <a:lnTo>
                      <a:pt x="3573" y="9304"/>
                    </a:lnTo>
                    <a:lnTo>
                      <a:pt x="3762" y="8783"/>
                    </a:lnTo>
                    <a:lnTo>
                      <a:pt x="3951" y="8261"/>
                    </a:lnTo>
                    <a:lnTo>
                      <a:pt x="4159" y="7739"/>
                    </a:lnTo>
                    <a:lnTo>
                      <a:pt x="4367" y="7275"/>
                    </a:lnTo>
                    <a:lnTo>
                      <a:pt x="4556" y="6783"/>
                    </a:lnTo>
                    <a:lnTo>
                      <a:pt x="4783" y="6319"/>
                    </a:lnTo>
                    <a:lnTo>
                      <a:pt x="4972" y="5855"/>
                    </a:lnTo>
                    <a:lnTo>
                      <a:pt x="5180" y="5391"/>
                    </a:lnTo>
                    <a:lnTo>
                      <a:pt x="5350" y="4986"/>
                    </a:lnTo>
                    <a:lnTo>
                      <a:pt x="5558" y="4551"/>
                    </a:lnTo>
                    <a:lnTo>
                      <a:pt x="5784" y="4145"/>
                    </a:lnTo>
                    <a:lnTo>
                      <a:pt x="5955" y="3768"/>
                    </a:lnTo>
                    <a:lnTo>
                      <a:pt x="6181" y="3391"/>
                    </a:lnTo>
                    <a:lnTo>
                      <a:pt x="6371" y="3014"/>
                    </a:lnTo>
                    <a:lnTo>
                      <a:pt x="6578" y="2696"/>
                    </a:lnTo>
                    <a:lnTo>
                      <a:pt x="6767" y="2377"/>
                    </a:lnTo>
                    <a:lnTo>
                      <a:pt x="6975" y="2058"/>
                    </a:lnTo>
                    <a:lnTo>
                      <a:pt x="7202" y="1797"/>
                    </a:lnTo>
                    <a:lnTo>
                      <a:pt x="7391" y="1507"/>
                    </a:lnTo>
                    <a:lnTo>
                      <a:pt x="7599" y="1246"/>
                    </a:lnTo>
                    <a:lnTo>
                      <a:pt x="7807" y="1043"/>
                    </a:lnTo>
                    <a:lnTo>
                      <a:pt x="8015" y="841"/>
                    </a:lnTo>
                    <a:lnTo>
                      <a:pt x="8242" y="638"/>
                    </a:lnTo>
                    <a:lnTo>
                      <a:pt x="8431" y="493"/>
                    </a:lnTo>
                    <a:lnTo>
                      <a:pt x="8639" y="348"/>
                    </a:lnTo>
                    <a:lnTo>
                      <a:pt x="8847" y="232"/>
                    </a:lnTo>
                    <a:lnTo>
                      <a:pt x="9055" y="116"/>
                    </a:lnTo>
                    <a:lnTo>
                      <a:pt x="9263" y="87"/>
                    </a:lnTo>
                    <a:lnTo>
                      <a:pt x="9471" y="29"/>
                    </a:lnTo>
                    <a:lnTo>
                      <a:pt x="9679" y="29"/>
                    </a:lnTo>
                    <a:lnTo>
                      <a:pt x="9905" y="0"/>
                    </a:lnTo>
                    <a:lnTo>
                      <a:pt x="10095" y="58"/>
                    </a:lnTo>
                    <a:lnTo>
                      <a:pt x="10321" y="174"/>
                    </a:lnTo>
                    <a:lnTo>
                      <a:pt x="10548" y="261"/>
                    </a:lnTo>
                    <a:lnTo>
                      <a:pt x="10794" y="435"/>
                    </a:lnTo>
                    <a:lnTo>
                      <a:pt x="11021" y="638"/>
                    </a:lnTo>
                    <a:lnTo>
                      <a:pt x="11229" y="870"/>
                    </a:lnTo>
                    <a:lnTo>
                      <a:pt x="11456" y="1130"/>
                    </a:lnTo>
                    <a:lnTo>
                      <a:pt x="11701" y="1420"/>
                    </a:lnTo>
                    <a:lnTo>
                      <a:pt x="11947" y="1739"/>
                    </a:lnTo>
                    <a:lnTo>
                      <a:pt x="12193" y="2087"/>
                    </a:lnTo>
                    <a:lnTo>
                      <a:pt x="12457" y="2464"/>
                    </a:lnTo>
                    <a:lnTo>
                      <a:pt x="12703" y="2841"/>
                    </a:lnTo>
                    <a:lnTo>
                      <a:pt x="12949" y="3246"/>
                    </a:lnTo>
                    <a:lnTo>
                      <a:pt x="13176" y="3710"/>
                    </a:lnTo>
                    <a:lnTo>
                      <a:pt x="13422" y="4174"/>
                    </a:lnTo>
                    <a:lnTo>
                      <a:pt x="13686" y="4638"/>
                    </a:lnTo>
                    <a:lnTo>
                      <a:pt x="13932" y="5159"/>
                    </a:lnTo>
                    <a:lnTo>
                      <a:pt x="14197" y="5623"/>
                    </a:lnTo>
                    <a:lnTo>
                      <a:pt x="14423" y="6145"/>
                    </a:lnTo>
                    <a:lnTo>
                      <a:pt x="14688" y="6667"/>
                    </a:lnTo>
                    <a:lnTo>
                      <a:pt x="14953" y="7217"/>
                    </a:lnTo>
                    <a:lnTo>
                      <a:pt x="15198" y="7739"/>
                    </a:lnTo>
                    <a:lnTo>
                      <a:pt x="15444" y="8319"/>
                    </a:lnTo>
                    <a:lnTo>
                      <a:pt x="15671" y="8870"/>
                    </a:lnTo>
                    <a:lnTo>
                      <a:pt x="15898" y="9391"/>
                    </a:lnTo>
                    <a:lnTo>
                      <a:pt x="16125" y="9942"/>
                    </a:lnTo>
                    <a:lnTo>
                      <a:pt x="16371" y="10522"/>
                    </a:lnTo>
                    <a:lnTo>
                      <a:pt x="16597" y="11072"/>
                    </a:lnTo>
                    <a:lnTo>
                      <a:pt x="16843" y="11623"/>
                    </a:lnTo>
                    <a:lnTo>
                      <a:pt x="17051" y="12174"/>
                    </a:lnTo>
                    <a:lnTo>
                      <a:pt x="17259" y="12696"/>
                    </a:lnTo>
                    <a:lnTo>
                      <a:pt x="17486" y="13217"/>
                    </a:lnTo>
                    <a:lnTo>
                      <a:pt x="17713" y="13739"/>
                    </a:lnTo>
                    <a:lnTo>
                      <a:pt x="17902" y="14261"/>
                    </a:lnTo>
                    <a:lnTo>
                      <a:pt x="18091" y="14783"/>
                    </a:lnTo>
                    <a:lnTo>
                      <a:pt x="18299" y="15246"/>
                    </a:lnTo>
                    <a:lnTo>
                      <a:pt x="18488" y="15681"/>
                    </a:lnTo>
                    <a:lnTo>
                      <a:pt x="18658" y="16145"/>
                    </a:lnTo>
                    <a:lnTo>
                      <a:pt x="18828" y="16580"/>
                    </a:lnTo>
                    <a:lnTo>
                      <a:pt x="18998" y="17014"/>
                    </a:lnTo>
                    <a:lnTo>
                      <a:pt x="19149" y="17362"/>
                    </a:lnTo>
                    <a:lnTo>
                      <a:pt x="19319" y="17739"/>
                    </a:lnTo>
                    <a:lnTo>
                      <a:pt x="19471" y="18087"/>
                    </a:lnTo>
                    <a:lnTo>
                      <a:pt x="19603" y="18377"/>
                    </a:lnTo>
                    <a:lnTo>
                      <a:pt x="19735" y="18667"/>
                    </a:lnTo>
                    <a:lnTo>
                      <a:pt x="19849" y="18928"/>
                    </a:lnTo>
                    <a:lnTo>
                      <a:pt x="19981" y="19130"/>
                    </a:lnTo>
                  </a:path>
                </a:pathLst>
              </a:custGeom>
              <a:noFill/>
              <a:ln w="38100">
                <a:solidFill>
                  <a:srgbClr val="9900CC"/>
                </a:solidFill>
                <a:round/>
                <a:headEnd/>
                <a:tailEnd/>
              </a:ln>
            </p:spPr>
            <p:txBody>
              <a:bodyPr/>
              <a:lstStyle/>
              <a:p>
                <a:endParaRPr lang="zh-CN" altLang="en-US"/>
              </a:p>
            </p:txBody>
          </p:sp>
          <p:sp>
            <p:nvSpPr>
              <p:cNvPr id="26665" name="Freeform 12"/>
              <p:cNvSpPr>
                <a:spLocks/>
              </p:cNvSpPr>
              <p:nvPr/>
            </p:nvSpPr>
            <p:spPr bwMode="auto">
              <a:xfrm>
                <a:off x="2272" y="1026"/>
                <a:ext cx="810" cy="45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6"/>
                    </a:moveTo>
                    <a:lnTo>
                      <a:pt x="242" y="1485"/>
                    </a:lnTo>
                    <a:lnTo>
                      <a:pt x="423" y="2101"/>
                    </a:lnTo>
                    <a:lnTo>
                      <a:pt x="665" y="2689"/>
                    </a:lnTo>
                    <a:lnTo>
                      <a:pt x="867" y="3333"/>
                    </a:lnTo>
                    <a:lnTo>
                      <a:pt x="1089" y="3922"/>
                    </a:lnTo>
                    <a:lnTo>
                      <a:pt x="1331" y="4482"/>
                    </a:lnTo>
                    <a:lnTo>
                      <a:pt x="1552" y="5098"/>
                    </a:lnTo>
                    <a:lnTo>
                      <a:pt x="1774" y="5686"/>
                    </a:lnTo>
                    <a:lnTo>
                      <a:pt x="1976" y="6246"/>
                    </a:lnTo>
                    <a:lnTo>
                      <a:pt x="2218" y="6835"/>
                    </a:lnTo>
                    <a:lnTo>
                      <a:pt x="2440" y="7395"/>
                    </a:lnTo>
                    <a:lnTo>
                      <a:pt x="2661" y="7955"/>
                    </a:lnTo>
                    <a:lnTo>
                      <a:pt x="2883" y="8543"/>
                    </a:lnTo>
                    <a:lnTo>
                      <a:pt x="3105" y="9104"/>
                    </a:lnTo>
                    <a:lnTo>
                      <a:pt x="3347" y="9636"/>
                    </a:lnTo>
                    <a:lnTo>
                      <a:pt x="3569" y="10168"/>
                    </a:lnTo>
                    <a:lnTo>
                      <a:pt x="3770" y="10700"/>
                    </a:lnTo>
                    <a:lnTo>
                      <a:pt x="3992" y="11232"/>
                    </a:lnTo>
                    <a:lnTo>
                      <a:pt x="4234" y="11765"/>
                    </a:lnTo>
                    <a:lnTo>
                      <a:pt x="4435" y="12241"/>
                    </a:lnTo>
                    <a:lnTo>
                      <a:pt x="4657" y="12745"/>
                    </a:lnTo>
                    <a:lnTo>
                      <a:pt x="4859" y="13193"/>
                    </a:lnTo>
                    <a:lnTo>
                      <a:pt x="5101" y="13641"/>
                    </a:lnTo>
                    <a:lnTo>
                      <a:pt x="5343" y="14090"/>
                    </a:lnTo>
                    <a:lnTo>
                      <a:pt x="5524" y="14566"/>
                    </a:lnTo>
                    <a:lnTo>
                      <a:pt x="5766" y="14986"/>
                    </a:lnTo>
                    <a:lnTo>
                      <a:pt x="5968" y="15406"/>
                    </a:lnTo>
                    <a:lnTo>
                      <a:pt x="6190" y="15826"/>
                    </a:lnTo>
                    <a:lnTo>
                      <a:pt x="6431" y="16218"/>
                    </a:lnTo>
                    <a:lnTo>
                      <a:pt x="6613" y="16583"/>
                    </a:lnTo>
                    <a:lnTo>
                      <a:pt x="6855" y="16919"/>
                    </a:lnTo>
                    <a:lnTo>
                      <a:pt x="7077" y="17255"/>
                    </a:lnTo>
                    <a:lnTo>
                      <a:pt x="7258" y="17563"/>
                    </a:lnTo>
                    <a:lnTo>
                      <a:pt x="7500" y="17899"/>
                    </a:lnTo>
                    <a:lnTo>
                      <a:pt x="7722" y="18151"/>
                    </a:lnTo>
                    <a:lnTo>
                      <a:pt x="7964" y="18431"/>
                    </a:lnTo>
                    <a:lnTo>
                      <a:pt x="8145" y="18683"/>
                    </a:lnTo>
                    <a:lnTo>
                      <a:pt x="8367" y="18936"/>
                    </a:lnTo>
                    <a:lnTo>
                      <a:pt x="8589" y="19132"/>
                    </a:lnTo>
                    <a:lnTo>
                      <a:pt x="8790" y="19328"/>
                    </a:lnTo>
                    <a:lnTo>
                      <a:pt x="9012" y="19496"/>
                    </a:lnTo>
                    <a:lnTo>
                      <a:pt x="9214" y="19608"/>
                    </a:lnTo>
                    <a:lnTo>
                      <a:pt x="9435" y="19748"/>
                    </a:lnTo>
                    <a:lnTo>
                      <a:pt x="9617" y="19860"/>
                    </a:lnTo>
                    <a:lnTo>
                      <a:pt x="9839" y="19888"/>
                    </a:lnTo>
                    <a:lnTo>
                      <a:pt x="10081" y="19972"/>
                    </a:lnTo>
                    <a:lnTo>
                      <a:pt x="10282" y="19972"/>
                    </a:lnTo>
                    <a:lnTo>
                      <a:pt x="10504" y="19972"/>
                    </a:lnTo>
                    <a:lnTo>
                      <a:pt x="10685" y="19972"/>
                    </a:lnTo>
                    <a:lnTo>
                      <a:pt x="10907" y="19888"/>
                    </a:lnTo>
                    <a:lnTo>
                      <a:pt x="11129" y="19776"/>
                    </a:lnTo>
                    <a:lnTo>
                      <a:pt x="11310" y="19664"/>
                    </a:lnTo>
                    <a:lnTo>
                      <a:pt x="11552" y="19468"/>
                    </a:lnTo>
                    <a:lnTo>
                      <a:pt x="11754" y="19216"/>
                    </a:lnTo>
                    <a:lnTo>
                      <a:pt x="11976" y="18992"/>
                    </a:lnTo>
                    <a:lnTo>
                      <a:pt x="12238" y="18739"/>
                    </a:lnTo>
                    <a:lnTo>
                      <a:pt x="12440" y="18431"/>
                    </a:lnTo>
                    <a:lnTo>
                      <a:pt x="12681" y="18067"/>
                    </a:lnTo>
                    <a:lnTo>
                      <a:pt x="12883" y="17731"/>
                    </a:lnTo>
                    <a:lnTo>
                      <a:pt x="13125" y="17283"/>
                    </a:lnTo>
                    <a:lnTo>
                      <a:pt x="13367" y="16891"/>
                    </a:lnTo>
                    <a:lnTo>
                      <a:pt x="13589" y="16471"/>
                    </a:lnTo>
                    <a:lnTo>
                      <a:pt x="13831" y="15994"/>
                    </a:lnTo>
                    <a:lnTo>
                      <a:pt x="14052" y="15546"/>
                    </a:lnTo>
                    <a:lnTo>
                      <a:pt x="14254" y="15042"/>
                    </a:lnTo>
                    <a:lnTo>
                      <a:pt x="14516" y="14510"/>
                    </a:lnTo>
                    <a:lnTo>
                      <a:pt x="14758" y="13978"/>
                    </a:lnTo>
                    <a:lnTo>
                      <a:pt x="14980" y="13473"/>
                    </a:lnTo>
                    <a:lnTo>
                      <a:pt x="15202" y="12913"/>
                    </a:lnTo>
                    <a:lnTo>
                      <a:pt x="15423" y="12353"/>
                    </a:lnTo>
                    <a:lnTo>
                      <a:pt x="15665" y="11793"/>
                    </a:lnTo>
                    <a:lnTo>
                      <a:pt x="15887" y="11204"/>
                    </a:lnTo>
                    <a:lnTo>
                      <a:pt x="16069" y="10616"/>
                    </a:lnTo>
                    <a:lnTo>
                      <a:pt x="16290" y="10084"/>
                    </a:lnTo>
                    <a:lnTo>
                      <a:pt x="16492" y="9524"/>
                    </a:lnTo>
                    <a:lnTo>
                      <a:pt x="16734" y="8936"/>
                    </a:lnTo>
                    <a:lnTo>
                      <a:pt x="16956" y="8347"/>
                    </a:lnTo>
                    <a:lnTo>
                      <a:pt x="17137" y="7815"/>
                    </a:lnTo>
                    <a:lnTo>
                      <a:pt x="17339" y="7227"/>
                    </a:lnTo>
                    <a:lnTo>
                      <a:pt x="17540" y="6695"/>
                    </a:lnTo>
                    <a:lnTo>
                      <a:pt x="17722" y="6134"/>
                    </a:lnTo>
                    <a:lnTo>
                      <a:pt x="17903" y="5602"/>
                    </a:lnTo>
                    <a:lnTo>
                      <a:pt x="18105" y="5042"/>
                    </a:lnTo>
                    <a:lnTo>
                      <a:pt x="18266" y="4538"/>
                    </a:lnTo>
                    <a:lnTo>
                      <a:pt x="18448" y="4034"/>
                    </a:lnTo>
                    <a:lnTo>
                      <a:pt x="18609" y="3557"/>
                    </a:lnTo>
                    <a:lnTo>
                      <a:pt x="18770" y="3137"/>
                    </a:lnTo>
                    <a:lnTo>
                      <a:pt x="18952" y="2661"/>
                    </a:lnTo>
                    <a:lnTo>
                      <a:pt x="19073" y="2241"/>
                    </a:lnTo>
                    <a:lnTo>
                      <a:pt x="19234" y="1849"/>
                    </a:lnTo>
                    <a:lnTo>
                      <a:pt x="19375" y="1429"/>
                    </a:lnTo>
                    <a:lnTo>
                      <a:pt x="19516" y="1092"/>
                    </a:lnTo>
                    <a:lnTo>
                      <a:pt x="19617" y="812"/>
                    </a:lnTo>
                    <a:lnTo>
                      <a:pt x="19738" y="476"/>
                    </a:lnTo>
                    <a:lnTo>
                      <a:pt x="19859" y="224"/>
                    </a:lnTo>
                    <a:lnTo>
                      <a:pt x="19980" y="0"/>
                    </a:lnTo>
                  </a:path>
                </a:pathLst>
              </a:custGeom>
              <a:noFill/>
              <a:ln w="38100">
                <a:solidFill>
                  <a:srgbClr val="9900CC"/>
                </a:solidFill>
                <a:round/>
                <a:headEnd/>
                <a:tailEnd/>
              </a:ln>
            </p:spPr>
            <p:txBody>
              <a:bodyPr/>
              <a:lstStyle/>
              <a:p>
                <a:endParaRPr lang="zh-CN" altLang="en-US"/>
              </a:p>
            </p:txBody>
          </p:sp>
          <p:sp>
            <p:nvSpPr>
              <p:cNvPr id="26666" name="Freeform 13"/>
              <p:cNvSpPr>
                <a:spLocks/>
              </p:cNvSpPr>
              <p:nvPr/>
            </p:nvSpPr>
            <p:spPr bwMode="auto">
              <a:xfrm>
                <a:off x="3016" y="609"/>
                <a:ext cx="920" cy="50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971"/>
                    </a:moveTo>
                    <a:lnTo>
                      <a:pt x="209" y="19362"/>
                    </a:lnTo>
                    <a:lnTo>
                      <a:pt x="399" y="18725"/>
                    </a:lnTo>
                    <a:lnTo>
                      <a:pt x="589" y="18116"/>
                    </a:lnTo>
                    <a:lnTo>
                      <a:pt x="779" y="17449"/>
                    </a:lnTo>
                    <a:lnTo>
                      <a:pt x="969" y="16841"/>
                    </a:lnTo>
                    <a:lnTo>
                      <a:pt x="1197" y="16261"/>
                    </a:lnTo>
                    <a:lnTo>
                      <a:pt x="1387" y="15623"/>
                    </a:lnTo>
                    <a:lnTo>
                      <a:pt x="1595" y="15014"/>
                    </a:lnTo>
                    <a:lnTo>
                      <a:pt x="1785" y="14435"/>
                    </a:lnTo>
                    <a:lnTo>
                      <a:pt x="1994" y="13826"/>
                    </a:lnTo>
                    <a:lnTo>
                      <a:pt x="2165" y="13246"/>
                    </a:lnTo>
                    <a:lnTo>
                      <a:pt x="2374" y="12696"/>
                    </a:lnTo>
                    <a:lnTo>
                      <a:pt x="2545" y="12087"/>
                    </a:lnTo>
                    <a:lnTo>
                      <a:pt x="2754" y="11507"/>
                    </a:lnTo>
                    <a:lnTo>
                      <a:pt x="2963" y="10957"/>
                    </a:lnTo>
                    <a:lnTo>
                      <a:pt x="3153" y="10377"/>
                    </a:lnTo>
                    <a:lnTo>
                      <a:pt x="3381" y="9855"/>
                    </a:lnTo>
                    <a:lnTo>
                      <a:pt x="3571" y="9304"/>
                    </a:lnTo>
                    <a:lnTo>
                      <a:pt x="3761" y="8783"/>
                    </a:lnTo>
                    <a:lnTo>
                      <a:pt x="3951" y="8261"/>
                    </a:lnTo>
                    <a:lnTo>
                      <a:pt x="4160" y="7739"/>
                    </a:lnTo>
                    <a:lnTo>
                      <a:pt x="4368" y="7275"/>
                    </a:lnTo>
                    <a:lnTo>
                      <a:pt x="4558" y="6783"/>
                    </a:lnTo>
                    <a:lnTo>
                      <a:pt x="4786" y="6319"/>
                    </a:lnTo>
                    <a:lnTo>
                      <a:pt x="4957" y="5855"/>
                    </a:lnTo>
                    <a:lnTo>
                      <a:pt x="5166" y="5391"/>
                    </a:lnTo>
                    <a:lnTo>
                      <a:pt x="5356" y="4986"/>
                    </a:lnTo>
                    <a:lnTo>
                      <a:pt x="5565" y="4551"/>
                    </a:lnTo>
                    <a:lnTo>
                      <a:pt x="5793" y="4145"/>
                    </a:lnTo>
                    <a:lnTo>
                      <a:pt x="5964" y="3768"/>
                    </a:lnTo>
                    <a:lnTo>
                      <a:pt x="6192" y="3391"/>
                    </a:lnTo>
                    <a:lnTo>
                      <a:pt x="6363" y="3014"/>
                    </a:lnTo>
                    <a:lnTo>
                      <a:pt x="6572" y="2696"/>
                    </a:lnTo>
                    <a:lnTo>
                      <a:pt x="6781" y="2377"/>
                    </a:lnTo>
                    <a:lnTo>
                      <a:pt x="6971" y="2058"/>
                    </a:lnTo>
                    <a:lnTo>
                      <a:pt x="7198" y="1797"/>
                    </a:lnTo>
                    <a:lnTo>
                      <a:pt x="7369" y="1507"/>
                    </a:lnTo>
                    <a:lnTo>
                      <a:pt x="7597" y="1246"/>
                    </a:lnTo>
                    <a:lnTo>
                      <a:pt x="7825" y="1043"/>
                    </a:lnTo>
                    <a:lnTo>
                      <a:pt x="8015" y="841"/>
                    </a:lnTo>
                    <a:lnTo>
                      <a:pt x="8243" y="638"/>
                    </a:lnTo>
                    <a:lnTo>
                      <a:pt x="8433" y="493"/>
                    </a:lnTo>
                    <a:lnTo>
                      <a:pt x="8642" y="348"/>
                    </a:lnTo>
                    <a:lnTo>
                      <a:pt x="8851" y="232"/>
                    </a:lnTo>
                    <a:lnTo>
                      <a:pt x="9041" y="116"/>
                    </a:lnTo>
                    <a:lnTo>
                      <a:pt x="9269" y="87"/>
                    </a:lnTo>
                    <a:lnTo>
                      <a:pt x="9459" y="29"/>
                    </a:lnTo>
                    <a:lnTo>
                      <a:pt x="9668" y="29"/>
                    </a:lnTo>
                    <a:lnTo>
                      <a:pt x="9896" y="0"/>
                    </a:lnTo>
                    <a:lnTo>
                      <a:pt x="10104" y="58"/>
                    </a:lnTo>
                    <a:lnTo>
                      <a:pt x="10332" y="174"/>
                    </a:lnTo>
                    <a:lnTo>
                      <a:pt x="10560" y="261"/>
                    </a:lnTo>
                    <a:lnTo>
                      <a:pt x="10788" y="435"/>
                    </a:lnTo>
                    <a:lnTo>
                      <a:pt x="11016" y="638"/>
                    </a:lnTo>
                    <a:lnTo>
                      <a:pt x="11244" y="870"/>
                    </a:lnTo>
                    <a:lnTo>
                      <a:pt x="11453" y="1130"/>
                    </a:lnTo>
                    <a:lnTo>
                      <a:pt x="11700" y="1420"/>
                    </a:lnTo>
                    <a:lnTo>
                      <a:pt x="11947" y="1739"/>
                    </a:lnTo>
                    <a:lnTo>
                      <a:pt x="12175" y="2087"/>
                    </a:lnTo>
                    <a:lnTo>
                      <a:pt x="12460" y="2464"/>
                    </a:lnTo>
                    <a:lnTo>
                      <a:pt x="12707" y="2841"/>
                    </a:lnTo>
                    <a:lnTo>
                      <a:pt x="12953" y="3246"/>
                    </a:lnTo>
                    <a:lnTo>
                      <a:pt x="13181" y="3710"/>
                    </a:lnTo>
                    <a:lnTo>
                      <a:pt x="13428" y="4174"/>
                    </a:lnTo>
                    <a:lnTo>
                      <a:pt x="13694" y="4638"/>
                    </a:lnTo>
                    <a:lnTo>
                      <a:pt x="13922" y="5159"/>
                    </a:lnTo>
                    <a:lnTo>
                      <a:pt x="14188" y="5623"/>
                    </a:lnTo>
                    <a:lnTo>
                      <a:pt x="14416" y="6145"/>
                    </a:lnTo>
                    <a:lnTo>
                      <a:pt x="14701" y="6667"/>
                    </a:lnTo>
                    <a:lnTo>
                      <a:pt x="14948" y="7217"/>
                    </a:lnTo>
                    <a:lnTo>
                      <a:pt x="15195" y="7739"/>
                    </a:lnTo>
                    <a:lnTo>
                      <a:pt x="15442" y="8319"/>
                    </a:lnTo>
                    <a:lnTo>
                      <a:pt x="15670" y="8870"/>
                    </a:lnTo>
                    <a:lnTo>
                      <a:pt x="15897" y="9391"/>
                    </a:lnTo>
                    <a:lnTo>
                      <a:pt x="16125" y="9942"/>
                    </a:lnTo>
                    <a:lnTo>
                      <a:pt x="16353" y="10522"/>
                    </a:lnTo>
                    <a:lnTo>
                      <a:pt x="16581" y="11072"/>
                    </a:lnTo>
                    <a:lnTo>
                      <a:pt x="16847" y="11623"/>
                    </a:lnTo>
                    <a:lnTo>
                      <a:pt x="17056" y="12174"/>
                    </a:lnTo>
                    <a:lnTo>
                      <a:pt x="17265" y="12696"/>
                    </a:lnTo>
                    <a:lnTo>
                      <a:pt x="17493" y="13217"/>
                    </a:lnTo>
                    <a:lnTo>
                      <a:pt x="17702" y="13739"/>
                    </a:lnTo>
                    <a:lnTo>
                      <a:pt x="17911" y="14261"/>
                    </a:lnTo>
                    <a:lnTo>
                      <a:pt x="18082" y="14783"/>
                    </a:lnTo>
                    <a:lnTo>
                      <a:pt x="18291" y="15246"/>
                    </a:lnTo>
                    <a:lnTo>
                      <a:pt x="18481" y="15681"/>
                    </a:lnTo>
                    <a:lnTo>
                      <a:pt x="18651" y="16145"/>
                    </a:lnTo>
                    <a:lnTo>
                      <a:pt x="18822" y="16580"/>
                    </a:lnTo>
                    <a:lnTo>
                      <a:pt x="19012" y="17014"/>
                    </a:lnTo>
                    <a:lnTo>
                      <a:pt x="19164" y="17362"/>
                    </a:lnTo>
                    <a:lnTo>
                      <a:pt x="19316" y="17739"/>
                    </a:lnTo>
                    <a:lnTo>
                      <a:pt x="19468" y="18087"/>
                    </a:lnTo>
                    <a:lnTo>
                      <a:pt x="19601" y="18377"/>
                    </a:lnTo>
                    <a:lnTo>
                      <a:pt x="19734" y="18667"/>
                    </a:lnTo>
                    <a:lnTo>
                      <a:pt x="19867" y="18928"/>
                    </a:lnTo>
                    <a:lnTo>
                      <a:pt x="19981" y="19130"/>
                    </a:lnTo>
                  </a:path>
                </a:pathLst>
              </a:custGeom>
              <a:noFill/>
              <a:ln w="38100">
                <a:solidFill>
                  <a:srgbClr val="9900CC"/>
                </a:solidFill>
                <a:round/>
                <a:headEnd/>
                <a:tailEnd/>
              </a:ln>
            </p:spPr>
            <p:txBody>
              <a:bodyPr/>
              <a:lstStyle/>
              <a:p>
                <a:endParaRPr lang="zh-CN" altLang="en-US"/>
              </a:p>
            </p:txBody>
          </p:sp>
          <p:sp>
            <p:nvSpPr>
              <p:cNvPr id="26667" name="Freeform 14"/>
              <p:cNvSpPr>
                <a:spLocks/>
              </p:cNvSpPr>
              <p:nvPr/>
            </p:nvSpPr>
            <p:spPr bwMode="auto">
              <a:xfrm>
                <a:off x="3888" y="1032"/>
                <a:ext cx="423" cy="432"/>
              </a:xfrm>
              <a:custGeom>
                <a:avLst/>
                <a:gdLst>
                  <a:gd name="T0" fmla="*/ 0 w 402"/>
                  <a:gd name="T1" fmla="*/ 0 h 411"/>
                  <a:gd name="T2" fmla="*/ 9 w 402"/>
                  <a:gd name="T3" fmla="*/ 17 h 411"/>
                  <a:gd name="T4" fmla="*/ 21 w 402"/>
                  <a:gd name="T5" fmla="*/ 30 h 411"/>
                  <a:gd name="T6" fmla="*/ 31 w 402"/>
                  <a:gd name="T7" fmla="*/ 47 h 411"/>
                  <a:gd name="T8" fmla="*/ 42 w 402"/>
                  <a:gd name="T9" fmla="*/ 65 h 411"/>
                  <a:gd name="T10" fmla="*/ 52 w 402"/>
                  <a:gd name="T11" fmla="*/ 81 h 411"/>
                  <a:gd name="T12" fmla="*/ 64 w 402"/>
                  <a:gd name="T13" fmla="*/ 95 h 411"/>
                  <a:gd name="T14" fmla="*/ 75 w 402"/>
                  <a:gd name="T15" fmla="*/ 111 h 411"/>
                  <a:gd name="T16" fmla="*/ 85 w 402"/>
                  <a:gd name="T17" fmla="*/ 127 h 411"/>
                  <a:gd name="T18" fmla="*/ 94 w 402"/>
                  <a:gd name="T19" fmla="*/ 142 h 411"/>
                  <a:gd name="T20" fmla="*/ 107 w 402"/>
                  <a:gd name="T21" fmla="*/ 157 h 411"/>
                  <a:gd name="T22" fmla="*/ 116 w 402"/>
                  <a:gd name="T23" fmla="*/ 171 h 411"/>
                  <a:gd name="T24" fmla="*/ 127 w 402"/>
                  <a:gd name="T25" fmla="*/ 186 h 411"/>
                  <a:gd name="T26" fmla="*/ 139 w 402"/>
                  <a:gd name="T27" fmla="*/ 201 h 411"/>
                  <a:gd name="T28" fmla="*/ 148 w 402"/>
                  <a:gd name="T29" fmla="*/ 217 h 411"/>
                  <a:gd name="T30" fmla="*/ 161 w 402"/>
                  <a:gd name="T31" fmla="*/ 231 h 411"/>
                  <a:gd name="T32" fmla="*/ 172 w 402"/>
                  <a:gd name="T33" fmla="*/ 244 h 411"/>
                  <a:gd name="T34" fmla="*/ 181 w 402"/>
                  <a:gd name="T35" fmla="*/ 259 h 411"/>
                  <a:gd name="T36" fmla="*/ 192 w 402"/>
                  <a:gd name="T37" fmla="*/ 272 h 411"/>
                  <a:gd name="T38" fmla="*/ 204 w 402"/>
                  <a:gd name="T39" fmla="*/ 287 h 411"/>
                  <a:gd name="T40" fmla="*/ 213 w 402"/>
                  <a:gd name="T41" fmla="*/ 300 h 411"/>
                  <a:gd name="T42" fmla="*/ 224 w 402"/>
                  <a:gd name="T43" fmla="*/ 312 h 411"/>
                  <a:gd name="T44" fmla="*/ 233 w 402"/>
                  <a:gd name="T45" fmla="*/ 324 h 411"/>
                  <a:gd name="T46" fmla="*/ 243 w 402"/>
                  <a:gd name="T47" fmla="*/ 336 h 411"/>
                  <a:gd name="T48" fmla="*/ 256 w 402"/>
                  <a:gd name="T49" fmla="*/ 348 h 411"/>
                  <a:gd name="T50" fmla="*/ 264 w 402"/>
                  <a:gd name="T51" fmla="*/ 361 h 411"/>
                  <a:gd name="T52" fmla="*/ 276 w 402"/>
                  <a:gd name="T53" fmla="*/ 371 h 411"/>
                  <a:gd name="T54" fmla="*/ 285 w 402"/>
                  <a:gd name="T55" fmla="*/ 383 h 411"/>
                  <a:gd name="T56" fmla="*/ 297 w 402"/>
                  <a:gd name="T57" fmla="*/ 392 h 411"/>
                  <a:gd name="T58" fmla="*/ 308 w 402"/>
                  <a:gd name="T59" fmla="*/ 404 h 411"/>
                  <a:gd name="T60" fmla="*/ 318 w 402"/>
                  <a:gd name="T61" fmla="*/ 412 h 411"/>
                  <a:gd name="T62" fmla="*/ 329 w 402"/>
                  <a:gd name="T63" fmla="*/ 424 h 411"/>
                  <a:gd name="T64" fmla="*/ 339 w 402"/>
                  <a:gd name="T65" fmla="*/ 431 h 411"/>
                  <a:gd name="T66" fmla="*/ 348 w 402"/>
                  <a:gd name="T67" fmla="*/ 437 h 411"/>
                  <a:gd name="T68" fmla="*/ 359 w 402"/>
                  <a:gd name="T69" fmla="*/ 449 h 411"/>
                  <a:gd name="T70" fmla="*/ 371 w 402"/>
                  <a:gd name="T71" fmla="*/ 454 h 411"/>
                  <a:gd name="T72" fmla="*/ 381 w 402"/>
                  <a:gd name="T73" fmla="*/ 460 h 411"/>
                  <a:gd name="T74" fmla="*/ 390 w 402"/>
                  <a:gd name="T75" fmla="*/ 470 h 411"/>
                  <a:gd name="T76" fmla="*/ 401 w 402"/>
                  <a:gd name="T77" fmla="*/ 475 h 411"/>
                  <a:gd name="T78" fmla="*/ 411 w 402"/>
                  <a:gd name="T79" fmla="*/ 479 h 411"/>
                  <a:gd name="T80" fmla="*/ 422 w 402"/>
                  <a:gd name="T81" fmla="*/ 485 h 411"/>
                  <a:gd name="T82" fmla="*/ 430 w 402"/>
                  <a:gd name="T83" fmla="*/ 490 h 411"/>
                  <a:gd name="T84" fmla="*/ 442 w 402"/>
                  <a:gd name="T85" fmla="*/ 494 h 411"/>
                  <a:gd name="T86" fmla="*/ 451 w 402"/>
                  <a:gd name="T87" fmla="*/ 497 h 411"/>
                  <a:gd name="T88" fmla="*/ 462 w 402"/>
                  <a:gd name="T89" fmla="*/ 499 h 411"/>
                  <a:gd name="T90" fmla="*/ 471 w 402"/>
                  <a:gd name="T91" fmla="*/ 500 h 411"/>
                  <a:gd name="T92" fmla="*/ 484 w 402"/>
                  <a:gd name="T93" fmla="*/ 501 h 411"/>
                  <a:gd name="T94" fmla="*/ 492 w 402"/>
                  <a:gd name="T95" fmla="*/ 501 h 41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2"/>
                  <a:gd name="T145" fmla="*/ 0 h 411"/>
                  <a:gd name="T146" fmla="*/ 402 w 402"/>
                  <a:gd name="T147" fmla="*/ 411 h 41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2" h="411">
                    <a:moveTo>
                      <a:pt x="0" y="0"/>
                    </a:moveTo>
                    <a:lnTo>
                      <a:pt x="9" y="13"/>
                    </a:lnTo>
                    <a:lnTo>
                      <a:pt x="17" y="26"/>
                    </a:lnTo>
                    <a:lnTo>
                      <a:pt x="26" y="39"/>
                    </a:lnTo>
                    <a:lnTo>
                      <a:pt x="34" y="53"/>
                    </a:lnTo>
                    <a:lnTo>
                      <a:pt x="43" y="66"/>
                    </a:lnTo>
                    <a:lnTo>
                      <a:pt x="52" y="78"/>
                    </a:lnTo>
                    <a:lnTo>
                      <a:pt x="61" y="91"/>
                    </a:lnTo>
                    <a:lnTo>
                      <a:pt x="69" y="104"/>
                    </a:lnTo>
                    <a:lnTo>
                      <a:pt x="77" y="116"/>
                    </a:lnTo>
                    <a:lnTo>
                      <a:pt x="87" y="128"/>
                    </a:lnTo>
                    <a:lnTo>
                      <a:pt x="95" y="140"/>
                    </a:lnTo>
                    <a:lnTo>
                      <a:pt x="104" y="152"/>
                    </a:lnTo>
                    <a:lnTo>
                      <a:pt x="113" y="165"/>
                    </a:lnTo>
                    <a:lnTo>
                      <a:pt x="121" y="177"/>
                    </a:lnTo>
                    <a:lnTo>
                      <a:pt x="131" y="189"/>
                    </a:lnTo>
                    <a:lnTo>
                      <a:pt x="140" y="200"/>
                    </a:lnTo>
                    <a:lnTo>
                      <a:pt x="147" y="212"/>
                    </a:lnTo>
                    <a:lnTo>
                      <a:pt x="156" y="223"/>
                    </a:lnTo>
                    <a:lnTo>
                      <a:pt x="166" y="235"/>
                    </a:lnTo>
                    <a:lnTo>
                      <a:pt x="173" y="245"/>
                    </a:lnTo>
                    <a:lnTo>
                      <a:pt x="182" y="256"/>
                    </a:lnTo>
                    <a:lnTo>
                      <a:pt x="190" y="265"/>
                    </a:lnTo>
                    <a:lnTo>
                      <a:pt x="199" y="275"/>
                    </a:lnTo>
                    <a:lnTo>
                      <a:pt x="209" y="285"/>
                    </a:lnTo>
                    <a:lnTo>
                      <a:pt x="216" y="295"/>
                    </a:lnTo>
                    <a:lnTo>
                      <a:pt x="225" y="304"/>
                    </a:lnTo>
                    <a:lnTo>
                      <a:pt x="233" y="313"/>
                    </a:lnTo>
                    <a:lnTo>
                      <a:pt x="242" y="322"/>
                    </a:lnTo>
                    <a:lnTo>
                      <a:pt x="251" y="330"/>
                    </a:lnTo>
                    <a:lnTo>
                      <a:pt x="259" y="338"/>
                    </a:lnTo>
                    <a:lnTo>
                      <a:pt x="268" y="346"/>
                    </a:lnTo>
                    <a:lnTo>
                      <a:pt x="277" y="353"/>
                    </a:lnTo>
                    <a:lnTo>
                      <a:pt x="284" y="359"/>
                    </a:lnTo>
                    <a:lnTo>
                      <a:pt x="293" y="367"/>
                    </a:lnTo>
                    <a:lnTo>
                      <a:pt x="302" y="372"/>
                    </a:lnTo>
                    <a:lnTo>
                      <a:pt x="311" y="378"/>
                    </a:lnTo>
                    <a:lnTo>
                      <a:pt x="318" y="384"/>
                    </a:lnTo>
                    <a:lnTo>
                      <a:pt x="327" y="389"/>
                    </a:lnTo>
                    <a:lnTo>
                      <a:pt x="336" y="393"/>
                    </a:lnTo>
                    <a:lnTo>
                      <a:pt x="344" y="398"/>
                    </a:lnTo>
                    <a:lnTo>
                      <a:pt x="352" y="401"/>
                    </a:lnTo>
                    <a:lnTo>
                      <a:pt x="360" y="404"/>
                    </a:lnTo>
                    <a:lnTo>
                      <a:pt x="369" y="407"/>
                    </a:lnTo>
                    <a:lnTo>
                      <a:pt x="376" y="409"/>
                    </a:lnTo>
                    <a:lnTo>
                      <a:pt x="385" y="410"/>
                    </a:lnTo>
                    <a:lnTo>
                      <a:pt x="394" y="411"/>
                    </a:lnTo>
                    <a:lnTo>
                      <a:pt x="402" y="411"/>
                    </a:lnTo>
                  </a:path>
                </a:pathLst>
              </a:custGeom>
              <a:noFill/>
              <a:ln w="38100">
                <a:solidFill>
                  <a:srgbClr val="9900CC"/>
                </a:solidFill>
                <a:round/>
                <a:headEnd/>
                <a:tailEnd/>
              </a:ln>
            </p:spPr>
            <p:txBody>
              <a:bodyPr/>
              <a:lstStyle/>
              <a:p>
                <a:endParaRPr lang="zh-CN" altLang="en-US"/>
              </a:p>
            </p:txBody>
          </p:sp>
        </p:grpSp>
        <p:sp>
          <p:nvSpPr>
            <p:cNvPr id="26662" name="Rectangle 15"/>
            <p:cNvSpPr>
              <a:spLocks noChangeArrowheads="1"/>
            </p:cNvSpPr>
            <p:nvPr/>
          </p:nvSpPr>
          <p:spPr bwMode="auto">
            <a:xfrm>
              <a:off x="1764" y="746"/>
              <a:ext cx="377" cy="430"/>
            </a:xfrm>
            <a:prstGeom prst="rect">
              <a:avLst/>
            </a:prstGeom>
            <a:noFill/>
            <a:ln w="6350">
              <a:noFill/>
              <a:miter lim="800000"/>
              <a:headEnd/>
              <a:tailEnd/>
            </a:ln>
          </p:spPr>
          <p:txBody>
            <a:bodyPr lIns="12700" tIns="12700" rIns="12700" bIns="12700"/>
            <a:lstStyle/>
            <a:p>
              <a:pPr algn="just"/>
              <a:r>
                <a:rPr lang="en-US" altLang="zh-CN" sz="2800" b="1" i="1">
                  <a:solidFill>
                    <a:srgbClr val="9900CC"/>
                  </a:solidFill>
                </a:rPr>
                <a:t>E</a:t>
              </a:r>
              <a:r>
                <a:rPr lang="en-US" altLang="zh-CN" sz="2800" b="1" i="1" baseline="-25000">
                  <a:solidFill>
                    <a:srgbClr val="9900CC"/>
                  </a:solidFill>
                </a:rPr>
                <a:t>p</a:t>
              </a:r>
              <a:endParaRPr lang="en-US" altLang="zh-CN" sz="2400">
                <a:solidFill>
                  <a:srgbClr val="9900CC"/>
                </a:solidFill>
              </a:endParaRPr>
            </a:p>
          </p:txBody>
        </p:sp>
      </p:grpSp>
      <p:sp>
        <p:nvSpPr>
          <p:cNvPr id="26634" name="Line 16"/>
          <p:cNvSpPr>
            <a:spLocks noChangeShapeType="1"/>
          </p:cNvSpPr>
          <p:nvPr/>
        </p:nvSpPr>
        <p:spPr bwMode="auto">
          <a:xfrm>
            <a:off x="6819900" y="1008063"/>
            <a:ext cx="3175" cy="1330325"/>
          </a:xfrm>
          <a:prstGeom prst="line">
            <a:avLst/>
          </a:prstGeom>
          <a:noFill/>
          <a:ln w="6350">
            <a:solidFill>
              <a:schemeClr val="bg1"/>
            </a:solidFill>
            <a:prstDash val="sysDot"/>
            <a:round/>
            <a:headEnd type="none" w="med" len="sm"/>
            <a:tailEnd type="none" w="med" len="sm"/>
          </a:ln>
        </p:spPr>
        <p:txBody>
          <a:bodyPr/>
          <a:lstStyle/>
          <a:p>
            <a:endParaRPr lang="zh-CN" altLang="en-US"/>
          </a:p>
        </p:txBody>
      </p:sp>
      <p:graphicFrame>
        <p:nvGraphicFramePr>
          <p:cNvPr id="196625" name="Object 17"/>
          <p:cNvGraphicFramePr>
            <a:graphicFrameLocks/>
          </p:cNvGraphicFramePr>
          <p:nvPr/>
        </p:nvGraphicFramePr>
        <p:xfrm>
          <a:off x="7180263" y="1497013"/>
          <a:ext cx="1028700" cy="457200"/>
        </p:xfrm>
        <a:graphic>
          <a:graphicData uri="http://schemas.openxmlformats.org/presentationml/2006/ole">
            <p:oleObj spid="_x0000_s26627" name="公式" r:id="rId4" imgW="571320" imgH="253800" progId="Equation.3">
              <p:embed/>
            </p:oleObj>
          </a:graphicData>
        </a:graphic>
      </p:graphicFrame>
      <p:grpSp>
        <p:nvGrpSpPr>
          <p:cNvPr id="5" name="Group 18"/>
          <p:cNvGrpSpPr>
            <a:grpSpLocks/>
          </p:cNvGrpSpPr>
          <p:nvPr/>
        </p:nvGrpSpPr>
        <p:grpSpPr bwMode="auto">
          <a:xfrm>
            <a:off x="1371600" y="342900"/>
            <a:ext cx="6986588" cy="2754313"/>
            <a:chOff x="864" y="216"/>
            <a:chExt cx="4401" cy="1735"/>
          </a:xfrm>
        </p:grpSpPr>
        <p:sp>
          <p:nvSpPr>
            <p:cNvPr id="26656" name="Rectangle 19"/>
            <p:cNvSpPr>
              <a:spLocks noChangeArrowheads="1"/>
            </p:cNvSpPr>
            <p:nvPr/>
          </p:nvSpPr>
          <p:spPr bwMode="auto">
            <a:xfrm>
              <a:off x="4908" y="1308"/>
              <a:ext cx="357" cy="244"/>
            </a:xfrm>
            <a:prstGeom prst="rect">
              <a:avLst/>
            </a:prstGeom>
            <a:noFill/>
            <a:ln w="6350">
              <a:noFill/>
              <a:miter lim="800000"/>
              <a:headEnd/>
              <a:tailEnd/>
            </a:ln>
          </p:spPr>
          <p:txBody>
            <a:bodyPr lIns="12700" tIns="12700" rIns="12700" bIns="12700"/>
            <a:lstStyle/>
            <a:p>
              <a:pPr algn="just"/>
              <a:r>
                <a:rPr lang="en-US" altLang="zh-CN" sz="2800" b="1" i="1">
                  <a:solidFill>
                    <a:schemeClr val="tx2"/>
                  </a:solidFill>
                </a:rPr>
                <a:t>t</a:t>
              </a:r>
              <a:endParaRPr lang="en-US" altLang="zh-CN" sz="2400">
                <a:solidFill>
                  <a:schemeClr val="tx2"/>
                </a:solidFill>
              </a:endParaRPr>
            </a:p>
          </p:txBody>
        </p:sp>
        <p:sp>
          <p:nvSpPr>
            <p:cNvPr id="26657" name="Line 20"/>
            <p:cNvSpPr>
              <a:spLocks noChangeShapeType="1"/>
            </p:cNvSpPr>
            <p:nvPr/>
          </p:nvSpPr>
          <p:spPr bwMode="auto">
            <a:xfrm>
              <a:off x="1077" y="1490"/>
              <a:ext cx="3720" cy="0"/>
            </a:xfrm>
            <a:prstGeom prst="line">
              <a:avLst/>
            </a:prstGeom>
            <a:noFill/>
            <a:ln w="9525">
              <a:solidFill>
                <a:schemeClr val="tx2"/>
              </a:solidFill>
              <a:round/>
              <a:headEnd type="none" w="med" len="sm"/>
              <a:tailEnd type="triangle" w="med" len="sm"/>
            </a:ln>
          </p:spPr>
          <p:txBody>
            <a:bodyPr/>
            <a:lstStyle/>
            <a:p>
              <a:endParaRPr lang="zh-CN" altLang="en-US"/>
            </a:p>
          </p:txBody>
        </p:sp>
        <p:sp>
          <p:nvSpPr>
            <p:cNvPr id="26658" name="Line 21"/>
            <p:cNvSpPr>
              <a:spLocks noChangeShapeType="1"/>
            </p:cNvSpPr>
            <p:nvPr/>
          </p:nvSpPr>
          <p:spPr bwMode="auto">
            <a:xfrm>
              <a:off x="1093" y="312"/>
              <a:ext cx="1" cy="1639"/>
            </a:xfrm>
            <a:prstGeom prst="line">
              <a:avLst/>
            </a:prstGeom>
            <a:noFill/>
            <a:ln w="9525">
              <a:solidFill>
                <a:schemeClr val="tx2"/>
              </a:solidFill>
              <a:round/>
              <a:headEnd type="triangle" w="med" len="sm"/>
              <a:tailEnd type="none" w="med" len="sm"/>
            </a:ln>
          </p:spPr>
          <p:txBody>
            <a:bodyPr/>
            <a:lstStyle/>
            <a:p>
              <a:endParaRPr lang="zh-CN" altLang="en-US"/>
            </a:p>
          </p:txBody>
        </p:sp>
        <p:sp>
          <p:nvSpPr>
            <p:cNvPr id="26659" name="Rectangle 22"/>
            <p:cNvSpPr>
              <a:spLocks noChangeArrowheads="1"/>
            </p:cNvSpPr>
            <p:nvPr/>
          </p:nvSpPr>
          <p:spPr bwMode="auto">
            <a:xfrm>
              <a:off x="912" y="1368"/>
              <a:ext cx="484" cy="280"/>
            </a:xfrm>
            <a:prstGeom prst="rect">
              <a:avLst/>
            </a:prstGeom>
            <a:noFill/>
            <a:ln w="9525">
              <a:noFill/>
              <a:miter lim="800000"/>
              <a:headEnd/>
              <a:tailEnd/>
            </a:ln>
          </p:spPr>
          <p:txBody>
            <a:bodyPr lIns="12700" tIns="12700" rIns="12700" bIns="12700"/>
            <a:lstStyle/>
            <a:p>
              <a:pPr algn="just"/>
              <a:r>
                <a:rPr lang="en-US" altLang="zh-CN" sz="2800" b="1" i="1">
                  <a:solidFill>
                    <a:schemeClr val="tx2"/>
                  </a:solidFill>
                </a:rPr>
                <a:t>o</a:t>
              </a:r>
              <a:endParaRPr lang="en-US" altLang="zh-CN" sz="2400">
                <a:solidFill>
                  <a:schemeClr val="tx2"/>
                </a:solidFill>
              </a:endParaRPr>
            </a:p>
          </p:txBody>
        </p:sp>
        <p:sp>
          <p:nvSpPr>
            <p:cNvPr id="26660" name="Rectangle 23"/>
            <p:cNvSpPr>
              <a:spLocks noChangeArrowheads="1"/>
            </p:cNvSpPr>
            <p:nvPr/>
          </p:nvSpPr>
          <p:spPr bwMode="auto">
            <a:xfrm>
              <a:off x="864" y="216"/>
              <a:ext cx="427" cy="293"/>
            </a:xfrm>
            <a:prstGeom prst="rect">
              <a:avLst/>
            </a:prstGeom>
            <a:noFill/>
            <a:ln w="6350">
              <a:noFill/>
              <a:miter lim="800000"/>
              <a:headEnd/>
              <a:tailEnd/>
            </a:ln>
          </p:spPr>
          <p:txBody>
            <a:bodyPr lIns="12700" tIns="12700" rIns="12700" bIns="12700"/>
            <a:lstStyle/>
            <a:p>
              <a:pPr algn="just"/>
              <a:r>
                <a:rPr lang="en-US" altLang="zh-CN" sz="2800" b="1" i="1">
                  <a:solidFill>
                    <a:schemeClr val="tx2"/>
                  </a:solidFill>
                </a:rPr>
                <a:t>E</a:t>
              </a:r>
              <a:endParaRPr lang="en-US" altLang="zh-CN" sz="2400">
                <a:solidFill>
                  <a:schemeClr val="tx2"/>
                </a:solidFill>
              </a:endParaRPr>
            </a:p>
          </p:txBody>
        </p:sp>
      </p:grpSp>
      <p:grpSp>
        <p:nvGrpSpPr>
          <p:cNvPr id="6" name="Group 24"/>
          <p:cNvGrpSpPr>
            <a:grpSpLocks/>
          </p:cNvGrpSpPr>
          <p:nvPr/>
        </p:nvGrpSpPr>
        <p:grpSpPr bwMode="auto">
          <a:xfrm>
            <a:off x="4267200" y="2324100"/>
            <a:ext cx="3403600" cy="1524000"/>
            <a:chOff x="2688" y="1464"/>
            <a:chExt cx="2144" cy="960"/>
          </a:xfrm>
        </p:grpSpPr>
        <p:sp>
          <p:nvSpPr>
            <p:cNvPr id="26653" name="Rectangle 25"/>
            <p:cNvSpPr>
              <a:spLocks noChangeArrowheads="1"/>
            </p:cNvSpPr>
            <p:nvPr/>
          </p:nvSpPr>
          <p:spPr bwMode="auto">
            <a:xfrm>
              <a:off x="4286" y="2069"/>
              <a:ext cx="546" cy="242"/>
            </a:xfrm>
            <a:prstGeom prst="rect">
              <a:avLst/>
            </a:prstGeom>
            <a:noFill/>
            <a:ln w="6350">
              <a:noFill/>
              <a:miter lim="800000"/>
              <a:headEnd/>
              <a:tailEnd/>
            </a:ln>
          </p:spPr>
          <p:txBody>
            <a:bodyPr lIns="12700" tIns="12700" rIns="12700" bIns="12700"/>
            <a:lstStyle/>
            <a:p>
              <a:pPr algn="just"/>
              <a:r>
                <a:rPr lang="en-US" altLang="zh-CN" sz="2800" b="1" i="1">
                  <a:solidFill>
                    <a:schemeClr val="tx2"/>
                  </a:solidFill>
                </a:rPr>
                <a:t>T</a:t>
              </a:r>
              <a:endParaRPr lang="en-US" altLang="zh-CN" sz="2400">
                <a:solidFill>
                  <a:schemeClr val="tx2"/>
                </a:solidFill>
              </a:endParaRPr>
            </a:p>
          </p:txBody>
        </p:sp>
        <p:sp>
          <p:nvSpPr>
            <p:cNvPr id="26654" name="Line 26"/>
            <p:cNvSpPr>
              <a:spLocks noChangeShapeType="1"/>
            </p:cNvSpPr>
            <p:nvPr/>
          </p:nvSpPr>
          <p:spPr bwMode="auto">
            <a:xfrm>
              <a:off x="2688" y="1464"/>
              <a:ext cx="0" cy="960"/>
            </a:xfrm>
            <a:prstGeom prst="line">
              <a:avLst/>
            </a:prstGeom>
            <a:noFill/>
            <a:ln w="9525" cap="rnd">
              <a:solidFill>
                <a:srgbClr val="9900CC"/>
              </a:solidFill>
              <a:prstDash val="sysDot"/>
              <a:round/>
              <a:headEnd/>
              <a:tailEnd/>
            </a:ln>
          </p:spPr>
          <p:txBody>
            <a:bodyPr/>
            <a:lstStyle/>
            <a:p>
              <a:endParaRPr lang="zh-CN" altLang="en-US"/>
            </a:p>
          </p:txBody>
        </p:sp>
        <p:sp>
          <p:nvSpPr>
            <p:cNvPr id="26655" name="Line 27"/>
            <p:cNvSpPr>
              <a:spLocks noChangeShapeType="1"/>
            </p:cNvSpPr>
            <p:nvPr/>
          </p:nvSpPr>
          <p:spPr bwMode="auto">
            <a:xfrm>
              <a:off x="4320" y="1464"/>
              <a:ext cx="0" cy="960"/>
            </a:xfrm>
            <a:prstGeom prst="line">
              <a:avLst/>
            </a:prstGeom>
            <a:noFill/>
            <a:ln w="9525" cap="rnd">
              <a:solidFill>
                <a:srgbClr val="9900CC"/>
              </a:solidFill>
              <a:prstDash val="sysDot"/>
              <a:round/>
              <a:headEnd/>
              <a:tailEnd/>
            </a:ln>
          </p:spPr>
          <p:txBody>
            <a:bodyPr/>
            <a:lstStyle/>
            <a:p>
              <a:endParaRPr lang="zh-CN" altLang="en-US"/>
            </a:p>
          </p:txBody>
        </p:sp>
      </p:grpSp>
      <p:grpSp>
        <p:nvGrpSpPr>
          <p:cNvPr id="7" name="Group 28"/>
          <p:cNvGrpSpPr>
            <a:grpSpLocks/>
          </p:cNvGrpSpPr>
          <p:nvPr/>
        </p:nvGrpSpPr>
        <p:grpSpPr bwMode="auto">
          <a:xfrm>
            <a:off x="1476375" y="2997200"/>
            <a:ext cx="6542088" cy="1439863"/>
            <a:chOff x="930" y="1888"/>
            <a:chExt cx="4121" cy="907"/>
          </a:xfrm>
        </p:grpSpPr>
        <p:sp>
          <p:nvSpPr>
            <p:cNvPr id="26648" name="Rectangle 29"/>
            <p:cNvSpPr>
              <a:spLocks noChangeArrowheads="1"/>
            </p:cNvSpPr>
            <p:nvPr/>
          </p:nvSpPr>
          <p:spPr bwMode="auto">
            <a:xfrm>
              <a:off x="930" y="1888"/>
              <a:ext cx="288" cy="364"/>
            </a:xfrm>
            <a:prstGeom prst="rect">
              <a:avLst/>
            </a:prstGeom>
            <a:noFill/>
            <a:ln w="6350">
              <a:noFill/>
              <a:miter lim="800000"/>
              <a:headEnd/>
              <a:tailEnd/>
            </a:ln>
          </p:spPr>
          <p:txBody>
            <a:bodyPr lIns="12700" tIns="12700" rIns="12700" bIns="12700"/>
            <a:lstStyle/>
            <a:p>
              <a:pPr algn="just"/>
              <a:r>
                <a:rPr lang="en-US" altLang="zh-CN" sz="2800" b="1" i="1">
                  <a:solidFill>
                    <a:schemeClr val="tx2"/>
                  </a:solidFill>
                </a:rPr>
                <a:t>x</a:t>
              </a:r>
              <a:endParaRPr lang="en-US" altLang="zh-CN" sz="2400">
                <a:solidFill>
                  <a:schemeClr val="tx2"/>
                </a:solidFill>
              </a:endParaRPr>
            </a:p>
          </p:txBody>
        </p:sp>
        <p:sp>
          <p:nvSpPr>
            <p:cNvPr id="26649" name="Rectangle 30"/>
            <p:cNvSpPr>
              <a:spLocks noChangeArrowheads="1"/>
            </p:cNvSpPr>
            <p:nvPr/>
          </p:nvSpPr>
          <p:spPr bwMode="auto">
            <a:xfrm>
              <a:off x="930" y="2205"/>
              <a:ext cx="427" cy="293"/>
            </a:xfrm>
            <a:prstGeom prst="rect">
              <a:avLst/>
            </a:prstGeom>
            <a:noFill/>
            <a:ln w="6350">
              <a:noFill/>
              <a:miter lim="800000"/>
              <a:headEnd/>
              <a:tailEnd/>
            </a:ln>
          </p:spPr>
          <p:txBody>
            <a:bodyPr lIns="12700" tIns="12700" rIns="12700" bIns="12700"/>
            <a:lstStyle/>
            <a:p>
              <a:pPr algn="just"/>
              <a:r>
                <a:rPr lang="en-US" altLang="zh-CN" sz="2800" b="1" i="1">
                  <a:solidFill>
                    <a:schemeClr val="tx2"/>
                  </a:solidFill>
                </a:rPr>
                <a:t>o</a:t>
              </a:r>
              <a:endParaRPr lang="en-US" altLang="zh-CN" sz="2400">
                <a:solidFill>
                  <a:schemeClr val="tx2"/>
                </a:solidFill>
              </a:endParaRPr>
            </a:p>
          </p:txBody>
        </p:sp>
        <p:sp>
          <p:nvSpPr>
            <p:cNvPr id="26650" name="Line 31"/>
            <p:cNvSpPr>
              <a:spLocks noChangeShapeType="1"/>
            </p:cNvSpPr>
            <p:nvPr/>
          </p:nvSpPr>
          <p:spPr bwMode="auto">
            <a:xfrm>
              <a:off x="1104" y="2328"/>
              <a:ext cx="3720" cy="0"/>
            </a:xfrm>
            <a:prstGeom prst="line">
              <a:avLst/>
            </a:prstGeom>
            <a:noFill/>
            <a:ln w="9525">
              <a:solidFill>
                <a:schemeClr val="tx2"/>
              </a:solidFill>
              <a:round/>
              <a:headEnd type="none" w="med" len="sm"/>
              <a:tailEnd type="triangle" w="med" len="sm"/>
            </a:ln>
          </p:spPr>
          <p:txBody>
            <a:bodyPr/>
            <a:lstStyle/>
            <a:p>
              <a:endParaRPr lang="zh-CN" altLang="en-US"/>
            </a:p>
          </p:txBody>
        </p:sp>
        <p:sp>
          <p:nvSpPr>
            <p:cNvPr id="26651" name="Line 32"/>
            <p:cNvSpPr>
              <a:spLocks noChangeShapeType="1"/>
            </p:cNvSpPr>
            <p:nvPr/>
          </p:nvSpPr>
          <p:spPr bwMode="auto">
            <a:xfrm>
              <a:off x="1083" y="1931"/>
              <a:ext cx="0" cy="864"/>
            </a:xfrm>
            <a:prstGeom prst="line">
              <a:avLst/>
            </a:prstGeom>
            <a:noFill/>
            <a:ln w="9525">
              <a:solidFill>
                <a:schemeClr val="tx2"/>
              </a:solidFill>
              <a:round/>
              <a:headEnd type="triangle" w="med" len="sm"/>
              <a:tailEnd type="none" w="med" len="sm"/>
            </a:ln>
          </p:spPr>
          <p:txBody>
            <a:bodyPr/>
            <a:lstStyle/>
            <a:p>
              <a:endParaRPr lang="zh-CN" altLang="en-US"/>
            </a:p>
          </p:txBody>
        </p:sp>
        <p:sp>
          <p:nvSpPr>
            <p:cNvPr id="26652" name="Rectangle 33"/>
            <p:cNvSpPr>
              <a:spLocks noChangeArrowheads="1"/>
            </p:cNvSpPr>
            <p:nvPr/>
          </p:nvSpPr>
          <p:spPr bwMode="auto">
            <a:xfrm>
              <a:off x="4694" y="2251"/>
              <a:ext cx="357" cy="244"/>
            </a:xfrm>
            <a:prstGeom prst="rect">
              <a:avLst/>
            </a:prstGeom>
            <a:noFill/>
            <a:ln w="6350">
              <a:noFill/>
              <a:miter lim="800000"/>
              <a:headEnd/>
              <a:tailEnd/>
            </a:ln>
          </p:spPr>
          <p:txBody>
            <a:bodyPr lIns="12700" tIns="12700" rIns="12700" bIns="12700"/>
            <a:lstStyle/>
            <a:p>
              <a:pPr algn="just"/>
              <a:r>
                <a:rPr lang="en-US" altLang="zh-CN" sz="2800" b="1" i="1">
                  <a:solidFill>
                    <a:schemeClr val="tx2"/>
                  </a:solidFill>
                </a:rPr>
                <a:t>t</a:t>
              </a:r>
              <a:endParaRPr lang="en-US" altLang="zh-CN" sz="2400">
                <a:solidFill>
                  <a:schemeClr val="tx2"/>
                </a:solidFill>
              </a:endParaRPr>
            </a:p>
          </p:txBody>
        </p:sp>
      </p:grpSp>
      <p:grpSp>
        <p:nvGrpSpPr>
          <p:cNvPr id="8" name="Group 34"/>
          <p:cNvGrpSpPr>
            <a:grpSpLocks/>
          </p:cNvGrpSpPr>
          <p:nvPr/>
        </p:nvGrpSpPr>
        <p:grpSpPr bwMode="auto">
          <a:xfrm>
            <a:off x="1682750" y="723900"/>
            <a:ext cx="5929313" cy="1647825"/>
            <a:chOff x="1060" y="456"/>
            <a:chExt cx="3735" cy="1038"/>
          </a:xfrm>
        </p:grpSpPr>
        <p:grpSp>
          <p:nvGrpSpPr>
            <p:cNvPr id="26641" name="Group 35"/>
            <p:cNvGrpSpPr>
              <a:grpSpLocks/>
            </p:cNvGrpSpPr>
            <p:nvPr/>
          </p:nvGrpSpPr>
          <p:grpSpPr bwMode="auto">
            <a:xfrm>
              <a:off x="1060" y="618"/>
              <a:ext cx="3288" cy="876"/>
              <a:chOff x="1060" y="618"/>
              <a:chExt cx="3288" cy="876"/>
            </a:xfrm>
          </p:grpSpPr>
          <p:sp>
            <p:nvSpPr>
              <p:cNvPr id="26643" name="Freeform 36"/>
              <p:cNvSpPr>
                <a:spLocks/>
              </p:cNvSpPr>
              <p:nvPr/>
            </p:nvSpPr>
            <p:spPr bwMode="auto">
              <a:xfrm>
                <a:off x="1444" y="1016"/>
                <a:ext cx="860" cy="47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09" y="659"/>
                    </a:lnTo>
                    <a:lnTo>
                      <a:pt x="399" y="1287"/>
                    </a:lnTo>
                    <a:lnTo>
                      <a:pt x="589" y="1856"/>
                    </a:lnTo>
                    <a:lnTo>
                      <a:pt x="798" y="2485"/>
                    </a:lnTo>
                    <a:lnTo>
                      <a:pt x="988" y="3174"/>
                    </a:lnTo>
                    <a:lnTo>
                      <a:pt x="1197" y="3802"/>
                    </a:lnTo>
                    <a:lnTo>
                      <a:pt x="1387" y="4311"/>
                    </a:lnTo>
                    <a:lnTo>
                      <a:pt x="1576" y="4940"/>
                    </a:lnTo>
                    <a:lnTo>
                      <a:pt x="1785" y="5569"/>
                    </a:lnTo>
                    <a:lnTo>
                      <a:pt x="1994" y="6198"/>
                    </a:lnTo>
                    <a:lnTo>
                      <a:pt x="2165" y="6707"/>
                    </a:lnTo>
                    <a:lnTo>
                      <a:pt x="2393" y="7275"/>
                    </a:lnTo>
                    <a:lnTo>
                      <a:pt x="2583" y="7844"/>
                    </a:lnTo>
                    <a:lnTo>
                      <a:pt x="2773" y="8503"/>
                    </a:lnTo>
                    <a:lnTo>
                      <a:pt x="2963" y="9042"/>
                    </a:lnTo>
                    <a:lnTo>
                      <a:pt x="3153" y="9611"/>
                    </a:lnTo>
                    <a:lnTo>
                      <a:pt x="3362" y="10150"/>
                    </a:lnTo>
                    <a:lnTo>
                      <a:pt x="3571" y="10629"/>
                    </a:lnTo>
                    <a:lnTo>
                      <a:pt x="3742" y="11228"/>
                    </a:lnTo>
                    <a:lnTo>
                      <a:pt x="3970" y="11707"/>
                    </a:lnTo>
                    <a:lnTo>
                      <a:pt x="4179" y="12275"/>
                    </a:lnTo>
                    <a:lnTo>
                      <a:pt x="4349" y="12725"/>
                    </a:lnTo>
                    <a:lnTo>
                      <a:pt x="4577" y="13204"/>
                    </a:lnTo>
                    <a:lnTo>
                      <a:pt x="4805" y="13683"/>
                    </a:lnTo>
                    <a:lnTo>
                      <a:pt x="4976" y="14102"/>
                    </a:lnTo>
                    <a:lnTo>
                      <a:pt x="5166" y="14551"/>
                    </a:lnTo>
                    <a:lnTo>
                      <a:pt x="5375" y="15030"/>
                    </a:lnTo>
                    <a:lnTo>
                      <a:pt x="5565" y="15389"/>
                    </a:lnTo>
                    <a:lnTo>
                      <a:pt x="5793" y="15808"/>
                    </a:lnTo>
                    <a:lnTo>
                      <a:pt x="5983" y="16168"/>
                    </a:lnTo>
                    <a:lnTo>
                      <a:pt x="6192" y="16617"/>
                    </a:lnTo>
                    <a:lnTo>
                      <a:pt x="6382" y="16976"/>
                    </a:lnTo>
                    <a:lnTo>
                      <a:pt x="6572" y="17246"/>
                    </a:lnTo>
                    <a:lnTo>
                      <a:pt x="6781" y="17605"/>
                    </a:lnTo>
                    <a:lnTo>
                      <a:pt x="6990" y="17934"/>
                    </a:lnTo>
                    <a:lnTo>
                      <a:pt x="7198" y="18204"/>
                    </a:lnTo>
                    <a:lnTo>
                      <a:pt x="7388" y="18473"/>
                    </a:lnTo>
                    <a:lnTo>
                      <a:pt x="7616" y="18713"/>
                    </a:lnTo>
                    <a:lnTo>
                      <a:pt x="7806" y="18922"/>
                    </a:lnTo>
                    <a:lnTo>
                      <a:pt x="8034" y="19162"/>
                    </a:lnTo>
                    <a:lnTo>
                      <a:pt x="8262" y="19341"/>
                    </a:lnTo>
                    <a:lnTo>
                      <a:pt x="8433" y="19521"/>
                    </a:lnTo>
                    <a:lnTo>
                      <a:pt x="8642" y="19641"/>
                    </a:lnTo>
                    <a:lnTo>
                      <a:pt x="8851" y="19760"/>
                    </a:lnTo>
                    <a:lnTo>
                      <a:pt x="9041" y="19850"/>
                    </a:lnTo>
                    <a:lnTo>
                      <a:pt x="9269" y="19850"/>
                    </a:lnTo>
                    <a:lnTo>
                      <a:pt x="9478" y="19970"/>
                    </a:lnTo>
                    <a:lnTo>
                      <a:pt x="9687" y="19970"/>
                    </a:lnTo>
                    <a:lnTo>
                      <a:pt x="9896" y="19970"/>
                    </a:lnTo>
                    <a:lnTo>
                      <a:pt x="10104" y="19940"/>
                    </a:lnTo>
                    <a:lnTo>
                      <a:pt x="10332" y="19820"/>
                    </a:lnTo>
                    <a:lnTo>
                      <a:pt x="10560" y="19731"/>
                    </a:lnTo>
                    <a:lnTo>
                      <a:pt x="10788" y="19581"/>
                    </a:lnTo>
                    <a:lnTo>
                      <a:pt x="11016" y="19341"/>
                    </a:lnTo>
                    <a:lnTo>
                      <a:pt x="11244" y="19132"/>
                    </a:lnTo>
                    <a:lnTo>
                      <a:pt x="11472" y="18862"/>
                    </a:lnTo>
                    <a:lnTo>
                      <a:pt x="11700" y="18563"/>
                    </a:lnTo>
                    <a:lnTo>
                      <a:pt x="11966" y="18234"/>
                    </a:lnTo>
                    <a:lnTo>
                      <a:pt x="12213" y="17904"/>
                    </a:lnTo>
                    <a:lnTo>
                      <a:pt x="12460" y="17515"/>
                    </a:lnTo>
                    <a:lnTo>
                      <a:pt x="12726" y="17096"/>
                    </a:lnTo>
                    <a:lnTo>
                      <a:pt x="12953" y="16766"/>
                    </a:lnTo>
                    <a:lnTo>
                      <a:pt x="13200" y="16198"/>
                    </a:lnTo>
                    <a:lnTo>
                      <a:pt x="13428" y="15778"/>
                    </a:lnTo>
                    <a:lnTo>
                      <a:pt x="13713" y="15359"/>
                    </a:lnTo>
                    <a:lnTo>
                      <a:pt x="13979" y="14850"/>
                    </a:lnTo>
                    <a:lnTo>
                      <a:pt x="14207" y="14401"/>
                    </a:lnTo>
                    <a:lnTo>
                      <a:pt x="14435" y="13802"/>
                    </a:lnTo>
                    <a:lnTo>
                      <a:pt x="14682" y="13293"/>
                    </a:lnTo>
                    <a:lnTo>
                      <a:pt x="14967" y="12754"/>
                    </a:lnTo>
                    <a:lnTo>
                      <a:pt x="15195" y="12275"/>
                    </a:lnTo>
                    <a:lnTo>
                      <a:pt x="15461" y="11647"/>
                    </a:lnTo>
                    <a:lnTo>
                      <a:pt x="15689" y="11108"/>
                    </a:lnTo>
                    <a:lnTo>
                      <a:pt x="15916" y="10599"/>
                    </a:lnTo>
                    <a:lnTo>
                      <a:pt x="16144" y="10060"/>
                    </a:lnTo>
                    <a:lnTo>
                      <a:pt x="16391" y="9491"/>
                    </a:lnTo>
                    <a:lnTo>
                      <a:pt x="16619" y="8892"/>
                    </a:lnTo>
                    <a:lnTo>
                      <a:pt x="16866" y="8353"/>
                    </a:lnTo>
                    <a:lnTo>
                      <a:pt x="17075" y="7814"/>
                    </a:lnTo>
                    <a:lnTo>
                      <a:pt x="17284" y="7275"/>
                    </a:lnTo>
                    <a:lnTo>
                      <a:pt x="17493" y="6737"/>
                    </a:lnTo>
                    <a:lnTo>
                      <a:pt x="17721" y="6257"/>
                    </a:lnTo>
                    <a:lnTo>
                      <a:pt x="17930" y="5749"/>
                    </a:lnTo>
                    <a:lnTo>
                      <a:pt x="18101" y="5240"/>
                    </a:lnTo>
                    <a:lnTo>
                      <a:pt x="18291" y="4701"/>
                    </a:lnTo>
                    <a:lnTo>
                      <a:pt x="18500" y="4281"/>
                    </a:lnTo>
                    <a:lnTo>
                      <a:pt x="18670" y="3862"/>
                    </a:lnTo>
                    <a:lnTo>
                      <a:pt x="18841" y="3383"/>
                    </a:lnTo>
                    <a:lnTo>
                      <a:pt x="19012" y="2964"/>
                    </a:lnTo>
                    <a:lnTo>
                      <a:pt x="19183" y="2605"/>
                    </a:lnTo>
                    <a:lnTo>
                      <a:pt x="19335" y="2275"/>
                    </a:lnTo>
                    <a:lnTo>
                      <a:pt x="19487" y="1886"/>
                    </a:lnTo>
                    <a:lnTo>
                      <a:pt x="19620" y="1677"/>
                    </a:lnTo>
                    <a:lnTo>
                      <a:pt x="19734" y="1347"/>
                    </a:lnTo>
                    <a:lnTo>
                      <a:pt x="19886" y="1078"/>
                    </a:lnTo>
                    <a:lnTo>
                      <a:pt x="19981" y="838"/>
                    </a:lnTo>
                  </a:path>
                </a:pathLst>
              </a:custGeom>
              <a:noFill/>
              <a:ln w="28575">
                <a:solidFill>
                  <a:srgbClr val="FF0000"/>
                </a:solidFill>
                <a:round/>
                <a:headEnd/>
                <a:tailEnd/>
              </a:ln>
            </p:spPr>
            <p:txBody>
              <a:bodyPr/>
              <a:lstStyle/>
              <a:p>
                <a:endParaRPr lang="zh-CN" altLang="en-US"/>
              </a:p>
            </p:txBody>
          </p:sp>
          <p:sp>
            <p:nvSpPr>
              <p:cNvPr id="26644" name="Freeform 37"/>
              <p:cNvSpPr>
                <a:spLocks/>
              </p:cNvSpPr>
              <p:nvPr/>
            </p:nvSpPr>
            <p:spPr bwMode="auto">
              <a:xfrm>
                <a:off x="1060" y="643"/>
                <a:ext cx="403" cy="417"/>
              </a:xfrm>
              <a:custGeom>
                <a:avLst/>
                <a:gdLst>
                  <a:gd name="T0" fmla="*/ 0 w 403"/>
                  <a:gd name="T1" fmla="*/ 3 h 417"/>
                  <a:gd name="T2" fmla="*/ 9 w 403"/>
                  <a:gd name="T3" fmla="*/ 3 h 417"/>
                  <a:gd name="T4" fmla="*/ 17 w 403"/>
                  <a:gd name="T5" fmla="*/ 1 h 417"/>
                  <a:gd name="T6" fmla="*/ 25 w 403"/>
                  <a:gd name="T7" fmla="*/ 0 h 417"/>
                  <a:gd name="T8" fmla="*/ 33 w 403"/>
                  <a:gd name="T9" fmla="*/ 1 h 417"/>
                  <a:gd name="T10" fmla="*/ 41 w 403"/>
                  <a:gd name="T11" fmla="*/ 1 h 417"/>
                  <a:gd name="T12" fmla="*/ 50 w 403"/>
                  <a:gd name="T13" fmla="*/ 3 h 417"/>
                  <a:gd name="T14" fmla="*/ 58 w 403"/>
                  <a:gd name="T15" fmla="*/ 4 h 417"/>
                  <a:gd name="T16" fmla="*/ 66 w 403"/>
                  <a:gd name="T17" fmla="*/ 5 h 417"/>
                  <a:gd name="T18" fmla="*/ 75 w 403"/>
                  <a:gd name="T19" fmla="*/ 12 h 417"/>
                  <a:gd name="T20" fmla="*/ 84 w 403"/>
                  <a:gd name="T21" fmla="*/ 16 h 417"/>
                  <a:gd name="T22" fmla="*/ 92 w 403"/>
                  <a:gd name="T23" fmla="*/ 21 h 417"/>
                  <a:gd name="T24" fmla="*/ 101 w 403"/>
                  <a:gd name="T25" fmla="*/ 26 h 417"/>
                  <a:gd name="T26" fmla="*/ 109 w 403"/>
                  <a:gd name="T27" fmla="*/ 34 h 417"/>
                  <a:gd name="T28" fmla="*/ 118 w 403"/>
                  <a:gd name="T29" fmla="*/ 40 h 417"/>
                  <a:gd name="T30" fmla="*/ 128 w 403"/>
                  <a:gd name="T31" fmla="*/ 48 h 417"/>
                  <a:gd name="T32" fmla="*/ 136 w 403"/>
                  <a:gd name="T33" fmla="*/ 56 h 417"/>
                  <a:gd name="T34" fmla="*/ 146 w 403"/>
                  <a:gd name="T35" fmla="*/ 65 h 417"/>
                  <a:gd name="T36" fmla="*/ 155 w 403"/>
                  <a:gd name="T37" fmla="*/ 74 h 417"/>
                  <a:gd name="T38" fmla="*/ 164 w 403"/>
                  <a:gd name="T39" fmla="*/ 82 h 417"/>
                  <a:gd name="T40" fmla="*/ 173 w 403"/>
                  <a:gd name="T41" fmla="*/ 93 h 417"/>
                  <a:gd name="T42" fmla="*/ 181 w 403"/>
                  <a:gd name="T43" fmla="*/ 103 h 417"/>
                  <a:gd name="T44" fmla="*/ 191 w 403"/>
                  <a:gd name="T45" fmla="*/ 113 h 417"/>
                  <a:gd name="T46" fmla="*/ 200 w 403"/>
                  <a:gd name="T47" fmla="*/ 125 h 417"/>
                  <a:gd name="T48" fmla="*/ 209 w 403"/>
                  <a:gd name="T49" fmla="*/ 135 h 417"/>
                  <a:gd name="T50" fmla="*/ 217 w 403"/>
                  <a:gd name="T51" fmla="*/ 147 h 417"/>
                  <a:gd name="T52" fmla="*/ 227 w 403"/>
                  <a:gd name="T53" fmla="*/ 159 h 417"/>
                  <a:gd name="T54" fmla="*/ 236 w 403"/>
                  <a:gd name="T55" fmla="*/ 171 h 417"/>
                  <a:gd name="T56" fmla="*/ 244 w 403"/>
                  <a:gd name="T57" fmla="*/ 183 h 417"/>
                  <a:gd name="T58" fmla="*/ 251 w 403"/>
                  <a:gd name="T59" fmla="*/ 195 h 417"/>
                  <a:gd name="T60" fmla="*/ 260 w 403"/>
                  <a:gd name="T61" fmla="*/ 207 h 417"/>
                  <a:gd name="T62" fmla="*/ 269 w 403"/>
                  <a:gd name="T63" fmla="*/ 218 h 417"/>
                  <a:gd name="T64" fmla="*/ 277 w 403"/>
                  <a:gd name="T65" fmla="*/ 230 h 417"/>
                  <a:gd name="T66" fmla="*/ 286 w 403"/>
                  <a:gd name="T67" fmla="*/ 243 h 417"/>
                  <a:gd name="T68" fmla="*/ 294 w 403"/>
                  <a:gd name="T69" fmla="*/ 255 h 417"/>
                  <a:gd name="T70" fmla="*/ 301 w 403"/>
                  <a:gd name="T71" fmla="*/ 266 h 417"/>
                  <a:gd name="T72" fmla="*/ 309 w 403"/>
                  <a:gd name="T73" fmla="*/ 278 h 417"/>
                  <a:gd name="T74" fmla="*/ 315 w 403"/>
                  <a:gd name="T75" fmla="*/ 289 h 417"/>
                  <a:gd name="T76" fmla="*/ 324 w 403"/>
                  <a:gd name="T77" fmla="*/ 300 h 417"/>
                  <a:gd name="T78" fmla="*/ 331 w 403"/>
                  <a:gd name="T79" fmla="*/ 312 h 417"/>
                  <a:gd name="T80" fmla="*/ 337 w 403"/>
                  <a:gd name="T81" fmla="*/ 322 h 417"/>
                  <a:gd name="T82" fmla="*/ 344 w 403"/>
                  <a:gd name="T83" fmla="*/ 333 h 417"/>
                  <a:gd name="T84" fmla="*/ 351 w 403"/>
                  <a:gd name="T85" fmla="*/ 343 h 417"/>
                  <a:gd name="T86" fmla="*/ 357 w 403"/>
                  <a:gd name="T87" fmla="*/ 353 h 417"/>
                  <a:gd name="T88" fmla="*/ 363 w 403"/>
                  <a:gd name="T89" fmla="*/ 362 h 417"/>
                  <a:gd name="T90" fmla="*/ 369 w 403"/>
                  <a:gd name="T91" fmla="*/ 370 h 417"/>
                  <a:gd name="T92" fmla="*/ 375 w 403"/>
                  <a:gd name="T93" fmla="*/ 379 h 417"/>
                  <a:gd name="T94" fmla="*/ 380 w 403"/>
                  <a:gd name="T95" fmla="*/ 387 h 417"/>
                  <a:gd name="T96" fmla="*/ 386 w 403"/>
                  <a:gd name="T97" fmla="*/ 395 h 417"/>
                  <a:gd name="T98" fmla="*/ 390 w 403"/>
                  <a:gd name="T99" fmla="*/ 401 h 417"/>
                  <a:gd name="T100" fmla="*/ 395 w 403"/>
                  <a:gd name="T101" fmla="*/ 406 h 417"/>
                  <a:gd name="T102" fmla="*/ 399 w 403"/>
                  <a:gd name="T103" fmla="*/ 413 h 417"/>
                  <a:gd name="T104" fmla="*/ 403 w 403"/>
                  <a:gd name="T105" fmla="*/ 417 h 41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03"/>
                  <a:gd name="T160" fmla="*/ 0 h 417"/>
                  <a:gd name="T161" fmla="*/ 403 w 403"/>
                  <a:gd name="T162" fmla="*/ 417 h 417"/>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03" h="417">
                    <a:moveTo>
                      <a:pt x="0" y="3"/>
                    </a:moveTo>
                    <a:lnTo>
                      <a:pt x="9" y="3"/>
                    </a:lnTo>
                    <a:lnTo>
                      <a:pt x="17" y="1"/>
                    </a:lnTo>
                    <a:lnTo>
                      <a:pt x="25" y="0"/>
                    </a:lnTo>
                    <a:lnTo>
                      <a:pt x="33" y="1"/>
                    </a:lnTo>
                    <a:lnTo>
                      <a:pt x="41" y="1"/>
                    </a:lnTo>
                    <a:lnTo>
                      <a:pt x="50" y="3"/>
                    </a:lnTo>
                    <a:lnTo>
                      <a:pt x="58" y="4"/>
                    </a:lnTo>
                    <a:lnTo>
                      <a:pt x="66" y="5"/>
                    </a:lnTo>
                    <a:lnTo>
                      <a:pt x="75" y="12"/>
                    </a:lnTo>
                    <a:lnTo>
                      <a:pt x="84" y="16"/>
                    </a:lnTo>
                    <a:lnTo>
                      <a:pt x="92" y="21"/>
                    </a:lnTo>
                    <a:lnTo>
                      <a:pt x="101" y="26"/>
                    </a:lnTo>
                    <a:lnTo>
                      <a:pt x="109" y="34"/>
                    </a:lnTo>
                    <a:lnTo>
                      <a:pt x="118" y="40"/>
                    </a:lnTo>
                    <a:lnTo>
                      <a:pt x="128" y="48"/>
                    </a:lnTo>
                    <a:lnTo>
                      <a:pt x="136" y="56"/>
                    </a:lnTo>
                    <a:lnTo>
                      <a:pt x="146" y="65"/>
                    </a:lnTo>
                    <a:lnTo>
                      <a:pt x="155" y="74"/>
                    </a:lnTo>
                    <a:lnTo>
                      <a:pt x="164" y="82"/>
                    </a:lnTo>
                    <a:lnTo>
                      <a:pt x="173" y="93"/>
                    </a:lnTo>
                    <a:lnTo>
                      <a:pt x="181" y="103"/>
                    </a:lnTo>
                    <a:lnTo>
                      <a:pt x="191" y="113"/>
                    </a:lnTo>
                    <a:lnTo>
                      <a:pt x="200" y="125"/>
                    </a:lnTo>
                    <a:lnTo>
                      <a:pt x="209" y="135"/>
                    </a:lnTo>
                    <a:lnTo>
                      <a:pt x="217" y="147"/>
                    </a:lnTo>
                    <a:lnTo>
                      <a:pt x="227" y="159"/>
                    </a:lnTo>
                    <a:lnTo>
                      <a:pt x="236" y="171"/>
                    </a:lnTo>
                    <a:lnTo>
                      <a:pt x="244" y="183"/>
                    </a:lnTo>
                    <a:lnTo>
                      <a:pt x="251" y="195"/>
                    </a:lnTo>
                    <a:lnTo>
                      <a:pt x="260" y="207"/>
                    </a:lnTo>
                    <a:lnTo>
                      <a:pt x="269" y="218"/>
                    </a:lnTo>
                    <a:lnTo>
                      <a:pt x="277" y="230"/>
                    </a:lnTo>
                    <a:lnTo>
                      <a:pt x="286" y="243"/>
                    </a:lnTo>
                    <a:lnTo>
                      <a:pt x="294" y="255"/>
                    </a:lnTo>
                    <a:lnTo>
                      <a:pt x="301" y="266"/>
                    </a:lnTo>
                    <a:lnTo>
                      <a:pt x="309" y="278"/>
                    </a:lnTo>
                    <a:lnTo>
                      <a:pt x="315" y="289"/>
                    </a:lnTo>
                    <a:lnTo>
                      <a:pt x="324" y="300"/>
                    </a:lnTo>
                    <a:lnTo>
                      <a:pt x="331" y="312"/>
                    </a:lnTo>
                    <a:lnTo>
                      <a:pt x="337" y="322"/>
                    </a:lnTo>
                    <a:lnTo>
                      <a:pt x="344" y="333"/>
                    </a:lnTo>
                    <a:lnTo>
                      <a:pt x="351" y="343"/>
                    </a:lnTo>
                    <a:lnTo>
                      <a:pt x="357" y="353"/>
                    </a:lnTo>
                    <a:lnTo>
                      <a:pt x="363" y="362"/>
                    </a:lnTo>
                    <a:lnTo>
                      <a:pt x="369" y="370"/>
                    </a:lnTo>
                    <a:lnTo>
                      <a:pt x="375" y="379"/>
                    </a:lnTo>
                    <a:lnTo>
                      <a:pt x="380" y="387"/>
                    </a:lnTo>
                    <a:lnTo>
                      <a:pt x="386" y="395"/>
                    </a:lnTo>
                    <a:lnTo>
                      <a:pt x="390" y="401"/>
                    </a:lnTo>
                    <a:lnTo>
                      <a:pt x="395" y="406"/>
                    </a:lnTo>
                    <a:lnTo>
                      <a:pt x="399" y="413"/>
                    </a:lnTo>
                    <a:lnTo>
                      <a:pt x="403" y="417"/>
                    </a:lnTo>
                  </a:path>
                </a:pathLst>
              </a:custGeom>
              <a:noFill/>
              <a:ln w="28575">
                <a:solidFill>
                  <a:srgbClr val="FF0000"/>
                </a:solidFill>
                <a:round/>
                <a:headEnd/>
                <a:tailEnd/>
              </a:ln>
            </p:spPr>
            <p:txBody>
              <a:bodyPr/>
              <a:lstStyle/>
              <a:p>
                <a:endParaRPr lang="zh-CN" altLang="en-US"/>
              </a:p>
            </p:txBody>
          </p:sp>
          <p:sp>
            <p:nvSpPr>
              <p:cNvPr id="26645" name="Freeform 38"/>
              <p:cNvSpPr>
                <a:spLocks/>
              </p:cNvSpPr>
              <p:nvPr/>
            </p:nvSpPr>
            <p:spPr bwMode="auto">
              <a:xfrm>
                <a:off x="2254" y="618"/>
                <a:ext cx="816" cy="499"/>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970"/>
                    </a:moveTo>
                    <a:lnTo>
                      <a:pt x="204" y="19311"/>
                    </a:lnTo>
                    <a:lnTo>
                      <a:pt x="408" y="18683"/>
                    </a:lnTo>
                    <a:lnTo>
                      <a:pt x="591" y="18114"/>
                    </a:lnTo>
                    <a:lnTo>
                      <a:pt x="795" y="17485"/>
                    </a:lnTo>
                    <a:lnTo>
                      <a:pt x="979" y="16796"/>
                    </a:lnTo>
                    <a:lnTo>
                      <a:pt x="1203" y="16168"/>
                    </a:lnTo>
                    <a:lnTo>
                      <a:pt x="1386" y="15659"/>
                    </a:lnTo>
                    <a:lnTo>
                      <a:pt x="1570" y="15030"/>
                    </a:lnTo>
                    <a:lnTo>
                      <a:pt x="1794" y="14401"/>
                    </a:lnTo>
                    <a:lnTo>
                      <a:pt x="1998" y="13772"/>
                    </a:lnTo>
                    <a:lnTo>
                      <a:pt x="2161" y="13263"/>
                    </a:lnTo>
                    <a:lnTo>
                      <a:pt x="2385" y="12695"/>
                    </a:lnTo>
                    <a:lnTo>
                      <a:pt x="2589" y="12126"/>
                    </a:lnTo>
                    <a:lnTo>
                      <a:pt x="2773" y="11467"/>
                    </a:lnTo>
                    <a:lnTo>
                      <a:pt x="2956" y="10928"/>
                    </a:lnTo>
                    <a:lnTo>
                      <a:pt x="3160" y="10359"/>
                    </a:lnTo>
                    <a:lnTo>
                      <a:pt x="3364" y="9820"/>
                    </a:lnTo>
                    <a:lnTo>
                      <a:pt x="3568" y="9341"/>
                    </a:lnTo>
                    <a:lnTo>
                      <a:pt x="3751" y="8743"/>
                    </a:lnTo>
                    <a:lnTo>
                      <a:pt x="3976" y="8263"/>
                    </a:lnTo>
                    <a:lnTo>
                      <a:pt x="4179" y="7695"/>
                    </a:lnTo>
                    <a:lnTo>
                      <a:pt x="4343" y="7246"/>
                    </a:lnTo>
                    <a:lnTo>
                      <a:pt x="4587" y="6766"/>
                    </a:lnTo>
                    <a:lnTo>
                      <a:pt x="4811" y="6287"/>
                    </a:lnTo>
                    <a:lnTo>
                      <a:pt x="4975" y="5868"/>
                    </a:lnTo>
                    <a:lnTo>
                      <a:pt x="5158" y="5419"/>
                    </a:lnTo>
                    <a:lnTo>
                      <a:pt x="5382" y="4940"/>
                    </a:lnTo>
                    <a:lnTo>
                      <a:pt x="5566" y="4581"/>
                    </a:lnTo>
                    <a:lnTo>
                      <a:pt x="5790" y="4162"/>
                    </a:lnTo>
                    <a:lnTo>
                      <a:pt x="5973" y="3802"/>
                    </a:lnTo>
                    <a:lnTo>
                      <a:pt x="6198" y="3353"/>
                    </a:lnTo>
                    <a:lnTo>
                      <a:pt x="6381" y="2994"/>
                    </a:lnTo>
                    <a:lnTo>
                      <a:pt x="6565" y="2725"/>
                    </a:lnTo>
                    <a:lnTo>
                      <a:pt x="6789" y="2365"/>
                    </a:lnTo>
                    <a:lnTo>
                      <a:pt x="6993" y="2036"/>
                    </a:lnTo>
                    <a:lnTo>
                      <a:pt x="7197" y="1766"/>
                    </a:lnTo>
                    <a:lnTo>
                      <a:pt x="7380" y="1497"/>
                    </a:lnTo>
                    <a:lnTo>
                      <a:pt x="7625" y="1257"/>
                    </a:lnTo>
                    <a:lnTo>
                      <a:pt x="7808" y="1048"/>
                    </a:lnTo>
                    <a:lnTo>
                      <a:pt x="8033" y="808"/>
                    </a:lnTo>
                    <a:lnTo>
                      <a:pt x="8257" y="629"/>
                    </a:lnTo>
                    <a:lnTo>
                      <a:pt x="8440" y="449"/>
                    </a:lnTo>
                    <a:lnTo>
                      <a:pt x="8644" y="329"/>
                    </a:lnTo>
                    <a:lnTo>
                      <a:pt x="8848" y="210"/>
                    </a:lnTo>
                    <a:lnTo>
                      <a:pt x="9032" y="120"/>
                    </a:lnTo>
                    <a:lnTo>
                      <a:pt x="9276" y="120"/>
                    </a:lnTo>
                    <a:lnTo>
                      <a:pt x="9480" y="0"/>
                    </a:lnTo>
                    <a:lnTo>
                      <a:pt x="9684" y="0"/>
                    </a:lnTo>
                    <a:lnTo>
                      <a:pt x="9888" y="0"/>
                    </a:lnTo>
                    <a:lnTo>
                      <a:pt x="10112" y="30"/>
                    </a:lnTo>
                    <a:lnTo>
                      <a:pt x="10336" y="150"/>
                    </a:lnTo>
                    <a:lnTo>
                      <a:pt x="10561" y="240"/>
                    </a:lnTo>
                    <a:lnTo>
                      <a:pt x="10785" y="389"/>
                    </a:lnTo>
                    <a:lnTo>
                      <a:pt x="11009" y="629"/>
                    </a:lnTo>
                    <a:lnTo>
                      <a:pt x="11254" y="838"/>
                    </a:lnTo>
                    <a:lnTo>
                      <a:pt x="11478" y="1108"/>
                    </a:lnTo>
                    <a:lnTo>
                      <a:pt x="11702" y="1407"/>
                    </a:lnTo>
                    <a:lnTo>
                      <a:pt x="11967" y="1737"/>
                    </a:lnTo>
                    <a:lnTo>
                      <a:pt x="12212" y="2066"/>
                    </a:lnTo>
                    <a:lnTo>
                      <a:pt x="12457" y="2455"/>
                    </a:lnTo>
                    <a:lnTo>
                      <a:pt x="12722" y="2874"/>
                    </a:lnTo>
                    <a:lnTo>
                      <a:pt x="12946" y="3204"/>
                    </a:lnTo>
                    <a:lnTo>
                      <a:pt x="13191" y="3772"/>
                    </a:lnTo>
                    <a:lnTo>
                      <a:pt x="13435" y="4192"/>
                    </a:lnTo>
                    <a:lnTo>
                      <a:pt x="13721" y="4611"/>
                    </a:lnTo>
                    <a:lnTo>
                      <a:pt x="13986" y="5120"/>
                    </a:lnTo>
                    <a:lnTo>
                      <a:pt x="14210" y="5569"/>
                    </a:lnTo>
                    <a:lnTo>
                      <a:pt x="14434" y="6168"/>
                    </a:lnTo>
                    <a:lnTo>
                      <a:pt x="14679" y="6677"/>
                    </a:lnTo>
                    <a:lnTo>
                      <a:pt x="14964" y="7216"/>
                    </a:lnTo>
                    <a:lnTo>
                      <a:pt x="15189" y="7695"/>
                    </a:lnTo>
                    <a:lnTo>
                      <a:pt x="15454" y="8323"/>
                    </a:lnTo>
                    <a:lnTo>
                      <a:pt x="15698" y="8862"/>
                    </a:lnTo>
                    <a:lnTo>
                      <a:pt x="15923" y="9371"/>
                    </a:lnTo>
                    <a:lnTo>
                      <a:pt x="16147" y="9910"/>
                    </a:lnTo>
                    <a:lnTo>
                      <a:pt x="16391" y="10479"/>
                    </a:lnTo>
                    <a:lnTo>
                      <a:pt x="16616" y="11078"/>
                    </a:lnTo>
                    <a:lnTo>
                      <a:pt x="16860" y="11617"/>
                    </a:lnTo>
                    <a:lnTo>
                      <a:pt x="17085" y="12156"/>
                    </a:lnTo>
                    <a:lnTo>
                      <a:pt x="17288" y="12695"/>
                    </a:lnTo>
                    <a:lnTo>
                      <a:pt x="17492" y="13234"/>
                    </a:lnTo>
                    <a:lnTo>
                      <a:pt x="17717" y="13713"/>
                    </a:lnTo>
                    <a:lnTo>
                      <a:pt x="17920" y="14222"/>
                    </a:lnTo>
                    <a:lnTo>
                      <a:pt x="18104" y="14731"/>
                    </a:lnTo>
                    <a:lnTo>
                      <a:pt x="18287" y="15269"/>
                    </a:lnTo>
                    <a:lnTo>
                      <a:pt x="18491" y="15689"/>
                    </a:lnTo>
                    <a:lnTo>
                      <a:pt x="18675" y="16108"/>
                    </a:lnTo>
                    <a:lnTo>
                      <a:pt x="18838" y="16587"/>
                    </a:lnTo>
                    <a:lnTo>
                      <a:pt x="19021" y="17006"/>
                    </a:lnTo>
                    <a:lnTo>
                      <a:pt x="19185" y="17365"/>
                    </a:lnTo>
                    <a:lnTo>
                      <a:pt x="19327" y="17695"/>
                    </a:lnTo>
                    <a:lnTo>
                      <a:pt x="19490" y="18084"/>
                    </a:lnTo>
                    <a:lnTo>
                      <a:pt x="19613" y="18293"/>
                    </a:lnTo>
                    <a:lnTo>
                      <a:pt x="19735" y="18623"/>
                    </a:lnTo>
                    <a:lnTo>
                      <a:pt x="19878" y="18892"/>
                    </a:lnTo>
                    <a:lnTo>
                      <a:pt x="19980" y="19132"/>
                    </a:lnTo>
                  </a:path>
                </a:pathLst>
              </a:custGeom>
              <a:noFill/>
              <a:ln w="28575">
                <a:solidFill>
                  <a:srgbClr val="FF0000"/>
                </a:solidFill>
                <a:round/>
                <a:headEnd/>
                <a:tailEnd/>
              </a:ln>
            </p:spPr>
            <p:txBody>
              <a:bodyPr/>
              <a:lstStyle/>
              <a:p>
                <a:endParaRPr lang="zh-CN" altLang="en-US"/>
              </a:p>
            </p:txBody>
          </p:sp>
          <p:sp>
            <p:nvSpPr>
              <p:cNvPr id="26646" name="Freeform 39"/>
              <p:cNvSpPr>
                <a:spLocks/>
              </p:cNvSpPr>
              <p:nvPr/>
            </p:nvSpPr>
            <p:spPr bwMode="auto">
              <a:xfrm>
                <a:off x="3918" y="650"/>
                <a:ext cx="430" cy="419"/>
              </a:xfrm>
              <a:custGeom>
                <a:avLst/>
                <a:gdLst>
                  <a:gd name="T0" fmla="*/ 430 w 430"/>
                  <a:gd name="T1" fmla="*/ 3 h 419"/>
                  <a:gd name="T2" fmla="*/ 420 w 430"/>
                  <a:gd name="T3" fmla="*/ 1 h 419"/>
                  <a:gd name="T4" fmla="*/ 411 w 430"/>
                  <a:gd name="T5" fmla="*/ 0 h 419"/>
                  <a:gd name="T6" fmla="*/ 402 w 430"/>
                  <a:gd name="T7" fmla="*/ 1 h 419"/>
                  <a:gd name="T8" fmla="*/ 394 w 430"/>
                  <a:gd name="T9" fmla="*/ 1 h 419"/>
                  <a:gd name="T10" fmla="*/ 385 w 430"/>
                  <a:gd name="T11" fmla="*/ 3 h 419"/>
                  <a:gd name="T12" fmla="*/ 375 w 430"/>
                  <a:gd name="T13" fmla="*/ 4 h 419"/>
                  <a:gd name="T14" fmla="*/ 367 w 430"/>
                  <a:gd name="T15" fmla="*/ 5 h 419"/>
                  <a:gd name="T16" fmla="*/ 357 w 430"/>
                  <a:gd name="T17" fmla="*/ 12 h 419"/>
                  <a:gd name="T18" fmla="*/ 347 w 430"/>
                  <a:gd name="T19" fmla="*/ 16 h 419"/>
                  <a:gd name="T20" fmla="*/ 339 w 430"/>
                  <a:gd name="T21" fmla="*/ 21 h 419"/>
                  <a:gd name="T22" fmla="*/ 328 w 430"/>
                  <a:gd name="T23" fmla="*/ 26 h 419"/>
                  <a:gd name="T24" fmla="*/ 320 w 430"/>
                  <a:gd name="T25" fmla="*/ 34 h 419"/>
                  <a:gd name="T26" fmla="*/ 310 w 430"/>
                  <a:gd name="T27" fmla="*/ 40 h 419"/>
                  <a:gd name="T28" fmla="*/ 299 w 430"/>
                  <a:gd name="T29" fmla="*/ 48 h 419"/>
                  <a:gd name="T30" fmla="*/ 290 w 430"/>
                  <a:gd name="T31" fmla="*/ 57 h 419"/>
                  <a:gd name="T32" fmla="*/ 280 w 430"/>
                  <a:gd name="T33" fmla="*/ 65 h 419"/>
                  <a:gd name="T34" fmla="*/ 270 w 430"/>
                  <a:gd name="T35" fmla="*/ 74 h 419"/>
                  <a:gd name="T36" fmla="*/ 261 w 430"/>
                  <a:gd name="T37" fmla="*/ 83 h 419"/>
                  <a:gd name="T38" fmla="*/ 251 w 430"/>
                  <a:gd name="T39" fmla="*/ 94 h 419"/>
                  <a:gd name="T40" fmla="*/ 242 w 430"/>
                  <a:gd name="T41" fmla="*/ 104 h 419"/>
                  <a:gd name="T42" fmla="*/ 231 w 430"/>
                  <a:gd name="T43" fmla="*/ 114 h 419"/>
                  <a:gd name="T44" fmla="*/ 222 w 430"/>
                  <a:gd name="T45" fmla="*/ 125 h 419"/>
                  <a:gd name="T46" fmla="*/ 212 w 430"/>
                  <a:gd name="T47" fmla="*/ 136 h 419"/>
                  <a:gd name="T48" fmla="*/ 202 w 430"/>
                  <a:gd name="T49" fmla="*/ 148 h 419"/>
                  <a:gd name="T50" fmla="*/ 193 w 430"/>
                  <a:gd name="T51" fmla="*/ 160 h 419"/>
                  <a:gd name="T52" fmla="*/ 182 w 430"/>
                  <a:gd name="T53" fmla="*/ 172 h 419"/>
                  <a:gd name="T54" fmla="*/ 174 w 430"/>
                  <a:gd name="T55" fmla="*/ 184 h 419"/>
                  <a:gd name="T56" fmla="*/ 165 w 430"/>
                  <a:gd name="T57" fmla="*/ 196 h 419"/>
                  <a:gd name="T58" fmla="*/ 156 w 430"/>
                  <a:gd name="T59" fmla="*/ 208 h 419"/>
                  <a:gd name="T60" fmla="*/ 147 w 430"/>
                  <a:gd name="T61" fmla="*/ 219 h 419"/>
                  <a:gd name="T62" fmla="*/ 137 w 430"/>
                  <a:gd name="T63" fmla="*/ 232 h 419"/>
                  <a:gd name="T64" fmla="*/ 129 w 430"/>
                  <a:gd name="T65" fmla="*/ 244 h 419"/>
                  <a:gd name="T66" fmla="*/ 120 w 430"/>
                  <a:gd name="T67" fmla="*/ 256 h 419"/>
                  <a:gd name="T68" fmla="*/ 112 w 430"/>
                  <a:gd name="T69" fmla="*/ 267 h 419"/>
                  <a:gd name="T70" fmla="*/ 103 w 430"/>
                  <a:gd name="T71" fmla="*/ 280 h 419"/>
                  <a:gd name="T72" fmla="*/ 95 w 430"/>
                  <a:gd name="T73" fmla="*/ 291 h 419"/>
                  <a:gd name="T74" fmla="*/ 87 w 430"/>
                  <a:gd name="T75" fmla="*/ 301 h 419"/>
                  <a:gd name="T76" fmla="*/ 79 w 430"/>
                  <a:gd name="T77" fmla="*/ 313 h 419"/>
                  <a:gd name="T78" fmla="*/ 72 w 430"/>
                  <a:gd name="T79" fmla="*/ 324 h 419"/>
                  <a:gd name="T80" fmla="*/ 64 w 430"/>
                  <a:gd name="T81" fmla="*/ 334 h 419"/>
                  <a:gd name="T82" fmla="*/ 58 w 430"/>
                  <a:gd name="T83" fmla="*/ 345 h 419"/>
                  <a:gd name="T84" fmla="*/ 51 w 430"/>
                  <a:gd name="T85" fmla="*/ 354 h 419"/>
                  <a:gd name="T86" fmla="*/ 43 w 430"/>
                  <a:gd name="T87" fmla="*/ 363 h 419"/>
                  <a:gd name="T88" fmla="*/ 38 w 430"/>
                  <a:gd name="T89" fmla="*/ 372 h 419"/>
                  <a:gd name="T90" fmla="*/ 31 w 430"/>
                  <a:gd name="T91" fmla="*/ 380 h 419"/>
                  <a:gd name="T92" fmla="*/ 25 w 430"/>
                  <a:gd name="T93" fmla="*/ 389 h 419"/>
                  <a:gd name="T94" fmla="*/ 20 w 430"/>
                  <a:gd name="T95" fmla="*/ 397 h 419"/>
                  <a:gd name="T96" fmla="*/ 14 w 430"/>
                  <a:gd name="T97" fmla="*/ 403 h 419"/>
                  <a:gd name="T98" fmla="*/ 9 w 430"/>
                  <a:gd name="T99" fmla="*/ 408 h 419"/>
                  <a:gd name="T100" fmla="*/ 5 w 430"/>
                  <a:gd name="T101" fmla="*/ 415 h 419"/>
                  <a:gd name="T102" fmla="*/ 0 w 430"/>
                  <a:gd name="T103" fmla="*/ 419 h 41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30"/>
                  <a:gd name="T157" fmla="*/ 0 h 419"/>
                  <a:gd name="T158" fmla="*/ 430 w 430"/>
                  <a:gd name="T159" fmla="*/ 419 h 41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30" h="419">
                    <a:moveTo>
                      <a:pt x="430" y="3"/>
                    </a:moveTo>
                    <a:lnTo>
                      <a:pt x="420" y="1"/>
                    </a:lnTo>
                    <a:lnTo>
                      <a:pt x="411" y="0"/>
                    </a:lnTo>
                    <a:lnTo>
                      <a:pt x="402" y="1"/>
                    </a:lnTo>
                    <a:lnTo>
                      <a:pt x="394" y="1"/>
                    </a:lnTo>
                    <a:lnTo>
                      <a:pt x="385" y="3"/>
                    </a:lnTo>
                    <a:lnTo>
                      <a:pt x="375" y="4"/>
                    </a:lnTo>
                    <a:lnTo>
                      <a:pt x="367" y="5"/>
                    </a:lnTo>
                    <a:lnTo>
                      <a:pt x="357" y="12"/>
                    </a:lnTo>
                    <a:lnTo>
                      <a:pt x="347" y="16"/>
                    </a:lnTo>
                    <a:lnTo>
                      <a:pt x="339" y="21"/>
                    </a:lnTo>
                    <a:lnTo>
                      <a:pt x="328" y="26"/>
                    </a:lnTo>
                    <a:lnTo>
                      <a:pt x="320" y="34"/>
                    </a:lnTo>
                    <a:lnTo>
                      <a:pt x="310" y="40"/>
                    </a:lnTo>
                    <a:lnTo>
                      <a:pt x="299" y="48"/>
                    </a:lnTo>
                    <a:lnTo>
                      <a:pt x="290" y="57"/>
                    </a:lnTo>
                    <a:lnTo>
                      <a:pt x="280" y="65"/>
                    </a:lnTo>
                    <a:lnTo>
                      <a:pt x="270" y="74"/>
                    </a:lnTo>
                    <a:lnTo>
                      <a:pt x="261" y="83"/>
                    </a:lnTo>
                    <a:lnTo>
                      <a:pt x="251" y="94"/>
                    </a:lnTo>
                    <a:lnTo>
                      <a:pt x="242" y="104"/>
                    </a:lnTo>
                    <a:lnTo>
                      <a:pt x="231" y="114"/>
                    </a:lnTo>
                    <a:lnTo>
                      <a:pt x="222" y="125"/>
                    </a:lnTo>
                    <a:lnTo>
                      <a:pt x="212" y="136"/>
                    </a:lnTo>
                    <a:lnTo>
                      <a:pt x="202" y="148"/>
                    </a:lnTo>
                    <a:lnTo>
                      <a:pt x="193" y="160"/>
                    </a:lnTo>
                    <a:lnTo>
                      <a:pt x="182" y="172"/>
                    </a:lnTo>
                    <a:lnTo>
                      <a:pt x="174" y="184"/>
                    </a:lnTo>
                    <a:lnTo>
                      <a:pt x="165" y="196"/>
                    </a:lnTo>
                    <a:lnTo>
                      <a:pt x="156" y="208"/>
                    </a:lnTo>
                    <a:lnTo>
                      <a:pt x="147" y="219"/>
                    </a:lnTo>
                    <a:lnTo>
                      <a:pt x="137" y="232"/>
                    </a:lnTo>
                    <a:lnTo>
                      <a:pt x="129" y="244"/>
                    </a:lnTo>
                    <a:lnTo>
                      <a:pt x="120" y="256"/>
                    </a:lnTo>
                    <a:lnTo>
                      <a:pt x="112" y="267"/>
                    </a:lnTo>
                    <a:lnTo>
                      <a:pt x="103" y="280"/>
                    </a:lnTo>
                    <a:lnTo>
                      <a:pt x="95" y="291"/>
                    </a:lnTo>
                    <a:lnTo>
                      <a:pt x="87" y="301"/>
                    </a:lnTo>
                    <a:lnTo>
                      <a:pt x="79" y="313"/>
                    </a:lnTo>
                    <a:lnTo>
                      <a:pt x="72" y="324"/>
                    </a:lnTo>
                    <a:lnTo>
                      <a:pt x="64" y="334"/>
                    </a:lnTo>
                    <a:lnTo>
                      <a:pt x="58" y="345"/>
                    </a:lnTo>
                    <a:lnTo>
                      <a:pt x="51" y="354"/>
                    </a:lnTo>
                    <a:lnTo>
                      <a:pt x="43" y="363"/>
                    </a:lnTo>
                    <a:lnTo>
                      <a:pt x="38" y="372"/>
                    </a:lnTo>
                    <a:lnTo>
                      <a:pt x="31" y="380"/>
                    </a:lnTo>
                    <a:lnTo>
                      <a:pt x="25" y="389"/>
                    </a:lnTo>
                    <a:lnTo>
                      <a:pt x="20" y="397"/>
                    </a:lnTo>
                    <a:lnTo>
                      <a:pt x="14" y="403"/>
                    </a:lnTo>
                    <a:lnTo>
                      <a:pt x="9" y="408"/>
                    </a:lnTo>
                    <a:lnTo>
                      <a:pt x="5" y="415"/>
                    </a:lnTo>
                    <a:lnTo>
                      <a:pt x="0" y="419"/>
                    </a:lnTo>
                  </a:path>
                </a:pathLst>
              </a:custGeom>
              <a:noFill/>
              <a:ln w="28575">
                <a:solidFill>
                  <a:srgbClr val="FF0000"/>
                </a:solidFill>
                <a:round/>
                <a:headEnd/>
                <a:tailEnd/>
              </a:ln>
            </p:spPr>
            <p:txBody>
              <a:bodyPr/>
              <a:lstStyle/>
              <a:p>
                <a:endParaRPr lang="zh-CN" altLang="en-US"/>
              </a:p>
            </p:txBody>
          </p:sp>
          <p:sp>
            <p:nvSpPr>
              <p:cNvPr id="26647" name="Freeform 40"/>
              <p:cNvSpPr>
                <a:spLocks/>
              </p:cNvSpPr>
              <p:nvPr/>
            </p:nvSpPr>
            <p:spPr bwMode="auto">
              <a:xfrm>
                <a:off x="3036" y="1043"/>
                <a:ext cx="898" cy="451"/>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10" y="659"/>
                    </a:lnTo>
                    <a:lnTo>
                      <a:pt x="403" y="1287"/>
                    </a:lnTo>
                    <a:lnTo>
                      <a:pt x="596" y="1856"/>
                    </a:lnTo>
                    <a:lnTo>
                      <a:pt x="806" y="2485"/>
                    </a:lnTo>
                    <a:lnTo>
                      <a:pt x="982" y="3174"/>
                    </a:lnTo>
                    <a:lnTo>
                      <a:pt x="1192" y="3802"/>
                    </a:lnTo>
                    <a:lnTo>
                      <a:pt x="1385" y="4311"/>
                    </a:lnTo>
                    <a:lnTo>
                      <a:pt x="1578" y="4940"/>
                    </a:lnTo>
                    <a:lnTo>
                      <a:pt x="1788" y="5569"/>
                    </a:lnTo>
                    <a:lnTo>
                      <a:pt x="1998" y="6198"/>
                    </a:lnTo>
                    <a:lnTo>
                      <a:pt x="2174" y="6707"/>
                    </a:lnTo>
                    <a:lnTo>
                      <a:pt x="2384" y="7275"/>
                    </a:lnTo>
                    <a:lnTo>
                      <a:pt x="2577" y="7844"/>
                    </a:lnTo>
                    <a:lnTo>
                      <a:pt x="2770" y="8503"/>
                    </a:lnTo>
                    <a:lnTo>
                      <a:pt x="2962" y="9042"/>
                    </a:lnTo>
                    <a:lnTo>
                      <a:pt x="3155" y="9611"/>
                    </a:lnTo>
                    <a:lnTo>
                      <a:pt x="3365" y="10150"/>
                    </a:lnTo>
                    <a:lnTo>
                      <a:pt x="3576" y="10629"/>
                    </a:lnTo>
                    <a:lnTo>
                      <a:pt x="3751" y="11228"/>
                    </a:lnTo>
                    <a:lnTo>
                      <a:pt x="3961" y="11707"/>
                    </a:lnTo>
                    <a:lnTo>
                      <a:pt x="4172" y="12275"/>
                    </a:lnTo>
                    <a:lnTo>
                      <a:pt x="4347" y="12725"/>
                    </a:lnTo>
                    <a:lnTo>
                      <a:pt x="4575" y="13204"/>
                    </a:lnTo>
                    <a:lnTo>
                      <a:pt x="4803" y="13683"/>
                    </a:lnTo>
                    <a:lnTo>
                      <a:pt x="4978" y="14102"/>
                    </a:lnTo>
                    <a:lnTo>
                      <a:pt x="5171" y="14551"/>
                    </a:lnTo>
                    <a:lnTo>
                      <a:pt x="5381" y="15030"/>
                    </a:lnTo>
                    <a:lnTo>
                      <a:pt x="5557" y="15389"/>
                    </a:lnTo>
                    <a:lnTo>
                      <a:pt x="5784" y="15808"/>
                    </a:lnTo>
                    <a:lnTo>
                      <a:pt x="5977" y="16168"/>
                    </a:lnTo>
                    <a:lnTo>
                      <a:pt x="6188" y="16617"/>
                    </a:lnTo>
                    <a:lnTo>
                      <a:pt x="6380" y="16976"/>
                    </a:lnTo>
                    <a:lnTo>
                      <a:pt x="6573" y="17246"/>
                    </a:lnTo>
                    <a:lnTo>
                      <a:pt x="6784" y="17605"/>
                    </a:lnTo>
                    <a:lnTo>
                      <a:pt x="6994" y="17934"/>
                    </a:lnTo>
                    <a:lnTo>
                      <a:pt x="7204" y="18204"/>
                    </a:lnTo>
                    <a:lnTo>
                      <a:pt x="7397" y="18473"/>
                    </a:lnTo>
                    <a:lnTo>
                      <a:pt x="7625" y="18713"/>
                    </a:lnTo>
                    <a:lnTo>
                      <a:pt x="7800" y="18922"/>
                    </a:lnTo>
                    <a:lnTo>
                      <a:pt x="8028" y="19162"/>
                    </a:lnTo>
                    <a:lnTo>
                      <a:pt x="8256" y="19341"/>
                    </a:lnTo>
                    <a:lnTo>
                      <a:pt x="8431" y="19521"/>
                    </a:lnTo>
                    <a:lnTo>
                      <a:pt x="8642" y="19641"/>
                    </a:lnTo>
                    <a:lnTo>
                      <a:pt x="8852" y="19760"/>
                    </a:lnTo>
                    <a:lnTo>
                      <a:pt x="9045" y="19850"/>
                    </a:lnTo>
                    <a:lnTo>
                      <a:pt x="9273" y="19850"/>
                    </a:lnTo>
                    <a:lnTo>
                      <a:pt x="9483" y="19970"/>
                    </a:lnTo>
                    <a:lnTo>
                      <a:pt x="9693" y="19970"/>
                    </a:lnTo>
                    <a:lnTo>
                      <a:pt x="9904" y="19970"/>
                    </a:lnTo>
                    <a:lnTo>
                      <a:pt x="10114" y="19940"/>
                    </a:lnTo>
                    <a:lnTo>
                      <a:pt x="10324" y="19820"/>
                    </a:lnTo>
                    <a:lnTo>
                      <a:pt x="10552" y="19731"/>
                    </a:lnTo>
                    <a:lnTo>
                      <a:pt x="10798" y="19581"/>
                    </a:lnTo>
                    <a:lnTo>
                      <a:pt x="11025" y="19341"/>
                    </a:lnTo>
                    <a:lnTo>
                      <a:pt x="11236" y="19132"/>
                    </a:lnTo>
                    <a:lnTo>
                      <a:pt x="11481" y="18862"/>
                    </a:lnTo>
                    <a:lnTo>
                      <a:pt x="11709" y="18563"/>
                    </a:lnTo>
                    <a:lnTo>
                      <a:pt x="11972" y="18234"/>
                    </a:lnTo>
                    <a:lnTo>
                      <a:pt x="12217" y="17904"/>
                    </a:lnTo>
                    <a:lnTo>
                      <a:pt x="12463" y="17515"/>
                    </a:lnTo>
                    <a:lnTo>
                      <a:pt x="12726" y="17096"/>
                    </a:lnTo>
                    <a:lnTo>
                      <a:pt x="12954" y="16766"/>
                    </a:lnTo>
                    <a:lnTo>
                      <a:pt x="13199" y="16198"/>
                    </a:lnTo>
                    <a:lnTo>
                      <a:pt x="13427" y="15778"/>
                    </a:lnTo>
                    <a:lnTo>
                      <a:pt x="13707" y="15359"/>
                    </a:lnTo>
                    <a:lnTo>
                      <a:pt x="13970" y="14850"/>
                    </a:lnTo>
                    <a:lnTo>
                      <a:pt x="14216" y="14401"/>
                    </a:lnTo>
                    <a:lnTo>
                      <a:pt x="14443" y="13802"/>
                    </a:lnTo>
                    <a:lnTo>
                      <a:pt x="14689" y="13293"/>
                    </a:lnTo>
                    <a:lnTo>
                      <a:pt x="14969" y="12754"/>
                    </a:lnTo>
                    <a:lnTo>
                      <a:pt x="15197" y="12275"/>
                    </a:lnTo>
                    <a:lnTo>
                      <a:pt x="15460" y="11647"/>
                    </a:lnTo>
                    <a:lnTo>
                      <a:pt x="15688" y="11108"/>
                    </a:lnTo>
                    <a:lnTo>
                      <a:pt x="15916" y="10599"/>
                    </a:lnTo>
                    <a:lnTo>
                      <a:pt x="16144" y="10060"/>
                    </a:lnTo>
                    <a:lnTo>
                      <a:pt x="16389" y="9491"/>
                    </a:lnTo>
                    <a:lnTo>
                      <a:pt x="16617" y="8892"/>
                    </a:lnTo>
                    <a:lnTo>
                      <a:pt x="16862" y="8353"/>
                    </a:lnTo>
                    <a:lnTo>
                      <a:pt x="17073" y="7814"/>
                    </a:lnTo>
                    <a:lnTo>
                      <a:pt x="17283" y="7275"/>
                    </a:lnTo>
                    <a:lnTo>
                      <a:pt x="17493" y="6737"/>
                    </a:lnTo>
                    <a:lnTo>
                      <a:pt x="17721" y="6257"/>
                    </a:lnTo>
                    <a:lnTo>
                      <a:pt x="17932" y="5749"/>
                    </a:lnTo>
                    <a:lnTo>
                      <a:pt x="18107" y="5240"/>
                    </a:lnTo>
                    <a:lnTo>
                      <a:pt x="18300" y="4701"/>
                    </a:lnTo>
                    <a:lnTo>
                      <a:pt x="18493" y="4281"/>
                    </a:lnTo>
                    <a:lnTo>
                      <a:pt x="18668" y="3862"/>
                    </a:lnTo>
                    <a:lnTo>
                      <a:pt x="18843" y="3383"/>
                    </a:lnTo>
                    <a:lnTo>
                      <a:pt x="19018" y="2964"/>
                    </a:lnTo>
                    <a:lnTo>
                      <a:pt x="19176" y="2605"/>
                    </a:lnTo>
                    <a:lnTo>
                      <a:pt x="19334" y="2275"/>
                    </a:lnTo>
                    <a:lnTo>
                      <a:pt x="19492" y="1886"/>
                    </a:lnTo>
                    <a:lnTo>
                      <a:pt x="19614" y="1677"/>
                    </a:lnTo>
                    <a:lnTo>
                      <a:pt x="19737" y="1347"/>
                    </a:lnTo>
                    <a:lnTo>
                      <a:pt x="19877" y="1078"/>
                    </a:lnTo>
                    <a:lnTo>
                      <a:pt x="19982" y="838"/>
                    </a:lnTo>
                  </a:path>
                </a:pathLst>
              </a:custGeom>
              <a:noFill/>
              <a:ln w="28575">
                <a:solidFill>
                  <a:srgbClr val="FF0000"/>
                </a:solidFill>
                <a:round/>
                <a:headEnd/>
                <a:tailEnd/>
              </a:ln>
            </p:spPr>
            <p:txBody>
              <a:bodyPr/>
              <a:lstStyle/>
              <a:p>
                <a:endParaRPr lang="zh-CN" altLang="en-US"/>
              </a:p>
            </p:txBody>
          </p:sp>
        </p:grpSp>
        <p:sp>
          <p:nvSpPr>
            <p:cNvPr id="26642" name="Rectangle 41"/>
            <p:cNvSpPr>
              <a:spLocks noChangeArrowheads="1"/>
            </p:cNvSpPr>
            <p:nvPr/>
          </p:nvSpPr>
          <p:spPr bwMode="auto">
            <a:xfrm>
              <a:off x="4368" y="456"/>
              <a:ext cx="427" cy="480"/>
            </a:xfrm>
            <a:prstGeom prst="rect">
              <a:avLst/>
            </a:prstGeom>
            <a:noFill/>
            <a:ln w="6350">
              <a:noFill/>
              <a:miter lim="800000"/>
              <a:headEnd/>
              <a:tailEnd/>
            </a:ln>
          </p:spPr>
          <p:txBody>
            <a:bodyPr lIns="12700" tIns="12700" rIns="12700" bIns="12700"/>
            <a:lstStyle/>
            <a:p>
              <a:pPr algn="just"/>
              <a:r>
                <a:rPr lang="en-US" altLang="zh-CN" sz="2800" b="1" i="1">
                  <a:solidFill>
                    <a:srgbClr val="FF0000"/>
                  </a:solidFill>
                </a:rPr>
                <a:t>E</a:t>
              </a:r>
              <a:r>
                <a:rPr lang="en-US" altLang="zh-CN" sz="2800" b="1" i="1" baseline="-25000">
                  <a:solidFill>
                    <a:srgbClr val="FF0000"/>
                  </a:solidFill>
                </a:rPr>
                <a:t>k</a:t>
              </a:r>
              <a:endParaRPr lang="en-US" altLang="zh-CN" sz="2400">
                <a:solidFill>
                  <a:srgbClr val="FF0000"/>
                </a:solidFill>
              </a:endParaRPr>
            </a:p>
          </p:txBody>
        </p:sp>
      </p:grpSp>
      <p:grpSp>
        <p:nvGrpSpPr>
          <p:cNvPr id="10" name="Group 42"/>
          <p:cNvGrpSpPr>
            <a:grpSpLocks/>
          </p:cNvGrpSpPr>
          <p:nvPr/>
        </p:nvGrpSpPr>
        <p:grpSpPr bwMode="auto">
          <a:xfrm>
            <a:off x="900113" y="806450"/>
            <a:ext cx="5940425" cy="806450"/>
            <a:chOff x="567" y="508"/>
            <a:chExt cx="3742" cy="508"/>
          </a:xfrm>
        </p:grpSpPr>
        <p:sp>
          <p:nvSpPr>
            <p:cNvPr id="26640" name="Line 43"/>
            <p:cNvSpPr>
              <a:spLocks noChangeShapeType="1"/>
            </p:cNvSpPr>
            <p:nvPr/>
          </p:nvSpPr>
          <p:spPr bwMode="auto">
            <a:xfrm>
              <a:off x="1061" y="622"/>
              <a:ext cx="3248" cy="0"/>
            </a:xfrm>
            <a:prstGeom prst="line">
              <a:avLst/>
            </a:prstGeom>
            <a:noFill/>
            <a:ln w="57150">
              <a:solidFill>
                <a:srgbClr val="33CC33"/>
              </a:solidFill>
              <a:round/>
              <a:headEnd type="none" w="med" len="sm"/>
              <a:tailEnd type="none" w="med" len="sm"/>
            </a:ln>
          </p:spPr>
          <p:txBody>
            <a:bodyPr/>
            <a:lstStyle/>
            <a:p>
              <a:endParaRPr lang="zh-CN" altLang="en-US"/>
            </a:p>
          </p:txBody>
        </p:sp>
        <p:graphicFrame>
          <p:nvGraphicFramePr>
            <p:cNvPr id="26629" name="Object 44"/>
            <p:cNvGraphicFramePr>
              <a:graphicFrameLocks noChangeAspect="1"/>
            </p:cNvGraphicFramePr>
            <p:nvPr/>
          </p:nvGraphicFramePr>
          <p:xfrm>
            <a:off x="567" y="508"/>
            <a:ext cx="491" cy="508"/>
          </p:xfrm>
          <a:graphic>
            <a:graphicData uri="http://schemas.openxmlformats.org/presentationml/2006/ole">
              <p:oleObj spid="_x0000_s26629" name="公式" r:id="rId5" imgW="380880" imgH="393480" progId="Equation.3">
                <p:embed/>
              </p:oleObj>
            </a:graphicData>
          </a:graphic>
        </p:graphicFrame>
      </p:grpSp>
      <p:graphicFrame>
        <p:nvGraphicFramePr>
          <p:cNvPr id="196653" name="Object 45"/>
          <p:cNvGraphicFramePr>
            <a:graphicFrameLocks noChangeAspect="1"/>
          </p:cNvGraphicFramePr>
          <p:nvPr/>
        </p:nvGraphicFramePr>
        <p:xfrm>
          <a:off x="3635375" y="4784725"/>
          <a:ext cx="1211263" cy="731838"/>
        </p:xfrm>
        <a:graphic>
          <a:graphicData uri="http://schemas.openxmlformats.org/presentationml/2006/ole">
            <p:oleObj spid="_x0000_s26628" name="公式" r:id="rId6" imgW="67284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1000"/>
                                        <p:tgtEl>
                                          <p:spTgt spid="3"/>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1000"/>
                                        <p:tgtEl>
                                          <p:spTgt spid="10"/>
                                        </p:tgtEl>
                                      </p:cBhvr>
                                    </p:animEffect>
                                  </p:childTnLst>
                                </p:cTn>
                              </p:par>
                            </p:childTnLst>
                          </p:cTn>
                        </p:par>
                        <p:par>
                          <p:cTn id="22" fill="hold">
                            <p:stCondLst>
                              <p:cond delay="2000"/>
                            </p:stCondLst>
                            <p:childTnLst>
                              <p:par>
                                <p:cTn id="23" presetID="22" presetClass="entr" presetSubtype="8" fill="hold" nodeType="afterEffect">
                                  <p:stCondLst>
                                    <p:cond delay="0"/>
                                  </p:stCondLst>
                                  <p:childTnLst>
                                    <p:set>
                                      <p:cBhvr>
                                        <p:cTn id="24" dur="1" fill="hold">
                                          <p:stCondLst>
                                            <p:cond delay="0"/>
                                          </p:stCondLst>
                                        </p:cTn>
                                        <p:tgtEl>
                                          <p:spTgt spid="196625"/>
                                        </p:tgtEl>
                                        <p:attrNameLst>
                                          <p:attrName>style.visibility</p:attrName>
                                        </p:attrNameLst>
                                      </p:cBhvr>
                                      <p:to>
                                        <p:strVal val="visible"/>
                                      </p:to>
                                    </p:set>
                                    <p:animEffect transition="in" filter="wipe(left)">
                                      <p:cBhvr>
                                        <p:cTn id="25" dur="1000"/>
                                        <p:tgtEl>
                                          <p:spTgt spid="19662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1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10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10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6611"/>
                                        </p:tgtEl>
                                        <p:attrNameLst>
                                          <p:attrName>style.visibility</p:attrName>
                                        </p:attrNameLst>
                                      </p:cBhvr>
                                      <p:to>
                                        <p:strVal val="visible"/>
                                      </p:to>
                                    </p:set>
                                    <p:animEffect transition="in" filter="wipe(left)">
                                      <p:cBhvr>
                                        <p:cTn id="45" dur="1000"/>
                                        <p:tgtEl>
                                          <p:spTgt spid="1966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96653"/>
                                        </p:tgtEl>
                                        <p:attrNameLst>
                                          <p:attrName>style.visibility</p:attrName>
                                        </p:attrNameLst>
                                      </p:cBhvr>
                                      <p:to>
                                        <p:strVal val="visible"/>
                                      </p:to>
                                    </p:set>
                                    <p:animEffect transition="in" filter="wipe(left)">
                                      <p:cBhvr>
                                        <p:cTn id="50" dur="1000"/>
                                        <p:tgtEl>
                                          <p:spTgt spid="19665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96610"/>
                                        </p:tgtEl>
                                        <p:attrNameLst>
                                          <p:attrName>style.visibility</p:attrName>
                                        </p:attrNameLst>
                                      </p:cBhvr>
                                      <p:to>
                                        <p:strVal val="visible"/>
                                      </p:to>
                                    </p:set>
                                    <p:animEffect transition="in" filter="wipe(left)">
                                      <p:cBhvr>
                                        <p:cTn id="55" dur="1000"/>
                                        <p:tgtEl>
                                          <p:spTgt spid="196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9" name="Text Box 4"/>
          <p:cNvSpPr txBox="1">
            <a:spLocks noChangeArrowheads="1"/>
          </p:cNvSpPr>
          <p:nvPr/>
        </p:nvSpPr>
        <p:spPr bwMode="auto">
          <a:xfrm>
            <a:off x="250825" y="806450"/>
            <a:ext cx="457200" cy="1117600"/>
          </a:xfrm>
          <a:prstGeom prst="rect">
            <a:avLst/>
          </a:prstGeom>
          <a:noFill/>
          <a:ln w="9525">
            <a:noFill/>
            <a:miter lim="800000"/>
            <a:headEnd/>
            <a:tailEnd/>
          </a:ln>
        </p:spPr>
        <p:txBody>
          <a:bodyPr>
            <a:spAutoFit/>
          </a:bodyPr>
          <a:lstStyle/>
          <a:p>
            <a:pPr algn="just">
              <a:lnSpc>
                <a:spcPct val="120000"/>
              </a:lnSpc>
            </a:pPr>
            <a:r>
              <a:rPr lang="zh-CN" altLang="en-US" sz="2800" b="1">
                <a:solidFill>
                  <a:srgbClr val="FF6600"/>
                </a:solidFill>
                <a:latin typeface="楷体_GB2312" pitchFamily="49" charset="-122"/>
                <a:ea typeface="楷体_GB2312" pitchFamily="49" charset="-122"/>
              </a:rPr>
              <a:t>动能</a:t>
            </a:r>
          </a:p>
        </p:txBody>
      </p:sp>
      <p:graphicFrame>
        <p:nvGraphicFramePr>
          <p:cNvPr id="27650" name="Object 5"/>
          <p:cNvGraphicFramePr>
            <a:graphicFrameLocks noChangeAspect="1"/>
          </p:cNvGraphicFramePr>
          <p:nvPr/>
        </p:nvGraphicFramePr>
        <p:xfrm>
          <a:off x="882650" y="652463"/>
          <a:ext cx="1528763" cy="814387"/>
        </p:xfrm>
        <a:graphic>
          <a:graphicData uri="http://schemas.openxmlformats.org/presentationml/2006/ole">
            <p:oleObj spid="_x0000_s27650" name="公式" r:id="rId3" imgW="761760" imgH="406080" progId="Equation.3">
              <p:embed/>
            </p:oleObj>
          </a:graphicData>
        </a:graphic>
      </p:graphicFrame>
      <p:graphicFrame>
        <p:nvGraphicFramePr>
          <p:cNvPr id="27651" name="Object 6"/>
          <p:cNvGraphicFramePr>
            <a:graphicFrameLocks/>
          </p:cNvGraphicFramePr>
          <p:nvPr/>
        </p:nvGraphicFramePr>
        <p:xfrm>
          <a:off x="1525588" y="1592263"/>
          <a:ext cx="2665412" cy="809625"/>
        </p:xfrm>
        <a:graphic>
          <a:graphicData uri="http://schemas.openxmlformats.org/presentationml/2006/ole">
            <p:oleObj spid="_x0000_s27651" name="公式" r:id="rId4" imgW="1333440" imgH="406080" progId="Equation.3">
              <p:embed/>
            </p:oleObj>
          </a:graphicData>
        </a:graphic>
      </p:graphicFrame>
      <p:sp>
        <p:nvSpPr>
          <p:cNvPr id="27660" name="Text Box 7"/>
          <p:cNvSpPr txBox="1">
            <a:spLocks noChangeArrowheads="1"/>
          </p:cNvSpPr>
          <p:nvPr/>
        </p:nvSpPr>
        <p:spPr bwMode="auto">
          <a:xfrm>
            <a:off x="250825" y="3275013"/>
            <a:ext cx="533400" cy="946150"/>
          </a:xfrm>
          <a:prstGeom prst="rect">
            <a:avLst/>
          </a:prstGeom>
          <a:noFill/>
          <a:ln w="9525">
            <a:noFill/>
            <a:miter lim="800000"/>
            <a:headEnd/>
            <a:tailEnd/>
          </a:ln>
        </p:spPr>
        <p:txBody>
          <a:bodyPr>
            <a:spAutoFit/>
          </a:bodyPr>
          <a:lstStyle/>
          <a:p>
            <a:pPr algn="just"/>
            <a:r>
              <a:rPr lang="zh-CN" altLang="en-US" sz="2800" b="1">
                <a:solidFill>
                  <a:srgbClr val="FF6600"/>
                </a:solidFill>
                <a:latin typeface="楷体_GB2312" pitchFamily="49" charset="-122"/>
                <a:ea typeface="楷体_GB2312" pitchFamily="49" charset="-122"/>
              </a:rPr>
              <a:t>势能</a:t>
            </a:r>
          </a:p>
        </p:txBody>
      </p:sp>
      <p:graphicFrame>
        <p:nvGraphicFramePr>
          <p:cNvPr id="27652" name="Object 9"/>
          <p:cNvGraphicFramePr>
            <a:graphicFrameLocks noChangeAspect="1"/>
          </p:cNvGraphicFramePr>
          <p:nvPr/>
        </p:nvGraphicFramePr>
        <p:xfrm>
          <a:off x="1503363" y="3703638"/>
          <a:ext cx="2659062" cy="814387"/>
        </p:xfrm>
        <a:graphic>
          <a:graphicData uri="http://schemas.openxmlformats.org/presentationml/2006/ole">
            <p:oleObj spid="_x0000_s27652" name="公式" r:id="rId5" imgW="1320480" imgH="406080" progId="Equation.3">
              <p:embed/>
            </p:oleObj>
          </a:graphicData>
        </a:graphic>
      </p:graphicFrame>
      <p:sp>
        <p:nvSpPr>
          <p:cNvPr id="27661" name="Text Box 10"/>
          <p:cNvSpPr txBox="1">
            <a:spLocks noChangeArrowheads="1"/>
          </p:cNvSpPr>
          <p:nvPr/>
        </p:nvSpPr>
        <p:spPr bwMode="auto">
          <a:xfrm>
            <a:off x="5364163" y="3808413"/>
            <a:ext cx="2160587" cy="457200"/>
          </a:xfrm>
          <a:prstGeom prst="rect">
            <a:avLst/>
          </a:prstGeom>
          <a:noFill/>
          <a:ln w="9525">
            <a:noFill/>
            <a:miter lim="800000"/>
            <a:headEnd/>
            <a:tailEnd/>
          </a:ln>
        </p:spPr>
        <p:txBody>
          <a:bodyPr>
            <a:spAutoFit/>
          </a:bodyPr>
          <a:lstStyle/>
          <a:p>
            <a:pPr>
              <a:spcBef>
                <a:spcPct val="50000"/>
              </a:spcBef>
            </a:pPr>
            <a:r>
              <a:rPr lang="zh-CN" altLang="en-US" sz="2400" b="1">
                <a:latin typeface="楷体_GB2312" pitchFamily="49" charset="-122"/>
                <a:ea typeface="楷体_GB2312" pitchFamily="49" charset="-122"/>
              </a:rPr>
              <a:t>情况同动能</a:t>
            </a:r>
          </a:p>
        </p:txBody>
      </p:sp>
      <p:graphicFrame>
        <p:nvGraphicFramePr>
          <p:cNvPr id="27653" name="Object 12"/>
          <p:cNvGraphicFramePr>
            <a:graphicFrameLocks noChangeAspect="1"/>
          </p:cNvGraphicFramePr>
          <p:nvPr/>
        </p:nvGraphicFramePr>
        <p:xfrm>
          <a:off x="7235825" y="825500"/>
          <a:ext cx="1244600" cy="457200"/>
        </p:xfrm>
        <a:graphic>
          <a:graphicData uri="http://schemas.openxmlformats.org/presentationml/2006/ole">
            <p:oleObj spid="_x0000_s27653" name="公式" r:id="rId6" imgW="622080" imgH="228600" progId="Equation.3">
              <p:embed/>
            </p:oleObj>
          </a:graphicData>
        </a:graphic>
      </p:graphicFrame>
      <p:graphicFrame>
        <p:nvGraphicFramePr>
          <p:cNvPr id="27654" name="Object 14"/>
          <p:cNvGraphicFramePr>
            <a:graphicFrameLocks noChangeAspect="1"/>
          </p:cNvGraphicFramePr>
          <p:nvPr/>
        </p:nvGraphicFramePr>
        <p:xfrm>
          <a:off x="4762500" y="579438"/>
          <a:ext cx="1931988" cy="814387"/>
        </p:xfrm>
        <a:graphic>
          <a:graphicData uri="http://schemas.openxmlformats.org/presentationml/2006/ole">
            <p:oleObj spid="_x0000_s27654" name="公式" r:id="rId7" imgW="965160" imgH="406080" progId="Equation.3">
              <p:embed/>
            </p:oleObj>
          </a:graphicData>
        </a:graphic>
      </p:graphicFrame>
      <p:sp>
        <p:nvSpPr>
          <p:cNvPr id="27662" name="Text Box 15"/>
          <p:cNvSpPr txBox="1">
            <a:spLocks noChangeArrowheads="1"/>
          </p:cNvSpPr>
          <p:nvPr/>
        </p:nvSpPr>
        <p:spPr bwMode="auto">
          <a:xfrm>
            <a:off x="323850" y="4797425"/>
            <a:ext cx="503238" cy="1373188"/>
          </a:xfrm>
          <a:prstGeom prst="rect">
            <a:avLst/>
          </a:prstGeom>
          <a:noFill/>
          <a:ln w="9525">
            <a:noFill/>
            <a:miter lim="800000"/>
            <a:headEnd/>
            <a:tailEnd/>
          </a:ln>
        </p:spPr>
        <p:txBody>
          <a:bodyPr>
            <a:spAutoFit/>
          </a:bodyPr>
          <a:lstStyle/>
          <a:p>
            <a:pPr>
              <a:spcBef>
                <a:spcPct val="50000"/>
              </a:spcBef>
            </a:pPr>
            <a:r>
              <a:rPr lang="zh-CN" altLang="en-US" sz="2800" b="1">
                <a:solidFill>
                  <a:srgbClr val="FF6600"/>
                </a:solidFill>
                <a:latin typeface="楷体_GB2312" pitchFamily="49" charset="-122"/>
                <a:ea typeface="楷体_GB2312" pitchFamily="49" charset="-122"/>
              </a:rPr>
              <a:t>机械能</a:t>
            </a:r>
            <a:endParaRPr lang="zh-CN" altLang="en-US" sz="2800" b="1" i="1" baseline="-25000">
              <a:solidFill>
                <a:srgbClr val="FF6600"/>
              </a:solidFill>
              <a:latin typeface="楷体_GB2312" pitchFamily="49" charset="-122"/>
              <a:ea typeface="楷体_GB2312" pitchFamily="49" charset="-122"/>
            </a:endParaRPr>
          </a:p>
        </p:txBody>
      </p:sp>
      <p:sp>
        <p:nvSpPr>
          <p:cNvPr id="27663" name="Text Box 17"/>
          <p:cNvSpPr txBox="1">
            <a:spLocks noChangeArrowheads="1"/>
          </p:cNvSpPr>
          <p:nvPr/>
        </p:nvSpPr>
        <p:spPr bwMode="auto">
          <a:xfrm>
            <a:off x="4738688" y="5294313"/>
            <a:ext cx="4289425" cy="457200"/>
          </a:xfrm>
          <a:prstGeom prst="rect">
            <a:avLst/>
          </a:prstGeom>
          <a:noFill/>
          <a:ln w="9525">
            <a:noFill/>
            <a:miter lim="800000"/>
            <a:headEnd/>
            <a:tailEnd/>
          </a:ln>
        </p:spPr>
        <p:txBody>
          <a:bodyPr>
            <a:spAutoFit/>
          </a:bodyPr>
          <a:lstStyle/>
          <a:p>
            <a:r>
              <a:rPr lang="zh-CN" altLang="en-US" sz="2400" b="1">
                <a:solidFill>
                  <a:srgbClr val="FF6600"/>
                </a:solidFill>
                <a:latin typeface="楷体_GB2312" pitchFamily="49" charset="-122"/>
                <a:ea typeface="楷体_GB2312" pitchFamily="49" charset="-122"/>
              </a:rPr>
              <a:t>简谐振动系统机械能守恒</a:t>
            </a:r>
            <a:endParaRPr lang="zh-CN" altLang="en-US" sz="2400">
              <a:solidFill>
                <a:srgbClr val="FF6600"/>
              </a:solidFill>
              <a:latin typeface="楷体_GB2312" pitchFamily="49" charset="-122"/>
              <a:ea typeface="楷体_GB2312" pitchFamily="49" charset="-122"/>
            </a:endParaRPr>
          </a:p>
        </p:txBody>
      </p:sp>
      <p:sp>
        <p:nvSpPr>
          <p:cNvPr id="27664" name="Line 18"/>
          <p:cNvSpPr>
            <a:spLocks noChangeShapeType="1"/>
          </p:cNvSpPr>
          <p:nvPr/>
        </p:nvSpPr>
        <p:spPr bwMode="auto">
          <a:xfrm>
            <a:off x="4562475" y="530225"/>
            <a:ext cx="0" cy="5838825"/>
          </a:xfrm>
          <a:prstGeom prst="line">
            <a:avLst/>
          </a:prstGeom>
          <a:noFill/>
          <a:ln w="19050">
            <a:solidFill>
              <a:schemeClr val="tx1"/>
            </a:solidFill>
            <a:round/>
            <a:headEnd/>
            <a:tailEnd/>
          </a:ln>
        </p:spPr>
        <p:txBody>
          <a:bodyPr/>
          <a:lstStyle/>
          <a:p>
            <a:endParaRPr lang="zh-CN" altLang="en-US"/>
          </a:p>
        </p:txBody>
      </p:sp>
      <p:sp>
        <p:nvSpPr>
          <p:cNvPr id="27665" name="Line 19"/>
          <p:cNvSpPr>
            <a:spLocks noChangeShapeType="1"/>
          </p:cNvSpPr>
          <p:nvPr/>
        </p:nvSpPr>
        <p:spPr bwMode="auto">
          <a:xfrm>
            <a:off x="0" y="2647950"/>
            <a:ext cx="9144000" cy="0"/>
          </a:xfrm>
          <a:prstGeom prst="line">
            <a:avLst/>
          </a:prstGeom>
          <a:noFill/>
          <a:ln w="19050">
            <a:solidFill>
              <a:schemeClr val="tx1"/>
            </a:solidFill>
            <a:round/>
            <a:headEnd/>
            <a:tailEnd/>
          </a:ln>
        </p:spPr>
        <p:txBody>
          <a:bodyPr/>
          <a:lstStyle/>
          <a:p>
            <a:endParaRPr lang="zh-CN" altLang="en-US"/>
          </a:p>
        </p:txBody>
      </p:sp>
      <p:sp>
        <p:nvSpPr>
          <p:cNvPr id="27666" name="Line 20"/>
          <p:cNvSpPr>
            <a:spLocks noChangeShapeType="1"/>
          </p:cNvSpPr>
          <p:nvPr/>
        </p:nvSpPr>
        <p:spPr bwMode="auto">
          <a:xfrm>
            <a:off x="0" y="4705350"/>
            <a:ext cx="9144000" cy="0"/>
          </a:xfrm>
          <a:prstGeom prst="line">
            <a:avLst/>
          </a:prstGeom>
          <a:noFill/>
          <a:ln w="19050">
            <a:solidFill>
              <a:schemeClr val="tx1"/>
            </a:solidFill>
            <a:round/>
            <a:headEnd/>
            <a:tailEnd/>
          </a:ln>
        </p:spPr>
        <p:txBody>
          <a:bodyPr/>
          <a:lstStyle/>
          <a:p>
            <a:endParaRPr lang="zh-CN" altLang="en-US"/>
          </a:p>
        </p:txBody>
      </p:sp>
      <p:sp>
        <p:nvSpPr>
          <p:cNvPr id="27667" name="Line 21"/>
          <p:cNvSpPr>
            <a:spLocks noChangeShapeType="1"/>
          </p:cNvSpPr>
          <p:nvPr/>
        </p:nvSpPr>
        <p:spPr bwMode="auto">
          <a:xfrm>
            <a:off x="0" y="6381750"/>
            <a:ext cx="9144000" cy="0"/>
          </a:xfrm>
          <a:prstGeom prst="line">
            <a:avLst/>
          </a:prstGeom>
          <a:noFill/>
          <a:ln w="19050">
            <a:solidFill>
              <a:schemeClr val="tx1"/>
            </a:solidFill>
            <a:round/>
            <a:headEnd/>
            <a:tailEnd/>
          </a:ln>
        </p:spPr>
        <p:txBody>
          <a:bodyPr/>
          <a:lstStyle/>
          <a:p>
            <a:endParaRPr lang="zh-CN" altLang="en-US"/>
          </a:p>
        </p:txBody>
      </p:sp>
      <p:sp>
        <p:nvSpPr>
          <p:cNvPr id="27668" name="Line 22"/>
          <p:cNvSpPr>
            <a:spLocks noChangeShapeType="1"/>
          </p:cNvSpPr>
          <p:nvPr/>
        </p:nvSpPr>
        <p:spPr bwMode="auto">
          <a:xfrm>
            <a:off x="0" y="523875"/>
            <a:ext cx="9144000" cy="0"/>
          </a:xfrm>
          <a:prstGeom prst="line">
            <a:avLst/>
          </a:prstGeom>
          <a:noFill/>
          <a:ln w="19050">
            <a:solidFill>
              <a:schemeClr val="tx1"/>
            </a:solidFill>
            <a:round/>
            <a:headEnd/>
            <a:tailEnd/>
          </a:ln>
        </p:spPr>
        <p:txBody>
          <a:bodyPr/>
          <a:lstStyle/>
          <a:p>
            <a:endParaRPr lang="zh-CN" altLang="en-US"/>
          </a:p>
        </p:txBody>
      </p:sp>
      <p:graphicFrame>
        <p:nvGraphicFramePr>
          <p:cNvPr id="27655" name="Object 23"/>
          <p:cNvGraphicFramePr>
            <a:graphicFrameLocks noChangeAspect="1"/>
          </p:cNvGraphicFramePr>
          <p:nvPr/>
        </p:nvGraphicFramePr>
        <p:xfrm>
          <a:off x="971550" y="2670175"/>
          <a:ext cx="1454150" cy="814388"/>
        </p:xfrm>
        <a:graphic>
          <a:graphicData uri="http://schemas.openxmlformats.org/presentationml/2006/ole">
            <p:oleObj spid="_x0000_s27655" name="公式" r:id="rId8" imgW="723600" imgH="406080" progId="Equation.3">
              <p:embed/>
            </p:oleObj>
          </a:graphicData>
        </a:graphic>
      </p:graphicFrame>
      <p:graphicFrame>
        <p:nvGraphicFramePr>
          <p:cNvPr id="27656" name="Object 24"/>
          <p:cNvGraphicFramePr>
            <a:graphicFrameLocks noChangeAspect="1"/>
          </p:cNvGraphicFramePr>
          <p:nvPr/>
        </p:nvGraphicFramePr>
        <p:xfrm>
          <a:off x="4972050" y="1471613"/>
          <a:ext cx="3195638" cy="812800"/>
        </p:xfrm>
        <a:graphic>
          <a:graphicData uri="http://schemas.openxmlformats.org/presentationml/2006/ole">
            <p:oleObj spid="_x0000_s27656" name="公式" r:id="rId9" imgW="1600200" imgH="406080" progId="Equation.3">
              <p:embed/>
            </p:oleObj>
          </a:graphicData>
        </a:graphic>
      </p:graphicFrame>
      <p:graphicFrame>
        <p:nvGraphicFramePr>
          <p:cNvPr id="27657" name="Object 25"/>
          <p:cNvGraphicFramePr>
            <a:graphicFrameLocks noChangeAspect="1"/>
          </p:cNvGraphicFramePr>
          <p:nvPr/>
        </p:nvGraphicFramePr>
        <p:xfrm>
          <a:off x="5332413" y="2992438"/>
          <a:ext cx="2335212" cy="508000"/>
        </p:xfrm>
        <a:graphic>
          <a:graphicData uri="http://schemas.openxmlformats.org/presentationml/2006/ole">
            <p:oleObj spid="_x0000_s27657" name="公式" r:id="rId10" imgW="1168200" imgH="253800" progId="Equation.3">
              <p:embed/>
            </p:oleObj>
          </a:graphicData>
        </a:graphic>
      </p:graphicFrame>
      <p:graphicFrame>
        <p:nvGraphicFramePr>
          <p:cNvPr id="27658" name="Object 26"/>
          <p:cNvGraphicFramePr>
            <a:graphicFrameLocks noChangeAspect="1"/>
          </p:cNvGraphicFramePr>
          <p:nvPr/>
        </p:nvGraphicFramePr>
        <p:xfrm>
          <a:off x="1171575" y="5070475"/>
          <a:ext cx="2544763" cy="814388"/>
        </p:xfrm>
        <a:graphic>
          <a:graphicData uri="http://schemas.openxmlformats.org/presentationml/2006/ole">
            <p:oleObj spid="_x0000_s27658" name="公式" r:id="rId11" imgW="1269720" imgH="406080" progId="Equation.3">
              <p:embed/>
            </p:oleObj>
          </a:graphicData>
        </a:graphic>
      </p:graphicFrame>
      <p:sp>
        <p:nvSpPr>
          <p:cNvPr id="21" name="AutoShape 465">
            <a:hlinkClick r:id="rId12" action="ppaction://hlinksldjump" highlightClick="1"/>
          </p:cNvPr>
          <p:cNvSpPr>
            <a:spLocks noChangeAspect="1" noChangeArrowheads="1"/>
          </p:cNvSpPr>
          <p:nvPr/>
        </p:nvSpPr>
        <p:spPr bwMode="auto">
          <a:xfrm>
            <a:off x="8715375" y="6500813"/>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Text Box 5"/>
          <p:cNvSpPr txBox="1">
            <a:spLocks noChangeArrowheads="1"/>
          </p:cNvSpPr>
          <p:nvPr/>
        </p:nvSpPr>
        <p:spPr bwMode="auto">
          <a:xfrm>
            <a:off x="107950" y="1109663"/>
            <a:ext cx="6335713"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FF0000"/>
                </a:solidFill>
              </a:rPr>
              <a:t>一、同方向同频率谐振动的合成</a:t>
            </a:r>
          </a:p>
        </p:txBody>
      </p:sp>
      <p:sp>
        <p:nvSpPr>
          <p:cNvPr id="35846" name="Text Box 6"/>
          <p:cNvSpPr txBox="1">
            <a:spLocks noChangeArrowheads="1"/>
          </p:cNvSpPr>
          <p:nvPr/>
        </p:nvSpPr>
        <p:spPr bwMode="auto">
          <a:xfrm>
            <a:off x="539750" y="1917700"/>
            <a:ext cx="2133600" cy="457200"/>
          </a:xfrm>
          <a:prstGeom prst="rect">
            <a:avLst/>
          </a:prstGeom>
          <a:noFill/>
          <a:ln w="9525">
            <a:noFill/>
            <a:miter lim="800000"/>
            <a:headEnd/>
            <a:tailEnd/>
          </a:ln>
        </p:spPr>
        <p:txBody>
          <a:bodyPr>
            <a:spAutoFit/>
          </a:bodyPr>
          <a:lstStyle/>
          <a:p>
            <a:pPr algn="just"/>
            <a:r>
              <a:rPr lang="zh-CN" altLang="en-US" sz="2400" b="1"/>
              <a:t>分振动 </a:t>
            </a:r>
            <a:r>
              <a:rPr lang="en-US" altLang="zh-CN" sz="2400" b="1"/>
              <a:t>:</a:t>
            </a:r>
            <a:endParaRPr lang="en-US" altLang="zh-CN" sz="2400"/>
          </a:p>
        </p:txBody>
      </p:sp>
      <p:sp>
        <p:nvSpPr>
          <p:cNvPr id="35847" name="Text Box 7"/>
          <p:cNvSpPr txBox="1">
            <a:spLocks noChangeArrowheads="1"/>
          </p:cNvSpPr>
          <p:nvPr/>
        </p:nvSpPr>
        <p:spPr bwMode="auto">
          <a:xfrm>
            <a:off x="468313" y="2565400"/>
            <a:ext cx="1800225" cy="457200"/>
          </a:xfrm>
          <a:prstGeom prst="rect">
            <a:avLst/>
          </a:prstGeom>
          <a:noFill/>
          <a:ln w="9525">
            <a:noFill/>
            <a:miter lim="800000"/>
            <a:headEnd/>
            <a:tailEnd/>
          </a:ln>
        </p:spPr>
        <p:txBody>
          <a:bodyPr>
            <a:spAutoFit/>
          </a:bodyPr>
          <a:lstStyle/>
          <a:p>
            <a:pPr algn="just"/>
            <a:r>
              <a:rPr lang="en-US" altLang="zh-CN" sz="2400" b="1"/>
              <a:t> </a:t>
            </a:r>
            <a:r>
              <a:rPr lang="zh-CN" altLang="en-US" sz="2400" b="1"/>
              <a:t>合振动 </a:t>
            </a:r>
            <a:r>
              <a:rPr lang="en-US" altLang="zh-CN" sz="2400" b="1"/>
              <a:t>:</a:t>
            </a:r>
            <a:endParaRPr lang="en-US" altLang="zh-CN" sz="3600"/>
          </a:p>
        </p:txBody>
      </p:sp>
      <p:graphicFrame>
        <p:nvGraphicFramePr>
          <p:cNvPr id="35848" name="Object 8"/>
          <p:cNvGraphicFramePr>
            <a:graphicFrameLocks/>
          </p:cNvGraphicFramePr>
          <p:nvPr/>
        </p:nvGraphicFramePr>
        <p:xfrm>
          <a:off x="3348038" y="2716213"/>
          <a:ext cx="4541837" cy="425450"/>
        </p:xfrm>
        <a:graphic>
          <a:graphicData uri="http://schemas.openxmlformats.org/presentationml/2006/ole">
            <p:oleObj spid="_x0000_s28674" name="公式" r:id="rId3" imgW="5067000" imgH="469800" progId="Equation.3">
              <p:embed/>
            </p:oleObj>
          </a:graphicData>
        </a:graphic>
      </p:graphicFrame>
      <p:graphicFrame>
        <p:nvGraphicFramePr>
          <p:cNvPr id="35855" name="Object 15"/>
          <p:cNvGraphicFramePr>
            <a:graphicFrameLocks/>
          </p:cNvGraphicFramePr>
          <p:nvPr/>
        </p:nvGraphicFramePr>
        <p:xfrm>
          <a:off x="539750" y="5084763"/>
          <a:ext cx="4305300" cy="460375"/>
        </p:xfrm>
        <a:graphic>
          <a:graphicData uri="http://schemas.openxmlformats.org/presentationml/2006/ole">
            <p:oleObj spid="_x0000_s28675" name="公式" r:id="rId4" imgW="4914720" imgH="520560" progId="Equation.3">
              <p:embed/>
            </p:oleObj>
          </a:graphicData>
        </a:graphic>
      </p:graphicFrame>
      <p:graphicFrame>
        <p:nvGraphicFramePr>
          <p:cNvPr id="35856" name="Object 16"/>
          <p:cNvGraphicFramePr>
            <a:graphicFrameLocks/>
          </p:cNvGraphicFramePr>
          <p:nvPr/>
        </p:nvGraphicFramePr>
        <p:xfrm>
          <a:off x="5292725" y="4940300"/>
          <a:ext cx="3432175" cy="803275"/>
        </p:xfrm>
        <a:graphic>
          <a:graphicData uri="http://schemas.openxmlformats.org/presentationml/2006/ole">
            <p:oleObj spid="_x0000_s28676" name="公式" r:id="rId5" imgW="3886200" imgH="914400" progId="Equation.3">
              <p:embed/>
            </p:oleObj>
          </a:graphicData>
        </a:graphic>
      </p:graphicFrame>
      <p:sp>
        <p:nvSpPr>
          <p:cNvPr id="35857" name="AutoShape 17"/>
          <p:cNvSpPr>
            <a:spLocks/>
          </p:cNvSpPr>
          <p:nvPr/>
        </p:nvSpPr>
        <p:spPr bwMode="auto">
          <a:xfrm>
            <a:off x="1908175" y="1917700"/>
            <a:ext cx="142875" cy="563563"/>
          </a:xfrm>
          <a:prstGeom prst="leftBrace">
            <a:avLst>
              <a:gd name="adj1" fmla="val 32870"/>
              <a:gd name="adj2" fmla="val 50000"/>
            </a:avLst>
          </a:prstGeom>
          <a:noFill/>
          <a:ln w="28575">
            <a:solidFill>
              <a:srgbClr val="FF3300"/>
            </a:solidFill>
            <a:round/>
            <a:headEnd/>
            <a:tailEnd/>
          </a:ln>
        </p:spPr>
        <p:txBody>
          <a:bodyPr wrap="none" anchor="ctr"/>
          <a:lstStyle/>
          <a:p>
            <a:endParaRPr lang="zh-CN" altLang="en-US"/>
          </a:p>
        </p:txBody>
      </p:sp>
      <p:graphicFrame>
        <p:nvGraphicFramePr>
          <p:cNvPr id="35858" name="Object 18"/>
          <p:cNvGraphicFramePr>
            <a:graphicFrameLocks/>
          </p:cNvGraphicFramePr>
          <p:nvPr/>
        </p:nvGraphicFramePr>
        <p:xfrm>
          <a:off x="2132013" y="1701800"/>
          <a:ext cx="2808287" cy="471488"/>
        </p:xfrm>
        <a:graphic>
          <a:graphicData uri="http://schemas.openxmlformats.org/presentationml/2006/ole">
            <p:oleObj spid="_x0000_s28677" name="公式" r:id="rId6" imgW="2819160" imgH="469800" progId="Equation.3">
              <p:embed/>
            </p:oleObj>
          </a:graphicData>
        </a:graphic>
      </p:graphicFrame>
      <p:graphicFrame>
        <p:nvGraphicFramePr>
          <p:cNvPr id="35859" name="Object 19"/>
          <p:cNvGraphicFramePr>
            <a:graphicFrameLocks/>
          </p:cNvGraphicFramePr>
          <p:nvPr/>
        </p:nvGraphicFramePr>
        <p:xfrm>
          <a:off x="2082800" y="2205038"/>
          <a:ext cx="2921000" cy="471487"/>
        </p:xfrm>
        <a:graphic>
          <a:graphicData uri="http://schemas.openxmlformats.org/presentationml/2006/ole">
            <p:oleObj spid="_x0000_s28678" name="公式" r:id="rId7" imgW="2933640" imgH="469800" progId="Equation.3">
              <p:embed/>
            </p:oleObj>
          </a:graphicData>
        </a:graphic>
      </p:graphicFrame>
      <p:graphicFrame>
        <p:nvGraphicFramePr>
          <p:cNvPr id="35860" name="Object 20"/>
          <p:cNvGraphicFramePr>
            <a:graphicFrameLocks/>
          </p:cNvGraphicFramePr>
          <p:nvPr/>
        </p:nvGraphicFramePr>
        <p:xfrm>
          <a:off x="1908175" y="2717800"/>
          <a:ext cx="1320800" cy="374650"/>
        </p:xfrm>
        <a:graphic>
          <a:graphicData uri="http://schemas.openxmlformats.org/presentationml/2006/ole">
            <p:oleObj spid="_x0000_s28679" name="公式" r:id="rId8" imgW="1473120" imgH="419040" progId="Equation.3">
              <p:embed/>
            </p:oleObj>
          </a:graphicData>
        </a:graphic>
      </p:graphicFrame>
      <p:sp>
        <p:nvSpPr>
          <p:cNvPr id="35861" name="Text Box 21"/>
          <p:cNvSpPr txBox="1">
            <a:spLocks noChangeArrowheads="1"/>
          </p:cNvSpPr>
          <p:nvPr/>
        </p:nvSpPr>
        <p:spPr bwMode="auto">
          <a:xfrm>
            <a:off x="755650" y="5949950"/>
            <a:ext cx="5400675" cy="457200"/>
          </a:xfrm>
          <a:prstGeom prst="rect">
            <a:avLst/>
          </a:prstGeom>
          <a:noFill/>
          <a:ln w="9525">
            <a:noFill/>
            <a:miter lim="800000"/>
            <a:headEnd/>
            <a:tailEnd/>
          </a:ln>
        </p:spPr>
        <p:txBody>
          <a:bodyPr>
            <a:spAutoFit/>
          </a:bodyPr>
          <a:lstStyle/>
          <a:p>
            <a:pPr algn="l">
              <a:spcBef>
                <a:spcPct val="50000"/>
              </a:spcBef>
            </a:pPr>
            <a:r>
              <a:rPr lang="zh-CN" altLang="en-US" sz="2400" b="1"/>
              <a:t>结论：</a:t>
            </a:r>
            <a:r>
              <a:rPr lang="zh-CN" altLang="en-US" sz="2400" b="1">
                <a:solidFill>
                  <a:srgbClr val="FF6600"/>
                </a:solidFill>
                <a:latin typeface="宋体" pitchFamily="2" charset="-122"/>
              </a:rPr>
              <a:t>合振动 </a:t>
            </a:r>
            <a:r>
              <a:rPr lang="en-US" altLang="zh-CN" sz="2400" b="1" i="1">
                <a:solidFill>
                  <a:srgbClr val="FF6600"/>
                </a:solidFill>
              </a:rPr>
              <a:t>x </a:t>
            </a:r>
            <a:r>
              <a:rPr lang="zh-CN" altLang="en-US" sz="2400" b="1">
                <a:solidFill>
                  <a:srgbClr val="FF6600"/>
                </a:solidFill>
                <a:latin typeface="宋体" pitchFamily="2" charset="-122"/>
              </a:rPr>
              <a:t>仍是简谐振动</a:t>
            </a:r>
          </a:p>
        </p:txBody>
      </p:sp>
      <p:sp>
        <p:nvSpPr>
          <p:cNvPr id="35862" name="AutoShape 22"/>
          <p:cNvSpPr>
            <a:spLocks noChangeArrowheads="1"/>
          </p:cNvSpPr>
          <p:nvPr/>
        </p:nvSpPr>
        <p:spPr bwMode="auto">
          <a:xfrm>
            <a:off x="323850" y="587692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35890" name="Text Box 50"/>
          <p:cNvSpPr txBox="1">
            <a:spLocks noChangeArrowheads="1"/>
          </p:cNvSpPr>
          <p:nvPr/>
        </p:nvSpPr>
        <p:spPr bwMode="auto">
          <a:xfrm>
            <a:off x="2627313" y="476250"/>
            <a:ext cx="4483100" cy="519113"/>
          </a:xfrm>
          <a:prstGeom prst="rect">
            <a:avLst/>
          </a:prstGeom>
          <a:noFill/>
          <a:ln w="9525">
            <a:noFill/>
            <a:miter lim="800000"/>
            <a:headEnd/>
            <a:tailEnd/>
          </a:ln>
        </p:spPr>
        <p:txBody>
          <a:bodyPr>
            <a:spAutoFit/>
          </a:bodyPr>
          <a:lstStyle/>
          <a:p>
            <a:pPr algn="l">
              <a:spcBef>
                <a:spcPct val="50000"/>
              </a:spcBef>
            </a:pPr>
            <a:r>
              <a:rPr lang="en-US" altLang="zh-CN" sz="2800" b="1">
                <a:solidFill>
                  <a:schemeClr val="accent2"/>
                </a:solidFill>
                <a:ea typeface="黑体" pitchFamily="49" charset="-122"/>
              </a:rPr>
              <a:t>§5.2  </a:t>
            </a:r>
            <a:r>
              <a:rPr lang="zh-CN" altLang="en-US" sz="2800" b="1">
                <a:solidFill>
                  <a:schemeClr val="accent2"/>
                </a:solidFill>
                <a:ea typeface="黑体" pitchFamily="49" charset="-122"/>
              </a:rPr>
              <a:t>简谐振动的合成</a:t>
            </a:r>
          </a:p>
        </p:txBody>
      </p:sp>
      <p:graphicFrame>
        <p:nvGraphicFramePr>
          <p:cNvPr id="58391" name="Object 23"/>
          <p:cNvGraphicFramePr>
            <a:graphicFrameLocks noChangeAspect="1"/>
          </p:cNvGraphicFramePr>
          <p:nvPr/>
        </p:nvGraphicFramePr>
        <p:xfrm>
          <a:off x="1619250" y="3213100"/>
          <a:ext cx="6913563" cy="423863"/>
        </p:xfrm>
        <a:graphic>
          <a:graphicData uri="http://schemas.openxmlformats.org/presentationml/2006/ole">
            <p:oleObj spid="_x0000_s28680" name="公式" r:id="rId9" imgW="3670200" imgH="215640" progId="Equation.3">
              <p:embed/>
            </p:oleObj>
          </a:graphicData>
        </a:graphic>
      </p:graphicFrame>
      <p:graphicFrame>
        <p:nvGraphicFramePr>
          <p:cNvPr id="58392" name="Object 24"/>
          <p:cNvGraphicFramePr>
            <a:graphicFrameLocks noChangeAspect="1"/>
          </p:cNvGraphicFramePr>
          <p:nvPr/>
        </p:nvGraphicFramePr>
        <p:xfrm>
          <a:off x="2413000" y="3727450"/>
          <a:ext cx="895350" cy="366713"/>
        </p:xfrm>
        <a:graphic>
          <a:graphicData uri="http://schemas.openxmlformats.org/presentationml/2006/ole">
            <p:oleObj spid="_x0000_s28681" name="公式" r:id="rId10" imgW="495000" imgH="203040" progId="Equation.3">
              <p:embed/>
            </p:oleObj>
          </a:graphicData>
        </a:graphic>
      </p:graphicFrame>
      <p:graphicFrame>
        <p:nvGraphicFramePr>
          <p:cNvPr id="58393" name="Object 25"/>
          <p:cNvGraphicFramePr>
            <a:graphicFrameLocks noChangeAspect="1"/>
          </p:cNvGraphicFramePr>
          <p:nvPr/>
        </p:nvGraphicFramePr>
        <p:xfrm>
          <a:off x="6267450" y="3717925"/>
          <a:ext cx="874713" cy="366713"/>
        </p:xfrm>
        <a:graphic>
          <a:graphicData uri="http://schemas.openxmlformats.org/presentationml/2006/ole">
            <p:oleObj spid="_x0000_s28682" name="公式" r:id="rId11" imgW="482400" imgH="203040" progId="Equation.3">
              <p:embed/>
            </p:oleObj>
          </a:graphicData>
        </a:graphic>
      </p:graphicFrame>
      <p:sp>
        <p:nvSpPr>
          <p:cNvPr id="58394" name="Line 26"/>
          <p:cNvSpPr>
            <a:spLocks noChangeShapeType="1"/>
          </p:cNvSpPr>
          <p:nvPr/>
        </p:nvSpPr>
        <p:spPr bwMode="auto">
          <a:xfrm>
            <a:off x="1908175" y="3646488"/>
            <a:ext cx="2233613" cy="0"/>
          </a:xfrm>
          <a:prstGeom prst="line">
            <a:avLst/>
          </a:prstGeom>
          <a:noFill/>
          <a:ln w="28575">
            <a:solidFill>
              <a:srgbClr val="FF6600"/>
            </a:solidFill>
            <a:round/>
            <a:headEnd/>
            <a:tailEnd/>
          </a:ln>
        </p:spPr>
        <p:txBody>
          <a:bodyPr/>
          <a:lstStyle/>
          <a:p>
            <a:endParaRPr lang="zh-CN" altLang="en-US"/>
          </a:p>
        </p:txBody>
      </p:sp>
      <p:sp>
        <p:nvSpPr>
          <p:cNvPr id="58395" name="Line 27"/>
          <p:cNvSpPr>
            <a:spLocks noChangeShapeType="1"/>
          </p:cNvSpPr>
          <p:nvPr/>
        </p:nvSpPr>
        <p:spPr bwMode="auto">
          <a:xfrm>
            <a:off x="5438775" y="3636963"/>
            <a:ext cx="2446338" cy="0"/>
          </a:xfrm>
          <a:prstGeom prst="line">
            <a:avLst/>
          </a:prstGeom>
          <a:noFill/>
          <a:ln w="28575">
            <a:solidFill>
              <a:srgbClr val="FF6600"/>
            </a:solidFill>
            <a:round/>
            <a:headEnd/>
            <a:tailEnd/>
          </a:ln>
        </p:spPr>
        <p:txBody>
          <a:bodyPr/>
          <a:lstStyle/>
          <a:p>
            <a:endParaRPr lang="zh-CN" altLang="en-US"/>
          </a:p>
        </p:txBody>
      </p:sp>
      <p:graphicFrame>
        <p:nvGraphicFramePr>
          <p:cNvPr id="58396" name="Object 28"/>
          <p:cNvGraphicFramePr>
            <a:graphicFrameLocks noChangeAspect="1"/>
          </p:cNvGraphicFramePr>
          <p:nvPr/>
        </p:nvGraphicFramePr>
        <p:xfrm>
          <a:off x="1187450" y="4149725"/>
          <a:ext cx="7129463" cy="527050"/>
        </p:xfrm>
        <a:graphic>
          <a:graphicData uri="http://schemas.openxmlformats.org/presentationml/2006/ole">
            <p:oleObj spid="_x0000_s28683" name="公式" r:id="rId12" imgW="3035160" imgH="203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90"/>
                                        </p:tgtEl>
                                        <p:attrNameLst>
                                          <p:attrName>style.visibility</p:attrName>
                                        </p:attrNameLst>
                                      </p:cBhvr>
                                      <p:to>
                                        <p:strVal val="visible"/>
                                      </p:to>
                                    </p:set>
                                    <p:animEffect transition="in" filter="wipe(left)">
                                      <p:cBhvr>
                                        <p:cTn id="7" dur="500"/>
                                        <p:tgtEl>
                                          <p:spTgt spid="358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5"/>
                                        </p:tgtEl>
                                        <p:attrNameLst>
                                          <p:attrName>style.visibility</p:attrName>
                                        </p:attrNameLst>
                                      </p:cBhvr>
                                      <p:to>
                                        <p:strVal val="visible"/>
                                      </p:to>
                                    </p:set>
                                    <p:animEffect transition="in" filter="wipe(left)">
                                      <p:cBhvr>
                                        <p:cTn id="12" dur="500"/>
                                        <p:tgtEl>
                                          <p:spTgt spid="358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6"/>
                                        </p:tgtEl>
                                        <p:attrNameLst>
                                          <p:attrName>style.visibility</p:attrName>
                                        </p:attrNameLst>
                                      </p:cBhvr>
                                      <p:to>
                                        <p:strVal val="visible"/>
                                      </p:to>
                                    </p:set>
                                    <p:animEffect transition="in" filter="wipe(left)">
                                      <p:cBhvr>
                                        <p:cTn id="17" dur="500"/>
                                        <p:tgtEl>
                                          <p:spTgt spid="358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57"/>
                                        </p:tgtEl>
                                        <p:attrNameLst>
                                          <p:attrName>style.visibility</p:attrName>
                                        </p:attrNameLst>
                                      </p:cBhvr>
                                      <p:to>
                                        <p:strVal val="visible"/>
                                      </p:to>
                                    </p:set>
                                    <p:animEffect transition="in" filter="wipe(left)">
                                      <p:cBhvr>
                                        <p:cTn id="22" dur="500"/>
                                        <p:tgtEl>
                                          <p:spTgt spid="358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858"/>
                                        </p:tgtEl>
                                        <p:attrNameLst>
                                          <p:attrName>style.visibility</p:attrName>
                                        </p:attrNameLst>
                                      </p:cBhvr>
                                      <p:to>
                                        <p:strVal val="visible"/>
                                      </p:to>
                                    </p:set>
                                    <p:animEffect transition="in" filter="wipe(left)">
                                      <p:cBhvr>
                                        <p:cTn id="27" dur="500"/>
                                        <p:tgtEl>
                                          <p:spTgt spid="3585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859"/>
                                        </p:tgtEl>
                                        <p:attrNameLst>
                                          <p:attrName>style.visibility</p:attrName>
                                        </p:attrNameLst>
                                      </p:cBhvr>
                                      <p:to>
                                        <p:strVal val="visible"/>
                                      </p:to>
                                    </p:set>
                                    <p:animEffect transition="in" filter="wipe(left)">
                                      <p:cBhvr>
                                        <p:cTn id="32" dur="500"/>
                                        <p:tgtEl>
                                          <p:spTgt spid="3585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847"/>
                                        </p:tgtEl>
                                        <p:attrNameLst>
                                          <p:attrName>style.visibility</p:attrName>
                                        </p:attrNameLst>
                                      </p:cBhvr>
                                      <p:to>
                                        <p:strVal val="visible"/>
                                      </p:to>
                                    </p:set>
                                    <p:animEffect transition="in" filter="wipe(left)">
                                      <p:cBhvr>
                                        <p:cTn id="37" dur="500"/>
                                        <p:tgtEl>
                                          <p:spTgt spid="3584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5860"/>
                                        </p:tgtEl>
                                        <p:attrNameLst>
                                          <p:attrName>style.visibility</p:attrName>
                                        </p:attrNameLst>
                                      </p:cBhvr>
                                      <p:to>
                                        <p:strVal val="visible"/>
                                      </p:to>
                                    </p:set>
                                    <p:animEffect transition="in" filter="wipe(left)">
                                      <p:cBhvr>
                                        <p:cTn id="42" dur="500"/>
                                        <p:tgtEl>
                                          <p:spTgt spid="3586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5848"/>
                                        </p:tgtEl>
                                        <p:attrNameLst>
                                          <p:attrName>style.visibility</p:attrName>
                                        </p:attrNameLst>
                                      </p:cBhvr>
                                      <p:to>
                                        <p:strVal val="visible"/>
                                      </p:to>
                                    </p:set>
                                    <p:animEffect transition="in" filter="wipe(left)">
                                      <p:cBhvr>
                                        <p:cTn id="47" dur="500"/>
                                        <p:tgtEl>
                                          <p:spTgt spid="3584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8391"/>
                                        </p:tgtEl>
                                        <p:attrNameLst>
                                          <p:attrName>style.visibility</p:attrName>
                                        </p:attrNameLst>
                                      </p:cBhvr>
                                      <p:to>
                                        <p:strVal val="visible"/>
                                      </p:to>
                                    </p:set>
                                    <p:animEffect transition="in" filter="wipe(left)">
                                      <p:cBhvr>
                                        <p:cTn id="52" dur="1000"/>
                                        <p:tgtEl>
                                          <p:spTgt spid="5839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8394"/>
                                        </p:tgtEl>
                                        <p:attrNameLst>
                                          <p:attrName>style.visibility</p:attrName>
                                        </p:attrNameLst>
                                      </p:cBhvr>
                                      <p:to>
                                        <p:strVal val="visible"/>
                                      </p:to>
                                    </p:set>
                                    <p:animEffect transition="in" filter="wipe(left)">
                                      <p:cBhvr>
                                        <p:cTn id="57" dur="1000"/>
                                        <p:tgtEl>
                                          <p:spTgt spid="58394"/>
                                        </p:tgtEl>
                                      </p:cBhvr>
                                    </p:animEffect>
                                  </p:childTnLst>
                                </p:cTn>
                              </p:par>
                            </p:childTnLst>
                          </p:cTn>
                        </p:par>
                        <p:par>
                          <p:cTn id="58" fill="hold">
                            <p:stCondLst>
                              <p:cond delay="1000"/>
                            </p:stCondLst>
                            <p:childTnLst>
                              <p:par>
                                <p:cTn id="59" presetID="22" presetClass="entr" presetSubtype="8" fill="hold" nodeType="afterEffect">
                                  <p:stCondLst>
                                    <p:cond delay="0"/>
                                  </p:stCondLst>
                                  <p:childTnLst>
                                    <p:set>
                                      <p:cBhvr>
                                        <p:cTn id="60" dur="1" fill="hold">
                                          <p:stCondLst>
                                            <p:cond delay="0"/>
                                          </p:stCondLst>
                                        </p:cTn>
                                        <p:tgtEl>
                                          <p:spTgt spid="58392"/>
                                        </p:tgtEl>
                                        <p:attrNameLst>
                                          <p:attrName>style.visibility</p:attrName>
                                        </p:attrNameLst>
                                      </p:cBhvr>
                                      <p:to>
                                        <p:strVal val="visible"/>
                                      </p:to>
                                    </p:set>
                                    <p:animEffect transition="in" filter="wipe(left)">
                                      <p:cBhvr>
                                        <p:cTn id="61" dur="1000"/>
                                        <p:tgtEl>
                                          <p:spTgt spid="5839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58395"/>
                                        </p:tgtEl>
                                        <p:attrNameLst>
                                          <p:attrName>style.visibility</p:attrName>
                                        </p:attrNameLst>
                                      </p:cBhvr>
                                      <p:to>
                                        <p:strVal val="visible"/>
                                      </p:to>
                                    </p:set>
                                    <p:animEffect transition="in" filter="wipe(left)">
                                      <p:cBhvr>
                                        <p:cTn id="66" dur="1000"/>
                                        <p:tgtEl>
                                          <p:spTgt spid="58395"/>
                                        </p:tgtEl>
                                      </p:cBhvr>
                                    </p:animEffect>
                                  </p:childTnLst>
                                </p:cTn>
                              </p:par>
                            </p:childTnLst>
                          </p:cTn>
                        </p:par>
                        <p:par>
                          <p:cTn id="67" fill="hold">
                            <p:stCondLst>
                              <p:cond delay="1000"/>
                            </p:stCondLst>
                            <p:childTnLst>
                              <p:par>
                                <p:cTn id="68" presetID="22" presetClass="entr" presetSubtype="8" fill="hold" nodeType="afterEffect">
                                  <p:stCondLst>
                                    <p:cond delay="0"/>
                                  </p:stCondLst>
                                  <p:childTnLst>
                                    <p:set>
                                      <p:cBhvr>
                                        <p:cTn id="69" dur="1" fill="hold">
                                          <p:stCondLst>
                                            <p:cond delay="0"/>
                                          </p:stCondLst>
                                        </p:cTn>
                                        <p:tgtEl>
                                          <p:spTgt spid="58393"/>
                                        </p:tgtEl>
                                        <p:attrNameLst>
                                          <p:attrName>style.visibility</p:attrName>
                                        </p:attrNameLst>
                                      </p:cBhvr>
                                      <p:to>
                                        <p:strVal val="visible"/>
                                      </p:to>
                                    </p:set>
                                    <p:animEffect transition="in" filter="wipe(left)">
                                      <p:cBhvr>
                                        <p:cTn id="70" dur="1000"/>
                                        <p:tgtEl>
                                          <p:spTgt spid="5839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58396"/>
                                        </p:tgtEl>
                                        <p:attrNameLst>
                                          <p:attrName>style.visibility</p:attrName>
                                        </p:attrNameLst>
                                      </p:cBhvr>
                                      <p:to>
                                        <p:strVal val="visible"/>
                                      </p:to>
                                    </p:set>
                                    <p:animEffect transition="in" filter="wipe(left)">
                                      <p:cBhvr>
                                        <p:cTn id="75" dur="1000"/>
                                        <p:tgtEl>
                                          <p:spTgt spid="5839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35855"/>
                                        </p:tgtEl>
                                        <p:attrNameLst>
                                          <p:attrName>style.visibility</p:attrName>
                                        </p:attrNameLst>
                                      </p:cBhvr>
                                      <p:to>
                                        <p:strVal val="visible"/>
                                      </p:to>
                                    </p:set>
                                    <p:animEffect transition="in" filter="wipe(left)">
                                      <p:cBhvr>
                                        <p:cTn id="80" dur="500"/>
                                        <p:tgtEl>
                                          <p:spTgt spid="3585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35856"/>
                                        </p:tgtEl>
                                        <p:attrNameLst>
                                          <p:attrName>style.visibility</p:attrName>
                                        </p:attrNameLst>
                                      </p:cBhvr>
                                      <p:to>
                                        <p:strVal val="visible"/>
                                      </p:to>
                                    </p:set>
                                    <p:animEffect transition="in" filter="wipe(left)">
                                      <p:cBhvr>
                                        <p:cTn id="85" dur="500"/>
                                        <p:tgtEl>
                                          <p:spTgt spid="35856"/>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35862"/>
                                        </p:tgtEl>
                                        <p:attrNameLst>
                                          <p:attrName>style.visibility</p:attrName>
                                        </p:attrNameLst>
                                      </p:cBhvr>
                                      <p:to>
                                        <p:strVal val="visible"/>
                                      </p:to>
                                    </p:set>
                                    <p:animEffect transition="in" filter="dissolve">
                                      <p:cBhvr>
                                        <p:cTn id="90" dur="500"/>
                                        <p:tgtEl>
                                          <p:spTgt spid="3586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35861"/>
                                        </p:tgtEl>
                                        <p:attrNameLst>
                                          <p:attrName>style.visibility</p:attrName>
                                        </p:attrNameLst>
                                      </p:cBhvr>
                                      <p:to>
                                        <p:strVal val="visible"/>
                                      </p:to>
                                    </p:set>
                                    <p:animEffect transition="in" filter="wipe(left)">
                                      <p:cBhvr>
                                        <p:cTn id="95" dur="500"/>
                                        <p:tgtEl>
                                          <p:spTgt spid="35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p:bldP spid="35846" grpId="0" autoUpdateAnimBg="0"/>
      <p:bldP spid="35847" grpId="0" autoUpdateAnimBg="0"/>
      <p:bldP spid="35857" grpId="0" animBg="1"/>
      <p:bldP spid="35861" grpId="0" autoUpdateAnimBg="0"/>
      <p:bldP spid="35862" grpId="0" animBg="1"/>
      <p:bldP spid="35890" grpId="0" autoUpdateAnimBg="0"/>
      <p:bldP spid="58394" grpId="0" animBg="1"/>
      <p:bldP spid="5839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Text Box 5"/>
          <p:cNvSpPr txBox="1">
            <a:spLocks noChangeArrowheads="1"/>
          </p:cNvSpPr>
          <p:nvPr/>
        </p:nvSpPr>
        <p:spPr bwMode="auto">
          <a:xfrm>
            <a:off x="539750" y="5661025"/>
            <a:ext cx="6248400" cy="457200"/>
          </a:xfrm>
          <a:prstGeom prst="rect">
            <a:avLst/>
          </a:prstGeom>
          <a:noFill/>
          <a:ln w="9525">
            <a:noFill/>
            <a:miter lim="800000"/>
            <a:headEnd/>
            <a:tailEnd/>
          </a:ln>
        </p:spPr>
        <p:txBody>
          <a:bodyPr>
            <a:spAutoFit/>
          </a:bodyPr>
          <a:lstStyle/>
          <a:p>
            <a:pPr algn="l"/>
            <a:r>
              <a:rPr lang="zh-CN" altLang="en-US" sz="2400" b="1">
                <a:latin typeface="宋体" pitchFamily="2" charset="-122"/>
              </a:rPr>
              <a:t>合振动是简谐振动</a:t>
            </a:r>
            <a:r>
              <a:rPr lang="en-US" altLang="zh-CN" sz="2400" b="1">
                <a:latin typeface="宋体" pitchFamily="2" charset="-122"/>
              </a:rPr>
              <a:t>,</a:t>
            </a:r>
            <a:r>
              <a:rPr lang="zh-CN" altLang="en-US" sz="2400" b="1">
                <a:latin typeface="宋体" pitchFamily="2" charset="-122"/>
              </a:rPr>
              <a:t>其频率仍为</a:t>
            </a:r>
            <a:r>
              <a:rPr lang="zh-CN" altLang="en-US" sz="2400" b="1" i="1">
                <a:solidFill>
                  <a:srgbClr val="FF6600"/>
                </a:solidFill>
                <a:latin typeface="宋体" pitchFamily="2" charset="-122"/>
                <a:sym typeface="Symbol" pitchFamily="18" charset="2"/>
              </a:rPr>
              <a:t></a:t>
            </a:r>
            <a:endParaRPr lang="zh-CN" altLang="en-US" sz="2400">
              <a:solidFill>
                <a:srgbClr val="FF6600"/>
              </a:solidFill>
              <a:latin typeface="宋体" pitchFamily="2" charset="-122"/>
            </a:endParaRPr>
          </a:p>
        </p:txBody>
      </p:sp>
      <p:graphicFrame>
        <p:nvGraphicFramePr>
          <p:cNvPr id="36870" name="Object 6"/>
          <p:cNvGraphicFramePr>
            <a:graphicFrameLocks noChangeAspect="1"/>
          </p:cNvGraphicFramePr>
          <p:nvPr/>
        </p:nvGraphicFramePr>
        <p:xfrm>
          <a:off x="827088" y="3717925"/>
          <a:ext cx="4419600" cy="623888"/>
        </p:xfrm>
        <a:graphic>
          <a:graphicData uri="http://schemas.openxmlformats.org/presentationml/2006/ole">
            <p:oleObj spid="_x0000_s29698" name="Equation" r:id="rId3" imgW="2133360" imgH="279360" progId="Equation.3">
              <p:embed/>
            </p:oleObj>
          </a:graphicData>
        </a:graphic>
      </p:graphicFrame>
      <p:graphicFrame>
        <p:nvGraphicFramePr>
          <p:cNvPr id="36871" name="Object 7"/>
          <p:cNvGraphicFramePr>
            <a:graphicFrameLocks noChangeAspect="1"/>
          </p:cNvGraphicFramePr>
          <p:nvPr/>
        </p:nvGraphicFramePr>
        <p:xfrm>
          <a:off x="736600" y="4581525"/>
          <a:ext cx="4144963" cy="984250"/>
        </p:xfrm>
        <a:graphic>
          <a:graphicData uri="http://schemas.openxmlformats.org/presentationml/2006/ole">
            <p:oleObj spid="_x0000_s29699" name="公式" r:id="rId4" imgW="1726920" imgH="431640" progId="Equation.3">
              <p:embed/>
            </p:oleObj>
          </a:graphicData>
        </a:graphic>
      </p:graphicFrame>
      <p:graphicFrame>
        <p:nvGraphicFramePr>
          <p:cNvPr id="36872" name="Object 8"/>
          <p:cNvGraphicFramePr>
            <a:graphicFrameLocks noChangeAspect="1"/>
          </p:cNvGraphicFramePr>
          <p:nvPr/>
        </p:nvGraphicFramePr>
        <p:xfrm>
          <a:off x="684213" y="1154113"/>
          <a:ext cx="3244850" cy="476250"/>
        </p:xfrm>
        <a:graphic>
          <a:graphicData uri="http://schemas.openxmlformats.org/presentationml/2006/ole">
            <p:oleObj spid="_x0000_s29700" name="Equation" r:id="rId5" imgW="1358640" imgH="215640" progId="Equation.3">
              <p:embed/>
            </p:oleObj>
          </a:graphicData>
        </a:graphic>
      </p:graphicFrame>
      <p:graphicFrame>
        <p:nvGraphicFramePr>
          <p:cNvPr id="36873" name="Object 9"/>
          <p:cNvGraphicFramePr>
            <a:graphicFrameLocks noChangeAspect="1"/>
          </p:cNvGraphicFramePr>
          <p:nvPr/>
        </p:nvGraphicFramePr>
        <p:xfrm>
          <a:off x="684213" y="1957388"/>
          <a:ext cx="3244850" cy="461962"/>
        </p:xfrm>
        <a:graphic>
          <a:graphicData uri="http://schemas.openxmlformats.org/presentationml/2006/ole">
            <p:oleObj spid="_x0000_s29701" name="Equation" r:id="rId6" imgW="1409400" imgH="215640" progId="Equation.3">
              <p:embed/>
            </p:oleObj>
          </a:graphicData>
        </a:graphic>
      </p:graphicFrame>
      <p:sp>
        <p:nvSpPr>
          <p:cNvPr id="36876" name="Text Box 12"/>
          <p:cNvSpPr txBox="1">
            <a:spLocks noChangeArrowheads="1"/>
          </p:cNvSpPr>
          <p:nvPr/>
        </p:nvSpPr>
        <p:spPr bwMode="auto">
          <a:xfrm>
            <a:off x="611188" y="2708275"/>
            <a:ext cx="1676400" cy="457200"/>
          </a:xfrm>
          <a:prstGeom prst="rect">
            <a:avLst/>
          </a:prstGeom>
          <a:noFill/>
          <a:ln w="9525">
            <a:noFill/>
            <a:miter lim="800000"/>
            <a:headEnd/>
            <a:tailEnd/>
          </a:ln>
        </p:spPr>
        <p:txBody>
          <a:bodyPr>
            <a:spAutoFit/>
          </a:bodyPr>
          <a:lstStyle/>
          <a:p>
            <a:pPr algn="just"/>
            <a:r>
              <a:rPr lang="zh-CN" altLang="en-US" sz="2400" b="1">
                <a:latin typeface="宋体" pitchFamily="2" charset="-122"/>
              </a:rPr>
              <a:t>合振动 ：</a:t>
            </a:r>
            <a:endParaRPr lang="zh-CN" altLang="zh-CN" sz="2400">
              <a:latin typeface="宋体" pitchFamily="2" charset="-122"/>
            </a:endParaRPr>
          </a:p>
        </p:txBody>
      </p:sp>
      <p:grpSp>
        <p:nvGrpSpPr>
          <p:cNvPr id="2" name="Group 59"/>
          <p:cNvGrpSpPr>
            <a:grpSpLocks/>
          </p:cNvGrpSpPr>
          <p:nvPr/>
        </p:nvGrpSpPr>
        <p:grpSpPr bwMode="auto">
          <a:xfrm>
            <a:off x="5991225" y="1077913"/>
            <a:ext cx="2362200" cy="1143000"/>
            <a:chOff x="3774" y="679"/>
            <a:chExt cx="1488" cy="720"/>
          </a:xfrm>
        </p:grpSpPr>
        <p:sp>
          <p:nvSpPr>
            <p:cNvPr id="29751" name="Line 19"/>
            <p:cNvSpPr>
              <a:spLocks noChangeShapeType="1"/>
            </p:cNvSpPr>
            <p:nvPr/>
          </p:nvSpPr>
          <p:spPr bwMode="auto">
            <a:xfrm flipV="1">
              <a:off x="4830" y="679"/>
              <a:ext cx="432" cy="720"/>
            </a:xfrm>
            <a:prstGeom prst="line">
              <a:avLst/>
            </a:prstGeom>
            <a:noFill/>
            <a:ln w="38100" cap="rnd">
              <a:solidFill>
                <a:schemeClr val="tx2"/>
              </a:solidFill>
              <a:prstDash val="sysDot"/>
              <a:round/>
              <a:headEnd/>
              <a:tailEnd/>
            </a:ln>
          </p:spPr>
          <p:txBody>
            <a:bodyPr/>
            <a:lstStyle/>
            <a:p>
              <a:endParaRPr lang="zh-CN" altLang="en-US"/>
            </a:p>
          </p:txBody>
        </p:sp>
        <p:sp>
          <p:nvSpPr>
            <p:cNvPr id="29752" name="Line 20"/>
            <p:cNvSpPr>
              <a:spLocks noChangeShapeType="1"/>
            </p:cNvSpPr>
            <p:nvPr/>
          </p:nvSpPr>
          <p:spPr bwMode="auto">
            <a:xfrm flipV="1">
              <a:off x="3774" y="679"/>
              <a:ext cx="1488" cy="384"/>
            </a:xfrm>
            <a:prstGeom prst="line">
              <a:avLst/>
            </a:prstGeom>
            <a:noFill/>
            <a:ln w="38100" cap="rnd">
              <a:solidFill>
                <a:schemeClr val="tx2"/>
              </a:solidFill>
              <a:prstDash val="sysDot"/>
              <a:round/>
              <a:headEnd/>
              <a:tailEnd/>
            </a:ln>
          </p:spPr>
          <p:txBody>
            <a:bodyPr/>
            <a:lstStyle/>
            <a:p>
              <a:endParaRPr lang="zh-CN" altLang="en-US"/>
            </a:p>
          </p:txBody>
        </p:sp>
      </p:grpSp>
      <p:grpSp>
        <p:nvGrpSpPr>
          <p:cNvPr id="3" name="Group 53"/>
          <p:cNvGrpSpPr>
            <a:grpSpLocks/>
          </p:cNvGrpSpPr>
          <p:nvPr/>
        </p:nvGrpSpPr>
        <p:grpSpPr bwMode="auto">
          <a:xfrm>
            <a:off x="5235575" y="1687513"/>
            <a:ext cx="755650" cy="1143000"/>
            <a:chOff x="3298" y="1063"/>
            <a:chExt cx="476" cy="720"/>
          </a:xfrm>
        </p:grpSpPr>
        <p:sp>
          <p:nvSpPr>
            <p:cNvPr id="29750" name="Line 16"/>
            <p:cNvSpPr>
              <a:spLocks noChangeShapeType="1"/>
            </p:cNvSpPr>
            <p:nvPr/>
          </p:nvSpPr>
          <p:spPr bwMode="auto">
            <a:xfrm flipV="1">
              <a:off x="3342" y="1063"/>
              <a:ext cx="432" cy="720"/>
            </a:xfrm>
            <a:prstGeom prst="line">
              <a:avLst/>
            </a:prstGeom>
            <a:noFill/>
            <a:ln w="28575">
              <a:solidFill>
                <a:schemeClr val="tx2"/>
              </a:solidFill>
              <a:round/>
              <a:headEnd/>
              <a:tailEnd type="triangle" w="med" len="med"/>
            </a:ln>
          </p:spPr>
          <p:txBody>
            <a:bodyPr/>
            <a:lstStyle/>
            <a:p>
              <a:endParaRPr lang="zh-CN" altLang="en-US"/>
            </a:p>
          </p:txBody>
        </p:sp>
        <p:graphicFrame>
          <p:nvGraphicFramePr>
            <p:cNvPr id="29717" name="Object 24"/>
            <p:cNvGraphicFramePr>
              <a:graphicFrameLocks noChangeAspect="1"/>
            </p:cNvGraphicFramePr>
            <p:nvPr/>
          </p:nvGraphicFramePr>
          <p:xfrm>
            <a:off x="3298" y="1151"/>
            <a:ext cx="265" cy="305"/>
          </p:xfrm>
          <a:graphic>
            <a:graphicData uri="http://schemas.openxmlformats.org/presentationml/2006/ole">
              <p:oleObj spid="_x0000_s29717" name="Equation" r:id="rId7" imgW="203040" imgH="228600" progId="Equation.3">
                <p:embed/>
              </p:oleObj>
            </a:graphicData>
          </a:graphic>
        </p:graphicFrame>
      </p:grpSp>
      <p:grpSp>
        <p:nvGrpSpPr>
          <p:cNvPr id="4" name="Group 50"/>
          <p:cNvGrpSpPr>
            <a:grpSpLocks/>
          </p:cNvGrpSpPr>
          <p:nvPr/>
        </p:nvGrpSpPr>
        <p:grpSpPr bwMode="auto">
          <a:xfrm>
            <a:off x="5305425" y="1916113"/>
            <a:ext cx="2362200" cy="914400"/>
            <a:chOff x="3342" y="1207"/>
            <a:chExt cx="1488" cy="576"/>
          </a:xfrm>
        </p:grpSpPr>
        <p:sp>
          <p:nvSpPr>
            <p:cNvPr id="29749" name="Line 17"/>
            <p:cNvSpPr>
              <a:spLocks noChangeShapeType="1"/>
            </p:cNvSpPr>
            <p:nvPr/>
          </p:nvSpPr>
          <p:spPr bwMode="auto">
            <a:xfrm flipV="1">
              <a:off x="3342" y="1399"/>
              <a:ext cx="1488" cy="384"/>
            </a:xfrm>
            <a:prstGeom prst="line">
              <a:avLst/>
            </a:prstGeom>
            <a:noFill/>
            <a:ln w="28575">
              <a:solidFill>
                <a:srgbClr val="333399"/>
              </a:solidFill>
              <a:round/>
              <a:headEnd/>
              <a:tailEnd type="triangle" w="med" len="med"/>
            </a:ln>
          </p:spPr>
          <p:txBody>
            <a:bodyPr/>
            <a:lstStyle/>
            <a:p>
              <a:endParaRPr lang="zh-CN" altLang="en-US"/>
            </a:p>
          </p:txBody>
        </p:sp>
        <p:graphicFrame>
          <p:nvGraphicFramePr>
            <p:cNvPr id="29716" name="Object 25"/>
            <p:cNvGraphicFramePr>
              <a:graphicFrameLocks noChangeAspect="1"/>
            </p:cNvGraphicFramePr>
            <p:nvPr/>
          </p:nvGraphicFramePr>
          <p:xfrm>
            <a:off x="4398" y="1207"/>
            <a:ext cx="232" cy="305"/>
          </p:xfrm>
          <a:graphic>
            <a:graphicData uri="http://schemas.openxmlformats.org/presentationml/2006/ole">
              <p:oleObj spid="_x0000_s29716" name="Equation" r:id="rId8" imgW="177480" imgH="228600" progId="Equation.3">
                <p:embed/>
              </p:oleObj>
            </a:graphicData>
          </a:graphic>
        </p:graphicFrame>
      </p:grpSp>
      <p:grpSp>
        <p:nvGrpSpPr>
          <p:cNvPr id="5" name="Group 52"/>
          <p:cNvGrpSpPr>
            <a:grpSpLocks/>
          </p:cNvGrpSpPr>
          <p:nvPr/>
        </p:nvGrpSpPr>
        <p:grpSpPr bwMode="auto">
          <a:xfrm>
            <a:off x="5305425" y="1077913"/>
            <a:ext cx="3124200" cy="1752600"/>
            <a:chOff x="3342" y="679"/>
            <a:chExt cx="1968" cy="1104"/>
          </a:xfrm>
        </p:grpSpPr>
        <p:sp>
          <p:nvSpPr>
            <p:cNvPr id="29748" name="Line 18"/>
            <p:cNvSpPr>
              <a:spLocks noChangeShapeType="1"/>
            </p:cNvSpPr>
            <p:nvPr/>
          </p:nvSpPr>
          <p:spPr bwMode="auto">
            <a:xfrm flipV="1">
              <a:off x="3342" y="679"/>
              <a:ext cx="1968" cy="1104"/>
            </a:xfrm>
            <a:prstGeom prst="line">
              <a:avLst/>
            </a:prstGeom>
            <a:noFill/>
            <a:ln w="28575">
              <a:solidFill>
                <a:srgbClr val="FF3300"/>
              </a:solidFill>
              <a:round/>
              <a:headEnd/>
              <a:tailEnd type="triangle" w="med" len="med"/>
            </a:ln>
          </p:spPr>
          <p:txBody>
            <a:bodyPr/>
            <a:lstStyle/>
            <a:p>
              <a:endParaRPr lang="zh-CN" altLang="en-US"/>
            </a:p>
          </p:txBody>
        </p:sp>
        <p:graphicFrame>
          <p:nvGraphicFramePr>
            <p:cNvPr id="29715" name="Object 26"/>
            <p:cNvGraphicFramePr>
              <a:graphicFrameLocks noChangeAspect="1"/>
            </p:cNvGraphicFramePr>
            <p:nvPr/>
          </p:nvGraphicFramePr>
          <p:xfrm>
            <a:off x="4158" y="1015"/>
            <a:ext cx="215" cy="255"/>
          </p:xfrm>
          <a:graphic>
            <a:graphicData uri="http://schemas.openxmlformats.org/presentationml/2006/ole">
              <p:oleObj spid="_x0000_s29715" name="Equation" r:id="rId9" imgW="164880" imgH="190440" progId="Equation.3">
                <p:embed/>
              </p:oleObj>
            </a:graphicData>
          </a:graphic>
        </p:graphicFrame>
      </p:grpSp>
      <p:grpSp>
        <p:nvGrpSpPr>
          <p:cNvPr id="6" name="Group 51"/>
          <p:cNvGrpSpPr>
            <a:grpSpLocks/>
          </p:cNvGrpSpPr>
          <p:nvPr/>
        </p:nvGrpSpPr>
        <p:grpSpPr bwMode="auto">
          <a:xfrm>
            <a:off x="5121275" y="2387600"/>
            <a:ext cx="717550" cy="1131888"/>
            <a:chOff x="3226" y="1504"/>
            <a:chExt cx="452" cy="713"/>
          </a:xfrm>
        </p:grpSpPr>
        <p:graphicFrame>
          <p:nvGraphicFramePr>
            <p:cNvPr id="29714" name="Object 32"/>
            <p:cNvGraphicFramePr>
              <a:graphicFrameLocks noChangeAspect="1"/>
            </p:cNvGraphicFramePr>
            <p:nvPr/>
          </p:nvGraphicFramePr>
          <p:xfrm>
            <a:off x="3294" y="1926"/>
            <a:ext cx="203" cy="291"/>
          </p:xfrm>
          <a:graphic>
            <a:graphicData uri="http://schemas.openxmlformats.org/presentationml/2006/ole">
              <p:oleObj spid="_x0000_s29714" name="Equation" r:id="rId10" imgW="139680" imgH="164880" progId="Equation.3">
                <p:embed/>
              </p:oleObj>
            </a:graphicData>
          </a:graphic>
        </p:graphicFrame>
        <p:sp>
          <p:nvSpPr>
            <p:cNvPr id="29746" name="Arc 33"/>
            <p:cNvSpPr>
              <a:spLocks/>
            </p:cNvSpPr>
            <p:nvPr/>
          </p:nvSpPr>
          <p:spPr bwMode="auto">
            <a:xfrm rot="2218152">
              <a:off x="3226" y="1504"/>
              <a:ext cx="451" cy="471"/>
            </a:xfrm>
            <a:custGeom>
              <a:avLst/>
              <a:gdLst>
                <a:gd name="T0" fmla="*/ 0 w 16919"/>
                <a:gd name="T1" fmla="*/ 0 h 17659"/>
                <a:gd name="T2" fmla="*/ 0 w 16919"/>
                <a:gd name="T3" fmla="*/ 0 h 17659"/>
                <a:gd name="T4" fmla="*/ 0 w 16919"/>
                <a:gd name="T5" fmla="*/ 0 h 17659"/>
                <a:gd name="T6" fmla="*/ 0 60000 65536"/>
                <a:gd name="T7" fmla="*/ 0 60000 65536"/>
                <a:gd name="T8" fmla="*/ 0 60000 65536"/>
                <a:gd name="T9" fmla="*/ 0 w 16919"/>
                <a:gd name="T10" fmla="*/ 0 h 17659"/>
                <a:gd name="T11" fmla="*/ 16919 w 16919"/>
                <a:gd name="T12" fmla="*/ 17659 h 17659"/>
              </a:gdLst>
              <a:ahLst/>
              <a:cxnLst>
                <a:cxn ang="T6">
                  <a:pos x="T0" y="T1"/>
                </a:cxn>
                <a:cxn ang="T7">
                  <a:pos x="T2" y="T3"/>
                </a:cxn>
                <a:cxn ang="T8">
                  <a:pos x="T4" y="T5"/>
                </a:cxn>
              </a:cxnLst>
              <a:rect l="T9" t="T10" r="T11" b="T12"/>
              <a:pathLst>
                <a:path w="16919" h="17659" fill="none" extrusionOk="0">
                  <a:moveTo>
                    <a:pt x="12438" y="0"/>
                  </a:moveTo>
                  <a:cubicBezTo>
                    <a:pt x="14126" y="1189"/>
                    <a:pt x="15635" y="2614"/>
                    <a:pt x="16919" y="4231"/>
                  </a:cubicBezTo>
                </a:path>
                <a:path w="16919" h="17659" stroke="0" extrusionOk="0">
                  <a:moveTo>
                    <a:pt x="12438" y="0"/>
                  </a:moveTo>
                  <a:cubicBezTo>
                    <a:pt x="14126" y="1189"/>
                    <a:pt x="15635" y="2614"/>
                    <a:pt x="16919" y="4231"/>
                  </a:cubicBezTo>
                  <a:lnTo>
                    <a:pt x="0" y="17659"/>
                  </a:lnTo>
                  <a:close/>
                </a:path>
              </a:pathLst>
            </a:custGeom>
            <a:noFill/>
            <a:ln w="28575">
              <a:solidFill>
                <a:srgbClr val="CC0000"/>
              </a:solidFill>
              <a:round/>
              <a:headEnd/>
              <a:tailEnd/>
            </a:ln>
          </p:spPr>
          <p:txBody>
            <a:bodyPr wrap="none" anchor="ctr"/>
            <a:lstStyle/>
            <a:p>
              <a:endParaRPr lang="zh-CN" altLang="en-US"/>
            </a:p>
          </p:txBody>
        </p:sp>
        <p:sp>
          <p:nvSpPr>
            <p:cNvPr id="29747" name="Line 34"/>
            <p:cNvSpPr>
              <a:spLocks noChangeShapeType="1"/>
            </p:cNvSpPr>
            <p:nvPr/>
          </p:nvSpPr>
          <p:spPr bwMode="auto">
            <a:xfrm flipH="1">
              <a:off x="3486" y="1687"/>
              <a:ext cx="192" cy="288"/>
            </a:xfrm>
            <a:prstGeom prst="line">
              <a:avLst/>
            </a:prstGeom>
            <a:noFill/>
            <a:ln w="9525">
              <a:solidFill>
                <a:srgbClr val="CC0000"/>
              </a:solidFill>
              <a:round/>
              <a:headEnd/>
              <a:tailEnd type="triangle" w="med" len="med"/>
            </a:ln>
          </p:spPr>
          <p:txBody>
            <a:bodyPr/>
            <a:lstStyle/>
            <a:p>
              <a:endParaRPr lang="zh-CN" altLang="en-US"/>
            </a:p>
          </p:txBody>
        </p:sp>
      </p:grpSp>
      <p:grpSp>
        <p:nvGrpSpPr>
          <p:cNvPr id="7" name="Group 54"/>
          <p:cNvGrpSpPr>
            <a:grpSpLocks/>
          </p:cNvGrpSpPr>
          <p:nvPr/>
        </p:nvGrpSpPr>
        <p:grpSpPr bwMode="auto">
          <a:xfrm>
            <a:off x="4787900" y="2143125"/>
            <a:ext cx="869950" cy="1022350"/>
            <a:chOff x="3016" y="1350"/>
            <a:chExt cx="548" cy="644"/>
          </a:xfrm>
        </p:grpSpPr>
        <p:graphicFrame>
          <p:nvGraphicFramePr>
            <p:cNvPr id="29713" name="Object 31"/>
            <p:cNvGraphicFramePr>
              <a:graphicFrameLocks noChangeAspect="1"/>
            </p:cNvGraphicFramePr>
            <p:nvPr/>
          </p:nvGraphicFramePr>
          <p:xfrm>
            <a:off x="3016" y="1350"/>
            <a:ext cx="269" cy="291"/>
          </p:xfrm>
          <a:graphic>
            <a:graphicData uri="http://schemas.openxmlformats.org/presentationml/2006/ole">
              <p:oleObj spid="_x0000_s29713" name="Equation" r:id="rId11" imgW="177480" imgH="215640" progId="Equation.3">
                <p:embed/>
              </p:oleObj>
            </a:graphicData>
          </a:graphic>
        </p:graphicFrame>
        <p:sp>
          <p:nvSpPr>
            <p:cNvPr id="29744" name="Arc 35"/>
            <p:cNvSpPr>
              <a:spLocks/>
            </p:cNvSpPr>
            <p:nvPr/>
          </p:nvSpPr>
          <p:spPr bwMode="auto">
            <a:xfrm rot="1692402">
              <a:off x="3091" y="1491"/>
              <a:ext cx="473" cy="503"/>
            </a:xfrm>
            <a:custGeom>
              <a:avLst/>
              <a:gdLst>
                <a:gd name="T0" fmla="*/ 0 w 17755"/>
                <a:gd name="T1" fmla="*/ 0 h 18845"/>
                <a:gd name="T2" fmla="*/ 0 w 17755"/>
                <a:gd name="T3" fmla="*/ 0 h 18845"/>
                <a:gd name="T4" fmla="*/ 0 w 17755"/>
                <a:gd name="T5" fmla="*/ 0 h 18845"/>
                <a:gd name="T6" fmla="*/ 0 60000 65536"/>
                <a:gd name="T7" fmla="*/ 0 60000 65536"/>
                <a:gd name="T8" fmla="*/ 0 60000 65536"/>
                <a:gd name="T9" fmla="*/ 0 w 17755"/>
                <a:gd name="T10" fmla="*/ 0 h 18845"/>
                <a:gd name="T11" fmla="*/ 17755 w 17755"/>
                <a:gd name="T12" fmla="*/ 18845 h 18845"/>
              </a:gdLst>
              <a:ahLst/>
              <a:cxnLst>
                <a:cxn ang="T6">
                  <a:pos x="T0" y="T1"/>
                </a:cxn>
                <a:cxn ang="T7">
                  <a:pos x="T2" y="T3"/>
                </a:cxn>
                <a:cxn ang="T8">
                  <a:pos x="T4" y="T5"/>
                </a:cxn>
              </a:cxnLst>
              <a:rect l="T9" t="T10" r="T11" b="T12"/>
              <a:pathLst>
                <a:path w="17755" h="18845" fill="none" extrusionOk="0">
                  <a:moveTo>
                    <a:pt x="10555" y="0"/>
                  </a:moveTo>
                  <a:cubicBezTo>
                    <a:pt x="13421" y="1605"/>
                    <a:pt x="15883" y="3843"/>
                    <a:pt x="17754" y="6543"/>
                  </a:cubicBezTo>
                </a:path>
                <a:path w="17755" h="18845" stroke="0" extrusionOk="0">
                  <a:moveTo>
                    <a:pt x="10555" y="0"/>
                  </a:moveTo>
                  <a:cubicBezTo>
                    <a:pt x="13421" y="1605"/>
                    <a:pt x="15883" y="3843"/>
                    <a:pt x="17754" y="6543"/>
                  </a:cubicBezTo>
                  <a:lnTo>
                    <a:pt x="0" y="18845"/>
                  </a:lnTo>
                  <a:close/>
                </a:path>
              </a:pathLst>
            </a:custGeom>
            <a:noFill/>
            <a:ln w="28575">
              <a:solidFill>
                <a:schemeClr val="tx2"/>
              </a:solidFill>
              <a:round/>
              <a:headEnd/>
              <a:tailEnd/>
            </a:ln>
          </p:spPr>
          <p:txBody>
            <a:bodyPr wrap="none" anchor="ctr"/>
            <a:lstStyle/>
            <a:p>
              <a:endParaRPr lang="zh-CN" altLang="en-US"/>
            </a:p>
          </p:txBody>
        </p:sp>
        <p:sp>
          <p:nvSpPr>
            <p:cNvPr id="29745" name="Line 36"/>
            <p:cNvSpPr>
              <a:spLocks noChangeShapeType="1"/>
            </p:cNvSpPr>
            <p:nvPr/>
          </p:nvSpPr>
          <p:spPr bwMode="auto">
            <a:xfrm flipH="1" flipV="1">
              <a:off x="3294" y="1543"/>
              <a:ext cx="240" cy="96"/>
            </a:xfrm>
            <a:prstGeom prst="line">
              <a:avLst/>
            </a:prstGeom>
            <a:noFill/>
            <a:ln w="9525">
              <a:solidFill>
                <a:schemeClr val="tx2"/>
              </a:solidFill>
              <a:round/>
              <a:headEnd/>
              <a:tailEnd type="triangle" w="med" len="med"/>
            </a:ln>
          </p:spPr>
          <p:txBody>
            <a:bodyPr/>
            <a:lstStyle/>
            <a:p>
              <a:endParaRPr lang="zh-CN" altLang="en-US"/>
            </a:p>
          </p:txBody>
        </p:sp>
      </p:grpSp>
      <p:grpSp>
        <p:nvGrpSpPr>
          <p:cNvPr id="8" name="Group 49"/>
          <p:cNvGrpSpPr>
            <a:grpSpLocks/>
          </p:cNvGrpSpPr>
          <p:nvPr/>
        </p:nvGrpSpPr>
        <p:grpSpPr bwMode="auto">
          <a:xfrm>
            <a:off x="6124575" y="2462213"/>
            <a:ext cx="641350" cy="461962"/>
            <a:chOff x="3858" y="1551"/>
            <a:chExt cx="404" cy="291"/>
          </a:xfrm>
        </p:grpSpPr>
        <p:graphicFrame>
          <p:nvGraphicFramePr>
            <p:cNvPr id="29712" name="Object 30"/>
            <p:cNvGraphicFramePr>
              <a:graphicFrameLocks noChangeAspect="1"/>
            </p:cNvGraphicFramePr>
            <p:nvPr/>
          </p:nvGraphicFramePr>
          <p:xfrm>
            <a:off x="3922" y="1551"/>
            <a:ext cx="340" cy="291"/>
          </p:xfrm>
          <a:graphic>
            <a:graphicData uri="http://schemas.openxmlformats.org/presentationml/2006/ole">
              <p:oleObj spid="_x0000_s29712" name="Equation" r:id="rId12" imgW="164880" imgH="215640" progId="Equation.3">
                <p:embed/>
              </p:oleObj>
            </a:graphicData>
          </a:graphic>
        </p:graphicFrame>
        <p:sp>
          <p:nvSpPr>
            <p:cNvPr id="29743" name="Freeform 37"/>
            <p:cNvSpPr>
              <a:spLocks/>
            </p:cNvSpPr>
            <p:nvPr/>
          </p:nvSpPr>
          <p:spPr bwMode="auto">
            <a:xfrm>
              <a:off x="3858" y="1663"/>
              <a:ext cx="41" cy="132"/>
            </a:xfrm>
            <a:custGeom>
              <a:avLst/>
              <a:gdLst>
                <a:gd name="T0" fmla="*/ 0 w 41"/>
                <a:gd name="T1" fmla="*/ 0 h 132"/>
                <a:gd name="T2" fmla="*/ 12 w 41"/>
                <a:gd name="T3" fmla="*/ 132 h 132"/>
                <a:gd name="T4" fmla="*/ 0 60000 65536"/>
                <a:gd name="T5" fmla="*/ 0 60000 65536"/>
                <a:gd name="T6" fmla="*/ 0 w 41"/>
                <a:gd name="T7" fmla="*/ 0 h 132"/>
                <a:gd name="T8" fmla="*/ 41 w 41"/>
                <a:gd name="T9" fmla="*/ 132 h 132"/>
              </a:gdLst>
              <a:ahLst/>
              <a:cxnLst>
                <a:cxn ang="T4">
                  <a:pos x="T0" y="T1"/>
                </a:cxn>
                <a:cxn ang="T5">
                  <a:pos x="T2" y="T3"/>
                </a:cxn>
              </a:cxnLst>
              <a:rect l="T6" t="T7" r="T8" b="T9"/>
              <a:pathLst>
                <a:path w="41" h="132">
                  <a:moveTo>
                    <a:pt x="0" y="0"/>
                  </a:moveTo>
                  <a:cubicBezTo>
                    <a:pt x="41" y="62"/>
                    <a:pt x="12" y="49"/>
                    <a:pt x="12" y="132"/>
                  </a:cubicBezTo>
                </a:path>
              </a:pathLst>
            </a:custGeom>
            <a:noFill/>
            <a:ln w="28575">
              <a:solidFill>
                <a:srgbClr val="333399"/>
              </a:solidFill>
              <a:round/>
              <a:headEnd/>
              <a:tailEnd/>
            </a:ln>
          </p:spPr>
          <p:txBody>
            <a:bodyPr/>
            <a:lstStyle/>
            <a:p>
              <a:endParaRPr lang="zh-CN" altLang="en-US"/>
            </a:p>
          </p:txBody>
        </p:sp>
      </p:grpSp>
      <p:grpSp>
        <p:nvGrpSpPr>
          <p:cNvPr id="9" name="Group 56"/>
          <p:cNvGrpSpPr>
            <a:grpSpLocks/>
          </p:cNvGrpSpPr>
          <p:nvPr/>
        </p:nvGrpSpPr>
        <p:grpSpPr bwMode="auto">
          <a:xfrm>
            <a:off x="6873875" y="1687513"/>
            <a:ext cx="1008063" cy="822325"/>
            <a:chOff x="4330" y="1063"/>
            <a:chExt cx="635" cy="518"/>
          </a:xfrm>
        </p:grpSpPr>
        <p:sp>
          <p:nvSpPr>
            <p:cNvPr id="29742" name="Arc 29"/>
            <p:cNvSpPr>
              <a:spLocks/>
            </p:cNvSpPr>
            <p:nvPr/>
          </p:nvSpPr>
          <p:spPr bwMode="auto">
            <a:xfrm rot="246322">
              <a:off x="4330" y="1111"/>
              <a:ext cx="500" cy="470"/>
            </a:xfrm>
            <a:custGeom>
              <a:avLst/>
              <a:gdLst>
                <a:gd name="T0" fmla="*/ 0 w 20430"/>
                <a:gd name="T1" fmla="*/ 0 h 17634"/>
                <a:gd name="T2" fmla="*/ 0 w 20430"/>
                <a:gd name="T3" fmla="*/ 0 h 17634"/>
                <a:gd name="T4" fmla="*/ 0 w 20430"/>
                <a:gd name="T5" fmla="*/ 0 h 17634"/>
                <a:gd name="T6" fmla="*/ 0 60000 65536"/>
                <a:gd name="T7" fmla="*/ 0 60000 65536"/>
                <a:gd name="T8" fmla="*/ 0 60000 65536"/>
                <a:gd name="T9" fmla="*/ 0 w 20430"/>
                <a:gd name="T10" fmla="*/ 0 h 17634"/>
                <a:gd name="T11" fmla="*/ 20430 w 20430"/>
                <a:gd name="T12" fmla="*/ 17634 h 17634"/>
              </a:gdLst>
              <a:ahLst/>
              <a:cxnLst>
                <a:cxn ang="T6">
                  <a:pos x="T0" y="T1"/>
                </a:cxn>
                <a:cxn ang="T7">
                  <a:pos x="T2" y="T3"/>
                </a:cxn>
                <a:cxn ang="T8">
                  <a:pos x="T4" y="T5"/>
                </a:cxn>
              </a:cxnLst>
              <a:rect l="T9" t="T10" r="T11" b="T12"/>
              <a:pathLst>
                <a:path w="20430" h="17634" fill="none" extrusionOk="0">
                  <a:moveTo>
                    <a:pt x="12474" y="-1"/>
                  </a:moveTo>
                  <a:cubicBezTo>
                    <a:pt x="16175" y="2617"/>
                    <a:pt x="18958" y="6334"/>
                    <a:pt x="20430" y="10621"/>
                  </a:cubicBezTo>
                </a:path>
                <a:path w="20430" h="17634" stroke="0" extrusionOk="0">
                  <a:moveTo>
                    <a:pt x="12474" y="-1"/>
                  </a:moveTo>
                  <a:cubicBezTo>
                    <a:pt x="16175" y="2617"/>
                    <a:pt x="18958" y="6334"/>
                    <a:pt x="20430" y="10621"/>
                  </a:cubicBezTo>
                  <a:lnTo>
                    <a:pt x="0" y="17634"/>
                  </a:lnTo>
                  <a:close/>
                </a:path>
              </a:pathLst>
            </a:custGeom>
            <a:noFill/>
            <a:ln w="9525">
              <a:solidFill>
                <a:srgbClr val="9900CC"/>
              </a:solidFill>
              <a:round/>
              <a:headEnd type="triangle" w="med" len="med"/>
              <a:tailEnd/>
            </a:ln>
          </p:spPr>
          <p:txBody>
            <a:bodyPr wrap="none" anchor="ctr"/>
            <a:lstStyle/>
            <a:p>
              <a:endParaRPr lang="zh-CN" altLang="en-US"/>
            </a:p>
          </p:txBody>
        </p:sp>
        <p:graphicFrame>
          <p:nvGraphicFramePr>
            <p:cNvPr id="29711" name="Object 38"/>
            <p:cNvGraphicFramePr>
              <a:graphicFrameLocks noChangeAspect="1"/>
            </p:cNvGraphicFramePr>
            <p:nvPr/>
          </p:nvGraphicFramePr>
          <p:xfrm>
            <a:off x="4734" y="1063"/>
            <a:ext cx="231" cy="187"/>
          </p:xfrm>
          <a:graphic>
            <a:graphicData uri="http://schemas.openxmlformats.org/presentationml/2006/ole">
              <p:oleObj spid="_x0000_s29711" name="Equation" r:id="rId13" imgW="152280" imgH="139680" progId="Equation.3">
                <p:embed/>
              </p:oleObj>
            </a:graphicData>
          </a:graphic>
        </p:graphicFrame>
      </p:grpSp>
      <p:grpSp>
        <p:nvGrpSpPr>
          <p:cNvPr id="10" name="Group 55"/>
          <p:cNvGrpSpPr>
            <a:grpSpLocks/>
          </p:cNvGrpSpPr>
          <p:nvPr/>
        </p:nvGrpSpPr>
        <p:grpSpPr bwMode="auto">
          <a:xfrm>
            <a:off x="5187950" y="1154113"/>
            <a:ext cx="793750" cy="993775"/>
            <a:chOff x="3268" y="727"/>
            <a:chExt cx="500" cy="626"/>
          </a:xfrm>
        </p:grpSpPr>
        <p:sp>
          <p:nvSpPr>
            <p:cNvPr id="29741" name="Arc 27"/>
            <p:cNvSpPr>
              <a:spLocks/>
            </p:cNvSpPr>
            <p:nvPr/>
          </p:nvSpPr>
          <p:spPr bwMode="auto">
            <a:xfrm rot="-1377632">
              <a:off x="3268" y="883"/>
              <a:ext cx="500" cy="470"/>
            </a:xfrm>
            <a:custGeom>
              <a:avLst/>
              <a:gdLst>
                <a:gd name="T0" fmla="*/ 0 w 20430"/>
                <a:gd name="T1" fmla="*/ 0 h 17634"/>
                <a:gd name="T2" fmla="*/ 0 w 20430"/>
                <a:gd name="T3" fmla="*/ 0 h 17634"/>
                <a:gd name="T4" fmla="*/ 0 w 20430"/>
                <a:gd name="T5" fmla="*/ 0 h 17634"/>
                <a:gd name="T6" fmla="*/ 0 60000 65536"/>
                <a:gd name="T7" fmla="*/ 0 60000 65536"/>
                <a:gd name="T8" fmla="*/ 0 60000 65536"/>
                <a:gd name="T9" fmla="*/ 0 w 20430"/>
                <a:gd name="T10" fmla="*/ 0 h 17634"/>
                <a:gd name="T11" fmla="*/ 20430 w 20430"/>
                <a:gd name="T12" fmla="*/ 17634 h 17634"/>
              </a:gdLst>
              <a:ahLst/>
              <a:cxnLst>
                <a:cxn ang="T6">
                  <a:pos x="T0" y="T1"/>
                </a:cxn>
                <a:cxn ang="T7">
                  <a:pos x="T2" y="T3"/>
                </a:cxn>
                <a:cxn ang="T8">
                  <a:pos x="T4" y="T5"/>
                </a:cxn>
              </a:cxnLst>
              <a:rect l="T9" t="T10" r="T11" b="T12"/>
              <a:pathLst>
                <a:path w="20430" h="17634" fill="none" extrusionOk="0">
                  <a:moveTo>
                    <a:pt x="12474" y="-1"/>
                  </a:moveTo>
                  <a:cubicBezTo>
                    <a:pt x="16175" y="2617"/>
                    <a:pt x="18958" y="6334"/>
                    <a:pt x="20430" y="10621"/>
                  </a:cubicBezTo>
                </a:path>
                <a:path w="20430" h="17634" stroke="0" extrusionOk="0">
                  <a:moveTo>
                    <a:pt x="12474" y="-1"/>
                  </a:moveTo>
                  <a:cubicBezTo>
                    <a:pt x="16175" y="2617"/>
                    <a:pt x="18958" y="6334"/>
                    <a:pt x="20430" y="10621"/>
                  </a:cubicBezTo>
                  <a:lnTo>
                    <a:pt x="0" y="17634"/>
                  </a:lnTo>
                  <a:close/>
                </a:path>
              </a:pathLst>
            </a:custGeom>
            <a:noFill/>
            <a:ln w="9525">
              <a:solidFill>
                <a:srgbClr val="9900CC"/>
              </a:solidFill>
              <a:round/>
              <a:headEnd type="triangle" w="med" len="med"/>
              <a:tailEnd/>
            </a:ln>
          </p:spPr>
          <p:txBody>
            <a:bodyPr wrap="none" anchor="ctr"/>
            <a:lstStyle/>
            <a:p>
              <a:endParaRPr lang="zh-CN" altLang="en-US"/>
            </a:p>
          </p:txBody>
        </p:sp>
        <p:graphicFrame>
          <p:nvGraphicFramePr>
            <p:cNvPr id="29710" name="Object 39"/>
            <p:cNvGraphicFramePr>
              <a:graphicFrameLocks noChangeAspect="1"/>
            </p:cNvGraphicFramePr>
            <p:nvPr/>
          </p:nvGraphicFramePr>
          <p:xfrm>
            <a:off x="3534" y="727"/>
            <a:ext cx="231" cy="187"/>
          </p:xfrm>
          <a:graphic>
            <a:graphicData uri="http://schemas.openxmlformats.org/presentationml/2006/ole">
              <p:oleObj spid="_x0000_s29710" name="Equation" r:id="rId14" imgW="152280" imgH="139680" progId="Equation.3">
                <p:embed/>
              </p:oleObj>
            </a:graphicData>
          </a:graphic>
        </p:graphicFrame>
      </p:grpSp>
      <p:grpSp>
        <p:nvGrpSpPr>
          <p:cNvPr id="11" name="Group 60"/>
          <p:cNvGrpSpPr>
            <a:grpSpLocks/>
          </p:cNvGrpSpPr>
          <p:nvPr/>
        </p:nvGrpSpPr>
        <p:grpSpPr bwMode="auto">
          <a:xfrm>
            <a:off x="7591425" y="620713"/>
            <a:ext cx="793750" cy="746125"/>
            <a:chOff x="4782" y="391"/>
            <a:chExt cx="500" cy="470"/>
          </a:xfrm>
        </p:grpSpPr>
        <p:sp>
          <p:nvSpPr>
            <p:cNvPr id="29740" name="Arc 28"/>
            <p:cNvSpPr>
              <a:spLocks/>
            </p:cNvSpPr>
            <p:nvPr/>
          </p:nvSpPr>
          <p:spPr bwMode="auto">
            <a:xfrm rot="-319485">
              <a:off x="4782" y="391"/>
              <a:ext cx="500" cy="470"/>
            </a:xfrm>
            <a:custGeom>
              <a:avLst/>
              <a:gdLst>
                <a:gd name="T0" fmla="*/ 0 w 20430"/>
                <a:gd name="T1" fmla="*/ 0 h 17634"/>
                <a:gd name="T2" fmla="*/ 0 w 20430"/>
                <a:gd name="T3" fmla="*/ 0 h 17634"/>
                <a:gd name="T4" fmla="*/ 0 w 20430"/>
                <a:gd name="T5" fmla="*/ 0 h 17634"/>
                <a:gd name="T6" fmla="*/ 0 60000 65536"/>
                <a:gd name="T7" fmla="*/ 0 60000 65536"/>
                <a:gd name="T8" fmla="*/ 0 60000 65536"/>
                <a:gd name="T9" fmla="*/ 0 w 20430"/>
                <a:gd name="T10" fmla="*/ 0 h 17634"/>
                <a:gd name="T11" fmla="*/ 20430 w 20430"/>
                <a:gd name="T12" fmla="*/ 17634 h 17634"/>
              </a:gdLst>
              <a:ahLst/>
              <a:cxnLst>
                <a:cxn ang="T6">
                  <a:pos x="T0" y="T1"/>
                </a:cxn>
                <a:cxn ang="T7">
                  <a:pos x="T2" y="T3"/>
                </a:cxn>
                <a:cxn ang="T8">
                  <a:pos x="T4" y="T5"/>
                </a:cxn>
              </a:cxnLst>
              <a:rect l="T9" t="T10" r="T11" b="T12"/>
              <a:pathLst>
                <a:path w="20430" h="17634" fill="none" extrusionOk="0">
                  <a:moveTo>
                    <a:pt x="12474" y="-1"/>
                  </a:moveTo>
                  <a:cubicBezTo>
                    <a:pt x="16175" y="2617"/>
                    <a:pt x="18958" y="6334"/>
                    <a:pt x="20430" y="10621"/>
                  </a:cubicBezTo>
                </a:path>
                <a:path w="20430" h="17634" stroke="0" extrusionOk="0">
                  <a:moveTo>
                    <a:pt x="12474" y="-1"/>
                  </a:moveTo>
                  <a:cubicBezTo>
                    <a:pt x="16175" y="2617"/>
                    <a:pt x="18958" y="6334"/>
                    <a:pt x="20430" y="10621"/>
                  </a:cubicBezTo>
                  <a:lnTo>
                    <a:pt x="0" y="17634"/>
                  </a:lnTo>
                  <a:close/>
                </a:path>
              </a:pathLst>
            </a:custGeom>
            <a:noFill/>
            <a:ln w="9525">
              <a:solidFill>
                <a:srgbClr val="9900CC"/>
              </a:solidFill>
              <a:round/>
              <a:headEnd type="triangle" w="med" len="med"/>
              <a:tailEnd/>
            </a:ln>
          </p:spPr>
          <p:txBody>
            <a:bodyPr wrap="none" anchor="ctr"/>
            <a:lstStyle/>
            <a:p>
              <a:endParaRPr lang="zh-CN" altLang="en-US"/>
            </a:p>
          </p:txBody>
        </p:sp>
        <p:graphicFrame>
          <p:nvGraphicFramePr>
            <p:cNvPr id="29709" name="Object 40"/>
            <p:cNvGraphicFramePr>
              <a:graphicFrameLocks noChangeAspect="1"/>
            </p:cNvGraphicFramePr>
            <p:nvPr/>
          </p:nvGraphicFramePr>
          <p:xfrm>
            <a:off x="4830" y="391"/>
            <a:ext cx="231" cy="187"/>
          </p:xfrm>
          <a:graphic>
            <a:graphicData uri="http://schemas.openxmlformats.org/presentationml/2006/ole">
              <p:oleObj spid="_x0000_s29709" name="Equation" r:id="rId15" imgW="152280" imgH="139680" progId="Equation.3">
                <p:embed/>
              </p:oleObj>
            </a:graphicData>
          </a:graphic>
        </p:graphicFrame>
      </p:grpSp>
      <p:grpSp>
        <p:nvGrpSpPr>
          <p:cNvPr id="12" name="Group 58"/>
          <p:cNvGrpSpPr>
            <a:grpSpLocks/>
          </p:cNvGrpSpPr>
          <p:nvPr/>
        </p:nvGrpSpPr>
        <p:grpSpPr bwMode="auto">
          <a:xfrm>
            <a:off x="5305425" y="2830513"/>
            <a:ext cx="3633788" cy="319087"/>
            <a:chOff x="3342" y="1783"/>
            <a:chExt cx="2289" cy="201"/>
          </a:xfrm>
        </p:grpSpPr>
        <p:sp>
          <p:nvSpPr>
            <p:cNvPr id="29739" name="Line 15"/>
            <p:cNvSpPr>
              <a:spLocks noChangeShapeType="1"/>
            </p:cNvSpPr>
            <p:nvPr/>
          </p:nvSpPr>
          <p:spPr bwMode="auto">
            <a:xfrm>
              <a:off x="3342" y="1783"/>
              <a:ext cx="2208" cy="0"/>
            </a:xfrm>
            <a:prstGeom prst="line">
              <a:avLst/>
            </a:prstGeom>
            <a:noFill/>
            <a:ln w="9525">
              <a:solidFill>
                <a:srgbClr val="9900CC"/>
              </a:solidFill>
              <a:round/>
              <a:headEnd/>
              <a:tailEnd type="triangle" w="med" len="med"/>
            </a:ln>
          </p:spPr>
          <p:txBody>
            <a:bodyPr/>
            <a:lstStyle/>
            <a:p>
              <a:endParaRPr lang="zh-CN" altLang="en-US"/>
            </a:p>
          </p:txBody>
        </p:sp>
        <p:graphicFrame>
          <p:nvGraphicFramePr>
            <p:cNvPr id="29708" name="Object 43"/>
            <p:cNvGraphicFramePr>
              <a:graphicFrameLocks noChangeAspect="1"/>
            </p:cNvGraphicFramePr>
            <p:nvPr/>
          </p:nvGraphicFramePr>
          <p:xfrm>
            <a:off x="5420" y="1797"/>
            <a:ext cx="211" cy="187"/>
          </p:xfrm>
          <a:graphic>
            <a:graphicData uri="http://schemas.openxmlformats.org/presentationml/2006/ole">
              <p:oleObj spid="_x0000_s29708" name="Equation" r:id="rId16" imgW="139680" imgH="139680" progId="Equation.3">
                <p:embed/>
              </p:oleObj>
            </a:graphicData>
          </a:graphic>
        </p:graphicFrame>
      </p:grpSp>
      <p:grpSp>
        <p:nvGrpSpPr>
          <p:cNvPr id="13" name="Group 62"/>
          <p:cNvGrpSpPr>
            <a:grpSpLocks/>
          </p:cNvGrpSpPr>
          <p:nvPr/>
        </p:nvGrpSpPr>
        <p:grpSpPr bwMode="auto">
          <a:xfrm>
            <a:off x="7439025" y="2082800"/>
            <a:ext cx="739775" cy="1281113"/>
            <a:chOff x="4686" y="1312"/>
            <a:chExt cx="466" cy="807"/>
          </a:xfrm>
        </p:grpSpPr>
        <p:graphicFrame>
          <p:nvGraphicFramePr>
            <p:cNvPr id="29706" name="Object 41"/>
            <p:cNvGraphicFramePr>
              <a:graphicFrameLocks noChangeAspect="1"/>
            </p:cNvGraphicFramePr>
            <p:nvPr/>
          </p:nvGraphicFramePr>
          <p:xfrm>
            <a:off x="4686" y="1783"/>
            <a:ext cx="292" cy="336"/>
          </p:xfrm>
          <a:graphic>
            <a:graphicData uri="http://schemas.openxmlformats.org/presentationml/2006/ole">
              <p:oleObj spid="_x0000_s29706" name="Equation" r:id="rId17" imgW="164880" imgH="215640" progId="Equation.3">
                <p:embed/>
              </p:oleObj>
            </a:graphicData>
          </a:graphic>
        </p:graphicFrame>
        <p:grpSp>
          <p:nvGrpSpPr>
            <p:cNvPr id="29737" name="Group 61"/>
            <p:cNvGrpSpPr>
              <a:grpSpLocks/>
            </p:cNvGrpSpPr>
            <p:nvPr/>
          </p:nvGrpSpPr>
          <p:grpSpPr bwMode="auto">
            <a:xfrm>
              <a:off x="4830" y="1312"/>
              <a:ext cx="322" cy="471"/>
              <a:chOff x="4830" y="1312"/>
              <a:chExt cx="322" cy="471"/>
            </a:xfrm>
          </p:grpSpPr>
          <p:sp>
            <p:nvSpPr>
              <p:cNvPr id="29738" name="Line 22"/>
              <p:cNvSpPr>
                <a:spLocks noChangeShapeType="1"/>
              </p:cNvSpPr>
              <p:nvPr/>
            </p:nvSpPr>
            <p:spPr bwMode="auto">
              <a:xfrm>
                <a:off x="4830" y="1399"/>
                <a:ext cx="0" cy="384"/>
              </a:xfrm>
              <a:prstGeom prst="line">
                <a:avLst/>
              </a:prstGeom>
              <a:noFill/>
              <a:ln w="38100" cap="rnd">
                <a:solidFill>
                  <a:schemeClr val="tx2"/>
                </a:solidFill>
                <a:prstDash val="sysDot"/>
                <a:round/>
                <a:headEnd/>
                <a:tailEnd/>
              </a:ln>
            </p:spPr>
            <p:txBody>
              <a:bodyPr/>
              <a:lstStyle/>
              <a:p>
                <a:endParaRPr lang="zh-CN" altLang="en-US"/>
              </a:p>
            </p:txBody>
          </p:sp>
          <p:graphicFrame>
            <p:nvGraphicFramePr>
              <p:cNvPr id="29707" name="Object 44"/>
              <p:cNvGraphicFramePr>
                <a:graphicFrameLocks noChangeAspect="1"/>
              </p:cNvGraphicFramePr>
              <p:nvPr/>
            </p:nvGraphicFramePr>
            <p:xfrm>
              <a:off x="4836" y="1312"/>
              <a:ext cx="316" cy="286"/>
            </p:xfrm>
            <a:graphic>
              <a:graphicData uri="http://schemas.openxmlformats.org/presentationml/2006/ole">
                <p:oleObj spid="_x0000_s29707" name="公式" r:id="rId18" imgW="241200" imgH="215640" progId="Equation.3">
                  <p:embed/>
                </p:oleObj>
              </a:graphicData>
            </a:graphic>
          </p:graphicFrame>
        </p:grpSp>
      </p:grpSp>
      <p:grpSp>
        <p:nvGrpSpPr>
          <p:cNvPr id="15" name="Group 63"/>
          <p:cNvGrpSpPr>
            <a:grpSpLocks/>
          </p:cNvGrpSpPr>
          <p:nvPr/>
        </p:nvGrpSpPr>
        <p:grpSpPr bwMode="auto">
          <a:xfrm>
            <a:off x="5762625" y="1230313"/>
            <a:ext cx="755650" cy="2057400"/>
            <a:chOff x="3630" y="775"/>
            <a:chExt cx="476" cy="1296"/>
          </a:xfrm>
        </p:grpSpPr>
        <p:sp>
          <p:nvSpPr>
            <p:cNvPr id="29736" name="Line 21"/>
            <p:cNvSpPr>
              <a:spLocks noChangeShapeType="1"/>
            </p:cNvSpPr>
            <p:nvPr/>
          </p:nvSpPr>
          <p:spPr bwMode="auto">
            <a:xfrm>
              <a:off x="3774" y="1063"/>
              <a:ext cx="0" cy="720"/>
            </a:xfrm>
            <a:prstGeom prst="line">
              <a:avLst/>
            </a:prstGeom>
            <a:noFill/>
            <a:ln w="38100" cap="rnd">
              <a:solidFill>
                <a:schemeClr val="tx2"/>
              </a:solidFill>
              <a:prstDash val="sysDot"/>
              <a:round/>
              <a:headEnd/>
              <a:tailEnd/>
            </a:ln>
          </p:spPr>
          <p:txBody>
            <a:bodyPr/>
            <a:lstStyle/>
            <a:p>
              <a:endParaRPr lang="zh-CN" altLang="en-US"/>
            </a:p>
          </p:txBody>
        </p:sp>
        <p:graphicFrame>
          <p:nvGraphicFramePr>
            <p:cNvPr id="29704" name="Object 42"/>
            <p:cNvGraphicFramePr>
              <a:graphicFrameLocks noChangeAspect="1"/>
            </p:cNvGraphicFramePr>
            <p:nvPr/>
          </p:nvGraphicFramePr>
          <p:xfrm>
            <a:off x="3630" y="1735"/>
            <a:ext cx="336" cy="336"/>
          </p:xfrm>
          <a:graphic>
            <a:graphicData uri="http://schemas.openxmlformats.org/presentationml/2006/ole">
              <p:oleObj spid="_x0000_s29704" name="Equation" r:id="rId19" imgW="190440" imgH="215640" progId="Equation.3">
                <p:embed/>
              </p:oleObj>
            </a:graphicData>
          </a:graphic>
        </p:graphicFrame>
        <p:graphicFrame>
          <p:nvGraphicFramePr>
            <p:cNvPr id="29705" name="Object 45"/>
            <p:cNvGraphicFramePr>
              <a:graphicFrameLocks noChangeAspect="1"/>
            </p:cNvGraphicFramePr>
            <p:nvPr/>
          </p:nvGraphicFramePr>
          <p:xfrm>
            <a:off x="3774" y="775"/>
            <a:ext cx="332" cy="286"/>
          </p:xfrm>
          <a:graphic>
            <a:graphicData uri="http://schemas.openxmlformats.org/presentationml/2006/ole">
              <p:oleObj spid="_x0000_s29705" name="公式" r:id="rId20" imgW="253800" imgH="215640" progId="Equation.3">
                <p:embed/>
              </p:oleObj>
            </a:graphicData>
          </a:graphic>
        </p:graphicFrame>
      </p:grpSp>
      <p:sp>
        <p:nvSpPr>
          <p:cNvPr id="36912" name="Text Box 48"/>
          <p:cNvSpPr txBox="1">
            <a:spLocks noChangeArrowheads="1"/>
          </p:cNvSpPr>
          <p:nvPr/>
        </p:nvSpPr>
        <p:spPr bwMode="auto">
          <a:xfrm>
            <a:off x="468313" y="476250"/>
            <a:ext cx="4967287" cy="457200"/>
          </a:xfrm>
          <a:prstGeom prst="rect">
            <a:avLst/>
          </a:prstGeom>
          <a:noFill/>
          <a:ln w="9525">
            <a:noFill/>
            <a:miter lim="800000"/>
            <a:headEnd/>
            <a:tailEnd/>
          </a:ln>
        </p:spPr>
        <p:txBody>
          <a:bodyPr>
            <a:spAutoFit/>
          </a:bodyPr>
          <a:lstStyle/>
          <a:p>
            <a:pPr algn="l"/>
            <a:r>
              <a:rPr lang="zh-CN" altLang="en-US" sz="2400" b="1">
                <a:solidFill>
                  <a:srgbClr val="FF0000"/>
                </a:solidFill>
              </a:rPr>
              <a:t>旋转矢量法处理谐振动的合成</a:t>
            </a:r>
          </a:p>
        </p:txBody>
      </p:sp>
      <p:grpSp>
        <p:nvGrpSpPr>
          <p:cNvPr id="16" name="Group 64"/>
          <p:cNvGrpSpPr>
            <a:grpSpLocks/>
          </p:cNvGrpSpPr>
          <p:nvPr/>
        </p:nvGrpSpPr>
        <p:grpSpPr bwMode="auto">
          <a:xfrm>
            <a:off x="8258175" y="849313"/>
            <a:ext cx="592138" cy="2371725"/>
            <a:chOff x="5202" y="535"/>
            <a:chExt cx="373" cy="1494"/>
          </a:xfrm>
        </p:grpSpPr>
        <p:sp>
          <p:nvSpPr>
            <p:cNvPr id="29735" name="Line 23"/>
            <p:cNvSpPr>
              <a:spLocks noChangeShapeType="1"/>
            </p:cNvSpPr>
            <p:nvPr/>
          </p:nvSpPr>
          <p:spPr bwMode="auto">
            <a:xfrm>
              <a:off x="5310" y="679"/>
              <a:ext cx="0" cy="1104"/>
            </a:xfrm>
            <a:prstGeom prst="line">
              <a:avLst/>
            </a:prstGeom>
            <a:noFill/>
            <a:ln w="38100" cap="rnd">
              <a:solidFill>
                <a:schemeClr val="tx2"/>
              </a:solidFill>
              <a:prstDash val="sysDot"/>
              <a:round/>
              <a:headEnd/>
              <a:tailEnd/>
            </a:ln>
          </p:spPr>
          <p:txBody>
            <a:bodyPr/>
            <a:lstStyle/>
            <a:p>
              <a:endParaRPr lang="zh-CN" altLang="en-US"/>
            </a:p>
          </p:txBody>
        </p:sp>
        <p:graphicFrame>
          <p:nvGraphicFramePr>
            <p:cNvPr id="29702" name="Object 46"/>
            <p:cNvGraphicFramePr>
              <a:graphicFrameLocks noChangeAspect="1"/>
            </p:cNvGraphicFramePr>
            <p:nvPr/>
          </p:nvGraphicFramePr>
          <p:xfrm>
            <a:off x="5310" y="535"/>
            <a:ext cx="265" cy="218"/>
          </p:xfrm>
          <a:graphic>
            <a:graphicData uri="http://schemas.openxmlformats.org/presentationml/2006/ole">
              <p:oleObj spid="_x0000_s29702" name="公式" r:id="rId21" imgW="203040" imgH="164880" progId="Equation.3">
                <p:embed/>
              </p:oleObj>
            </a:graphicData>
          </a:graphic>
        </p:graphicFrame>
        <p:graphicFrame>
          <p:nvGraphicFramePr>
            <p:cNvPr id="29703" name="Object 57"/>
            <p:cNvGraphicFramePr>
              <a:graphicFrameLocks noChangeAspect="1"/>
            </p:cNvGraphicFramePr>
            <p:nvPr/>
          </p:nvGraphicFramePr>
          <p:xfrm>
            <a:off x="5202" y="1842"/>
            <a:ext cx="192" cy="187"/>
          </p:xfrm>
          <a:graphic>
            <a:graphicData uri="http://schemas.openxmlformats.org/presentationml/2006/ole">
              <p:oleObj spid="_x0000_s29703" name="公式" r:id="rId22" imgW="126720" imgH="13968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912"/>
                                        </p:tgtEl>
                                        <p:attrNameLst>
                                          <p:attrName>style.visibility</p:attrName>
                                        </p:attrNameLst>
                                      </p:cBhvr>
                                      <p:to>
                                        <p:strVal val="visible"/>
                                      </p:to>
                                    </p:set>
                                    <p:animEffect transition="in" filter="wipe(left)">
                                      <p:cBhvr>
                                        <p:cTn id="7" dur="500"/>
                                        <p:tgtEl>
                                          <p:spTgt spid="369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872"/>
                                        </p:tgtEl>
                                        <p:attrNameLst>
                                          <p:attrName>style.visibility</p:attrName>
                                        </p:attrNameLst>
                                      </p:cBhvr>
                                      <p:to>
                                        <p:strVal val="visible"/>
                                      </p:to>
                                    </p:set>
                                    <p:animEffect transition="in" filter="wipe(left)">
                                      <p:cBhvr>
                                        <p:cTn id="12" dur="500"/>
                                        <p:tgtEl>
                                          <p:spTgt spid="368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873"/>
                                        </p:tgtEl>
                                        <p:attrNameLst>
                                          <p:attrName>style.visibility</p:attrName>
                                        </p:attrNameLst>
                                      </p:cBhvr>
                                      <p:to>
                                        <p:strVal val="visible"/>
                                      </p:to>
                                    </p:set>
                                    <p:animEffect transition="in" filter="wipe(left)">
                                      <p:cBhvr>
                                        <p:cTn id="17" dur="500"/>
                                        <p:tgtEl>
                                          <p:spTgt spid="368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876"/>
                                        </p:tgtEl>
                                        <p:attrNameLst>
                                          <p:attrName>style.visibility</p:attrName>
                                        </p:attrNameLst>
                                      </p:cBhvr>
                                      <p:to>
                                        <p:strVal val="visible"/>
                                      </p:to>
                                    </p:set>
                                    <p:animEffect transition="in" filter="wipe(left)">
                                      <p:cBhvr>
                                        <p:cTn id="22" dur="500"/>
                                        <p:tgtEl>
                                          <p:spTgt spid="368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childTnLst>
                          </p:cTn>
                        </p:par>
                        <p:par>
                          <p:cTn id="37" fill="hold">
                            <p:stCondLst>
                              <p:cond delay="1000"/>
                            </p:stCondLst>
                            <p:childTnLst>
                              <p:par>
                                <p:cTn id="38" presetID="22" presetClass="entr" presetSubtype="4" fill="hold" nodeType="after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down)">
                                      <p:cBhvr>
                                        <p:cTn id="45" dur="500"/>
                                        <p:tgtEl>
                                          <p:spTgt spid="3"/>
                                        </p:tgtEl>
                                      </p:cBhvr>
                                    </p:animEffect>
                                  </p:childTnLst>
                                </p:cTn>
                              </p:par>
                            </p:childTnLst>
                          </p:cTn>
                        </p:par>
                        <p:par>
                          <p:cTn id="46" fill="hold">
                            <p:stCondLst>
                              <p:cond delay="500"/>
                            </p:stCondLst>
                            <p:childTnLst>
                              <p:par>
                                <p:cTn id="47" presetID="22" presetClass="entr" presetSubtype="4"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down)">
                                      <p:cBhvr>
                                        <p:cTn id="49" dur="500"/>
                                        <p:tgtEl>
                                          <p:spTgt spid="7"/>
                                        </p:tgtEl>
                                      </p:cBhvr>
                                    </p:animEffect>
                                  </p:childTnLst>
                                </p:cTn>
                              </p:par>
                            </p:childTnLst>
                          </p:cTn>
                        </p:par>
                        <p:par>
                          <p:cTn id="50" fill="hold">
                            <p:stCondLst>
                              <p:cond delay="1000"/>
                            </p:stCondLst>
                            <p:childTnLst>
                              <p:par>
                                <p:cTn id="51" presetID="22" presetClass="entr" presetSubtype="4" fill="hold" nodeType="after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down)">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wipe(down)">
                                      <p:cBhvr>
                                        <p:cTn id="58" dur="500"/>
                                        <p:tgtEl>
                                          <p:spTgt spid="2"/>
                                        </p:tgtEl>
                                      </p:cBhvr>
                                    </p:animEffect>
                                  </p:childTnLst>
                                </p:cTn>
                              </p:par>
                            </p:childTnLst>
                          </p:cTn>
                        </p:par>
                        <p:par>
                          <p:cTn id="59" fill="hold">
                            <p:stCondLst>
                              <p:cond delay="500"/>
                            </p:stCondLst>
                            <p:childTnLst>
                              <p:par>
                                <p:cTn id="60" presetID="22" presetClass="entr" presetSubtype="4" fill="hold" nodeType="after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down)">
                                      <p:cBhvr>
                                        <p:cTn id="62" dur="500"/>
                                        <p:tgtEl>
                                          <p:spTgt spid="5"/>
                                        </p:tgtEl>
                                      </p:cBhvr>
                                    </p:animEffect>
                                  </p:childTnLst>
                                </p:cTn>
                              </p:par>
                            </p:childTnLst>
                          </p:cTn>
                        </p:par>
                        <p:par>
                          <p:cTn id="63" fill="hold">
                            <p:stCondLst>
                              <p:cond delay="1000"/>
                            </p:stCondLst>
                            <p:childTnLst>
                              <p:par>
                                <p:cTn id="64" presetID="22" presetClass="entr" presetSubtype="8" fill="hold" nodeType="after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wipe(left)">
                                      <p:cBhvr>
                                        <p:cTn id="66" dur="500"/>
                                        <p:tgtEl>
                                          <p:spTgt spid="6"/>
                                        </p:tgtEl>
                                      </p:cBhvr>
                                    </p:animEffect>
                                  </p:childTnLst>
                                </p:cTn>
                              </p:par>
                            </p:childTnLst>
                          </p:cTn>
                        </p:par>
                        <p:par>
                          <p:cTn id="67" fill="hold">
                            <p:stCondLst>
                              <p:cond delay="1500"/>
                            </p:stCondLst>
                            <p:childTnLst>
                              <p:par>
                                <p:cTn id="68" presetID="22" presetClass="entr" presetSubtype="4" fill="hold" nodeType="after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down)">
                                      <p:cBhvr>
                                        <p:cTn id="70" dur="500"/>
                                        <p:tgtEl>
                                          <p:spTgt spid="1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36870"/>
                                        </p:tgtEl>
                                        <p:attrNameLst>
                                          <p:attrName>style.visibility</p:attrName>
                                        </p:attrNameLst>
                                      </p:cBhvr>
                                      <p:to>
                                        <p:strVal val="visible"/>
                                      </p:to>
                                    </p:set>
                                    <p:animEffect transition="in" filter="wipe(left)">
                                      <p:cBhvr>
                                        <p:cTn id="75" dur="500"/>
                                        <p:tgtEl>
                                          <p:spTgt spid="3687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wipe(up)">
                                      <p:cBhvr>
                                        <p:cTn id="80" dur="500"/>
                                        <p:tgtEl>
                                          <p:spTgt spid="1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wipe(up)">
                                      <p:cBhvr>
                                        <p:cTn id="85" dur="500"/>
                                        <p:tgtEl>
                                          <p:spTgt spid="15"/>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16"/>
                                        </p:tgtEl>
                                        <p:attrNameLst>
                                          <p:attrName>style.visibility</p:attrName>
                                        </p:attrNameLst>
                                      </p:cBhvr>
                                      <p:to>
                                        <p:strVal val="visible"/>
                                      </p:to>
                                    </p:set>
                                    <p:animEffect transition="in" filter="wipe(up)">
                                      <p:cBhvr>
                                        <p:cTn id="90" dur="500"/>
                                        <p:tgtEl>
                                          <p:spTgt spid="16"/>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6871"/>
                                        </p:tgtEl>
                                        <p:attrNameLst>
                                          <p:attrName>style.visibility</p:attrName>
                                        </p:attrNameLst>
                                      </p:cBhvr>
                                      <p:to>
                                        <p:strVal val="visible"/>
                                      </p:to>
                                    </p:set>
                                    <p:animEffect transition="in" filter="wipe(left)">
                                      <p:cBhvr>
                                        <p:cTn id="95" dur="500"/>
                                        <p:tgtEl>
                                          <p:spTgt spid="3687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36869"/>
                                        </p:tgtEl>
                                        <p:attrNameLst>
                                          <p:attrName>style.visibility</p:attrName>
                                        </p:attrNameLst>
                                      </p:cBhvr>
                                      <p:to>
                                        <p:strVal val="visible"/>
                                      </p:to>
                                    </p:set>
                                    <p:animEffect transition="in" filter="wipe(left)">
                                      <p:cBhvr>
                                        <p:cTn id="100" dur="500"/>
                                        <p:tgtEl>
                                          <p:spTgt spid="36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utoUpdateAnimBg="0"/>
      <p:bldP spid="36876" grpId="0" autoUpdateAnimBg="0"/>
      <p:bldP spid="369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Text Box 4"/>
          <p:cNvSpPr txBox="1">
            <a:spLocks noChangeArrowheads="1"/>
          </p:cNvSpPr>
          <p:nvPr/>
        </p:nvSpPr>
        <p:spPr bwMode="auto">
          <a:xfrm>
            <a:off x="1187450" y="5721350"/>
            <a:ext cx="4724400" cy="493713"/>
          </a:xfrm>
          <a:prstGeom prst="rect">
            <a:avLst/>
          </a:prstGeom>
          <a:noFill/>
          <a:ln w="9525">
            <a:noFill/>
            <a:miter lim="800000"/>
            <a:headEnd/>
            <a:tailEnd/>
          </a:ln>
        </p:spPr>
        <p:txBody>
          <a:bodyPr>
            <a:spAutoFit/>
          </a:bodyPr>
          <a:lstStyle/>
          <a:p>
            <a:pPr algn="l">
              <a:lnSpc>
                <a:spcPct val="110000"/>
              </a:lnSpc>
              <a:spcBef>
                <a:spcPct val="50000"/>
              </a:spcBef>
            </a:pPr>
            <a:r>
              <a:rPr lang="zh-CN" altLang="en-US" sz="2400" b="1">
                <a:solidFill>
                  <a:schemeClr val="tx2"/>
                </a:solidFill>
              </a:rPr>
              <a:t>若 </a:t>
            </a:r>
            <a:r>
              <a:rPr lang="en-US" altLang="zh-CN" sz="2400" b="1" i="1">
                <a:solidFill>
                  <a:schemeClr val="tx2"/>
                </a:solidFill>
              </a:rPr>
              <a:t>A</a:t>
            </a:r>
            <a:r>
              <a:rPr lang="en-US" altLang="zh-CN" sz="2400" b="1" baseline="-25000">
                <a:solidFill>
                  <a:schemeClr val="tx2"/>
                </a:solidFill>
              </a:rPr>
              <a:t>1</a:t>
            </a:r>
            <a:r>
              <a:rPr lang="en-US" altLang="zh-CN" sz="2400" b="1">
                <a:solidFill>
                  <a:schemeClr val="tx2"/>
                </a:solidFill>
              </a:rPr>
              <a:t>=</a:t>
            </a:r>
            <a:r>
              <a:rPr lang="en-US" altLang="zh-CN" sz="2400" b="1" i="1">
                <a:solidFill>
                  <a:schemeClr val="tx2"/>
                </a:solidFill>
              </a:rPr>
              <a:t>A</a:t>
            </a:r>
            <a:r>
              <a:rPr lang="en-US" altLang="zh-CN" sz="2400" b="1" baseline="-25000">
                <a:solidFill>
                  <a:schemeClr val="tx2"/>
                </a:solidFill>
              </a:rPr>
              <a:t>2</a:t>
            </a:r>
            <a:r>
              <a:rPr lang="en-US" altLang="zh-CN" sz="2400" b="1">
                <a:solidFill>
                  <a:schemeClr val="tx2"/>
                </a:solidFill>
              </a:rPr>
              <a:t> , </a:t>
            </a:r>
            <a:r>
              <a:rPr lang="zh-CN" altLang="en-US" sz="2400" b="1">
                <a:solidFill>
                  <a:schemeClr val="tx2"/>
                </a:solidFill>
              </a:rPr>
              <a:t>则 </a:t>
            </a:r>
            <a:r>
              <a:rPr lang="en-US" altLang="zh-CN" sz="2400" b="1" i="1">
                <a:solidFill>
                  <a:schemeClr val="tx2"/>
                </a:solidFill>
              </a:rPr>
              <a:t>A</a:t>
            </a:r>
            <a:r>
              <a:rPr lang="en-US" altLang="zh-CN" sz="2400" b="1">
                <a:solidFill>
                  <a:schemeClr val="tx2"/>
                </a:solidFill>
              </a:rPr>
              <a:t>=0</a:t>
            </a:r>
          </a:p>
        </p:txBody>
      </p:sp>
      <p:graphicFrame>
        <p:nvGraphicFramePr>
          <p:cNvPr id="37893" name="Object 5"/>
          <p:cNvGraphicFramePr>
            <a:graphicFrameLocks noChangeAspect="1"/>
          </p:cNvGraphicFramePr>
          <p:nvPr/>
        </p:nvGraphicFramePr>
        <p:xfrm>
          <a:off x="927100" y="2057400"/>
          <a:ext cx="4611688" cy="523875"/>
        </p:xfrm>
        <a:graphic>
          <a:graphicData uri="http://schemas.openxmlformats.org/presentationml/2006/ole">
            <p:oleObj spid="_x0000_s30722" name="Equation" r:id="rId3" imgW="1777680" imgH="215640" progId="Equation.3">
              <p:embed/>
            </p:oleObj>
          </a:graphicData>
        </a:graphic>
      </p:graphicFrame>
      <p:graphicFrame>
        <p:nvGraphicFramePr>
          <p:cNvPr id="37894" name="Object 6"/>
          <p:cNvGraphicFramePr>
            <a:graphicFrameLocks noChangeAspect="1"/>
          </p:cNvGraphicFramePr>
          <p:nvPr/>
        </p:nvGraphicFramePr>
        <p:xfrm>
          <a:off x="1214438" y="2803525"/>
          <a:ext cx="1825625" cy="509588"/>
        </p:xfrm>
        <a:graphic>
          <a:graphicData uri="http://schemas.openxmlformats.org/presentationml/2006/ole">
            <p:oleObj spid="_x0000_s30723" name="公式" r:id="rId4" imgW="774360" imgH="215640" progId="Equation.3">
              <p:embed/>
            </p:oleObj>
          </a:graphicData>
        </a:graphic>
      </p:graphicFrame>
      <p:graphicFrame>
        <p:nvGraphicFramePr>
          <p:cNvPr id="37895" name="Object 7"/>
          <p:cNvGraphicFramePr>
            <a:graphicFrameLocks noChangeAspect="1"/>
          </p:cNvGraphicFramePr>
          <p:nvPr/>
        </p:nvGraphicFramePr>
        <p:xfrm>
          <a:off x="1116013" y="4221163"/>
          <a:ext cx="5060950" cy="490537"/>
        </p:xfrm>
        <a:graphic>
          <a:graphicData uri="http://schemas.openxmlformats.org/presentationml/2006/ole">
            <p:oleObj spid="_x0000_s30724" name="Equation" r:id="rId5" imgW="2082600" imgH="215640" progId="Equation.3">
              <p:embed/>
            </p:oleObj>
          </a:graphicData>
        </a:graphic>
      </p:graphicFrame>
      <p:graphicFrame>
        <p:nvGraphicFramePr>
          <p:cNvPr id="37896" name="Object 8"/>
          <p:cNvGraphicFramePr>
            <a:graphicFrameLocks noChangeAspect="1"/>
          </p:cNvGraphicFramePr>
          <p:nvPr/>
        </p:nvGraphicFramePr>
        <p:xfrm>
          <a:off x="1138238" y="4937125"/>
          <a:ext cx="1744662" cy="508000"/>
        </p:xfrm>
        <a:graphic>
          <a:graphicData uri="http://schemas.openxmlformats.org/presentationml/2006/ole">
            <p:oleObj spid="_x0000_s30725" name="公式" r:id="rId6" imgW="825480" imgH="241200" progId="Equation.3">
              <p:embed/>
            </p:oleObj>
          </a:graphicData>
        </a:graphic>
      </p:graphicFrame>
      <p:sp>
        <p:nvSpPr>
          <p:cNvPr id="37897" name="Text Box 9"/>
          <p:cNvSpPr txBox="1">
            <a:spLocks noChangeArrowheads="1"/>
          </p:cNvSpPr>
          <p:nvPr/>
        </p:nvSpPr>
        <p:spPr bwMode="auto">
          <a:xfrm>
            <a:off x="452438" y="593725"/>
            <a:ext cx="1270000" cy="457200"/>
          </a:xfrm>
          <a:prstGeom prst="rect">
            <a:avLst/>
          </a:prstGeom>
          <a:noFill/>
          <a:ln w="9525">
            <a:noFill/>
            <a:miter lim="800000"/>
            <a:headEnd/>
            <a:tailEnd/>
          </a:ln>
        </p:spPr>
        <p:txBody>
          <a:bodyPr>
            <a:spAutoFit/>
          </a:bodyPr>
          <a:lstStyle/>
          <a:p>
            <a:pPr algn="l"/>
            <a:r>
              <a:rPr lang="zh-CN" altLang="en-US" sz="2400" b="1">
                <a:solidFill>
                  <a:srgbClr val="FF0000"/>
                </a:solidFill>
              </a:rPr>
              <a:t>讨论：</a:t>
            </a:r>
          </a:p>
        </p:txBody>
      </p:sp>
      <p:sp>
        <p:nvSpPr>
          <p:cNvPr id="37899" name="Text Box 11"/>
          <p:cNvSpPr txBox="1">
            <a:spLocks noChangeArrowheads="1"/>
          </p:cNvSpPr>
          <p:nvPr/>
        </p:nvSpPr>
        <p:spPr bwMode="auto">
          <a:xfrm>
            <a:off x="1073150" y="1414463"/>
            <a:ext cx="4002088" cy="457200"/>
          </a:xfrm>
          <a:prstGeom prst="rect">
            <a:avLst/>
          </a:prstGeom>
          <a:noFill/>
          <a:ln w="9525">
            <a:noFill/>
            <a:miter lim="800000"/>
            <a:headEnd/>
            <a:tailEnd/>
          </a:ln>
        </p:spPr>
        <p:txBody>
          <a:bodyPr>
            <a:spAutoFit/>
          </a:bodyPr>
          <a:lstStyle/>
          <a:p>
            <a:pPr algn="just"/>
            <a:r>
              <a:rPr lang="zh-CN" altLang="en-US" sz="2400" b="1">
                <a:latin typeface="宋体" pitchFamily="2" charset="-122"/>
              </a:rPr>
              <a:t>若两分振动同相：</a:t>
            </a:r>
            <a:endParaRPr lang="zh-CN" altLang="zh-CN" sz="2400" b="1">
              <a:solidFill>
                <a:srgbClr val="FFFF66"/>
              </a:solidFill>
              <a:latin typeface="宋体" pitchFamily="2" charset="-122"/>
            </a:endParaRPr>
          </a:p>
        </p:txBody>
      </p:sp>
      <p:sp>
        <p:nvSpPr>
          <p:cNvPr id="37902" name="Text Box 14"/>
          <p:cNvSpPr txBox="1">
            <a:spLocks noChangeArrowheads="1"/>
          </p:cNvSpPr>
          <p:nvPr/>
        </p:nvSpPr>
        <p:spPr bwMode="auto">
          <a:xfrm>
            <a:off x="1062038" y="3565525"/>
            <a:ext cx="2895600" cy="457200"/>
          </a:xfrm>
          <a:prstGeom prst="rect">
            <a:avLst/>
          </a:prstGeom>
          <a:noFill/>
          <a:ln w="9525">
            <a:noFill/>
            <a:miter lim="800000"/>
            <a:headEnd/>
            <a:tailEnd/>
          </a:ln>
        </p:spPr>
        <p:txBody>
          <a:bodyPr>
            <a:spAutoFit/>
          </a:bodyPr>
          <a:lstStyle/>
          <a:p>
            <a:pPr algn="just"/>
            <a:r>
              <a:rPr lang="zh-CN" altLang="en-US" sz="2400" b="1">
                <a:latin typeface="宋体" pitchFamily="2" charset="-122"/>
              </a:rPr>
              <a:t>若两分振动反相</a:t>
            </a:r>
            <a:r>
              <a:rPr lang="en-US" altLang="zh-CN" sz="2400" b="1">
                <a:latin typeface="宋体" pitchFamily="2" charset="-122"/>
              </a:rPr>
              <a:t>:</a:t>
            </a:r>
            <a:endParaRPr lang="zh-CN" altLang="zh-CN" sz="2400" b="1">
              <a:latin typeface="宋体" pitchFamily="2" charset="-122"/>
            </a:endParaRPr>
          </a:p>
        </p:txBody>
      </p:sp>
      <p:graphicFrame>
        <p:nvGraphicFramePr>
          <p:cNvPr id="37904" name="Object 16"/>
          <p:cNvGraphicFramePr>
            <a:graphicFrameLocks noChangeAspect="1"/>
          </p:cNvGraphicFramePr>
          <p:nvPr/>
        </p:nvGraphicFramePr>
        <p:xfrm>
          <a:off x="1979613" y="477838"/>
          <a:ext cx="4689475" cy="676275"/>
        </p:xfrm>
        <a:graphic>
          <a:graphicData uri="http://schemas.openxmlformats.org/presentationml/2006/ole">
            <p:oleObj spid="_x0000_s30726" name="Equation" r:id="rId7" imgW="2133360" imgH="279360" progId="Equation.3">
              <p:embed/>
            </p:oleObj>
          </a:graphicData>
        </a:graphic>
      </p:graphicFrame>
      <p:sp>
        <p:nvSpPr>
          <p:cNvPr id="37909" name="Rectangle 21"/>
          <p:cNvSpPr>
            <a:spLocks noChangeArrowheads="1"/>
          </p:cNvSpPr>
          <p:nvPr/>
        </p:nvSpPr>
        <p:spPr bwMode="auto">
          <a:xfrm>
            <a:off x="3500438" y="2857500"/>
            <a:ext cx="1708150" cy="457200"/>
          </a:xfrm>
          <a:prstGeom prst="rect">
            <a:avLst/>
          </a:prstGeom>
          <a:noFill/>
          <a:ln w="9525">
            <a:noFill/>
            <a:miter lim="800000"/>
            <a:headEnd/>
            <a:tailEnd/>
          </a:ln>
        </p:spPr>
        <p:txBody>
          <a:bodyPr wrap="none" lIns="92075" tIns="46038" rIns="92075" bIns="46038">
            <a:spAutoFit/>
          </a:bodyPr>
          <a:lstStyle/>
          <a:p>
            <a:pPr algn="l" eaLnBrk="0" hangingPunct="0"/>
            <a:r>
              <a:rPr lang="zh-CN" altLang="en-US" sz="2400" b="1">
                <a:solidFill>
                  <a:schemeClr val="tx2"/>
                </a:solidFill>
                <a:latin typeface="Bookman Old Style" pitchFamily="18" charset="0"/>
              </a:rPr>
              <a:t>合振动加强</a:t>
            </a:r>
          </a:p>
        </p:txBody>
      </p:sp>
      <p:grpSp>
        <p:nvGrpSpPr>
          <p:cNvPr id="2" name="Group 35"/>
          <p:cNvGrpSpPr>
            <a:grpSpLocks/>
          </p:cNvGrpSpPr>
          <p:nvPr/>
        </p:nvGrpSpPr>
        <p:grpSpPr bwMode="auto">
          <a:xfrm>
            <a:off x="6156325" y="1628775"/>
            <a:ext cx="1524000" cy="687388"/>
            <a:chOff x="4150" y="1498"/>
            <a:chExt cx="960" cy="433"/>
          </a:xfrm>
        </p:grpSpPr>
        <p:sp>
          <p:nvSpPr>
            <p:cNvPr id="30748" name="Line 18"/>
            <p:cNvSpPr>
              <a:spLocks noChangeShapeType="1"/>
            </p:cNvSpPr>
            <p:nvPr/>
          </p:nvSpPr>
          <p:spPr bwMode="auto">
            <a:xfrm>
              <a:off x="4150" y="1931"/>
              <a:ext cx="960" cy="0"/>
            </a:xfrm>
            <a:prstGeom prst="line">
              <a:avLst/>
            </a:prstGeom>
            <a:noFill/>
            <a:ln w="25400">
              <a:solidFill>
                <a:schemeClr val="tx2"/>
              </a:solidFill>
              <a:round/>
              <a:headEnd type="none" w="sm" len="sm"/>
              <a:tailEnd type="stealth" w="med" len="lg"/>
            </a:ln>
          </p:spPr>
          <p:txBody>
            <a:bodyPr wrap="none" anchor="ctr"/>
            <a:lstStyle/>
            <a:p>
              <a:endParaRPr lang="zh-CN" altLang="en-US"/>
            </a:p>
          </p:txBody>
        </p:sp>
        <p:graphicFrame>
          <p:nvGraphicFramePr>
            <p:cNvPr id="30730" name="Object 22"/>
            <p:cNvGraphicFramePr>
              <a:graphicFrameLocks noChangeAspect="1"/>
            </p:cNvGraphicFramePr>
            <p:nvPr/>
          </p:nvGraphicFramePr>
          <p:xfrm>
            <a:off x="4524" y="1498"/>
            <a:ext cx="303" cy="412"/>
          </p:xfrm>
          <a:graphic>
            <a:graphicData uri="http://schemas.openxmlformats.org/presentationml/2006/ole">
              <p:oleObj spid="_x0000_s30730" name="Equation" r:id="rId8" imgW="177480" imgH="241200" progId="Equation.3">
                <p:embed/>
              </p:oleObj>
            </a:graphicData>
          </a:graphic>
        </p:graphicFrame>
      </p:grpSp>
      <p:grpSp>
        <p:nvGrpSpPr>
          <p:cNvPr id="3" name="Group 36"/>
          <p:cNvGrpSpPr>
            <a:grpSpLocks/>
          </p:cNvGrpSpPr>
          <p:nvPr/>
        </p:nvGrpSpPr>
        <p:grpSpPr bwMode="auto">
          <a:xfrm>
            <a:off x="6156325" y="2316163"/>
            <a:ext cx="2286000" cy="804862"/>
            <a:chOff x="4150" y="1931"/>
            <a:chExt cx="1440" cy="507"/>
          </a:xfrm>
        </p:grpSpPr>
        <p:sp>
          <p:nvSpPr>
            <p:cNvPr id="30746" name="Line 19"/>
            <p:cNvSpPr>
              <a:spLocks noChangeShapeType="1"/>
            </p:cNvSpPr>
            <p:nvPr/>
          </p:nvSpPr>
          <p:spPr bwMode="auto">
            <a:xfrm>
              <a:off x="4150" y="1979"/>
              <a:ext cx="1440" cy="0"/>
            </a:xfrm>
            <a:prstGeom prst="line">
              <a:avLst/>
            </a:prstGeom>
            <a:noFill/>
            <a:ln w="25400">
              <a:solidFill>
                <a:srgbClr val="FF0000"/>
              </a:solidFill>
              <a:round/>
              <a:headEnd type="none" w="sm" len="sm"/>
              <a:tailEnd type="stealth" w="med" len="lg"/>
            </a:ln>
          </p:spPr>
          <p:txBody>
            <a:bodyPr wrap="none" anchor="ctr"/>
            <a:lstStyle/>
            <a:p>
              <a:endParaRPr lang="zh-CN" altLang="en-US"/>
            </a:p>
          </p:txBody>
        </p:sp>
        <p:sp>
          <p:nvSpPr>
            <p:cNvPr id="30747" name="Line 20"/>
            <p:cNvSpPr>
              <a:spLocks noChangeShapeType="1"/>
            </p:cNvSpPr>
            <p:nvPr/>
          </p:nvSpPr>
          <p:spPr bwMode="auto">
            <a:xfrm>
              <a:off x="4150" y="1931"/>
              <a:ext cx="0" cy="192"/>
            </a:xfrm>
            <a:prstGeom prst="line">
              <a:avLst/>
            </a:prstGeom>
            <a:noFill/>
            <a:ln w="12700">
              <a:solidFill>
                <a:srgbClr val="9900CC"/>
              </a:solidFill>
              <a:round/>
              <a:headEnd type="none" w="sm" len="sm"/>
              <a:tailEnd type="none" w="sm" len="sm"/>
            </a:ln>
          </p:spPr>
          <p:txBody>
            <a:bodyPr wrap="none" anchor="ctr"/>
            <a:lstStyle/>
            <a:p>
              <a:endParaRPr lang="zh-CN" altLang="en-US"/>
            </a:p>
          </p:txBody>
        </p:sp>
        <p:graphicFrame>
          <p:nvGraphicFramePr>
            <p:cNvPr id="30729" name="Object 23"/>
            <p:cNvGraphicFramePr>
              <a:graphicFrameLocks noChangeAspect="1"/>
            </p:cNvGraphicFramePr>
            <p:nvPr/>
          </p:nvGraphicFramePr>
          <p:xfrm>
            <a:off x="4476" y="2026"/>
            <a:ext cx="325" cy="412"/>
          </p:xfrm>
          <a:graphic>
            <a:graphicData uri="http://schemas.openxmlformats.org/presentationml/2006/ole">
              <p:oleObj spid="_x0000_s30729" name="Equation" r:id="rId9" imgW="190440" imgH="241200" progId="Equation.3">
                <p:embed/>
              </p:oleObj>
            </a:graphicData>
          </a:graphic>
        </p:graphicFrame>
      </p:grpSp>
      <p:sp>
        <p:nvSpPr>
          <p:cNvPr id="37913" name="Rectangle 25"/>
          <p:cNvSpPr>
            <a:spLocks noChangeArrowheads="1"/>
          </p:cNvSpPr>
          <p:nvPr/>
        </p:nvSpPr>
        <p:spPr bwMode="auto">
          <a:xfrm>
            <a:off x="3563938" y="4916488"/>
            <a:ext cx="1708150" cy="457200"/>
          </a:xfrm>
          <a:prstGeom prst="rect">
            <a:avLst/>
          </a:prstGeom>
          <a:noFill/>
          <a:ln w="9525">
            <a:noFill/>
            <a:miter lim="800000"/>
            <a:headEnd/>
            <a:tailEnd/>
          </a:ln>
        </p:spPr>
        <p:txBody>
          <a:bodyPr wrap="none" lIns="92075" tIns="46038" rIns="92075" bIns="46038">
            <a:spAutoFit/>
          </a:bodyPr>
          <a:lstStyle/>
          <a:p>
            <a:pPr algn="l" eaLnBrk="0" hangingPunct="0"/>
            <a:r>
              <a:rPr lang="zh-CN" altLang="en-US" sz="2400" b="1">
                <a:solidFill>
                  <a:schemeClr val="tx2"/>
                </a:solidFill>
                <a:latin typeface="Bookman Old Style" pitchFamily="18" charset="0"/>
              </a:rPr>
              <a:t>合振动减弱</a:t>
            </a:r>
          </a:p>
        </p:txBody>
      </p:sp>
      <p:grpSp>
        <p:nvGrpSpPr>
          <p:cNvPr id="4" name="Group 37"/>
          <p:cNvGrpSpPr>
            <a:grpSpLocks/>
          </p:cNvGrpSpPr>
          <p:nvPr/>
        </p:nvGrpSpPr>
        <p:grpSpPr bwMode="auto">
          <a:xfrm>
            <a:off x="7575550" y="5414963"/>
            <a:ext cx="957263" cy="644525"/>
            <a:chOff x="4772" y="3411"/>
            <a:chExt cx="603" cy="406"/>
          </a:xfrm>
        </p:grpSpPr>
        <p:sp>
          <p:nvSpPr>
            <p:cNvPr id="30745" name="Line 26"/>
            <p:cNvSpPr>
              <a:spLocks noChangeShapeType="1"/>
            </p:cNvSpPr>
            <p:nvPr/>
          </p:nvSpPr>
          <p:spPr bwMode="auto">
            <a:xfrm>
              <a:off x="4772" y="3411"/>
              <a:ext cx="603" cy="0"/>
            </a:xfrm>
            <a:prstGeom prst="line">
              <a:avLst/>
            </a:prstGeom>
            <a:noFill/>
            <a:ln w="25400">
              <a:solidFill>
                <a:schemeClr val="tx2"/>
              </a:solidFill>
              <a:round/>
              <a:headEnd type="none" w="sm" len="sm"/>
              <a:tailEnd type="stealth" w="med" len="lg"/>
            </a:ln>
          </p:spPr>
          <p:txBody>
            <a:bodyPr wrap="none" anchor="ctr"/>
            <a:lstStyle/>
            <a:p>
              <a:endParaRPr lang="zh-CN" altLang="en-US"/>
            </a:p>
          </p:txBody>
        </p:sp>
        <p:graphicFrame>
          <p:nvGraphicFramePr>
            <p:cNvPr id="30728" name="Object 29"/>
            <p:cNvGraphicFramePr>
              <a:graphicFrameLocks noChangeAspect="1"/>
            </p:cNvGraphicFramePr>
            <p:nvPr/>
          </p:nvGraphicFramePr>
          <p:xfrm>
            <a:off x="4991" y="3433"/>
            <a:ext cx="283" cy="384"/>
          </p:xfrm>
          <a:graphic>
            <a:graphicData uri="http://schemas.openxmlformats.org/presentationml/2006/ole">
              <p:oleObj spid="_x0000_s30728" name="Equation" r:id="rId10" imgW="177480" imgH="241200" progId="Equation.3">
                <p:embed/>
              </p:oleObj>
            </a:graphicData>
          </a:graphic>
        </p:graphicFrame>
      </p:grpSp>
      <p:grpSp>
        <p:nvGrpSpPr>
          <p:cNvPr id="5" name="Group 38"/>
          <p:cNvGrpSpPr>
            <a:grpSpLocks/>
          </p:cNvGrpSpPr>
          <p:nvPr/>
        </p:nvGrpSpPr>
        <p:grpSpPr bwMode="auto">
          <a:xfrm>
            <a:off x="5651500" y="5373688"/>
            <a:ext cx="1930400" cy="685800"/>
            <a:chOff x="3560" y="3385"/>
            <a:chExt cx="1216" cy="432"/>
          </a:xfrm>
        </p:grpSpPr>
        <p:sp>
          <p:nvSpPr>
            <p:cNvPr id="30743" name="Line 27"/>
            <p:cNvSpPr>
              <a:spLocks noChangeShapeType="1"/>
            </p:cNvSpPr>
            <p:nvPr/>
          </p:nvSpPr>
          <p:spPr bwMode="auto">
            <a:xfrm flipH="1">
              <a:off x="3560" y="3411"/>
              <a:ext cx="1206" cy="0"/>
            </a:xfrm>
            <a:prstGeom prst="line">
              <a:avLst/>
            </a:prstGeom>
            <a:noFill/>
            <a:ln w="25400">
              <a:solidFill>
                <a:srgbClr val="FF0000"/>
              </a:solidFill>
              <a:round/>
              <a:headEnd type="none" w="sm" len="sm"/>
              <a:tailEnd type="stealth" w="med" len="lg"/>
            </a:ln>
          </p:spPr>
          <p:txBody>
            <a:bodyPr wrap="none" anchor="ctr"/>
            <a:lstStyle/>
            <a:p>
              <a:endParaRPr lang="zh-CN" altLang="en-US"/>
            </a:p>
          </p:txBody>
        </p:sp>
        <p:sp>
          <p:nvSpPr>
            <p:cNvPr id="30744" name="Line 28"/>
            <p:cNvSpPr>
              <a:spLocks noChangeShapeType="1"/>
            </p:cNvSpPr>
            <p:nvPr/>
          </p:nvSpPr>
          <p:spPr bwMode="auto">
            <a:xfrm>
              <a:off x="4776" y="3430"/>
              <a:ext cx="0" cy="129"/>
            </a:xfrm>
            <a:prstGeom prst="line">
              <a:avLst/>
            </a:prstGeom>
            <a:noFill/>
            <a:ln w="12700">
              <a:solidFill>
                <a:schemeClr val="tx1"/>
              </a:solidFill>
              <a:round/>
              <a:headEnd type="none" w="sm" len="sm"/>
              <a:tailEnd type="none" w="sm" len="sm"/>
            </a:ln>
          </p:spPr>
          <p:txBody>
            <a:bodyPr wrap="none" anchor="ctr"/>
            <a:lstStyle/>
            <a:p>
              <a:endParaRPr lang="zh-CN" altLang="en-US"/>
            </a:p>
          </p:txBody>
        </p:sp>
        <p:graphicFrame>
          <p:nvGraphicFramePr>
            <p:cNvPr id="30727" name="Object 30"/>
            <p:cNvGraphicFramePr>
              <a:graphicFrameLocks noChangeAspect="1"/>
            </p:cNvGraphicFramePr>
            <p:nvPr/>
          </p:nvGraphicFramePr>
          <p:xfrm>
            <a:off x="4059" y="3385"/>
            <a:ext cx="341" cy="432"/>
          </p:xfrm>
          <a:graphic>
            <a:graphicData uri="http://schemas.openxmlformats.org/presentationml/2006/ole">
              <p:oleObj spid="_x0000_s30727" name="Equation" r:id="rId11" imgW="190440" imgH="241200" progId="Equation.3">
                <p:embed/>
              </p:oleObj>
            </a:graphicData>
          </a:graphic>
        </p:graphicFrame>
      </p:grpSp>
      <p:sp>
        <p:nvSpPr>
          <p:cNvPr id="37919" name="AutoShape 31"/>
          <p:cNvSpPr>
            <a:spLocks noChangeArrowheads="1"/>
          </p:cNvSpPr>
          <p:nvPr/>
        </p:nvSpPr>
        <p:spPr bwMode="auto">
          <a:xfrm>
            <a:off x="684213" y="1341438"/>
            <a:ext cx="360362"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37920" name="AutoShape 32"/>
          <p:cNvSpPr>
            <a:spLocks noChangeArrowheads="1"/>
          </p:cNvSpPr>
          <p:nvPr/>
        </p:nvSpPr>
        <p:spPr bwMode="auto">
          <a:xfrm>
            <a:off x="755650" y="350043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7"/>
                                        </p:tgtEl>
                                        <p:attrNameLst>
                                          <p:attrName>style.visibility</p:attrName>
                                        </p:attrNameLst>
                                      </p:cBhvr>
                                      <p:to>
                                        <p:strVal val="visible"/>
                                      </p:to>
                                    </p:set>
                                    <p:animEffect transition="in" filter="wipe(left)">
                                      <p:cBhvr>
                                        <p:cTn id="7" dur="500"/>
                                        <p:tgtEl>
                                          <p:spTgt spid="378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904"/>
                                        </p:tgtEl>
                                        <p:attrNameLst>
                                          <p:attrName>style.visibility</p:attrName>
                                        </p:attrNameLst>
                                      </p:cBhvr>
                                      <p:to>
                                        <p:strVal val="visible"/>
                                      </p:to>
                                    </p:set>
                                    <p:animEffect transition="in" filter="wipe(left)">
                                      <p:cBhvr>
                                        <p:cTn id="12" dur="500"/>
                                        <p:tgtEl>
                                          <p:spTgt spid="3790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7919"/>
                                        </p:tgtEl>
                                        <p:attrNameLst>
                                          <p:attrName>style.visibility</p:attrName>
                                        </p:attrNameLst>
                                      </p:cBhvr>
                                      <p:to>
                                        <p:strVal val="visible"/>
                                      </p:to>
                                    </p:set>
                                    <p:animEffect transition="in" filter="dissolve">
                                      <p:cBhvr>
                                        <p:cTn id="17" dur="500"/>
                                        <p:tgtEl>
                                          <p:spTgt spid="379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899"/>
                                        </p:tgtEl>
                                        <p:attrNameLst>
                                          <p:attrName>style.visibility</p:attrName>
                                        </p:attrNameLst>
                                      </p:cBhvr>
                                      <p:to>
                                        <p:strVal val="visible"/>
                                      </p:to>
                                    </p:set>
                                    <p:animEffect transition="in" filter="wipe(left)">
                                      <p:cBhvr>
                                        <p:cTn id="22" dur="500"/>
                                        <p:tgtEl>
                                          <p:spTgt spid="378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893"/>
                                        </p:tgtEl>
                                        <p:attrNameLst>
                                          <p:attrName>style.visibility</p:attrName>
                                        </p:attrNameLst>
                                      </p:cBhvr>
                                      <p:to>
                                        <p:strVal val="visible"/>
                                      </p:to>
                                    </p:set>
                                    <p:animEffect transition="in" filter="wipe(left)">
                                      <p:cBhvr>
                                        <p:cTn id="27" dur="500"/>
                                        <p:tgtEl>
                                          <p:spTgt spid="3789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7894"/>
                                        </p:tgtEl>
                                        <p:attrNameLst>
                                          <p:attrName>style.visibility</p:attrName>
                                        </p:attrNameLst>
                                      </p:cBhvr>
                                      <p:to>
                                        <p:strVal val="visible"/>
                                      </p:to>
                                    </p:set>
                                    <p:animEffect transition="in" filter="wipe(left)">
                                      <p:cBhvr>
                                        <p:cTn id="42" dur="500"/>
                                        <p:tgtEl>
                                          <p:spTgt spid="37894"/>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37909"/>
                                        </p:tgtEl>
                                        <p:attrNameLst>
                                          <p:attrName>style.visibility</p:attrName>
                                        </p:attrNameLst>
                                      </p:cBhvr>
                                      <p:to>
                                        <p:strVal val="visible"/>
                                      </p:to>
                                    </p:set>
                                    <p:animEffect transition="in" filter="wipe(left)">
                                      <p:cBhvr>
                                        <p:cTn id="46" dur="500"/>
                                        <p:tgtEl>
                                          <p:spTgt spid="37909"/>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37920"/>
                                        </p:tgtEl>
                                        <p:attrNameLst>
                                          <p:attrName>style.visibility</p:attrName>
                                        </p:attrNameLst>
                                      </p:cBhvr>
                                      <p:to>
                                        <p:strVal val="visible"/>
                                      </p:to>
                                    </p:set>
                                    <p:animEffect transition="in" filter="dissolve">
                                      <p:cBhvr>
                                        <p:cTn id="51" dur="500"/>
                                        <p:tgtEl>
                                          <p:spTgt spid="3792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7902"/>
                                        </p:tgtEl>
                                        <p:attrNameLst>
                                          <p:attrName>style.visibility</p:attrName>
                                        </p:attrNameLst>
                                      </p:cBhvr>
                                      <p:to>
                                        <p:strVal val="visible"/>
                                      </p:to>
                                    </p:set>
                                    <p:animEffect transition="in" filter="wipe(left)">
                                      <p:cBhvr>
                                        <p:cTn id="56" dur="500"/>
                                        <p:tgtEl>
                                          <p:spTgt spid="3790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7895"/>
                                        </p:tgtEl>
                                        <p:attrNameLst>
                                          <p:attrName>style.visibility</p:attrName>
                                        </p:attrNameLst>
                                      </p:cBhvr>
                                      <p:to>
                                        <p:strVal val="visible"/>
                                      </p:to>
                                    </p:set>
                                    <p:animEffect transition="in" filter="wipe(left)">
                                      <p:cBhvr>
                                        <p:cTn id="61" dur="500"/>
                                        <p:tgtEl>
                                          <p:spTgt spid="3789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wipe(left)">
                                      <p:cBhvr>
                                        <p:cTn id="66" dur="5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2"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wipe(right)">
                                      <p:cBhvr>
                                        <p:cTn id="71" dur="500"/>
                                        <p:tgtEl>
                                          <p:spTgt spid="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7896"/>
                                        </p:tgtEl>
                                        <p:attrNameLst>
                                          <p:attrName>style.visibility</p:attrName>
                                        </p:attrNameLst>
                                      </p:cBhvr>
                                      <p:to>
                                        <p:strVal val="visible"/>
                                      </p:to>
                                    </p:set>
                                    <p:animEffect transition="in" filter="wipe(left)">
                                      <p:cBhvr>
                                        <p:cTn id="76" dur="500"/>
                                        <p:tgtEl>
                                          <p:spTgt spid="37896"/>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37913"/>
                                        </p:tgtEl>
                                        <p:attrNameLst>
                                          <p:attrName>style.visibility</p:attrName>
                                        </p:attrNameLst>
                                      </p:cBhvr>
                                      <p:to>
                                        <p:strVal val="visible"/>
                                      </p:to>
                                    </p:set>
                                    <p:animEffect transition="in" filter="wipe(left)">
                                      <p:cBhvr>
                                        <p:cTn id="80" dur="500"/>
                                        <p:tgtEl>
                                          <p:spTgt spid="3791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7892"/>
                                        </p:tgtEl>
                                        <p:attrNameLst>
                                          <p:attrName>style.visibility</p:attrName>
                                        </p:attrNameLst>
                                      </p:cBhvr>
                                      <p:to>
                                        <p:strVal val="visible"/>
                                      </p:to>
                                    </p:set>
                                    <p:animEffect transition="in" filter="wipe(left)">
                                      <p:cBhvr>
                                        <p:cTn id="85"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utoUpdateAnimBg="0"/>
      <p:bldP spid="37897" grpId="0" autoUpdateAnimBg="0"/>
      <p:bldP spid="37899" grpId="0"/>
      <p:bldP spid="37902" grpId="0"/>
      <p:bldP spid="37909" grpId="0"/>
      <p:bldP spid="37913" grpId="0"/>
      <p:bldP spid="37919" grpId="0" animBg="1"/>
      <p:bldP spid="3792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6"/>
          <p:cNvSpPr>
            <a:spLocks noChangeArrowheads="1"/>
          </p:cNvSpPr>
          <p:nvPr/>
        </p:nvSpPr>
        <p:spPr bwMode="auto">
          <a:xfrm>
            <a:off x="990600" y="1981200"/>
            <a:ext cx="7162800" cy="4191000"/>
          </a:xfrm>
          <a:prstGeom prst="rect">
            <a:avLst/>
          </a:prstGeom>
          <a:noFill/>
          <a:ln w="9525">
            <a:solidFill>
              <a:schemeClr val="tx2"/>
            </a:solidFill>
            <a:miter lim="800000"/>
            <a:headEnd/>
            <a:tailEnd/>
          </a:ln>
        </p:spPr>
        <p:txBody>
          <a:bodyPr wrap="none" anchor="ctr"/>
          <a:lstStyle/>
          <a:p>
            <a:endParaRPr lang="zh-CN" altLang="en-US"/>
          </a:p>
        </p:txBody>
      </p:sp>
      <p:sp>
        <p:nvSpPr>
          <p:cNvPr id="57347" name="Text Box 7"/>
          <p:cNvSpPr txBox="1">
            <a:spLocks noChangeArrowheads="1"/>
          </p:cNvSpPr>
          <p:nvPr/>
        </p:nvSpPr>
        <p:spPr bwMode="auto">
          <a:xfrm>
            <a:off x="250825" y="836613"/>
            <a:ext cx="6697663"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FF0000"/>
                </a:solidFill>
              </a:rPr>
              <a:t>二、同方向不同频率谐振动的合成  </a:t>
            </a:r>
          </a:p>
        </p:txBody>
      </p:sp>
      <p:pic>
        <p:nvPicPr>
          <p:cNvPr id="57348" name="图片 5" descr="图片1.png"/>
          <p:cNvPicPr>
            <a:picLocks noChangeAspect="1"/>
          </p:cNvPicPr>
          <p:nvPr/>
        </p:nvPicPr>
        <p:blipFill>
          <a:blip r:embed="rId2"/>
          <a:srcRect/>
          <a:stretch>
            <a:fillRect/>
          </a:stretch>
        </p:blipFill>
        <p:spPr bwMode="auto">
          <a:xfrm>
            <a:off x="928688" y="1428750"/>
            <a:ext cx="7715250" cy="48942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6" name="Text Box 4"/>
          <p:cNvSpPr txBox="1">
            <a:spLocks noChangeArrowheads="1"/>
          </p:cNvSpPr>
          <p:nvPr/>
        </p:nvSpPr>
        <p:spPr bwMode="auto">
          <a:xfrm>
            <a:off x="762000" y="914400"/>
            <a:ext cx="7848600" cy="1649413"/>
          </a:xfrm>
          <a:prstGeom prst="rect">
            <a:avLst/>
          </a:prstGeom>
          <a:gradFill rotWithShape="0">
            <a:gsLst>
              <a:gs pos="0">
                <a:srgbClr val="CCFFFF"/>
              </a:gs>
              <a:gs pos="50000">
                <a:schemeClr val="bg1"/>
              </a:gs>
              <a:gs pos="100000">
                <a:srgbClr val="CCFFFF"/>
              </a:gs>
            </a:gsLst>
            <a:lin ang="5400000" scaled="1"/>
          </a:gradFill>
          <a:ln w="19050">
            <a:solidFill>
              <a:schemeClr val="tx2"/>
            </a:solidFill>
            <a:miter lim="800000"/>
            <a:headEnd/>
            <a:tailEnd/>
          </a:ln>
          <a:effectLst/>
        </p:spPr>
        <p:txBody>
          <a:bodyPr>
            <a:spAutoFit/>
          </a:bodyPr>
          <a:lstStyle/>
          <a:p>
            <a:pPr algn="l">
              <a:lnSpc>
                <a:spcPct val="120000"/>
              </a:lnSpc>
              <a:spcBef>
                <a:spcPct val="50000"/>
              </a:spcBef>
              <a:defRPr/>
            </a:pPr>
            <a:r>
              <a:rPr kumimoji="0" lang="en-US" altLang="zh-CN" b="1" dirty="0">
                <a:latin typeface="宋体" pitchFamily="2" charset="-122"/>
              </a:rPr>
              <a:t>    </a:t>
            </a:r>
            <a:r>
              <a:rPr kumimoji="0" lang="zh-CN" altLang="en-US" sz="2800" b="1" dirty="0">
                <a:latin typeface="宋体" pitchFamily="2" charset="-122"/>
              </a:rPr>
              <a:t>频率</a:t>
            </a:r>
            <a:r>
              <a:rPr kumimoji="0" lang="zh-CN" altLang="en-US" sz="2800" b="1" dirty="0">
                <a:solidFill>
                  <a:srgbClr val="CC0000"/>
                </a:solidFill>
                <a:latin typeface="宋体" pitchFamily="2" charset="-122"/>
              </a:rPr>
              <a:t>较大</a:t>
            </a:r>
            <a:r>
              <a:rPr kumimoji="0" lang="zh-CN" altLang="en-US" sz="2800" b="1" dirty="0">
                <a:latin typeface="宋体" pitchFamily="2" charset="-122"/>
              </a:rPr>
              <a:t>而频率之</a:t>
            </a:r>
            <a:r>
              <a:rPr kumimoji="0" lang="zh-CN" altLang="en-US" sz="2800" b="1" dirty="0">
                <a:solidFill>
                  <a:srgbClr val="CC0000"/>
                </a:solidFill>
                <a:latin typeface="宋体" pitchFamily="2" charset="-122"/>
              </a:rPr>
              <a:t>差很小</a:t>
            </a:r>
            <a:r>
              <a:rPr kumimoji="0" lang="zh-CN" altLang="en-US" sz="2800" b="1" dirty="0">
                <a:latin typeface="宋体" pitchFamily="2" charset="-122"/>
              </a:rPr>
              <a:t>的两个</a:t>
            </a:r>
            <a:r>
              <a:rPr kumimoji="0" lang="zh-CN" altLang="en-US" sz="2800" b="1" dirty="0">
                <a:solidFill>
                  <a:srgbClr val="CC0000"/>
                </a:solidFill>
                <a:latin typeface="宋体" pitchFamily="2" charset="-122"/>
              </a:rPr>
              <a:t>同方向</a:t>
            </a:r>
            <a:r>
              <a:rPr kumimoji="0" lang="zh-CN" altLang="en-US" sz="2800" b="1" dirty="0">
                <a:latin typeface="宋体" pitchFamily="2" charset="-122"/>
              </a:rPr>
              <a:t>简谐运动的合成，其合振动的振幅时而加强时而减弱的现象叫</a:t>
            </a:r>
            <a:r>
              <a:rPr kumimoji="0" lang="zh-CN" altLang="en-US" sz="2800" b="1" dirty="0">
                <a:solidFill>
                  <a:srgbClr val="CC0000"/>
                </a:solidFill>
                <a:latin typeface="宋体" pitchFamily="2" charset="-122"/>
              </a:rPr>
              <a:t>拍</a:t>
            </a:r>
            <a:r>
              <a:rPr kumimoji="0" lang="en-US" altLang="zh-CN" sz="2800" b="1" dirty="0">
                <a:latin typeface="宋体" pitchFamily="2" charset="-122"/>
              </a:rPr>
              <a:t>.</a:t>
            </a:r>
          </a:p>
        </p:txBody>
      </p:sp>
      <p:grpSp>
        <p:nvGrpSpPr>
          <p:cNvPr id="2" name="Group 5"/>
          <p:cNvGrpSpPr>
            <a:grpSpLocks/>
          </p:cNvGrpSpPr>
          <p:nvPr/>
        </p:nvGrpSpPr>
        <p:grpSpPr bwMode="auto">
          <a:xfrm>
            <a:off x="990600" y="3197225"/>
            <a:ext cx="5105400" cy="1225550"/>
            <a:chOff x="624" y="2014"/>
            <a:chExt cx="3216" cy="772"/>
          </a:xfrm>
        </p:grpSpPr>
        <p:graphicFrame>
          <p:nvGraphicFramePr>
            <p:cNvPr id="31749" name="Object 6"/>
            <p:cNvGraphicFramePr>
              <a:graphicFrameLocks noChangeAspect="1"/>
            </p:cNvGraphicFramePr>
            <p:nvPr/>
          </p:nvGraphicFramePr>
          <p:xfrm>
            <a:off x="816" y="2014"/>
            <a:ext cx="2976" cy="344"/>
          </p:xfrm>
          <a:graphic>
            <a:graphicData uri="http://schemas.openxmlformats.org/presentationml/2006/ole">
              <p:oleObj spid="_x0000_s31749" name="Equation" r:id="rId3" imgW="2171520" imgH="253800" progId="Equation.3">
                <p:embed/>
              </p:oleObj>
            </a:graphicData>
          </a:graphic>
        </p:graphicFrame>
        <p:graphicFrame>
          <p:nvGraphicFramePr>
            <p:cNvPr id="31750" name="Object 7"/>
            <p:cNvGraphicFramePr>
              <a:graphicFrameLocks noChangeAspect="1"/>
            </p:cNvGraphicFramePr>
            <p:nvPr/>
          </p:nvGraphicFramePr>
          <p:xfrm>
            <a:off x="816" y="2446"/>
            <a:ext cx="3024" cy="340"/>
          </p:xfrm>
          <a:graphic>
            <a:graphicData uri="http://schemas.openxmlformats.org/presentationml/2006/ole">
              <p:oleObj spid="_x0000_s31750" name="Equation" r:id="rId4" imgW="2247840" imgH="253800" progId="Equation.3">
                <p:embed/>
              </p:oleObj>
            </a:graphicData>
          </a:graphic>
        </p:graphicFrame>
        <p:sp>
          <p:nvSpPr>
            <p:cNvPr id="31756" name="AutoShape 8"/>
            <p:cNvSpPr>
              <a:spLocks/>
            </p:cNvSpPr>
            <p:nvPr/>
          </p:nvSpPr>
          <p:spPr bwMode="auto">
            <a:xfrm>
              <a:off x="624" y="2136"/>
              <a:ext cx="144" cy="528"/>
            </a:xfrm>
            <a:prstGeom prst="leftBrace">
              <a:avLst>
                <a:gd name="adj1" fmla="val 30556"/>
                <a:gd name="adj2" fmla="val 50000"/>
              </a:avLst>
            </a:prstGeom>
            <a:noFill/>
            <a:ln w="28575">
              <a:solidFill>
                <a:srgbClr val="FF0000"/>
              </a:solidFill>
              <a:round/>
              <a:headEnd/>
              <a:tailEnd/>
            </a:ln>
          </p:spPr>
          <p:txBody>
            <a:bodyPr wrap="none" anchor="ctr"/>
            <a:lstStyle/>
            <a:p>
              <a:endParaRPr lang="zh-CN" altLang="en-US"/>
            </a:p>
          </p:txBody>
        </p:sp>
      </p:grpSp>
      <p:graphicFrame>
        <p:nvGraphicFramePr>
          <p:cNvPr id="202761" name="Object 9"/>
          <p:cNvGraphicFramePr>
            <a:graphicFrameLocks noChangeAspect="1"/>
          </p:cNvGraphicFramePr>
          <p:nvPr/>
        </p:nvGraphicFramePr>
        <p:xfrm>
          <a:off x="6791325" y="3414713"/>
          <a:ext cx="1743075" cy="552450"/>
        </p:xfrm>
        <a:graphic>
          <a:graphicData uri="http://schemas.openxmlformats.org/presentationml/2006/ole">
            <p:oleObj spid="_x0000_s31746" name="Equation" r:id="rId5" imgW="799920" imgH="253800" progId="Equation.3">
              <p:embed/>
            </p:oleObj>
          </a:graphicData>
        </a:graphic>
      </p:graphicFrame>
      <p:grpSp>
        <p:nvGrpSpPr>
          <p:cNvPr id="3" name="Group 10"/>
          <p:cNvGrpSpPr>
            <a:grpSpLocks/>
          </p:cNvGrpSpPr>
          <p:nvPr/>
        </p:nvGrpSpPr>
        <p:grpSpPr bwMode="auto">
          <a:xfrm>
            <a:off x="785813" y="4857750"/>
            <a:ext cx="7620000" cy="622300"/>
            <a:chOff x="384" y="3552"/>
            <a:chExt cx="4800" cy="392"/>
          </a:xfrm>
        </p:grpSpPr>
        <p:sp>
          <p:nvSpPr>
            <p:cNvPr id="31755" name="Text Box 11"/>
            <p:cNvSpPr txBox="1">
              <a:spLocks noChangeArrowheads="1"/>
            </p:cNvSpPr>
            <p:nvPr/>
          </p:nvSpPr>
          <p:spPr bwMode="auto">
            <a:xfrm>
              <a:off x="384" y="3552"/>
              <a:ext cx="4800" cy="365"/>
            </a:xfrm>
            <a:prstGeom prst="rect">
              <a:avLst/>
            </a:prstGeom>
            <a:noFill/>
            <a:ln w="9525">
              <a:noFill/>
              <a:miter lim="800000"/>
              <a:headEnd/>
              <a:tailEnd/>
            </a:ln>
          </p:spPr>
          <p:txBody>
            <a:bodyPr>
              <a:spAutoFit/>
            </a:bodyPr>
            <a:lstStyle/>
            <a:p>
              <a:pPr algn="l">
                <a:spcBef>
                  <a:spcPct val="50000"/>
                </a:spcBef>
              </a:pPr>
              <a:r>
                <a:rPr kumimoji="0" lang="zh-CN" altLang="en-US" b="1">
                  <a:latin typeface="宋体" pitchFamily="2" charset="-122"/>
                </a:rPr>
                <a:t>讨论</a:t>
              </a:r>
              <a:r>
                <a:rPr kumimoji="0" lang="zh-CN" altLang="en-US" sz="2800" b="1">
                  <a:latin typeface="宋体" pitchFamily="2" charset="-122"/>
                </a:rPr>
                <a:t>        </a:t>
              </a:r>
              <a:r>
                <a:rPr kumimoji="0" lang="en-US" altLang="zh-CN" sz="2800" b="1">
                  <a:latin typeface="宋体" pitchFamily="2" charset="-122"/>
                </a:rPr>
                <a:t>,               </a:t>
              </a:r>
              <a:r>
                <a:rPr kumimoji="0" lang="zh-CN" altLang="en-US" b="1">
                  <a:latin typeface="宋体" pitchFamily="2" charset="-122"/>
                </a:rPr>
                <a:t>的情况 </a:t>
              </a:r>
            </a:p>
          </p:txBody>
        </p:sp>
        <p:graphicFrame>
          <p:nvGraphicFramePr>
            <p:cNvPr id="31747" name="Object 12"/>
            <p:cNvGraphicFramePr>
              <a:graphicFrameLocks noChangeAspect="1"/>
            </p:cNvGraphicFramePr>
            <p:nvPr/>
          </p:nvGraphicFramePr>
          <p:xfrm>
            <a:off x="1008" y="3600"/>
            <a:ext cx="762" cy="337"/>
          </p:xfrm>
          <a:graphic>
            <a:graphicData uri="http://schemas.openxmlformats.org/presentationml/2006/ole">
              <p:oleObj spid="_x0000_s31747" name="Equation" r:id="rId6" imgW="571320" imgH="253800" progId="Equation.3">
                <p:embed/>
              </p:oleObj>
            </a:graphicData>
          </a:graphic>
        </p:graphicFrame>
        <p:graphicFrame>
          <p:nvGraphicFramePr>
            <p:cNvPr id="31748" name="Object 13"/>
            <p:cNvGraphicFramePr>
              <a:graphicFrameLocks noChangeAspect="1"/>
            </p:cNvGraphicFramePr>
            <p:nvPr/>
          </p:nvGraphicFramePr>
          <p:xfrm>
            <a:off x="1968" y="3600"/>
            <a:ext cx="1632" cy="344"/>
          </p:xfrm>
          <a:graphic>
            <a:graphicData uri="http://schemas.openxmlformats.org/presentationml/2006/ole">
              <p:oleObj spid="_x0000_s31748" name="Equation" r:id="rId7" imgW="1320480" imgH="279360" progId="Equation.3">
                <p:embed/>
              </p:oleObj>
            </a:graphicData>
          </a:graphic>
        </p:graphicFrame>
      </p:grpSp>
      <p:sp>
        <p:nvSpPr>
          <p:cNvPr id="31754" name="AutoShape 14">
            <a:hlinkClick r:id="rId8" action="ppaction://hlinksldjump" highlightClick="1"/>
          </p:cNvPr>
          <p:cNvSpPr>
            <a:spLocks noChangeArrowheads="1"/>
          </p:cNvSpPr>
          <p:nvPr/>
        </p:nvSpPr>
        <p:spPr bwMode="auto">
          <a:xfrm>
            <a:off x="7715250" y="5000625"/>
            <a:ext cx="576263" cy="360363"/>
          </a:xfrm>
          <a:prstGeom prst="actionButtonForwardNext">
            <a:avLst/>
          </a:prstGeom>
          <a:solidFill>
            <a:schemeClr val="accent1"/>
          </a:soli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2761"/>
                                        </p:tgtEl>
                                        <p:attrNameLst>
                                          <p:attrName>style.visibility</p:attrName>
                                        </p:attrNameLst>
                                      </p:cBhvr>
                                      <p:to>
                                        <p:strVal val="visible"/>
                                      </p:to>
                                    </p:set>
                                    <p:animEffect transition="in" filter="blinds(horizontal)">
                                      <p:cBhvr>
                                        <p:cTn id="12" dur="500"/>
                                        <p:tgtEl>
                                          <p:spTgt spid="2027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741988" y="1984375"/>
            <a:ext cx="2259012" cy="1771650"/>
            <a:chOff x="4149" y="2736"/>
            <a:chExt cx="1346" cy="1562"/>
          </a:xfrm>
        </p:grpSpPr>
        <p:sp>
          <p:nvSpPr>
            <p:cNvPr id="203781" name="AutoShape 5"/>
            <p:cNvSpPr>
              <a:spLocks noChangeArrowheads="1"/>
            </p:cNvSpPr>
            <p:nvPr/>
          </p:nvSpPr>
          <p:spPr bwMode="auto">
            <a:xfrm>
              <a:off x="4464" y="2736"/>
              <a:ext cx="866" cy="721"/>
            </a:xfrm>
            <a:prstGeom prst="wedgeRectCallout">
              <a:avLst>
                <a:gd name="adj1" fmla="val -51157"/>
                <a:gd name="adj2" fmla="val 81944"/>
              </a:avLst>
            </a:prstGeom>
            <a:gradFill rotWithShape="0">
              <a:gsLst>
                <a:gs pos="0">
                  <a:schemeClr val="accent1"/>
                </a:gs>
                <a:gs pos="50000">
                  <a:schemeClr val="accent1">
                    <a:gamma/>
                    <a:tint val="3137"/>
                    <a:invGamma/>
                  </a:schemeClr>
                </a:gs>
                <a:gs pos="100000">
                  <a:schemeClr val="accent1"/>
                </a:gs>
              </a:gsLst>
              <a:lin ang="5400000" scaled="1"/>
            </a:gradFill>
            <a:ln w="19050">
              <a:solidFill>
                <a:srgbClr val="008000"/>
              </a:solidFill>
              <a:miter lim="800000"/>
              <a:headEnd/>
              <a:tailEnd/>
            </a:ln>
            <a:effectLst/>
          </p:spPr>
          <p:txBody>
            <a:bodyPr/>
            <a:lstStyle/>
            <a:p>
              <a:pPr>
                <a:defRPr/>
              </a:pPr>
              <a:endParaRPr kumimoji="0" lang="zh-CN" altLang="zh-CN" sz="2800" b="1">
                <a:solidFill>
                  <a:srgbClr val="1C1C1C"/>
                </a:solidFill>
              </a:endParaRPr>
            </a:p>
          </p:txBody>
        </p:sp>
        <p:sp>
          <p:nvSpPr>
            <p:cNvPr id="203782" name="Text Box 6"/>
            <p:cNvSpPr txBox="1">
              <a:spLocks noChangeArrowheads="1"/>
            </p:cNvSpPr>
            <p:nvPr/>
          </p:nvSpPr>
          <p:spPr bwMode="auto">
            <a:xfrm>
              <a:off x="4149" y="3693"/>
              <a:ext cx="1346" cy="605"/>
            </a:xfrm>
            <a:prstGeom prst="rect">
              <a:avLst/>
            </a:prstGeom>
            <a:gradFill rotWithShape="0">
              <a:gsLst>
                <a:gs pos="0">
                  <a:schemeClr val="accent1"/>
                </a:gs>
                <a:gs pos="50000">
                  <a:schemeClr val="accent1">
                    <a:gamma/>
                    <a:tint val="3137"/>
                    <a:invGamma/>
                  </a:schemeClr>
                </a:gs>
                <a:gs pos="100000">
                  <a:schemeClr val="accent1"/>
                </a:gs>
              </a:gsLst>
              <a:lin ang="5400000" scaled="1"/>
            </a:gradFill>
            <a:ln w="9525">
              <a:solidFill>
                <a:srgbClr val="008000"/>
              </a:solidFill>
              <a:miter lim="800000"/>
              <a:headEnd/>
              <a:tailEnd/>
            </a:ln>
            <a:effectLst/>
          </p:spPr>
          <p:txBody>
            <a:bodyPr>
              <a:spAutoFit/>
            </a:bodyPr>
            <a:lstStyle/>
            <a:p>
              <a:pPr algn="l">
                <a:lnSpc>
                  <a:spcPct val="120000"/>
                </a:lnSpc>
                <a:spcBef>
                  <a:spcPct val="50000"/>
                </a:spcBef>
                <a:defRPr/>
              </a:pPr>
              <a:r>
                <a:rPr kumimoji="0" lang="zh-CN" altLang="en-US" b="1" dirty="0">
                  <a:solidFill>
                    <a:srgbClr val="CC0000"/>
                  </a:solidFill>
                </a:rPr>
                <a:t>合振动频率</a:t>
              </a:r>
            </a:p>
          </p:txBody>
        </p:sp>
      </p:grpSp>
      <p:grpSp>
        <p:nvGrpSpPr>
          <p:cNvPr id="3" name="Group 7"/>
          <p:cNvGrpSpPr>
            <a:grpSpLocks/>
          </p:cNvGrpSpPr>
          <p:nvPr/>
        </p:nvGrpSpPr>
        <p:grpSpPr bwMode="auto">
          <a:xfrm>
            <a:off x="1447800" y="1928813"/>
            <a:ext cx="3581400" cy="1812925"/>
            <a:chOff x="1056" y="2736"/>
            <a:chExt cx="2544" cy="1465"/>
          </a:xfrm>
        </p:grpSpPr>
        <p:sp>
          <p:nvSpPr>
            <p:cNvPr id="203784" name="AutoShape 8"/>
            <p:cNvSpPr>
              <a:spLocks noChangeArrowheads="1"/>
            </p:cNvSpPr>
            <p:nvPr/>
          </p:nvSpPr>
          <p:spPr bwMode="auto">
            <a:xfrm>
              <a:off x="1056" y="2736"/>
              <a:ext cx="2544" cy="720"/>
            </a:xfrm>
            <a:prstGeom prst="wedgeRectCallout">
              <a:avLst>
                <a:gd name="adj1" fmla="val 2199"/>
                <a:gd name="adj2" fmla="val 74722"/>
              </a:avLst>
            </a:prstGeom>
            <a:gradFill rotWithShape="0">
              <a:gsLst>
                <a:gs pos="0">
                  <a:schemeClr val="accent1"/>
                </a:gs>
                <a:gs pos="50000">
                  <a:schemeClr val="accent1">
                    <a:gamma/>
                    <a:tint val="0"/>
                    <a:invGamma/>
                  </a:schemeClr>
                </a:gs>
                <a:gs pos="100000">
                  <a:schemeClr val="accent1"/>
                </a:gs>
              </a:gsLst>
              <a:lin ang="5400000" scaled="1"/>
            </a:gradFill>
            <a:ln w="19050">
              <a:solidFill>
                <a:srgbClr val="008000"/>
              </a:solidFill>
              <a:miter lim="800000"/>
              <a:headEnd/>
              <a:tailEnd/>
            </a:ln>
            <a:effectLst/>
          </p:spPr>
          <p:txBody>
            <a:bodyPr/>
            <a:lstStyle/>
            <a:p>
              <a:pPr>
                <a:defRPr/>
              </a:pPr>
              <a:endParaRPr kumimoji="0" lang="zh-CN" altLang="zh-CN" sz="2800" b="1">
                <a:solidFill>
                  <a:srgbClr val="1C1C1C"/>
                </a:solidFill>
              </a:endParaRPr>
            </a:p>
          </p:txBody>
        </p:sp>
        <p:sp>
          <p:nvSpPr>
            <p:cNvPr id="203785" name="Text Box 9"/>
            <p:cNvSpPr txBox="1">
              <a:spLocks noChangeArrowheads="1"/>
            </p:cNvSpPr>
            <p:nvPr/>
          </p:nvSpPr>
          <p:spPr bwMode="auto">
            <a:xfrm>
              <a:off x="1825" y="3647"/>
              <a:ext cx="1390" cy="554"/>
            </a:xfrm>
            <a:prstGeom prst="rect">
              <a:avLst/>
            </a:prstGeom>
            <a:gradFill rotWithShape="0">
              <a:gsLst>
                <a:gs pos="0">
                  <a:schemeClr val="accent1"/>
                </a:gs>
                <a:gs pos="50000">
                  <a:schemeClr val="accent1">
                    <a:gamma/>
                    <a:tint val="0"/>
                    <a:invGamma/>
                  </a:schemeClr>
                </a:gs>
                <a:gs pos="100000">
                  <a:schemeClr val="accent1"/>
                </a:gs>
              </a:gsLst>
              <a:lin ang="5400000" scaled="1"/>
            </a:gradFill>
            <a:ln w="9525">
              <a:solidFill>
                <a:srgbClr val="008000"/>
              </a:solidFill>
              <a:miter lim="800000"/>
              <a:headEnd/>
              <a:tailEnd/>
            </a:ln>
            <a:effectLst/>
          </p:spPr>
          <p:txBody>
            <a:bodyPr>
              <a:spAutoFit/>
            </a:bodyPr>
            <a:lstStyle/>
            <a:p>
              <a:pPr algn="l">
                <a:lnSpc>
                  <a:spcPct val="120000"/>
                </a:lnSpc>
                <a:spcBef>
                  <a:spcPct val="50000"/>
                </a:spcBef>
                <a:defRPr/>
              </a:pPr>
              <a:r>
                <a:rPr kumimoji="0" lang="zh-CN" altLang="en-US" b="1">
                  <a:solidFill>
                    <a:srgbClr val="CC0000"/>
                  </a:solidFill>
                </a:rPr>
                <a:t>振幅部分</a:t>
              </a:r>
            </a:p>
          </p:txBody>
        </p:sp>
      </p:grpSp>
      <p:sp>
        <p:nvSpPr>
          <p:cNvPr id="32778" name="Text Box 10"/>
          <p:cNvSpPr txBox="1">
            <a:spLocks noChangeArrowheads="1"/>
          </p:cNvSpPr>
          <p:nvPr/>
        </p:nvSpPr>
        <p:spPr bwMode="auto">
          <a:xfrm>
            <a:off x="533400" y="500063"/>
            <a:ext cx="2209800" cy="579437"/>
          </a:xfrm>
          <a:prstGeom prst="rect">
            <a:avLst/>
          </a:prstGeom>
          <a:noFill/>
          <a:ln w="9525">
            <a:noFill/>
            <a:miter lim="800000"/>
            <a:headEnd/>
            <a:tailEnd/>
          </a:ln>
        </p:spPr>
        <p:txBody>
          <a:bodyPr>
            <a:spAutoFit/>
          </a:bodyPr>
          <a:lstStyle/>
          <a:p>
            <a:pPr algn="l">
              <a:spcBef>
                <a:spcPct val="50000"/>
              </a:spcBef>
              <a:buFontTx/>
              <a:buBlip>
                <a:blip r:embed="rId3"/>
              </a:buBlip>
            </a:pPr>
            <a:r>
              <a:rPr kumimoji="0" lang="en-US" altLang="zh-CN" sz="2800" b="1">
                <a:solidFill>
                  <a:srgbClr val="1C1C1C"/>
                </a:solidFill>
              </a:rPr>
              <a:t>   </a:t>
            </a:r>
            <a:r>
              <a:rPr kumimoji="0" lang="zh-CN" altLang="en-US" b="1">
                <a:solidFill>
                  <a:srgbClr val="CC0000"/>
                </a:solidFill>
              </a:rPr>
              <a:t>方法一</a:t>
            </a:r>
          </a:p>
        </p:txBody>
      </p:sp>
      <p:grpSp>
        <p:nvGrpSpPr>
          <p:cNvPr id="4" name="Group 11"/>
          <p:cNvGrpSpPr>
            <a:grpSpLocks/>
          </p:cNvGrpSpPr>
          <p:nvPr/>
        </p:nvGrpSpPr>
        <p:grpSpPr bwMode="auto">
          <a:xfrm>
            <a:off x="600075" y="4687888"/>
            <a:ext cx="3478213" cy="1600200"/>
            <a:chOff x="378" y="2589"/>
            <a:chExt cx="2191" cy="1008"/>
          </a:xfrm>
        </p:grpSpPr>
        <p:sp>
          <p:nvSpPr>
            <p:cNvPr id="32786" name="Text Box 12"/>
            <p:cNvSpPr txBox="1">
              <a:spLocks noChangeArrowheads="1"/>
            </p:cNvSpPr>
            <p:nvPr/>
          </p:nvSpPr>
          <p:spPr bwMode="auto">
            <a:xfrm>
              <a:off x="522" y="3171"/>
              <a:ext cx="1248" cy="426"/>
            </a:xfrm>
            <a:prstGeom prst="rect">
              <a:avLst/>
            </a:prstGeom>
            <a:noFill/>
            <a:ln w="9525">
              <a:noFill/>
              <a:miter lim="800000"/>
              <a:headEnd/>
              <a:tailEnd/>
            </a:ln>
          </p:spPr>
          <p:txBody>
            <a:bodyPr>
              <a:spAutoFit/>
            </a:bodyPr>
            <a:lstStyle/>
            <a:p>
              <a:pPr algn="l">
                <a:lnSpc>
                  <a:spcPct val="120000"/>
                </a:lnSpc>
                <a:spcBef>
                  <a:spcPct val="50000"/>
                </a:spcBef>
              </a:pPr>
              <a:r>
                <a:rPr kumimoji="0" lang="zh-CN" altLang="en-US" b="1">
                  <a:solidFill>
                    <a:srgbClr val="CC0000"/>
                  </a:solidFill>
                  <a:latin typeface="宋体" pitchFamily="2" charset="-122"/>
                </a:rPr>
                <a:t>振幅 </a:t>
              </a:r>
              <a:endParaRPr kumimoji="0" lang="zh-CN" altLang="en-US" b="1">
                <a:latin typeface="宋体" pitchFamily="2" charset="-122"/>
              </a:endParaRPr>
            </a:p>
          </p:txBody>
        </p:sp>
        <p:sp>
          <p:nvSpPr>
            <p:cNvPr id="32787" name="Text Box 13"/>
            <p:cNvSpPr txBox="1">
              <a:spLocks noChangeArrowheads="1"/>
            </p:cNvSpPr>
            <p:nvPr/>
          </p:nvSpPr>
          <p:spPr bwMode="auto">
            <a:xfrm>
              <a:off x="522" y="2589"/>
              <a:ext cx="2047" cy="426"/>
            </a:xfrm>
            <a:prstGeom prst="rect">
              <a:avLst/>
            </a:prstGeom>
            <a:noFill/>
            <a:ln w="9525">
              <a:noFill/>
              <a:miter lim="800000"/>
              <a:headEnd/>
              <a:tailEnd/>
            </a:ln>
          </p:spPr>
          <p:txBody>
            <a:bodyPr>
              <a:spAutoFit/>
            </a:bodyPr>
            <a:lstStyle/>
            <a:p>
              <a:pPr algn="l">
                <a:lnSpc>
                  <a:spcPct val="120000"/>
                </a:lnSpc>
                <a:spcBef>
                  <a:spcPct val="50000"/>
                </a:spcBef>
              </a:pPr>
              <a:r>
                <a:rPr kumimoji="0" lang="zh-CN" altLang="en-US" b="1">
                  <a:solidFill>
                    <a:srgbClr val="CC0000"/>
                  </a:solidFill>
                </a:rPr>
                <a:t>振动频率</a:t>
              </a:r>
              <a:endParaRPr kumimoji="0" lang="zh-CN" altLang="en-US" b="1"/>
            </a:p>
          </p:txBody>
        </p:sp>
        <p:sp>
          <p:nvSpPr>
            <p:cNvPr id="32788" name="AutoShape 14"/>
            <p:cNvSpPr>
              <a:spLocks/>
            </p:cNvSpPr>
            <p:nvPr/>
          </p:nvSpPr>
          <p:spPr bwMode="auto">
            <a:xfrm>
              <a:off x="378" y="2787"/>
              <a:ext cx="144" cy="576"/>
            </a:xfrm>
            <a:prstGeom prst="leftBrace">
              <a:avLst>
                <a:gd name="adj1" fmla="val 33333"/>
                <a:gd name="adj2" fmla="val 50000"/>
              </a:avLst>
            </a:prstGeom>
            <a:noFill/>
            <a:ln w="28575">
              <a:solidFill>
                <a:srgbClr val="CC0000"/>
              </a:solidFill>
              <a:round/>
              <a:headEnd/>
              <a:tailEnd/>
            </a:ln>
          </p:spPr>
          <p:txBody>
            <a:bodyPr wrap="none" anchor="ctr"/>
            <a:lstStyle/>
            <a:p>
              <a:endParaRPr lang="zh-CN" altLang="en-US"/>
            </a:p>
          </p:txBody>
        </p:sp>
      </p:grpSp>
      <p:graphicFrame>
        <p:nvGraphicFramePr>
          <p:cNvPr id="203791" name="Object 15"/>
          <p:cNvGraphicFramePr>
            <a:graphicFrameLocks noChangeAspect="1"/>
          </p:cNvGraphicFramePr>
          <p:nvPr/>
        </p:nvGraphicFramePr>
        <p:xfrm>
          <a:off x="666750" y="1214438"/>
          <a:ext cx="6800850" cy="541337"/>
        </p:xfrm>
        <a:graphic>
          <a:graphicData uri="http://schemas.openxmlformats.org/presentationml/2006/ole">
            <p:oleObj spid="_x0000_s32770" name="Equation" r:id="rId4" imgW="3022560" imgH="253800" progId="Equation.3">
              <p:embed/>
            </p:oleObj>
          </a:graphicData>
        </a:graphic>
      </p:graphicFrame>
      <p:graphicFrame>
        <p:nvGraphicFramePr>
          <p:cNvPr id="203792" name="Object 16"/>
          <p:cNvGraphicFramePr>
            <a:graphicFrameLocks noChangeAspect="1"/>
          </p:cNvGraphicFramePr>
          <p:nvPr/>
        </p:nvGraphicFramePr>
        <p:xfrm>
          <a:off x="727075" y="1857375"/>
          <a:ext cx="7045325" cy="998538"/>
        </p:xfrm>
        <a:graphic>
          <a:graphicData uri="http://schemas.openxmlformats.org/presentationml/2006/ole">
            <p:oleObj spid="_x0000_s32771" name="Equation" r:id="rId5" imgW="2984400" imgH="469800" progId="Equation.3">
              <p:embed/>
            </p:oleObj>
          </a:graphicData>
        </a:graphic>
      </p:graphicFrame>
      <p:graphicFrame>
        <p:nvGraphicFramePr>
          <p:cNvPr id="203793" name="Object 17"/>
          <p:cNvGraphicFramePr>
            <a:graphicFrameLocks noChangeAspect="1"/>
          </p:cNvGraphicFramePr>
          <p:nvPr/>
        </p:nvGraphicFramePr>
        <p:xfrm>
          <a:off x="2024063" y="5510213"/>
          <a:ext cx="3843337" cy="1087437"/>
        </p:xfrm>
        <a:graphic>
          <a:graphicData uri="http://schemas.openxmlformats.org/presentationml/2006/ole">
            <p:oleObj spid="_x0000_s32772" name="Equation" r:id="rId6" imgW="1803240" imgH="520560" progId="Equation.3">
              <p:embed/>
            </p:oleObj>
          </a:graphicData>
        </a:graphic>
      </p:graphicFrame>
      <p:graphicFrame>
        <p:nvGraphicFramePr>
          <p:cNvPr id="203794" name="Object 18"/>
          <p:cNvGraphicFramePr>
            <a:graphicFrameLocks noChangeAspect="1"/>
          </p:cNvGraphicFramePr>
          <p:nvPr/>
        </p:nvGraphicFramePr>
        <p:xfrm>
          <a:off x="2833688" y="4768850"/>
          <a:ext cx="2424112" cy="541338"/>
        </p:xfrm>
        <a:graphic>
          <a:graphicData uri="http://schemas.openxmlformats.org/presentationml/2006/ole">
            <p:oleObj spid="_x0000_s32773" name="Equation" r:id="rId7" imgW="1130040" imgH="253800" progId="Equation.3">
              <p:embed/>
            </p:oleObj>
          </a:graphicData>
        </a:graphic>
      </p:graphicFrame>
      <p:grpSp>
        <p:nvGrpSpPr>
          <p:cNvPr id="5" name="Group 19"/>
          <p:cNvGrpSpPr>
            <a:grpSpLocks/>
          </p:cNvGrpSpPr>
          <p:nvPr/>
        </p:nvGrpSpPr>
        <p:grpSpPr bwMode="auto">
          <a:xfrm>
            <a:off x="6477000" y="4997450"/>
            <a:ext cx="1905000" cy="1377950"/>
            <a:chOff x="4272" y="2880"/>
            <a:chExt cx="1200" cy="868"/>
          </a:xfrm>
        </p:grpSpPr>
        <p:graphicFrame>
          <p:nvGraphicFramePr>
            <p:cNvPr id="32774" name="Object 20"/>
            <p:cNvGraphicFramePr>
              <a:graphicFrameLocks noChangeAspect="1"/>
            </p:cNvGraphicFramePr>
            <p:nvPr/>
          </p:nvGraphicFramePr>
          <p:xfrm>
            <a:off x="4406" y="2880"/>
            <a:ext cx="1066" cy="343"/>
          </p:xfrm>
          <a:graphic>
            <a:graphicData uri="http://schemas.openxmlformats.org/presentationml/2006/ole">
              <p:oleObj spid="_x0000_s32774" name="Equation" r:id="rId8" imgW="787320" imgH="253800" progId="Equation.3">
                <p:embed/>
              </p:oleObj>
            </a:graphicData>
          </a:graphic>
        </p:graphicFrame>
        <p:graphicFrame>
          <p:nvGraphicFramePr>
            <p:cNvPr id="32775" name="Object 21"/>
            <p:cNvGraphicFramePr>
              <a:graphicFrameLocks noChangeAspect="1"/>
            </p:cNvGraphicFramePr>
            <p:nvPr/>
          </p:nvGraphicFramePr>
          <p:xfrm>
            <a:off x="4416" y="3408"/>
            <a:ext cx="816" cy="340"/>
          </p:xfrm>
          <a:graphic>
            <a:graphicData uri="http://schemas.openxmlformats.org/presentationml/2006/ole">
              <p:oleObj spid="_x0000_s32775" name="Equation" r:id="rId9" imgW="609480" imgH="253800" progId="Equation.3">
                <p:embed/>
              </p:oleObj>
            </a:graphicData>
          </a:graphic>
        </p:graphicFrame>
        <p:sp>
          <p:nvSpPr>
            <p:cNvPr id="32785" name="AutoShape 22"/>
            <p:cNvSpPr>
              <a:spLocks/>
            </p:cNvSpPr>
            <p:nvPr/>
          </p:nvSpPr>
          <p:spPr bwMode="auto">
            <a:xfrm>
              <a:off x="4272" y="3044"/>
              <a:ext cx="144" cy="528"/>
            </a:xfrm>
            <a:prstGeom prst="leftBrace">
              <a:avLst>
                <a:gd name="adj1" fmla="val 30556"/>
                <a:gd name="adj2" fmla="val 50000"/>
              </a:avLst>
            </a:prstGeom>
            <a:noFill/>
            <a:ln w="28575">
              <a:solidFill>
                <a:srgbClr val="CC0000"/>
              </a:solidFill>
              <a:round/>
              <a:headEnd/>
              <a:tailEnd/>
            </a:ln>
          </p:spPr>
          <p:txBody>
            <a:bodyPr wrap="none" anchor="ctr"/>
            <a:lstStyle/>
            <a:p>
              <a:endParaRPr lang="zh-CN" altLang="en-US"/>
            </a:p>
          </p:txBody>
        </p:sp>
      </p:grpSp>
      <p:sp>
        <p:nvSpPr>
          <p:cNvPr id="203799" name="Text Box 23"/>
          <p:cNvSpPr txBox="1">
            <a:spLocks noChangeArrowheads="1"/>
          </p:cNvSpPr>
          <p:nvPr/>
        </p:nvSpPr>
        <p:spPr bwMode="auto">
          <a:xfrm>
            <a:off x="2071688" y="3929063"/>
            <a:ext cx="2571750" cy="519112"/>
          </a:xfrm>
          <a:prstGeom prst="rect">
            <a:avLst/>
          </a:prstGeom>
          <a:solidFill>
            <a:srgbClr val="FFCC00"/>
          </a:solidFill>
          <a:ln w="19050">
            <a:noFill/>
            <a:miter lim="800000"/>
            <a:headEnd type="none" w="med" len="lg"/>
            <a:tailEnd type="none" w="med" len="lg"/>
          </a:ln>
        </p:spPr>
        <p:txBody>
          <a:bodyPr>
            <a:spAutoFit/>
          </a:bodyPr>
          <a:lstStyle/>
          <a:p>
            <a:pPr>
              <a:spcBef>
                <a:spcPct val="50000"/>
              </a:spcBef>
            </a:pPr>
            <a:r>
              <a:rPr lang="zh-CN" altLang="en-US" sz="2800" b="1">
                <a:solidFill>
                  <a:schemeClr val="accent2"/>
                </a:solidFill>
                <a:latin typeface="Century Schoolbook" pitchFamily="18" charset="0"/>
              </a:rPr>
              <a:t>随</a:t>
            </a:r>
            <a:r>
              <a:rPr lang="en-US" altLang="zh-CN" sz="2800" i="1">
                <a:solidFill>
                  <a:schemeClr val="accent2"/>
                </a:solidFill>
                <a:latin typeface="Century Schoolbook" pitchFamily="18" charset="0"/>
              </a:rPr>
              <a:t>t</a:t>
            </a:r>
            <a:r>
              <a:rPr lang="zh-CN" altLang="en-US" sz="2800" b="1">
                <a:solidFill>
                  <a:schemeClr val="accent2"/>
                </a:solidFill>
                <a:latin typeface="Century Schoolbook" pitchFamily="18" charset="0"/>
              </a:rPr>
              <a:t>变化缓慢</a:t>
            </a:r>
          </a:p>
        </p:txBody>
      </p:sp>
      <p:sp>
        <p:nvSpPr>
          <p:cNvPr id="203800" name="Rectangle 24" descr="波浪线"/>
          <p:cNvSpPr>
            <a:spLocks noChangeArrowheads="1"/>
          </p:cNvSpPr>
          <p:nvPr/>
        </p:nvSpPr>
        <p:spPr bwMode="auto">
          <a:xfrm>
            <a:off x="2051050" y="3786188"/>
            <a:ext cx="2590800" cy="76200"/>
          </a:xfrm>
          <a:prstGeom prst="rect">
            <a:avLst/>
          </a:prstGeom>
          <a:pattFill prst="wave">
            <a:fgClr>
              <a:srgbClr val="FF0000"/>
            </a:fgClr>
            <a:bgClr>
              <a:srgbClr val="FFFFFF"/>
            </a:bgClr>
          </a:pattFill>
          <a:ln w="19050">
            <a:noFill/>
            <a:miter lim="800000"/>
            <a:headEnd type="none" w="med" len="lg"/>
            <a:tailEnd type="none" w="med" len="lg"/>
          </a:ln>
        </p:spPr>
        <p:txBody>
          <a:bodyPr wrap="none" anchor="ctr"/>
          <a:lstStyle/>
          <a:p>
            <a:endParaRPr lang="zh-CN" altLang="en-US"/>
          </a:p>
        </p:txBody>
      </p:sp>
      <p:sp>
        <p:nvSpPr>
          <p:cNvPr id="203801" name="Text Box 25"/>
          <p:cNvSpPr txBox="1">
            <a:spLocks noChangeArrowheads="1"/>
          </p:cNvSpPr>
          <p:nvPr/>
        </p:nvSpPr>
        <p:spPr bwMode="auto">
          <a:xfrm>
            <a:off x="5786438" y="3929063"/>
            <a:ext cx="2160587" cy="519112"/>
          </a:xfrm>
          <a:prstGeom prst="rect">
            <a:avLst/>
          </a:prstGeom>
          <a:solidFill>
            <a:srgbClr val="FF6600"/>
          </a:solidFill>
          <a:ln w="19050">
            <a:noFill/>
            <a:miter lim="800000"/>
            <a:headEnd type="none" w="med" len="lg"/>
            <a:tailEnd type="none" w="med" len="lg"/>
          </a:ln>
        </p:spPr>
        <p:txBody>
          <a:bodyPr>
            <a:spAutoFit/>
          </a:bodyPr>
          <a:lstStyle/>
          <a:p>
            <a:pPr algn="l">
              <a:spcBef>
                <a:spcPct val="50000"/>
              </a:spcBef>
            </a:pPr>
            <a:r>
              <a:rPr lang="zh-CN" altLang="en-US" sz="2800" b="1">
                <a:solidFill>
                  <a:schemeClr val="accent2"/>
                </a:solidFill>
                <a:latin typeface="Century Schoolbook" pitchFamily="18" charset="0"/>
              </a:rPr>
              <a:t>随</a:t>
            </a:r>
            <a:r>
              <a:rPr lang="en-US" altLang="zh-CN" sz="2800" i="1">
                <a:solidFill>
                  <a:schemeClr val="accent2"/>
                </a:solidFill>
                <a:latin typeface="Century Schoolbook" pitchFamily="18" charset="0"/>
              </a:rPr>
              <a:t>t</a:t>
            </a:r>
            <a:r>
              <a:rPr lang="zh-CN" altLang="en-US" sz="2800" b="1">
                <a:solidFill>
                  <a:schemeClr val="accent2"/>
                </a:solidFill>
                <a:latin typeface="Century Schoolbook" pitchFamily="18" charset="0"/>
              </a:rPr>
              <a:t>变化较快</a:t>
            </a:r>
          </a:p>
        </p:txBody>
      </p:sp>
      <p:sp>
        <p:nvSpPr>
          <p:cNvPr id="203802" name="Rectangle 26"/>
          <p:cNvSpPr>
            <a:spLocks noChangeArrowheads="1"/>
          </p:cNvSpPr>
          <p:nvPr/>
        </p:nvSpPr>
        <p:spPr bwMode="auto">
          <a:xfrm>
            <a:off x="5943600" y="3781425"/>
            <a:ext cx="1985963" cy="76200"/>
          </a:xfrm>
          <a:prstGeom prst="rect">
            <a:avLst/>
          </a:prstGeom>
          <a:solidFill>
            <a:srgbClr val="FF6600"/>
          </a:solidFill>
          <a:ln w="19050">
            <a:noFill/>
            <a:miter lim="800000"/>
            <a:headEnd type="none" w="med" len="lg"/>
            <a:tailEnd type="none" w="med" len="lg"/>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03791"/>
                                        </p:tgtEl>
                                        <p:attrNameLst>
                                          <p:attrName>style.visibility</p:attrName>
                                        </p:attrNameLst>
                                      </p:cBhvr>
                                      <p:to>
                                        <p:strVal val="visible"/>
                                      </p:to>
                                    </p:set>
                                    <p:animEffect transition="in" filter="blinds(vertical)">
                                      <p:cBhvr>
                                        <p:cTn id="7" dur="500"/>
                                        <p:tgtEl>
                                          <p:spTgt spid="2037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3792"/>
                                        </p:tgtEl>
                                        <p:attrNameLst>
                                          <p:attrName>style.visibility</p:attrName>
                                        </p:attrNameLst>
                                      </p:cBhvr>
                                      <p:to>
                                        <p:strVal val="visible"/>
                                      </p:to>
                                    </p:set>
                                    <p:animEffect transition="in" filter="blinds(horizontal)">
                                      <p:cBhvr>
                                        <p:cTn id="12" dur="500"/>
                                        <p:tgtEl>
                                          <p:spTgt spid="20379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3800"/>
                                        </p:tgtEl>
                                        <p:attrNameLst>
                                          <p:attrName>style.visibility</p:attrName>
                                        </p:attrNameLst>
                                      </p:cBhvr>
                                      <p:to>
                                        <p:strVal val="visible"/>
                                      </p:to>
                                    </p:set>
                                    <p:animEffect transition="in" filter="wipe(left)">
                                      <p:cBhvr>
                                        <p:cTn id="27" dur="500"/>
                                        <p:tgtEl>
                                          <p:spTgt spid="20380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3799"/>
                                        </p:tgtEl>
                                        <p:attrNameLst>
                                          <p:attrName>style.visibility</p:attrName>
                                        </p:attrNameLst>
                                      </p:cBhvr>
                                      <p:to>
                                        <p:strVal val="visible"/>
                                      </p:to>
                                    </p:set>
                                    <p:animEffect transition="in" filter="wipe(left)">
                                      <p:cBhvr>
                                        <p:cTn id="32" dur="500"/>
                                        <p:tgtEl>
                                          <p:spTgt spid="20379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3802"/>
                                        </p:tgtEl>
                                        <p:attrNameLst>
                                          <p:attrName>style.visibility</p:attrName>
                                        </p:attrNameLst>
                                      </p:cBhvr>
                                      <p:to>
                                        <p:strVal val="visible"/>
                                      </p:to>
                                    </p:set>
                                    <p:animEffect transition="in" filter="wipe(left)">
                                      <p:cBhvr>
                                        <p:cTn id="37" dur="500"/>
                                        <p:tgtEl>
                                          <p:spTgt spid="20380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3801"/>
                                        </p:tgtEl>
                                        <p:attrNameLst>
                                          <p:attrName>style.visibility</p:attrName>
                                        </p:attrNameLst>
                                      </p:cBhvr>
                                      <p:to>
                                        <p:strVal val="visible"/>
                                      </p:to>
                                    </p:set>
                                    <p:animEffect transition="in" filter="wipe(left)">
                                      <p:cBhvr>
                                        <p:cTn id="42" dur="500"/>
                                        <p:tgtEl>
                                          <p:spTgt spid="203801"/>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strips(down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03794"/>
                                        </p:tgtEl>
                                        <p:attrNameLst>
                                          <p:attrName>style.visibility</p:attrName>
                                        </p:attrNameLst>
                                      </p:cBhvr>
                                      <p:to>
                                        <p:strVal val="visible"/>
                                      </p:to>
                                    </p:set>
                                    <p:animEffect transition="in" filter="blinds(horizontal)">
                                      <p:cBhvr>
                                        <p:cTn id="52" dur="500"/>
                                        <p:tgtEl>
                                          <p:spTgt spid="20379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03793"/>
                                        </p:tgtEl>
                                        <p:attrNameLst>
                                          <p:attrName>style.visibility</p:attrName>
                                        </p:attrNameLst>
                                      </p:cBhvr>
                                      <p:to>
                                        <p:strVal val="visible"/>
                                      </p:to>
                                    </p:set>
                                    <p:animEffect transition="in" filter="blinds(horizontal)">
                                      <p:cBhvr>
                                        <p:cTn id="57" dur="500"/>
                                        <p:tgtEl>
                                          <p:spTgt spid="20379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dissolve">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99" grpId="0" animBg="1" autoUpdateAnimBg="0"/>
      <p:bldP spid="203800" grpId="0" animBg="1"/>
      <p:bldP spid="203801" grpId="0" animBg="1" autoUpdateAnimBg="0"/>
      <p:bldP spid="20380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3178175" y="3797300"/>
            <a:ext cx="5548313" cy="819150"/>
            <a:chOff x="2016" y="3175"/>
            <a:chExt cx="3495" cy="516"/>
          </a:xfrm>
        </p:grpSpPr>
        <p:sp>
          <p:nvSpPr>
            <p:cNvPr id="33800" name="AutoShape 5"/>
            <p:cNvSpPr>
              <a:spLocks noChangeArrowheads="1"/>
            </p:cNvSpPr>
            <p:nvPr/>
          </p:nvSpPr>
          <p:spPr bwMode="auto">
            <a:xfrm>
              <a:off x="2016" y="3198"/>
              <a:ext cx="3424" cy="493"/>
            </a:xfrm>
            <a:prstGeom prst="leftArrowCallout">
              <a:avLst>
                <a:gd name="adj1" fmla="val 20833"/>
                <a:gd name="adj2" fmla="val 25000"/>
                <a:gd name="adj3" fmla="val 54597"/>
                <a:gd name="adj4" fmla="val 84306"/>
              </a:avLst>
            </a:prstGeom>
            <a:solidFill>
              <a:srgbClr val="FAF4FE"/>
            </a:solidFill>
            <a:ln w="19050">
              <a:solidFill>
                <a:srgbClr val="CC00CC"/>
              </a:solidFill>
              <a:miter lim="800000"/>
              <a:headEnd/>
              <a:tailEnd/>
            </a:ln>
          </p:spPr>
          <p:txBody>
            <a:bodyPr wrap="none" anchor="ctr"/>
            <a:lstStyle/>
            <a:p>
              <a:endParaRPr kumimoji="0" lang="zh-CN" altLang="zh-CN" sz="2800" b="1">
                <a:latin typeface="宋体" pitchFamily="2" charset="-122"/>
              </a:endParaRPr>
            </a:p>
          </p:txBody>
        </p:sp>
        <p:sp>
          <p:nvSpPr>
            <p:cNvPr id="33801" name="Rectangle 6"/>
            <p:cNvSpPr>
              <a:spLocks noChangeArrowheads="1"/>
            </p:cNvSpPr>
            <p:nvPr/>
          </p:nvSpPr>
          <p:spPr bwMode="auto">
            <a:xfrm>
              <a:off x="2568" y="3175"/>
              <a:ext cx="2943" cy="425"/>
            </a:xfrm>
            <a:prstGeom prst="rect">
              <a:avLst/>
            </a:prstGeom>
            <a:noFill/>
            <a:ln w="9525">
              <a:noFill/>
              <a:miter lim="800000"/>
              <a:headEnd/>
              <a:tailEnd/>
            </a:ln>
          </p:spPr>
          <p:txBody>
            <a:bodyPr wrap="none">
              <a:spAutoFit/>
            </a:bodyPr>
            <a:lstStyle/>
            <a:p>
              <a:pPr algn="l">
                <a:lnSpc>
                  <a:spcPct val="120000"/>
                </a:lnSpc>
              </a:pPr>
              <a:r>
                <a:rPr kumimoji="0" lang="zh-CN" altLang="en-US" b="1">
                  <a:solidFill>
                    <a:srgbClr val="CC0000"/>
                  </a:solidFill>
                  <a:latin typeface="宋体" pitchFamily="2" charset="-122"/>
                </a:rPr>
                <a:t>拍频</a:t>
              </a:r>
              <a:r>
                <a:rPr kumimoji="0" lang="zh-CN" altLang="en-US" b="1">
                  <a:latin typeface="宋体" pitchFamily="2" charset="-122"/>
                </a:rPr>
                <a:t>（振幅变化的频率）</a:t>
              </a:r>
            </a:p>
          </p:txBody>
        </p:sp>
      </p:grpSp>
      <p:sp>
        <p:nvSpPr>
          <p:cNvPr id="205831" name="AutoShape 7"/>
          <p:cNvSpPr>
            <a:spLocks noChangeArrowheads="1"/>
          </p:cNvSpPr>
          <p:nvPr/>
        </p:nvSpPr>
        <p:spPr bwMode="auto">
          <a:xfrm>
            <a:off x="3797300" y="2882900"/>
            <a:ext cx="685800" cy="457200"/>
          </a:xfrm>
          <a:prstGeom prst="rightArrow">
            <a:avLst>
              <a:gd name="adj1" fmla="val 50000"/>
              <a:gd name="adj2" fmla="val 37500"/>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miter lim="800000"/>
            <a:headEnd/>
            <a:tailEnd/>
          </a:ln>
          <a:effectLst/>
        </p:spPr>
        <p:txBody>
          <a:bodyPr wrap="none" anchor="ctr"/>
          <a:lstStyle/>
          <a:p>
            <a:pPr>
              <a:defRPr/>
            </a:pPr>
            <a:endParaRPr lang="zh-CN" altLang="en-US"/>
          </a:p>
        </p:txBody>
      </p:sp>
      <p:graphicFrame>
        <p:nvGraphicFramePr>
          <p:cNvPr id="205832" name="Object 8"/>
          <p:cNvGraphicFramePr>
            <a:graphicFrameLocks noChangeAspect="1"/>
          </p:cNvGraphicFramePr>
          <p:nvPr/>
        </p:nvGraphicFramePr>
        <p:xfrm>
          <a:off x="1130300" y="2578100"/>
          <a:ext cx="2330450" cy="992188"/>
        </p:xfrm>
        <a:graphic>
          <a:graphicData uri="http://schemas.openxmlformats.org/presentationml/2006/ole">
            <p:oleObj spid="_x0000_s33794" name="Equation" r:id="rId3" imgW="1218960" imgH="469800" progId="Equation.3">
              <p:embed/>
            </p:oleObj>
          </a:graphicData>
        </a:graphic>
      </p:graphicFrame>
      <p:graphicFrame>
        <p:nvGraphicFramePr>
          <p:cNvPr id="205833" name="Object 9"/>
          <p:cNvGraphicFramePr>
            <a:graphicFrameLocks noChangeAspect="1"/>
          </p:cNvGraphicFramePr>
          <p:nvPr/>
        </p:nvGraphicFramePr>
        <p:xfrm>
          <a:off x="4940300" y="2587625"/>
          <a:ext cx="1681163" cy="1133475"/>
        </p:xfrm>
        <a:graphic>
          <a:graphicData uri="http://schemas.openxmlformats.org/presentationml/2006/ole">
            <p:oleObj spid="_x0000_s33795" name="Equation" r:id="rId4" imgW="850680" imgH="520560" progId="Equation.3">
              <p:embed/>
            </p:oleObj>
          </a:graphicData>
        </a:graphic>
      </p:graphicFrame>
      <p:graphicFrame>
        <p:nvGraphicFramePr>
          <p:cNvPr id="205834" name="Object 10"/>
          <p:cNvGraphicFramePr>
            <a:graphicFrameLocks noChangeAspect="1"/>
          </p:cNvGraphicFramePr>
          <p:nvPr/>
        </p:nvGraphicFramePr>
        <p:xfrm>
          <a:off x="1206500" y="3949700"/>
          <a:ext cx="1514475" cy="547688"/>
        </p:xfrm>
        <a:graphic>
          <a:graphicData uri="http://schemas.openxmlformats.org/presentationml/2006/ole">
            <p:oleObj spid="_x0000_s33796" name="Equation" r:id="rId5" imgW="799920" imgH="253800" progId="Equation.3">
              <p:embed/>
            </p:oleObj>
          </a:graphicData>
        </a:graphic>
      </p:graphicFrame>
      <p:graphicFrame>
        <p:nvGraphicFramePr>
          <p:cNvPr id="33797" name="Object 11"/>
          <p:cNvGraphicFramePr>
            <a:graphicFrameLocks noChangeAspect="1"/>
          </p:cNvGraphicFramePr>
          <p:nvPr/>
        </p:nvGraphicFramePr>
        <p:xfrm>
          <a:off x="1171575" y="1350963"/>
          <a:ext cx="7045325" cy="998537"/>
        </p:xfrm>
        <a:graphic>
          <a:graphicData uri="http://schemas.openxmlformats.org/presentationml/2006/ole">
            <p:oleObj spid="_x0000_s33797" name="Equation" r:id="rId6" imgW="2984400" imgH="469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05832"/>
                                        </p:tgtEl>
                                        <p:attrNameLst>
                                          <p:attrName>style.visibility</p:attrName>
                                        </p:attrNameLst>
                                      </p:cBhvr>
                                      <p:to>
                                        <p:strVal val="visible"/>
                                      </p:to>
                                    </p:set>
                                    <p:animEffect transition="in" filter="blinds(vertical)">
                                      <p:cBhvr>
                                        <p:cTn id="7" dur="500"/>
                                        <p:tgtEl>
                                          <p:spTgt spid="2058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5831"/>
                                        </p:tgtEl>
                                        <p:attrNameLst>
                                          <p:attrName>style.visibility</p:attrName>
                                        </p:attrNameLst>
                                      </p:cBhvr>
                                      <p:to>
                                        <p:strVal val="visible"/>
                                      </p:to>
                                    </p:set>
                                    <p:animEffect transition="in" filter="blinds(horizontal)">
                                      <p:cBhvr>
                                        <p:cTn id="12" dur="500"/>
                                        <p:tgtEl>
                                          <p:spTgt spid="2058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205833"/>
                                        </p:tgtEl>
                                        <p:attrNameLst>
                                          <p:attrName>style.visibility</p:attrName>
                                        </p:attrNameLst>
                                      </p:cBhvr>
                                      <p:to>
                                        <p:strVal val="visible"/>
                                      </p:to>
                                    </p:set>
                                    <p:animEffect transition="in" filter="blinds(vertical)">
                                      <p:cBhvr>
                                        <p:cTn id="17" dur="500"/>
                                        <p:tgtEl>
                                          <p:spTgt spid="20583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5834"/>
                                        </p:tgtEl>
                                        <p:attrNameLst>
                                          <p:attrName>style.visibility</p:attrName>
                                        </p:attrNameLst>
                                      </p:cBhvr>
                                      <p:to>
                                        <p:strVal val="visible"/>
                                      </p:to>
                                    </p:set>
                                    <p:animEffect transition="in" filter="blinds(horizontal)">
                                      <p:cBhvr>
                                        <p:cTn id="22" dur="500"/>
                                        <p:tgtEl>
                                          <p:spTgt spid="2058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3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5" name="Text Box 4"/>
          <p:cNvSpPr txBox="1">
            <a:spLocks noChangeArrowheads="1"/>
          </p:cNvSpPr>
          <p:nvPr/>
        </p:nvSpPr>
        <p:spPr bwMode="auto">
          <a:xfrm>
            <a:off x="457200" y="771525"/>
            <a:ext cx="5638800" cy="676275"/>
          </a:xfrm>
          <a:prstGeom prst="rect">
            <a:avLst/>
          </a:prstGeom>
          <a:noFill/>
          <a:ln w="9525">
            <a:noFill/>
            <a:miter lim="800000"/>
            <a:headEnd/>
            <a:tailEnd/>
          </a:ln>
        </p:spPr>
        <p:txBody>
          <a:bodyPr>
            <a:spAutoFit/>
          </a:bodyPr>
          <a:lstStyle/>
          <a:p>
            <a:pPr algn="l">
              <a:lnSpc>
                <a:spcPct val="120000"/>
              </a:lnSpc>
              <a:spcBef>
                <a:spcPct val="50000"/>
              </a:spcBef>
              <a:buFontTx/>
              <a:buBlip>
                <a:blip r:embed="rId3"/>
              </a:buBlip>
            </a:pPr>
            <a:r>
              <a:rPr kumimoji="0" lang="en-US" altLang="zh-CN" sz="2800" b="1">
                <a:latin typeface="宋体" pitchFamily="2" charset="-122"/>
              </a:rPr>
              <a:t>  </a:t>
            </a:r>
            <a:r>
              <a:rPr kumimoji="0" lang="zh-CN" altLang="en-US" b="1">
                <a:solidFill>
                  <a:srgbClr val="CC0000"/>
                </a:solidFill>
                <a:latin typeface="宋体" pitchFamily="2" charset="-122"/>
              </a:rPr>
              <a:t>方法二：旋转矢量合成法</a:t>
            </a:r>
          </a:p>
        </p:txBody>
      </p:sp>
      <p:graphicFrame>
        <p:nvGraphicFramePr>
          <p:cNvPr id="204805" name="Object 5"/>
          <p:cNvGraphicFramePr>
            <a:graphicFrameLocks noChangeAspect="1"/>
          </p:cNvGraphicFramePr>
          <p:nvPr/>
        </p:nvGraphicFramePr>
        <p:xfrm>
          <a:off x="1300163" y="5418138"/>
          <a:ext cx="1976437" cy="579437"/>
        </p:xfrm>
        <a:graphic>
          <a:graphicData uri="http://schemas.openxmlformats.org/presentationml/2006/ole">
            <p:oleObj spid="_x0000_s34818" name="Equation" r:id="rId4" imgW="863280" imgH="253800" progId="Equation.3">
              <p:embed/>
            </p:oleObj>
          </a:graphicData>
        </a:graphic>
      </p:graphicFrame>
      <p:graphicFrame>
        <p:nvGraphicFramePr>
          <p:cNvPr id="204806" name="Object 6"/>
          <p:cNvGraphicFramePr>
            <a:graphicFrameLocks noChangeAspect="1"/>
          </p:cNvGraphicFramePr>
          <p:nvPr/>
        </p:nvGraphicFramePr>
        <p:xfrm>
          <a:off x="4495800" y="5430838"/>
          <a:ext cx="2789238" cy="539750"/>
        </p:xfrm>
        <a:graphic>
          <a:graphicData uri="http://schemas.openxmlformats.org/presentationml/2006/ole">
            <p:oleObj spid="_x0000_s34819" name="Equation" r:id="rId5" imgW="1396800" imgH="253800" progId="Equation.3">
              <p:embed/>
            </p:oleObj>
          </a:graphicData>
        </a:graphic>
      </p:graphicFrame>
      <p:grpSp>
        <p:nvGrpSpPr>
          <p:cNvPr id="2" name="Group 7"/>
          <p:cNvGrpSpPr>
            <a:grpSpLocks/>
          </p:cNvGrpSpPr>
          <p:nvPr/>
        </p:nvGrpSpPr>
        <p:grpSpPr bwMode="auto">
          <a:xfrm>
            <a:off x="684213" y="1557338"/>
            <a:ext cx="8077200" cy="3733800"/>
            <a:chOff x="432" y="864"/>
            <a:chExt cx="5088" cy="2352"/>
          </a:xfrm>
        </p:grpSpPr>
        <p:sp>
          <p:nvSpPr>
            <p:cNvPr id="34864" name="Rectangle 8"/>
            <p:cNvSpPr>
              <a:spLocks noChangeArrowheads="1"/>
            </p:cNvSpPr>
            <p:nvPr/>
          </p:nvSpPr>
          <p:spPr bwMode="auto">
            <a:xfrm>
              <a:off x="432" y="864"/>
              <a:ext cx="5088" cy="2352"/>
            </a:xfrm>
            <a:prstGeom prst="rect">
              <a:avLst/>
            </a:prstGeom>
            <a:solidFill>
              <a:schemeClr val="bg1"/>
            </a:solidFill>
            <a:ln w="9525">
              <a:solidFill>
                <a:schemeClr val="tx2"/>
              </a:solidFill>
              <a:miter lim="800000"/>
              <a:headEnd/>
              <a:tailEnd/>
            </a:ln>
          </p:spPr>
          <p:txBody>
            <a:bodyPr wrap="none" anchor="ctr"/>
            <a:lstStyle/>
            <a:p>
              <a:endParaRPr lang="zh-CN" altLang="en-US"/>
            </a:p>
          </p:txBody>
        </p:sp>
        <p:grpSp>
          <p:nvGrpSpPr>
            <p:cNvPr id="34865" name="Group 9"/>
            <p:cNvGrpSpPr>
              <a:grpSpLocks/>
            </p:cNvGrpSpPr>
            <p:nvPr/>
          </p:nvGrpSpPr>
          <p:grpSpPr bwMode="auto">
            <a:xfrm>
              <a:off x="1392" y="2533"/>
              <a:ext cx="3716" cy="575"/>
              <a:chOff x="1341" y="2389"/>
              <a:chExt cx="3603" cy="575"/>
            </a:xfrm>
          </p:grpSpPr>
          <p:sp>
            <p:nvSpPr>
              <p:cNvPr id="34866" name="Line 10"/>
              <p:cNvSpPr>
                <a:spLocks noChangeShapeType="1"/>
              </p:cNvSpPr>
              <p:nvPr/>
            </p:nvSpPr>
            <p:spPr bwMode="auto">
              <a:xfrm>
                <a:off x="1609" y="2682"/>
                <a:ext cx="3335" cy="1"/>
              </a:xfrm>
              <a:prstGeom prst="line">
                <a:avLst/>
              </a:prstGeom>
              <a:noFill/>
              <a:ln w="12700">
                <a:solidFill>
                  <a:schemeClr val="tx1"/>
                </a:solidFill>
                <a:round/>
                <a:headEnd type="none" w="sm" len="lg"/>
                <a:tailEnd type="triangle" w="sm" len="lg"/>
              </a:ln>
            </p:spPr>
            <p:txBody>
              <a:bodyPr wrap="none" anchor="ctr"/>
              <a:lstStyle/>
              <a:p>
                <a:endParaRPr lang="zh-CN" altLang="en-US"/>
              </a:p>
            </p:txBody>
          </p:sp>
          <p:graphicFrame>
            <p:nvGraphicFramePr>
              <p:cNvPr id="34833" name="Object 11"/>
              <p:cNvGraphicFramePr>
                <a:graphicFrameLocks noChangeAspect="1"/>
              </p:cNvGraphicFramePr>
              <p:nvPr/>
            </p:nvGraphicFramePr>
            <p:xfrm>
              <a:off x="4661" y="2389"/>
              <a:ext cx="267" cy="299"/>
            </p:xfrm>
            <a:graphic>
              <a:graphicData uri="http://schemas.openxmlformats.org/presentationml/2006/ole">
                <p:oleObj spid="_x0000_s34833" name="公式" r:id="rId6" imgW="177480" imgH="190440" progId="Equation.3">
                  <p:embed/>
                </p:oleObj>
              </a:graphicData>
            </a:graphic>
          </p:graphicFrame>
          <p:graphicFrame>
            <p:nvGraphicFramePr>
              <p:cNvPr id="34834" name="Object 12"/>
              <p:cNvGraphicFramePr>
                <a:graphicFrameLocks noChangeAspect="1"/>
              </p:cNvGraphicFramePr>
              <p:nvPr/>
            </p:nvGraphicFramePr>
            <p:xfrm>
              <a:off x="1341" y="2640"/>
              <a:ext cx="291" cy="324"/>
            </p:xfrm>
            <a:graphic>
              <a:graphicData uri="http://schemas.openxmlformats.org/presentationml/2006/ole">
                <p:oleObj spid="_x0000_s34834" name="Equation" r:id="rId7" imgW="126720" imgH="139680" progId="Equation.3">
                  <p:embed/>
                </p:oleObj>
              </a:graphicData>
            </a:graphic>
          </p:graphicFrame>
        </p:grpSp>
      </p:grpSp>
      <p:grpSp>
        <p:nvGrpSpPr>
          <p:cNvPr id="4" name="Group 13"/>
          <p:cNvGrpSpPr>
            <a:grpSpLocks/>
          </p:cNvGrpSpPr>
          <p:nvPr/>
        </p:nvGrpSpPr>
        <p:grpSpPr bwMode="auto">
          <a:xfrm>
            <a:off x="2630488" y="2438400"/>
            <a:ext cx="1585912" cy="2819400"/>
            <a:chOff x="1609" y="1296"/>
            <a:chExt cx="999" cy="1776"/>
          </a:xfrm>
        </p:grpSpPr>
        <p:sp>
          <p:nvSpPr>
            <p:cNvPr id="34861" name="Line 14"/>
            <p:cNvSpPr>
              <a:spLocks noChangeShapeType="1"/>
            </p:cNvSpPr>
            <p:nvPr/>
          </p:nvSpPr>
          <p:spPr bwMode="auto">
            <a:xfrm flipV="1">
              <a:off x="1609" y="1742"/>
              <a:ext cx="757" cy="940"/>
            </a:xfrm>
            <a:prstGeom prst="line">
              <a:avLst/>
            </a:prstGeom>
            <a:noFill/>
            <a:ln w="28575">
              <a:solidFill>
                <a:srgbClr val="0000FF"/>
              </a:solidFill>
              <a:round/>
              <a:headEnd type="none" w="sm" len="lg"/>
              <a:tailEnd type="triangle" w="sm" len="lg"/>
            </a:ln>
          </p:spPr>
          <p:txBody>
            <a:bodyPr wrap="none" anchor="ctr"/>
            <a:lstStyle/>
            <a:p>
              <a:endParaRPr lang="zh-CN" altLang="en-US"/>
            </a:p>
          </p:txBody>
        </p:sp>
        <p:graphicFrame>
          <p:nvGraphicFramePr>
            <p:cNvPr id="34830" name="Object 15"/>
            <p:cNvGraphicFramePr>
              <a:graphicFrameLocks noChangeAspect="1"/>
            </p:cNvGraphicFramePr>
            <p:nvPr/>
          </p:nvGraphicFramePr>
          <p:xfrm>
            <a:off x="2304" y="1296"/>
            <a:ext cx="304" cy="397"/>
          </p:xfrm>
          <a:graphic>
            <a:graphicData uri="http://schemas.openxmlformats.org/presentationml/2006/ole">
              <p:oleObj spid="_x0000_s34830" name="公式" r:id="rId8" imgW="266400" imgH="330120" progId="Equation.3">
                <p:embed/>
              </p:oleObj>
            </a:graphicData>
          </a:graphic>
        </p:graphicFrame>
        <p:sp>
          <p:nvSpPr>
            <p:cNvPr id="34862" name="Line 16"/>
            <p:cNvSpPr>
              <a:spLocks noChangeShapeType="1"/>
            </p:cNvSpPr>
            <p:nvPr/>
          </p:nvSpPr>
          <p:spPr bwMode="auto">
            <a:xfrm>
              <a:off x="2366" y="1812"/>
              <a:ext cx="0" cy="881"/>
            </a:xfrm>
            <a:prstGeom prst="line">
              <a:avLst/>
            </a:prstGeom>
            <a:noFill/>
            <a:ln w="19050">
              <a:solidFill>
                <a:srgbClr val="0000FF"/>
              </a:solidFill>
              <a:prstDash val="dash"/>
              <a:round/>
              <a:headEnd type="none" w="sm" len="lg"/>
              <a:tailEnd type="none" w="sm" len="lg"/>
            </a:ln>
          </p:spPr>
          <p:txBody>
            <a:bodyPr wrap="none" anchor="ctr"/>
            <a:lstStyle/>
            <a:p>
              <a:endParaRPr lang="zh-CN" altLang="en-US"/>
            </a:p>
          </p:txBody>
        </p:sp>
        <p:graphicFrame>
          <p:nvGraphicFramePr>
            <p:cNvPr id="34831" name="Object 17"/>
            <p:cNvGraphicFramePr>
              <a:graphicFrameLocks noChangeAspect="1"/>
            </p:cNvGraphicFramePr>
            <p:nvPr/>
          </p:nvGraphicFramePr>
          <p:xfrm>
            <a:off x="2219" y="2592"/>
            <a:ext cx="368" cy="480"/>
          </p:xfrm>
          <a:graphic>
            <a:graphicData uri="http://schemas.openxmlformats.org/presentationml/2006/ole">
              <p:oleObj spid="_x0000_s34831" name="公式" r:id="rId9" imgW="253800" imgH="317160" progId="Equation.3">
                <p:embed/>
              </p:oleObj>
            </a:graphicData>
          </a:graphic>
        </p:graphicFrame>
        <p:sp>
          <p:nvSpPr>
            <p:cNvPr id="34863" name="Arc 18"/>
            <p:cNvSpPr>
              <a:spLocks/>
            </p:cNvSpPr>
            <p:nvPr/>
          </p:nvSpPr>
          <p:spPr bwMode="auto">
            <a:xfrm rot="-895938">
              <a:off x="1959" y="1488"/>
              <a:ext cx="356" cy="298"/>
            </a:xfrm>
            <a:custGeom>
              <a:avLst/>
              <a:gdLst>
                <a:gd name="T0" fmla="*/ 0 w 21600"/>
                <a:gd name="T1" fmla="*/ 0 h 18342"/>
                <a:gd name="T2" fmla="*/ 0 w 21600"/>
                <a:gd name="T3" fmla="*/ 0 h 18342"/>
                <a:gd name="T4" fmla="*/ 0 w 21600"/>
                <a:gd name="T5" fmla="*/ 0 h 18342"/>
                <a:gd name="T6" fmla="*/ 0 60000 65536"/>
                <a:gd name="T7" fmla="*/ 0 60000 65536"/>
                <a:gd name="T8" fmla="*/ 0 60000 65536"/>
                <a:gd name="T9" fmla="*/ 0 w 21600"/>
                <a:gd name="T10" fmla="*/ 0 h 18342"/>
                <a:gd name="T11" fmla="*/ 21600 w 21600"/>
                <a:gd name="T12" fmla="*/ 18342 h 18342"/>
              </a:gdLst>
              <a:ahLst/>
              <a:cxnLst>
                <a:cxn ang="T6">
                  <a:pos x="T0" y="T1"/>
                </a:cxn>
                <a:cxn ang="T7">
                  <a:pos x="T2" y="T3"/>
                </a:cxn>
                <a:cxn ang="T8">
                  <a:pos x="T4" y="T5"/>
                </a:cxn>
              </a:cxnLst>
              <a:rect l="T9" t="T10" r="T11" b="T12"/>
              <a:pathLst>
                <a:path w="21600" h="18342" fill="none" extrusionOk="0">
                  <a:moveTo>
                    <a:pt x="11407" y="-1"/>
                  </a:moveTo>
                  <a:cubicBezTo>
                    <a:pt x="17745" y="3941"/>
                    <a:pt x="21600" y="10877"/>
                    <a:pt x="21600" y="18342"/>
                  </a:cubicBezTo>
                </a:path>
                <a:path w="21600" h="18342" stroke="0" extrusionOk="0">
                  <a:moveTo>
                    <a:pt x="11407" y="-1"/>
                  </a:moveTo>
                  <a:cubicBezTo>
                    <a:pt x="17745" y="3941"/>
                    <a:pt x="21600" y="10877"/>
                    <a:pt x="21600" y="18342"/>
                  </a:cubicBezTo>
                  <a:lnTo>
                    <a:pt x="0" y="18342"/>
                  </a:lnTo>
                  <a:close/>
                </a:path>
              </a:pathLst>
            </a:custGeom>
            <a:noFill/>
            <a:ln w="28575">
              <a:solidFill>
                <a:srgbClr val="0000FF"/>
              </a:solidFill>
              <a:round/>
              <a:headEnd type="triangle" w="sm" len="lg"/>
              <a:tailEnd type="none" w="sm" len="lg"/>
            </a:ln>
          </p:spPr>
          <p:txBody>
            <a:bodyPr wrap="none" anchor="ctr"/>
            <a:lstStyle/>
            <a:p>
              <a:endParaRPr lang="zh-CN" altLang="en-US"/>
            </a:p>
          </p:txBody>
        </p:sp>
        <p:graphicFrame>
          <p:nvGraphicFramePr>
            <p:cNvPr id="34832" name="Object 19"/>
            <p:cNvGraphicFramePr>
              <a:graphicFrameLocks noChangeAspect="1"/>
            </p:cNvGraphicFramePr>
            <p:nvPr/>
          </p:nvGraphicFramePr>
          <p:xfrm>
            <a:off x="1872" y="1440"/>
            <a:ext cx="345" cy="384"/>
          </p:xfrm>
          <a:graphic>
            <a:graphicData uri="http://schemas.openxmlformats.org/presentationml/2006/ole">
              <p:oleObj spid="_x0000_s34832" name="公式" r:id="rId10" imgW="291960" imgH="317160" progId="Equation.3">
                <p:embed/>
              </p:oleObj>
            </a:graphicData>
          </a:graphic>
        </p:graphicFrame>
      </p:grpSp>
      <p:grpSp>
        <p:nvGrpSpPr>
          <p:cNvPr id="5" name="Group 20"/>
          <p:cNvGrpSpPr>
            <a:grpSpLocks/>
          </p:cNvGrpSpPr>
          <p:nvPr/>
        </p:nvGrpSpPr>
        <p:grpSpPr bwMode="auto">
          <a:xfrm>
            <a:off x="2676525" y="1698625"/>
            <a:ext cx="4381500" cy="3502025"/>
            <a:chOff x="1686" y="1070"/>
            <a:chExt cx="2760" cy="2206"/>
          </a:xfrm>
        </p:grpSpPr>
        <p:graphicFrame>
          <p:nvGraphicFramePr>
            <p:cNvPr id="34827" name="Object 21"/>
            <p:cNvGraphicFramePr>
              <a:graphicFrameLocks noChangeAspect="1"/>
            </p:cNvGraphicFramePr>
            <p:nvPr/>
          </p:nvGraphicFramePr>
          <p:xfrm>
            <a:off x="3981" y="2982"/>
            <a:ext cx="262" cy="294"/>
          </p:xfrm>
          <a:graphic>
            <a:graphicData uri="http://schemas.openxmlformats.org/presentationml/2006/ole">
              <p:oleObj spid="_x0000_s34827" name="公式" r:id="rId11" imgW="177480" imgH="190440" progId="Equation.3">
                <p:embed/>
              </p:oleObj>
            </a:graphicData>
          </a:graphic>
        </p:graphicFrame>
        <p:grpSp>
          <p:nvGrpSpPr>
            <p:cNvPr id="34855" name="Group 22"/>
            <p:cNvGrpSpPr>
              <a:grpSpLocks/>
            </p:cNvGrpSpPr>
            <p:nvPr/>
          </p:nvGrpSpPr>
          <p:grpSpPr bwMode="auto">
            <a:xfrm>
              <a:off x="1686" y="1070"/>
              <a:ext cx="2760" cy="1865"/>
              <a:chOff x="1686" y="1070"/>
              <a:chExt cx="2760" cy="1865"/>
            </a:xfrm>
          </p:grpSpPr>
          <p:sp>
            <p:nvSpPr>
              <p:cNvPr id="34856" name="Line 23"/>
              <p:cNvSpPr>
                <a:spLocks noChangeShapeType="1"/>
              </p:cNvSpPr>
              <p:nvPr/>
            </p:nvSpPr>
            <p:spPr bwMode="auto">
              <a:xfrm>
                <a:off x="4111" y="1441"/>
                <a:ext cx="0" cy="1494"/>
              </a:xfrm>
              <a:prstGeom prst="line">
                <a:avLst/>
              </a:prstGeom>
              <a:noFill/>
              <a:ln w="19050">
                <a:solidFill>
                  <a:srgbClr val="FF0000"/>
                </a:solidFill>
                <a:prstDash val="dash"/>
                <a:round/>
                <a:headEnd type="none" w="sm" len="lg"/>
                <a:tailEnd type="none" w="sm" len="lg"/>
              </a:ln>
            </p:spPr>
            <p:txBody>
              <a:bodyPr wrap="none" anchor="ctr"/>
              <a:lstStyle/>
              <a:p>
                <a:endParaRPr lang="zh-CN" altLang="en-US"/>
              </a:p>
            </p:txBody>
          </p:sp>
          <p:sp>
            <p:nvSpPr>
              <p:cNvPr id="34857" name="Line 24"/>
              <p:cNvSpPr>
                <a:spLocks noChangeShapeType="1"/>
              </p:cNvSpPr>
              <p:nvPr/>
            </p:nvSpPr>
            <p:spPr bwMode="auto">
              <a:xfrm flipV="1">
                <a:off x="2398" y="1441"/>
                <a:ext cx="1713" cy="584"/>
              </a:xfrm>
              <a:prstGeom prst="line">
                <a:avLst/>
              </a:prstGeom>
              <a:noFill/>
              <a:ln w="19050">
                <a:solidFill>
                  <a:srgbClr val="FF0000"/>
                </a:solidFill>
                <a:prstDash val="dash"/>
                <a:round/>
                <a:headEnd type="none" w="sm" len="lg"/>
                <a:tailEnd type="none" w="sm" len="lg"/>
              </a:ln>
            </p:spPr>
            <p:txBody>
              <a:bodyPr wrap="none" anchor="ctr"/>
              <a:lstStyle/>
              <a:p>
                <a:endParaRPr lang="zh-CN" altLang="en-US"/>
              </a:p>
            </p:txBody>
          </p:sp>
          <p:sp>
            <p:nvSpPr>
              <p:cNvPr id="34858" name="Line 25"/>
              <p:cNvSpPr>
                <a:spLocks noChangeShapeType="1"/>
              </p:cNvSpPr>
              <p:nvPr/>
            </p:nvSpPr>
            <p:spPr bwMode="auto">
              <a:xfrm flipV="1">
                <a:off x="3375" y="1441"/>
                <a:ext cx="736" cy="898"/>
              </a:xfrm>
              <a:prstGeom prst="line">
                <a:avLst/>
              </a:prstGeom>
              <a:noFill/>
              <a:ln w="19050">
                <a:solidFill>
                  <a:srgbClr val="FF0000"/>
                </a:solidFill>
                <a:prstDash val="dash"/>
                <a:round/>
                <a:headEnd type="none" w="sm" len="lg"/>
                <a:tailEnd type="none" w="sm" len="lg"/>
              </a:ln>
            </p:spPr>
            <p:txBody>
              <a:bodyPr wrap="none" anchor="ctr"/>
              <a:lstStyle/>
              <a:p>
                <a:endParaRPr lang="zh-CN" altLang="en-US"/>
              </a:p>
            </p:txBody>
          </p:sp>
          <p:sp>
            <p:nvSpPr>
              <p:cNvPr id="34859" name="Line 26"/>
              <p:cNvSpPr>
                <a:spLocks noChangeShapeType="1"/>
              </p:cNvSpPr>
              <p:nvPr/>
            </p:nvSpPr>
            <p:spPr bwMode="auto">
              <a:xfrm flipV="1">
                <a:off x="1686" y="1435"/>
                <a:ext cx="2422" cy="1469"/>
              </a:xfrm>
              <a:prstGeom prst="line">
                <a:avLst/>
              </a:prstGeom>
              <a:noFill/>
              <a:ln w="38100">
                <a:solidFill>
                  <a:srgbClr val="FF0000"/>
                </a:solidFill>
                <a:round/>
                <a:headEnd type="none" w="sm" len="lg"/>
                <a:tailEnd type="triangle" w="sm" len="lg"/>
              </a:ln>
            </p:spPr>
            <p:txBody>
              <a:bodyPr wrap="none" anchor="ctr"/>
              <a:lstStyle/>
              <a:p>
                <a:endParaRPr lang="zh-CN" altLang="en-US"/>
              </a:p>
            </p:txBody>
          </p:sp>
          <p:graphicFrame>
            <p:nvGraphicFramePr>
              <p:cNvPr id="34828" name="Object 27"/>
              <p:cNvGraphicFramePr>
                <a:graphicFrameLocks noChangeAspect="1"/>
              </p:cNvGraphicFramePr>
              <p:nvPr/>
            </p:nvGraphicFramePr>
            <p:xfrm>
              <a:off x="3552" y="1109"/>
              <a:ext cx="272" cy="247"/>
            </p:xfrm>
            <a:graphic>
              <a:graphicData uri="http://schemas.openxmlformats.org/presentationml/2006/ole">
                <p:oleObj spid="_x0000_s34828" name="公式" r:id="rId12" imgW="215640" imgH="190440" progId="Equation.3">
                  <p:embed/>
                </p:oleObj>
              </a:graphicData>
            </a:graphic>
          </p:graphicFrame>
          <p:sp>
            <p:nvSpPr>
              <p:cNvPr id="34860" name="Arc 28"/>
              <p:cNvSpPr>
                <a:spLocks/>
              </p:cNvSpPr>
              <p:nvPr/>
            </p:nvSpPr>
            <p:spPr bwMode="auto">
              <a:xfrm rot="-1186085">
                <a:off x="3682" y="1070"/>
                <a:ext cx="357" cy="351"/>
              </a:xfrm>
              <a:custGeom>
                <a:avLst/>
                <a:gdLst>
                  <a:gd name="T0" fmla="*/ 0 w 21600"/>
                  <a:gd name="T1" fmla="*/ 0 h 21693"/>
                  <a:gd name="T2" fmla="*/ 0 w 21600"/>
                  <a:gd name="T3" fmla="*/ 0 h 21693"/>
                  <a:gd name="T4" fmla="*/ 0 w 21600"/>
                  <a:gd name="T5" fmla="*/ 0 h 21693"/>
                  <a:gd name="T6" fmla="*/ 0 60000 65536"/>
                  <a:gd name="T7" fmla="*/ 0 60000 65536"/>
                  <a:gd name="T8" fmla="*/ 0 60000 65536"/>
                  <a:gd name="T9" fmla="*/ 0 w 21600"/>
                  <a:gd name="T10" fmla="*/ 0 h 21693"/>
                  <a:gd name="T11" fmla="*/ 21600 w 21600"/>
                  <a:gd name="T12" fmla="*/ 21693 h 21693"/>
                </a:gdLst>
                <a:ahLst/>
                <a:cxnLst>
                  <a:cxn ang="T6">
                    <a:pos x="T0" y="T1"/>
                  </a:cxn>
                  <a:cxn ang="T7">
                    <a:pos x="T2" y="T3"/>
                  </a:cxn>
                  <a:cxn ang="T8">
                    <a:pos x="T4" y="T5"/>
                  </a:cxn>
                </a:cxnLst>
                <a:rect l="T9" t="T10" r="T11" b="T12"/>
                <a:pathLst>
                  <a:path w="21600" h="21693" fill="none" extrusionOk="0">
                    <a:moveTo>
                      <a:pt x="11407" y="-1"/>
                    </a:moveTo>
                    <a:cubicBezTo>
                      <a:pt x="17745" y="3941"/>
                      <a:pt x="21600" y="10877"/>
                      <a:pt x="21600" y="18342"/>
                    </a:cubicBezTo>
                    <a:cubicBezTo>
                      <a:pt x="21600" y="19464"/>
                      <a:pt x="21512" y="20584"/>
                      <a:pt x="21338" y="21692"/>
                    </a:cubicBezTo>
                  </a:path>
                  <a:path w="21600" h="21693" stroke="0" extrusionOk="0">
                    <a:moveTo>
                      <a:pt x="11407" y="-1"/>
                    </a:moveTo>
                    <a:cubicBezTo>
                      <a:pt x="17745" y="3941"/>
                      <a:pt x="21600" y="10877"/>
                      <a:pt x="21600" y="18342"/>
                    </a:cubicBezTo>
                    <a:cubicBezTo>
                      <a:pt x="21600" y="19464"/>
                      <a:pt x="21512" y="20584"/>
                      <a:pt x="21338" y="21692"/>
                    </a:cubicBezTo>
                    <a:lnTo>
                      <a:pt x="0" y="18342"/>
                    </a:lnTo>
                    <a:close/>
                  </a:path>
                </a:pathLst>
              </a:custGeom>
              <a:noFill/>
              <a:ln w="28575">
                <a:solidFill>
                  <a:srgbClr val="FF0066"/>
                </a:solidFill>
                <a:round/>
                <a:headEnd type="triangle" w="sm" len="lg"/>
                <a:tailEnd type="none" w="sm" len="lg"/>
              </a:ln>
            </p:spPr>
            <p:txBody>
              <a:bodyPr wrap="none" anchor="ctr"/>
              <a:lstStyle/>
              <a:p>
                <a:endParaRPr lang="zh-CN" altLang="en-US"/>
              </a:p>
            </p:txBody>
          </p:sp>
          <p:graphicFrame>
            <p:nvGraphicFramePr>
              <p:cNvPr id="34829" name="Object 29"/>
              <p:cNvGraphicFramePr>
                <a:graphicFrameLocks noChangeAspect="1"/>
              </p:cNvGraphicFramePr>
              <p:nvPr/>
            </p:nvGraphicFramePr>
            <p:xfrm>
              <a:off x="4176" y="1296"/>
              <a:ext cx="270" cy="336"/>
            </p:xfrm>
            <a:graphic>
              <a:graphicData uri="http://schemas.openxmlformats.org/presentationml/2006/ole">
                <p:oleObj spid="_x0000_s34829" name="公式" r:id="rId13" imgW="215640" imgH="266400" progId="Equation.3">
                  <p:embed/>
                </p:oleObj>
              </a:graphicData>
            </a:graphic>
          </p:graphicFrame>
        </p:grpSp>
      </p:grpSp>
      <p:grpSp>
        <p:nvGrpSpPr>
          <p:cNvPr id="7" name="Group 30"/>
          <p:cNvGrpSpPr>
            <a:grpSpLocks/>
          </p:cNvGrpSpPr>
          <p:nvPr/>
        </p:nvGrpSpPr>
        <p:grpSpPr bwMode="auto">
          <a:xfrm>
            <a:off x="2625725" y="3195638"/>
            <a:ext cx="3267075" cy="2062162"/>
            <a:chOff x="1582" y="1773"/>
            <a:chExt cx="2058" cy="1299"/>
          </a:xfrm>
        </p:grpSpPr>
        <p:sp>
          <p:nvSpPr>
            <p:cNvPr id="34852" name="Line 31"/>
            <p:cNvSpPr>
              <a:spLocks noChangeShapeType="1"/>
            </p:cNvSpPr>
            <p:nvPr/>
          </p:nvSpPr>
          <p:spPr bwMode="auto">
            <a:xfrm flipV="1">
              <a:off x="1582" y="2092"/>
              <a:ext cx="1755" cy="590"/>
            </a:xfrm>
            <a:prstGeom prst="line">
              <a:avLst/>
            </a:prstGeom>
            <a:noFill/>
            <a:ln w="28575">
              <a:solidFill>
                <a:srgbClr val="CC00CC"/>
              </a:solidFill>
              <a:round/>
              <a:headEnd type="none" w="sm" len="lg"/>
              <a:tailEnd type="triangle" w="sm" len="lg"/>
            </a:ln>
          </p:spPr>
          <p:txBody>
            <a:bodyPr wrap="none" anchor="ctr"/>
            <a:lstStyle/>
            <a:p>
              <a:endParaRPr lang="zh-CN" altLang="en-US"/>
            </a:p>
          </p:txBody>
        </p:sp>
        <p:graphicFrame>
          <p:nvGraphicFramePr>
            <p:cNvPr id="34824" name="Object 32"/>
            <p:cNvGraphicFramePr>
              <a:graphicFrameLocks noChangeAspect="1"/>
            </p:cNvGraphicFramePr>
            <p:nvPr/>
          </p:nvGraphicFramePr>
          <p:xfrm>
            <a:off x="3373" y="2016"/>
            <a:ext cx="267" cy="384"/>
          </p:xfrm>
          <a:graphic>
            <a:graphicData uri="http://schemas.openxmlformats.org/presentationml/2006/ole">
              <p:oleObj spid="_x0000_s34824" name="公式" r:id="rId14" imgW="241200" imgH="330120" progId="Equation.3">
                <p:embed/>
              </p:oleObj>
            </a:graphicData>
          </a:graphic>
        </p:graphicFrame>
        <p:graphicFrame>
          <p:nvGraphicFramePr>
            <p:cNvPr id="34825" name="Object 33"/>
            <p:cNvGraphicFramePr>
              <a:graphicFrameLocks noChangeAspect="1"/>
            </p:cNvGraphicFramePr>
            <p:nvPr/>
          </p:nvGraphicFramePr>
          <p:xfrm>
            <a:off x="3168" y="2592"/>
            <a:ext cx="313" cy="480"/>
          </p:xfrm>
          <a:graphic>
            <a:graphicData uri="http://schemas.openxmlformats.org/presentationml/2006/ole">
              <p:oleObj spid="_x0000_s34825" name="公式" r:id="rId15" imgW="215640" imgH="317160" progId="Equation.3">
                <p:embed/>
              </p:oleObj>
            </a:graphicData>
          </a:graphic>
        </p:graphicFrame>
        <p:sp>
          <p:nvSpPr>
            <p:cNvPr id="34853" name="Arc 34"/>
            <p:cNvSpPr>
              <a:spLocks/>
            </p:cNvSpPr>
            <p:nvPr/>
          </p:nvSpPr>
          <p:spPr bwMode="auto">
            <a:xfrm>
              <a:off x="2928" y="1773"/>
              <a:ext cx="356" cy="297"/>
            </a:xfrm>
            <a:custGeom>
              <a:avLst/>
              <a:gdLst>
                <a:gd name="T0" fmla="*/ 0 w 21600"/>
                <a:gd name="T1" fmla="*/ 0 h 18342"/>
                <a:gd name="T2" fmla="*/ 0 w 21600"/>
                <a:gd name="T3" fmla="*/ 0 h 18342"/>
                <a:gd name="T4" fmla="*/ 0 w 21600"/>
                <a:gd name="T5" fmla="*/ 0 h 18342"/>
                <a:gd name="T6" fmla="*/ 0 60000 65536"/>
                <a:gd name="T7" fmla="*/ 0 60000 65536"/>
                <a:gd name="T8" fmla="*/ 0 60000 65536"/>
                <a:gd name="T9" fmla="*/ 0 w 21600"/>
                <a:gd name="T10" fmla="*/ 0 h 18342"/>
                <a:gd name="T11" fmla="*/ 21600 w 21600"/>
                <a:gd name="T12" fmla="*/ 18342 h 18342"/>
              </a:gdLst>
              <a:ahLst/>
              <a:cxnLst>
                <a:cxn ang="T6">
                  <a:pos x="T0" y="T1"/>
                </a:cxn>
                <a:cxn ang="T7">
                  <a:pos x="T2" y="T3"/>
                </a:cxn>
                <a:cxn ang="T8">
                  <a:pos x="T4" y="T5"/>
                </a:cxn>
              </a:cxnLst>
              <a:rect l="T9" t="T10" r="T11" b="T12"/>
              <a:pathLst>
                <a:path w="21600" h="18342" fill="none" extrusionOk="0">
                  <a:moveTo>
                    <a:pt x="11407" y="-1"/>
                  </a:moveTo>
                  <a:cubicBezTo>
                    <a:pt x="17745" y="3941"/>
                    <a:pt x="21600" y="10877"/>
                    <a:pt x="21600" y="18342"/>
                  </a:cubicBezTo>
                </a:path>
                <a:path w="21600" h="18342" stroke="0" extrusionOk="0">
                  <a:moveTo>
                    <a:pt x="11407" y="-1"/>
                  </a:moveTo>
                  <a:cubicBezTo>
                    <a:pt x="17745" y="3941"/>
                    <a:pt x="21600" y="10877"/>
                    <a:pt x="21600" y="18342"/>
                  </a:cubicBezTo>
                  <a:lnTo>
                    <a:pt x="0" y="18342"/>
                  </a:lnTo>
                  <a:close/>
                </a:path>
              </a:pathLst>
            </a:custGeom>
            <a:noFill/>
            <a:ln w="28575">
              <a:solidFill>
                <a:srgbClr val="CC00CC"/>
              </a:solidFill>
              <a:round/>
              <a:headEnd type="triangle" w="sm" len="lg"/>
              <a:tailEnd type="none" w="sm" len="lg"/>
            </a:ln>
          </p:spPr>
          <p:txBody>
            <a:bodyPr wrap="none" anchor="ctr"/>
            <a:lstStyle/>
            <a:p>
              <a:endParaRPr lang="zh-CN" altLang="en-US"/>
            </a:p>
          </p:txBody>
        </p:sp>
        <p:graphicFrame>
          <p:nvGraphicFramePr>
            <p:cNvPr id="34826" name="Object 35"/>
            <p:cNvGraphicFramePr>
              <a:graphicFrameLocks noChangeAspect="1"/>
            </p:cNvGraphicFramePr>
            <p:nvPr/>
          </p:nvGraphicFramePr>
          <p:xfrm>
            <a:off x="2936" y="1819"/>
            <a:ext cx="280" cy="341"/>
          </p:xfrm>
          <a:graphic>
            <a:graphicData uri="http://schemas.openxmlformats.org/presentationml/2006/ole">
              <p:oleObj spid="_x0000_s34826" name="公式" r:id="rId16" imgW="266400" imgH="317160" progId="Equation.3">
                <p:embed/>
              </p:oleObj>
            </a:graphicData>
          </a:graphic>
        </p:graphicFrame>
        <p:sp>
          <p:nvSpPr>
            <p:cNvPr id="34854" name="Line 36"/>
            <p:cNvSpPr>
              <a:spLocks noChangeShapeType="1"/>
            </p:cNvSpPr>
            <p:nvPr/>
          </p:nvSpPr>
          <p:spPr bwMode="auto">
            <a:xfrm>
              <a:off x="3312" y="2112"/>
              <a:ext cx="0" cy="576"/>
            </a:xfrm>
            <a:prstGeom prst="line">
              <a:avLst/>
            </a:prstGeom>
            <a:noFill/>
            <a:ln w="19050">
              <a:solidFill>
                <a:srgbClr val="CC00CC"/>
              </a:solidFill>
              <a:prstDash val="dash"/>
              <a:round/>
              <a:headEnd type="none" w="sm" len="lg"/>
              <a:tailEnd type="none" w="sm" len="lg"/>
            </a:ln>
          </p:spPr>
          <p:txBody>
            <a:bodyPr wrap="none" anchor="ctr"/>
            <a:lstStyle/>
            <a:p>
              <a:endParaRPr lang="zh-CN" altLang="en-US"/>
            </a:p>
          </p:txBody>
        </p:sp>
      </p:grpSp>
      <p:grpSp>
        <p:nvGrpSpPr>
          <p:cNvPr id="8" name="Group 37"/>
          <p:cNvGrpSpPr>
            <a:grpSpLocks/>
          </p:cNvGrpSpPr>
          <p:nvPr/>
        </p:nvGrpSpPr>
        <p:grpSpPr bwMode="auto">
          <a:xfrm>
            <a:off x="766763" y="4275138"/>
            <a:ext cx="2868612" cy="449262"/>
            <a:chOff x="628" y="2509"/>
            <a:chExt cx="1659" cy="229"/>
          </a:xfrm>
        </p:grpSpPr>
        <p:sp>
          <p:nvSpPr>
            <p:cNvPr id="34849" name="Arc 38"/>
            <p:cNvSpPr>
              <a:spLocks/>
            </p:cNvSpPr>
            <p:nvPr/>
          </p:nvSpPr>
          <p:spPr bwMode="auto">
            <a:xfrm rot="1869666">
              <a:off x="2146" y="2567"/>
              <a:ext cx="141" cy="134"/>
            </a:xfrm>
            <a:custGeom>
              <a:avLst/>
              <a:gdLst>
                <a:gd name="T0" fmla="*/ 0 w 21600"/>
                <a:gd name="T1" fmla="*/ 0 h 22312"/>
                <a:gd name="T2" fmla="*/ 0 w 21600"/>
                <a:gd name="T3" fmla="*/ 0 h 22312"/>
                <a:gd name="T4" fmla="*/ 0 w 21600"/>
                <a:gd name="T5" fmla="*/ 0 h 22312"/>
                <a:gd name="T6" fmla="*/ 0 60000 65536"/>
                <a:gd name="T7" fmla="*/ 0 60000 65536"/>
                <a:gd name="T8" fmla="*/ 0 60000 65536"/>
                <a:gd name="T9" fmla="*/ 0 w 21600"/>
                <a:gd name="T10" fmla="*/ 0 h 22312"/>
                <a:gd name="T11" fmla="*/ 21600 w 21600"/>
                <a:gd name="T12" fmla="*/ 22312 h 22312"/>
              </a:gdLst>
              <a:ahLst/>
              <a:cxnLst>
                <a:cxn ang="T6">
                  <a:pos x="T0" y="T1"/>
                </a:cxn>
                <a:cxn ang="T7">
                  <a:pos x="T2" y="T3"/>
                </a:cxn>
                <a:cxn ang="T8">
                  <a:pos x="T4" y="T5"/>
                </a:cxn>
              </a:cxnLst>
              <a:rect l="T9" t="T10" r="T11" b="T12"/>
              <a:pathLst>
                <a:path w="21600" h="22312" fill="none" extrusionOk="0">
                  <a:moveTo>
                    <a:pt x="-1" y="0"/>
                  </a:moveTo>
                  <a:cubicBezTo>
                    <a:pt x="11929" y="0"/>
                    <a:pt x="21600" y="9670"/>
                    <a:pt x="21600" y="21600"/>
                  </a:cubicBezTo>
                  <a:cubicBezTo>
                    <a:pt x="21600" y="21837"/>
                    <a:pt x="21596" y="22074"/>
                    <a:pt x="21588" y="22312"/>
                  </a:cubicBezTo>
                </a:path>
                <a:path w="21600" h="22312" stroke="0" extrusionOk="0">
                  <a:moveTo>
                    <a:pt x="-1" y="0"/>
                  </a:moveTo>
                  <a:cubicBezTo>
                    <a:pt x="11929" y="0"/>
                    <a:pt x="21600" y="9670"/>
                    <a:pt x="21600" y="21600"/>
                  </a:cubicBezTo>
                  <a:cubicBezTo>
                    <a:pt x="21600" y="21837"/>
                    <a:pt x="21596" y="22074"/>
                    <a:pt x="21588" y="22312"/>
                  </a:cubicBezTo>
                  <a:lnTo>
                    <a:pt x="0" y="21600"/>
                  </a:lnTo>
                  <a:close/>
                </a:path>
              </a:pathLst>
            </a:custGeom>
            <a:noFill/>
            <a:ln w="28575">
              <a:solidFill>
                <a:srgbClr val="CC00CC"/>
              </a:solidFill>
              <a:round/>
              <a:headEnd type="none" w="sm" len="lg"/>
              <a:tailEnd type="none" w="sm" len="lg"/>
            </a:ln>
          </p:spPr>
          <p:txBody>
            <a:bodyPr wrap="none" anchor="ctr"/>
            <a:lstStyle/>
            <a:p>
              <a:endParaRPr lang="zh-CN" altLang="en-US"/>
            </a:p>
          </p:txBody>
        </p:sp>
        <p:grpSp>
          <p:nvGrpSpPr>
            <p:cNvPr id="34850" name="Group 39"/>
            <p:cNvGrpSpPr>
              <a:grpSpLocks/>
            </p:cNvGrpSpPr>
            <p:nvPr/>
          </p:nvGrpSpPr>
          <p:grpSpPr bwMode="auto">
            <a:xfrm>
              <a:off x="628" y="2509"/>
              <a:ext cx="1580" cy="229"/>
              <a:chOff x="580" y="2461"/>
              <a:chExt cx="1580" cy="229"/>
            </a:xfrm>
          </p:grpSpPr>
          <p:graphicFrame>
            <p:nvGraphicFramePr>
              <p:cNvPr id="34823" name="Object 40"/>
              <p:cNvGraphicFramePr>
                <a:graphicFrameLocks noChangeAspect="1"/>
              </p:cNvGraphicFramePr>
              <p:nvPr/>
            </p:nvGraphicFramePr>
            <p:xfrm>
              <a:off x="580" y="2461"/>
              <a:ext cx="489" cy="229"/>
            </p:xfrm>
            <a:graphic>
              <a:graphicData uri="http://schemas.openxmlformats.org/presentationml/2006/ole">
                <p:oleObj spid="_x0000_s34823" name="公式" r:id="rId17" imgW="482400" imgH="215640" progId="Equation.3">
                  <p:embed/>
                </p:oleObj>
              </a:graphicData>
            </a:graphic>
          </p:graphicFrame>
          <p:sp>
            <p:nvSpPr>
              <p:cNvPr id="34851" name="Line 41"/>
              <p:cNvSpPr>
                <a:spLocks noChangeShapeType="1"/>
              </p:cNvSpPr>
              <p:nvPr/>
            </p:nvSpPr>
            <p:spPr bwMode="auto">
              <a:xfrm flipV="1">
                <a:off x="1248" y="2592"/>
                <a:ext cx="912" cy="0"/>
              </a:xfrm>
              <a:prstGeom prst="line">
                <a:avLst/>
              </a:prstGeom>
              <a:noFill/>
              <a:ln w="38100">
                <a:solidFill>
                  <a:srgbClr val="CC00CC"/>
                </a:solidFill>
                <a:prstDash val="sysDot"/>
                <a:round/>
                <a:headEnd type="none" w="sm" len="lg"/>
                <a:tailEnd type="triangle" w="sm" len="lg"/>
              </a:ln>
            </p:spPr>
            <p:txBody>
              <a:bodyPr wrap="none" anchor="ctr"/>
              <a:lstStyle/>
              <a:p>
                <a:endParaRPr lang="zh-CN" altLang="en-US"/>
              </a:p>
            </p:txBody>
          </p:sp>
        </p:grpSp>
      </p:grpSp>
      <p:grpSp>
        <p:nvGrpSpPr>
          <p:cNvPr id="10" name="Group 42"/>
          <p:cNvGrpSpPr>
            <a:grpSpLocks/>
          </p:cNvGrpSpPr>
          <p:nvPr/>
        </p:nvGrpSpPr>
        <p:grpSpPr bwMode="auto">
          <a:xfrm>
            <a:off x="755650" y="1844675"/>
            <a:ext cx="3276600" cy="2470150"/>
            <a:chOff x="480" y="951"/>
            <a:chExt cx="2064" cy="1556"/>
          </a:xfrm>
        </p:grpSpPr>
        <p:sp>
          <p:nvSpPr>
            <p:cNvPr id="34846" name="Freeform 43"/>
            <p:cNvSpPr>
              <a:spLocks/>
            </p:cNvSpPr>
            <p:nvPr/>
          </p:nvSpPr>
          <p:spPr bwMode="auto">
            <a:xfrm>
              <a:off x="2112" y="2160"/>
              <a:ext cx="199" cy="347"/>
            </a:xfrm>
            <a:custGeom>
              <a:avLst/>
              <a:gdLst>
                <a:gd name="T0" fmla="*/ 0 w 199"/>
                <a:gd name="T1" fmla="*/ 0 h 347"/>
                <a:gd name="T2" fmla="*/ 108 w 199"/>
                <a:gd name="T3" fmla="*/ 88 h 347"/>
                <a:gd name="T4" fmla="*/ 172 w 199"/>
                <a:gd name="T5" fmla="*/ 188 h 347"/>
                <a:gd name="T6" fmla="*/ 199 w 199"/>
                <a:gd name="T7" fmla="*/ 347 h 347"/>
                <a:gd name="T8" fmla="*/ 0 60000 65536"/>
                <a:gd name="T9" fmla="*/ 0 60000 65536"/>
                <a:gd name="T10" fmla="*/ 0 60000 65536"/>
                <a:gd name="T11" fmla="*/ 0 60000 65536"/>
                <a:gd name="T12" fmla="*/ 0 w 199"/>
                <a:gd name="T13" fmla="*/ 0 h 347"/>
                <a:gd name="T14" fmla="*/ 199 w 199"/>
                <a:gd name="T15" fmla="*/ 347 h 347"/>
              </a:gdLst>
              <a:ahLst/>
              <a:cxnLst>
                <a:cxn ang="T8">
                  <a:pos x="T0" y="T1"/>
                </a:cxn>
                <a:cxn ang="T9">
                  <a:pos x="T2" y="T3"/>
                </a:cxn>
                <a:cxn ang="T10">
                  <a:pos x="T4" y="T5"/>
                </a:cxn>
                <a:cxn ang="T11">
                  <a:pos x="T6" y="T7"/>
                </a:cxn>
              </a:cxnLst>
              <a:rect l="T12" t="T13" r="T14" b="T15"/>
              <a:pathLst>
                <a:path w="199" h="347">
                  <a:moveTo>
                    <a:pt x="0" y="0"/>
                  </a:moveTo>
                  <a:cubicBezTo>
                    <a:pt x="18" y="15"/>
                    <a:pt x="79" y="57"/>
                    <a:pt x="108" y="88"/>
                  </a:cubicBezTo>
                  <a:cubicBezTo>
                    <a:pt x="137" y="119"/>
                    <a:pt x="157" y="145"/>
                    <a:pt x="172" y="188"/>
                  </a:cubicBezTo>
                  <a:cubicBezTo>
                    <a:pt x="187" y="231"/>
                    <a:pt x="194" y="314"/>
                    <a:pt x="199" y="347"/>
                  </a:cubicBezTo>
                </a:path>
              </a:pathLst>
            </a:custGeom>
            <a:noFill/>
            <a:ln w="28575">
              <a:solidFill>
                <a:srgbClr val="FF0000"/>
              </a:solidFill>
              <a:round/>
              <a:headEnd type="none" w="sm" len="lg"/>
              <a:tailEnd type="none" w="sm" len="lg"/>
            </a:ln>
          </p:spPr>
          <p:txBody>
            <a:bodyPr wrap="none" anchor="ctr"/>
            <a:lstStyle/>
            <a:p>
              <a:endParaRPr lang="zh-CN" altLang="en-US"/>
            </a:p>
          </p:txBody>
        </p:sp>
        <p:grpSp>
          <p:nvGrpSpPr>
            <p:cNvPr id="34847" name="Group 44"/>
            <p:cNvGrpSpPr>
              <a:grpSpLocks/>
            </p:cNvGrpSpPr>
            <p:nvPr/>
          </p:nvGrpSpPr>
          <p:grpSpPr bwMode="auto">
            <a:xfrm>
              <a:off x="480" y="951"/>
              <a:ext cx="2064" cy="1449"/>
              <a:chOff x="432" y="903"/>
              <a:chExt cx="2064" cy="1449"/>
            </a:xfrm>
          </p:grpSpPr>
          <p:graphicFrame>
            <p:nvGraphicFramePr>
              <p:cNvPr id="34822" name="Object 45"/>
              <p:cNvGraphicFramePr>
                <a:graphicFrameLocks noChangeAspect="1"/>
              </p:cNvGraphicFramePr>
              <p:nvPr/>
            </p:nvGraphicFramePr>
            <p:xfrm>
              <a:off x="432" y="903"/>
              <a:ext cx="2064" cy="345"/>
            </p:xfrm>
            <a:graphic>
              <a:graphicData uri="http://schemas.openxmlformats.org/presentationml/2006/ole">
                <p:oleObj spid="_x0000_s34822" name="公式" r:id="rId18" imgW="2120760" imgH="317160" progId="Equation.3">
                  <p:embed/>
                </p:oleObj>
              </a:graphicData>
            </a:graphic>
          </p:graphicFrame>
          <p:sp>
            <p:nvSpPr>
              <p:cNvPr id="34848" name="Line 46"/>
              <p:cNvSpPr>
                <a:spLocks noChangeShapeType="1"/>
              </p:cNvSpPr>
              <p:nvPr/>
            </p:nvSpPr>
            <p:spPr bwMode="auto">
              <a:xfrm>
                <a:off x="1296" y="1248"/>
                <a:ext cx="816" cy="1104"/>
              </a:xfrm>
              <a:prstGeom prst="line">
                <a:avLst/>
              </a:prstGeom>
              <a:noFill/>
              <a:ln w="38100">
                <a:solidFill>
                  <a:srgbClr val="FF0066"/>
                </a:solidFill>
                <a:prstDash val="sysDot"/>
                <a:round/>
                <a:headEnd type="none" w="sm" len="lg"/>
                <a:tailEnd type="triangle" w="sm" len="lg"/>
              </a:ln>
            </p:spPr>
            <p:txBody>
              <a:bodyPr wrap="none" anchor="ctr"/>
              <a:lstStyle/>
              <a:p>
                <a:endParaRPr lang="zh-CN" altLang="en-US"/>
              </a:p>
            </p:txBody>
          </p:sp>
        </p:grpSp>
      </p:grpSp>
      <p:grpSp>
        <p:nvGrpSpPr>
          <p:cNvPr id="12" name="Group 47"/>
          <p:cNvGrpSpPr>
            <a:grpSpLocks/>
          </p:cNvGrpSpPr>
          <p:nvPr/>
        </p:nvGrpSpPr>
        <p:grpSpPr bwMode="auto">
          <a:xfrm>
            <a:off x="762000" y="3124200"/>
            <a:ext cx="2655888" cy="1677988"/>
            <a:chOff x="480" y="1872"/>
            <a:chExt cx="1673" cy="1057"/>
          </a:xfrm>
        </p:grpSpPr>
        <p:sp>
          <p:nvSpPr>
            <p:cNvPr id="34843" name="Arc 48"/>
            <p:cNvSpPr>
              <a:spLocks/>
            </p:cNvSpPr>
            <p:nvPr/>
          </p:nvSpPr>
          <p:spPr bwMode="auto">
            <a:xfrm>
              <a:off x="1915" y="2448"/>
              <a:ext cx="238" cy="481"/>
            </a:xfrm>
            <a:custGeom>
              <a:avLst/>
              <a:gdLst>
                <a:gd name="T0" fmla="*/ 0 w 21022"/>
                <a:gd name="T1" fmla="*/ 0 h 21109"/>
                <a:gd name="T2" fmla="*/ 0 w 21022"/>
                <a:gd name="T3" fmla="*/ 0 h 21109"/>
                <a:gd name="T4" fmla="*/ 0 w 21022"/>
                <a:gd name="T5" fmla="*/ 0 h 21109"/>
                <a:gd name="T6" fmla="*/ 0 60000 65536"/>
                <a:gd name="T7" fmla="*/ 0 60000 65536"/>
                <a:gd name="T8" fmla="*/ 0 60000 65536"/>
                <a:gd name="T9" fmla="*/ 0 w 21022"/>
                <a:gd name="T10" fmla="*/ 0 h 21109"/>
                <a:gd name="T11" fmla="*/ 21022 w 21022"/>
                <a:gd name="T12" fmla="*/ 21109 h 21109"/>
              </a:gdLst>
              <a:ahLst/>
              <a:cxnLst>
                <a:cxn ang="T6">
                  <a:pos x="T0" y="T1"/>
                </a:cxn>
                <a:cxn ang="T7">
                  <a:pos x="T2" y="T3"/>
                </a:cxn>
                <a:cxn ang="T8">
                  <a:pos x="T4" y="T5"/>
                </a:cxn>
              </a:cxnLst>
              <a:rect l="T9" t="T10" r="T11" b="T12"/>
              <a:pathLst>
                <a:path w="21022" h="21109" fill="none" extrusionOk="0">
                  <a:moveTo>
                    <a:pt x="4578" y="-1"/>
                  </a:moveTo>
                  <a:cubicBezTo>
                    <a:pt x="12712" y="1763"/>
                    <a:pt x="19110" y="8045"/>
                    <a:pt x="21022" y="16146"/>
                  </a:cubicBezTo>
                </a:path>
                <a:path w="21022" h="21109" stroke="0" extrusionOk="0">
                  <a:moveTo>
                    <a:pt x="4578" y="-1"/>
                  </a:moveTo>
                  <a:cubicBezTo>
                    <a:pt x="12712" y="1763"/>
                    <a:pt x="19110" y="8045"/>
                    <a:pt x="21022" y="16146"/>
                  </a:cubicBezTo>
                  <a:lnTo>
                    <a:pt x="0" y="21109"/>
                  </a:lnTo>
                  <a:close/>
                </a:path>
              </a:pathLst>
            </a:custGeom>
            <a:noFill/>
            <a:ln w="28575">
              <a:solidFill>
                <a:srgbClr val="0000FF"/>
              </a:solidFill>
              <a:round/>
              <a:headEnd type="none" w="sm" len="lg"/>
              <a:tailEnd type="none" w="sm" len="lg"/>
            </a:ln>
          </p:spPr>
          <p:txBody>
            <a:bodyPr wrap="none" anchor="ctr"/>
            <a:lstStyle/>
            <a:p>
              <a:endParaRPr lang="zh-CN" altLang="en-US"/>
            </a:p>
          </p:txBody>
        </p:sp>
        <p:grpSp>
          <p:nvGrpSpPr>
            <p:cNvPr id="34844" name="Group 49"/>
            <p:cNvGrpSpPr>
              <a:grpSpLocks/>
            </p:cNvGrpSpPr>
            <p:nvPr/>
          </p:nvGrpSpPr>
          <p:grpSpPr bwMode="auto">
            <a:xfrm>
              <a:off x="480" y="1872"/>
              <a:ext cx="1584" cy="767"/>
              <a:chOff x="432" y="1729"/>
              <a:chExt cx="1584" cy="767"/>
            </a:xfrm>
          </p:grpSpPr>
          <p:graphicFrame>
            <p:nvGraphicFramePr>
              <p:cNvPr id="34821" name="Object 50"/>
              <p:cNvGraphicFramePr>
                <a:graphicFrameLocks noChangeAspect="1"/>
              </p:cNvGraphicFramePr>
              <p:nvPr/>
            </p:nvGraphicFramePr>
            <p:xfrm>
              <a:off x="432" y="1729"/>
              <a:ext cx="822" cy="335"/>
            </p:xfrm>
            <a:graphic>
              <a:graphicData uri="http://schemas.openxmlformats.org/presentationml/2006/ole">
                <p:oleObj spid="_x0000_s34821" name="公式" r:id="rId19" imgW="812520" imgH="317160" progId="Equation.3">
                  <p:embed/>
                </p:oleObj>
              </a:graphicData>
            </a:graphic>
          </p:graphicFrame>
          <p:sp>
            <p:nvSpPr>
              <p:cNvPr id="34845" name="Line 51"/>
              <p:cNvSpPr>
                <a:spLocks noChangeShapeType="1"/>
              </p:cNvSpPr>
              <p:nvPr/>
            </p:nvSpPr>
            <p:spPr bwMode="auto">
              <a:xfrm>
                <a:off x="1248" y="2064"/>
                <a:ext cx="768" cy="432"/>
              </a:xfrm>
              <a:prstGeom prst="line">
                <a:avLst/>
              </a:prstGeom>
              <a:noFill/>
              <a:ln w="38100">
                <a:solidFill>
                  <a:srgbClr val="3366FF"/>
                </a:solidFill>
                <a:prstDash val="sysDot"/>
                <a:round/>
                <a:headEnd type="none" w="sm" len="lg"/>
                <a:tailEnd type="triangle" w="sm" len="lg"/>
              </a:ln>
            </p:spPr>
            <p:txBody>
              <a:bodyPr wrap="none" anchor="ctr"/>
              <a:lstStyle/>
              <a:p>
                <a:endParaRPr lang="zh-CN" altLang="en-US"/>
              </a:p>
            </p:txBody>
          </p:sp>
        </p:grpSp>
      </p:grpSp>
      <p:graphicFrame>
        <p:nvGraphicFramePr>
          <p:cNvPr id="204852" name="Object 52"/>
          <p:cNvGraphicFramePr>
            <a:graphicFrameLocks noChangeAspect="1"/>
          </p:cNvGraphicFramePr>
          <p:nvPr/>
        </p:nvGraphicFramePr>
        <p:xfrm>
          <a:off x="6934200" y="3217863"/>
          <a:ext cx="1371600" cy="560387"/>
        </p:xfrm>
        <a:graphic>
          <a:graphicData uri="http://schemas.openxmlformats.org/presentationml/2006/ole">
            <p:oleObj spid="_x0000_s34820" name="公式" r:id="rId20" imgW="774360" imgH="31716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up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trips(upRigh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4852"/>
                                        </p:tgtEl>
                                        <p:attrNameLst>
                                          <p:attrName>style.visibility</p:attrName>
                                        </p:attrNameLst>
                                      </p:cBhvr>
                                      <p:to>
                                        <p:strVal val="visible"/>
                                      </p:to>
                                    </p:set>
                                    <p:animEffect transition="in" filter="blinds(horizontal)">
                                      <p:cBhvr>
                                        <p:cTn id="22" dur="500"/>
                                        <p:tgtEl>
                                          <p:spTgt spid="20485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out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2"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ppt_x</p:attrName>
                                        </p:attrNameLst>
                                      </p:cBhvr>
                                      <p:tavLst>
                                        <p:tav tm="0">
                                          <p:val>
                                            <p:strVal val="#ppt_x+#ppt_w/2"/>
                                          </p:val>
                                        </p:tav>
                                        <p:tav tm="100000">
                                          <p:val>
                                            <p:strVal val="#ppt_x"/>
                                          </p:val>
                                        </p:tav>
                                      </p:tavLst>
                                    </p:anim>
                                    <p:anim calcmode="lin" valueType="num">
                                      <p:cBhvr>
                                        <p:cTn id="33" dur="500" fill="hold"/>
                                        <p:tgtEl>
                                          <p:spTgt spid="8"/>
                                        </p:tgtEl>
                                        <p:attrNameLst>
                                          <p:attrName>ppt_y</p:attrName>
                                        </p:attrNameLst>
                                      </p:cBhvr>
                                      <p:tavLst>
                                        <p:tav tm="0">
                                          <p:val>
                                            <p:strVal val="#ppt_y"/>
                                          </p:val>
                                        </p:tav>
                                        <p:tav tm="100000">
                                          <p:val>
                                            <p:strVal val="#ppt_y"/>
                                          </p:val>
                                        </p:tav>
                                      </p:tavLst>
                                    </p:anim>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checkerboard(across)">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9"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strips(upLeft)">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04805"/>
                                        </p:tgtEl>
                                        <p:attrNameLst>
                                          <p:attrName>style.visibility</p:attrName>
                                        </p:attrNameLst>
                                      </p:cBhvr>
                                      <p:to>
                                        <p:strVal val="visible"/>
                                      </p:to>
                                    </p:set>
                                    <p:animEffect transition="in" filter="blinds(horizontal)">
                                      <p:cBhvr>
                                        <p:cTn id="50" dur="500"/>
                                        <p:tgtEl>
                                          <p:spTgt spid="204805"/>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5" fill="hold" nodeType="clickEffect">
                                  <p:stCondLst>
                                    <p:cond delay="0"/>
                                  </p:stCondLst>
                                  <p:childTnLst>
                                    <p:set>
                                      <p:cBhvr>
                                        <p:cTn id="54" dur="1" fill="hold">
                                          <p:stCondLst>
                                            <p:cond delay="0"/>
                                          </p:stCondLst>
                                        </p:cTn>
                                        <p:tgtEl>
                                          <p:spTgt spid="204806"/>
                                        </p:tgtEl>
                                        <p:attrNameLst>
                                          <p:attrName>style.visibility</p:attrName>
                                        </p:attrNameLst>
                                      </p:cBhvr>
                                      <p:to>
                                        <p:strVal val="visible"/>
                                      </p:to>
                                    </p:set>
                                    <p:animEffect transition="in" filter="blinds(vertical)">
                                      <p:cBhvr>
                                        <p:cTn id="55" dur="500"/>
                                        <p:tgtEl>
                                          <p:spTgt spid="204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611188" y="1268413"/>
            <a:ext cx="3648075" cy="4495800"/>
            <a:chOff x="118" y="672"/>
            <a:chExt cx="2298" cy="2832"/>
          </a:xfrm>
        </p:grpSpPr>
        <p:sp>
          <p:nvSpPr>
            <p:cNvPr id="35888" name="Text Box 5"/>
            <p:cNvSpPr txBox="1">
              <a:spLocks noChangeArrowheads="1"/>
            </p:cNvSpPr>
            <p:nvPr/>
          </p:nvSpPr>
          <p:spPr bwMode="auto">
            <a:xfrm>
              <a:off x="223" y="672"/>
              <a:ext cx="1019" cy="365"/>
            </a:xfrm>
            <a:prstGeom prst="rect">
              <a:avLst/>
            </a:prstGeom>
            <a:noFill/>
            <a:ln w="9525">
              <a:noFill/>
              <a:miter lim="800000"/>
              <a:headEnd/>
              <a:tailEnd/>
            </a:ln>
          </p:spPr>
          <p:txBody>
            <a:bodyPr>
              <a:spAutoFit/>
            </a:bodyPr>
            <a:lstStyle/>
            <a:p>
              <a:pPr algn="l">
                <a:spcBef>
                  <a:spcPct val="50000"/>
                </a:spcBef>
              </a:pPr>
              <a:r>
                <a:rPr kumimoji="0" lang="zh-CN" altLang="en-US" b="1">
                  <a:solidFill>
                    <a:srgbClr val="CC0000"/>
                  </a:solidFill>
                  <a:latin typeface="宋体" pitchFamily="2" charset="-122"/>
                </a:rPr>
                <a:t>振幅 </a:t>
              </a:r>
              <a:endParaRPr kumimoji="0" lang="zh-CN" altLang="en-US" b="1">
                <a:latin typeface="宋体" pitchFamily="2" charset="-122"/>
              </a:endParaRPr>
            </a:p>
          </p:txBody>
        </p:sp>
        <p:sp>
          <p:nvSpPr>
            <p:cNvPr id="35889" name="Text Box 6"/>
            <p:cNvSpPr txBox="1">
              <a:spLocks noChangeArrowheads="1"/>
            </p:cNvSpPr>
            <p:nvPr/>
          </p:nvSpPr>
          <p:spPr bwMode="auto">
            <a:xfrm>
              <a:off x="336" y="2736"/>
              <a:ext cx="2080" cy="365"/>
            </a:xfrm>
            <a:prstGeom prst="rect">
              <a:avLst/>
            </a:prstGeom>
            <a:noFill/>
            <a:ln w="9525">
              <a:noFill/>
              <a:miter lim="800000"/>
              <a:headEnd/>
              <a:tailEnd/>
            </a:ln>
          </p:spPr>
          <p:txBody>
            <a:bodyPr>
              <a:spAutoFit/>
            </a:bodyPr>
            <a:lstStyle/>
            <a:p>
              <a:pPr algn="l">
                <a:spcBef>
                  <a:spcPct val="50000"/>
                </a:spcBef>
              </a:pPr>
              <a:r>
                <a:rPr kumimoji="0" lang="zh-CN" altLang="en-US" b="1">
                  <a:solidFill>
                    <a:srgbClr val="CC0000"/>
                  </a:solidFill>
                </a:rPr>
                <a:t>振动圆频率</a:t>
              </a:r>
              <a:endParaRPr kumimoji="0" lang="zh-CN" altLang="en-US" b="1"/>
            </a:p>
          </p:txBody>
        </p:sp>
        <p:sp>
          <p:nvSpPr>
            <p:cNvPr id="35890" name="AutoShape 7"/>
            <p:cNvSpPr>
              <a:spLocks/>
            </p:cNvSpPr>
            <p:nvPr/>
          </p:nvSpPr>
          <p:spPr bwMode="auto">
            <a:xfrm>
              <a:off x="118" y="889"/>
              <a:ext cx="170" cy="2615"/>
            </a:xfrm>
            <a:prstGeom prst="leftBrace">
              <a:avLst>
                <a:gd name="adj1" fmla="val 128186"/>
                <a:gd name="adj2" fmla="val 50000"/>
              </a:avLst>
            </a:prstGeom>
            <a:noFill/>
            <a:ln w="28575">
              <a:solidFill>
                <a:srgbClr val="CC0000"/>
              </a:solidFill>
              <a:round/>
              <a:headEnd/>
              <a:tailEnd/>
            </a:ln>
          </p:spPr>
          <p:txBody>
            <a:bodyPr wrap="none" anchor="ctr"/>
            <a:lstStyle/>
            <a:p>
              <a:endParaRPr lang="zh-CN" altLang="en-US"/>
            </a:p>
          </p:txBody>
        </p:sp>
      </p:grpSp>
      <p:grpSp>
        <p:nvGrpSpPr>
          <p:cNvPr id="35863" name="Group 8"/>
          <p:cNvGrpSpPr>
            <a:grpSpLocks/>
          </p:cNvGrpSpPr>
          <p:nvPr/>
        </p:nvGrpSpPr>
        <p:grpSpPr bwMode="auto">
          <a:xfrm>
            <a:off x="5422900" y="1130300"/>
            <a:ext cx="3657600" cy="3810000"/>
            <a:chOff x="3264" y="576"/>
            <a:chExt cx="2304" cy="2400"/>
          </a:xfrm>
        </p:grpSpPr>
        <p:sp>
          <p:nvSpPr>
            <p:cNvPr id="35867" name="Rectangle 9"/>
            <p:cNvSpPr>
              <a:spLocks noChangeArrowheads="1"/>
            </p:cNvSpPr>
            <p:nvPr/>
          </p:nvSpPr>
          <p:spPr bwMode="auto">
            <a:xfrm>
              <a:off x="3264" y="576"/>
              <a:ext cx="2304" cy="2400"/>
            </a:xfrm>
            <a:prstGeom prst="rect">
              <a:avLst/>
            </a:prstGeom>
            <a:solidFill>
              <a:schemeClr val="bg1"/>
            </a:solidFill>
            <a:ln w="9525">
              <a:solidFill>
                <a:schemeClr val="tx2"/>
              </a:solidFill>
              <a:miter lim="800000"/>
              <a:headEnd/>
              <a:tailEnd/>
            </a:ln>
          </p:spPr>
          <p:txBody>
            <a:bodyPr wrap="none" anchor="ctr"/>
            <a:lstStyle/>
            <a:p>
              <a:endParaRPr lang="zh-CN" altLang="en-US"/>
            </a:p>
          </p:txBody>
        </p:sp>
        <p:sp>
          <p:nvSpPr>
            <p:cNvPr id="35868" name="Arc 10"/>
            <p:cNvSpPr>
              <a:spLocks/>
            </p:cNvSpPr>
            <p:nvPr/>
          </p:nvSpPr>
          <p:spPr bwMode="auto">
            <a:xfrm rot="1869666">
              <a:off x="3792" y="2069"/>
              <a:ext cx="75" cy="67"/>
            </a:xfrm>
            <a:custGeom>
              <a:avLst/>
              <a:gdLst>
                <a:gd name="T0" fmla="*/ 0 w 21600"/>
                <a:gd name="T1" fmla="*/ 0 h 20520"/>
                <a:gd name="T2" fmla="*/ 0 w 21600"/>
                <a:gd name="T3" fmla="*/ 0 h 20520"/>
                <a:gd name="T4" fmla="*/ 0 w 21600"/>
                <a:gd name="T5" fmla="*/ 0 h 20520"/>
                <a:gd name="T6" fmla="*/ 0 60000 65536"/>
                <a:gd name="T7" fmla="*/ 0 60000 65536"/>
                <a:gd name="T8" fmla="*/ 0 60000 65536"/>
                <a:gd name="T9" fmla="*/ 0 w 21600"/>
                <a:gd name="T10" fmla="*/ 0 h 20520"/>
                <a:gd name="T11" fmla="*/ 21600 w 21600"/>
                <a:gd name="T12" fmla="*/ 20520 h 20520"/>
              </a:gdLst>
              <a:ahLst/>
              <a:cxnLst>
                <a:cxn ang="T6">
                  <a:pos x="T0" y="T1"/>
                </a:cxn>
                <a:cxn ang="T7">
                  <a:pos x="T2" y="T3"/>
                </a:cxn>
                <a:cxn ang="T8">
                  <a:pos x="T4" y="T5"/>
                </a:cxn>
              </a:cxnLst>
              <a:rect l="T9" t="T10" r="T11" b="T12"/>
              <a:pathLst>
                <a:path w="21600" h="20520" fill="none" extrusionOk="0">
                  <a:moveTo>
                    <a:pt x="8614" y="-1"/>
                  </a:moveTo>
                  <a:cubicBezTo>
                    <a:pt x="16499" y="3429"/>
                    <a:pt x="21600" y="11209"/>
                    <a:pt x="21600" y="19808"/>
                  </a:cubicBezTo>
                  <a:cubicBezTo>
                    <a:pt x="21600" y="20045"/>
                    <a:pt x="21596" y="20282"/>
                    <a:pt x="21588" y="20520"/>
                  </a:cubicBezTo>
                </a:path>
                <a:path w="21600" h="20520" stroke="0" extrusionOk="0">
                  <a:moveTo>
                    <a:pt x="8614" y="-1"/>
                  </a:moveTo>
                  <a:cubicBezTo>
                    <a:pt x="16499" y="3429"/>
                    <a:pt x="21600" y="11209"/>
                    <a:pt x="21600" y="19808"/>
                  </a:cubicBezTo>
                  <a:cubicBezTo>
                    <a:pt x="21600" y="20045"/>
                    <a:pt x="21596" y="20282"/>
                    <a:pt x="21588" y="20520"/>
                  </a:cubicBezTo>
                  <a:lnTo>
                    <a:pt x="0" y="19808"/>
                  </a:lnTo>
                  <a:close/>
                </a:path>
              </a:pathLst>
            </a:custGeom>
            <a:noFill/>
            <a:ln w="28575">
              <a:solidFill>
                <a:srgbClr val="CC00CC"/>
              </a:solidFill>
              <a:round/>
              <a:headEnd type="none" w="sm" len="lg"/>
              <a:tailEnd type="none" w="sm" len="lg"/>
            </a:ln>
          </p:spPr>
          <p:txBody>
            <a:bodyPr wrap="none" anchor="ctr"/>
            <a:lstStyle/>
            <a:p>
              <a:endParaRPr lang="zh-CN" altLang="en-US"/>
            </a:p>
          </p:txBody>
        </p:sp>
        <p:sp>
          <p:nvSpPr>
            <p:cNvPr id="35869" name="Arc 11"/>
            <p:cNvSpPr>
              <a:spLocks/>
            </p:cNvSpPr>
            <p:nvPr/>
          </p:nvSpPr>
          <p:spPr bwMode="auto">
            <a:xfrm>
              <a:off x="3792" y="1872"/>
              <a:ext cx="144" cy="432"/>
            </a:xfrm>
            <a:custGeom>
              <a:avLst/>
              <a:gdLst>
                <a:gd name="T0" fmla="*/ 0 w 20594"/>
                <a:gd name="T1" fmla="*/ 0 h 21109"/>
                <a:gd name="T2" fmla="*/ 0 w 20594"/>
                <a:gd name="T3" fmla="*/ 0 h 21109"/>
                <a:gd name="T4" fmla="*/ 0 w 20594"/>
                <a:gd name="T5" fmla="*/ 0 h 21109"/>
                <a:gd name="T6" fmla="*/ 0 60000 65536"/>
                <a:gd name="T7" fmla="*/ 0 60000 65536"/>
                <a:gd name="T8" fmla="*/ 0 60000 65536"/>
                <a:gd name="T9" fmla="*/ 0 w 20594"/>
                <a:gd name="T10" fmla="*/ 0 h 21109"/>
                <a:gd name="T11" fmla="*/ 20594 w 20594"/>
                <a:gd name="T12" fmla="*/ 21109 h 21109"/>
              </a:gdLst>
              <a:ahLst/>
              <a:cxnLst>
                <a:cxn ang="T6">
                  <a:pos x="T0" y="T1"/>
                </a:cxn>
                <a:cxn ang="T7">
                  <a:pos x="T2" y="T3"/>
                </a:cxn>
                <a:cxn ang="T8">
                  <a:pos x="T4" y="T5"/>
                </a:cxn>
              </a:cxnLst>
              <a:rect l="T9" t="T10" r="T11" b="T12"/>
              <a:pathLst>
                <a:path w="20594" h="21109" fill="none" extrusionOk="0">
                  <a:moveTo>
                    <a:pt x="4578" y="-1"/>
                  </a:moveTo>
                  <a:cubicBezTo>
                    <a:pt x="12147" y="1641"/>
                    <a:pt x="18257" y="7209"/>
                    <a:pt x="20594" y="14593"/>
                  </a:cubicBezTo>
                </a:path>
                <a:path w="20594" h="21109" stroke="0" extrusionOk="0">
                  <a:moveTo>
                    <a:pt x="4578" y="-1"/>
                  </a:moveTo>
                  <a:cubicBezTo>
                    <a:pt x="12147" y="1641"/>
                    <a:pt x="18257" y="7209"/>
                    <a:pt x="20594" y="14593"/>
                  </a:cubicBezTo>
                  <a:lnTo>
                    <a:pt x="0" y="21109"/>
                  </a:lnTo>
                  <a:close/>
                </a:path>
              </a:pathLst>
            </a:custGeom>
            <a:noFill/>
            <a:ln w="28575">
              <a:solidFill>
                <a:srgbClr val="0000FF"/>
              </a:solidFill>
              <a:round/>
              <a:headEnd type="none" w="sm" len="lg"/>
              <a:tailEnd type="none" w="sm" len="lg"/>
            </a:ln>
          </p:spPr>
          <p:txBody>
            <a:bodyPr wrap="none" anchor="ctr"/>
            <a:lstStyle/>
            <a:p>
              <a:endParaRPr lang="zh-CN" altLang="en-US"/>
            </a:p>
          </p:txBody>
        </p:sp>
        <p:sp>
          <p:nvSpPr>
            <p:cNvPr id="35870" name="Line 12"/>
            <p:cNvSpPr>
              <a:spLocks noChangeShapeType="1"/>
            </p:cNvSpPr>
            <p:nvPr/>
          </p:nvSpPr>
          <p:spPr bwMode="auto">
            <a:xfrm flipV="1">
              <a:off x="3577" y="1632"/>
              <a:ext cx="455" cy="522"/>
            </a:xfrm>
            <a:prstGeom prst="line">
              <a:avLst/>
            </a:prstGeom>
            <a:noFill/>
            <a:ln w="28575">
              <a:solidFill>
                <a:srgbClr val="0000FF"/>
              </a:solidFill>
              <a:round/>
              <a:headEnd type="none" w="sm" len="lg"/>
              <a:tailEnd type="triangle" w="sm" len="lg"/>
            </a:ln>
          </p:spPr>
          <p:txBody>
            <a:bodyPr wrap="none" anchor="ctr"/>
            <a:lstStyle/>
            <a:p>
              <a:endParaRPr lang="zh-CN" altLang="en-US"/>
            </a:p>
          </p:txBody>
        </p:sp>
        <p:graphicFrame>
          <p:nvGraphicFramePr>
            <p:cNvPr id="35847" name="Object 13"/>
            <p:cNvGraphicFramePr>
              <a:graphicFrameLocks noChangeAspect="1"/>
            </p:cNvGraphicFramePr>
            <p:nvPr/>
          </p:nvGraphicFramePr>
          <p:xfrm>
            <a:off x="3588" y="1632"/>
            <a:ext cx="220" cy="288"/>
          </p:xfrm>
          <a:graphic>
            <a:graphicData uri="http://schemas.openxmlformats.org/presentationml/2006/ole">
              <p:oleObj spid="_x0000_s35847" name="公式" r:id="rId3" imgW="266400" imgH="330120" progId="Equation.3">
                <p:embed/>
              </p:oleObj>
            </a:graphicData>
          </a:graphic>
        </p:graphicFrame>
        <p:sp>
          <p:nvSpPr>
            <p:cNvPr id="35871" name="Line 14"/>
            <p:cNvSpPr>
              <a:spLocks noChangeShapeType="1"/>
            </p:cNvSpPr>
            <p:nvPr/>
          </p:nvSpPr>
          <p:spPr bwMode="auto">
            <a:xfrm>
              <a:off x="4032" y="1632"/>
              <a:ext cx="0" cy="528"/>
            </a:xfrm>
            <a:prstGeom prst="line">
              <a:avLst/>
            </a:prstGeom>
            <a:noFill/>
            <a:ln w="19050">
              <a:solidFill>
                <a:srgbClr val="0000FF"/>
              </a:solidFill>
              <a:prstDash val="dash"/>
              <a:round/>
              <a:headEnd type="none" w="sm" len="lg"/>
              <a:tailEnd type="none" w="sm" len="lg"/>
            </a:ln>
          </p:spPr>
          <p:txBody>
            <a:bodyPr wrap="none" anchor="ctr"/>
            <a:lstStyle/>
            <a:p>
              <a:endParaRPr lang="zh-CN" altLang="en-US"/>
            </a:p>
          </p:txBody>
        </p:sp>
        <p:graphicFrame>
          <p:nvGraphicFramePr>
            <p:cNvPr id="35848" name="Object 15"/>
            <p:cNvGraphicFramePr>
              <a:graphicFrameLocks noChangeAspect="1"/>
            </p:cNvGraphicFramePr>
            <p:nvPr/>
          </p:nvGraphicFramePr>
          <p:xfrm>
            <a:off x="4048" y="2064"/>
            <a:ext cx="257" cy="336"/>
          </p:xfrm>
          <a:graphic>
            <a:graphicData uri="http://schemas.openxmlformats.org/presentationml/2006/ole">
              <p:oleObj spid="_x0000_s35848" name="公式" r:id="rId4" imgW="253800" imgH="317160" progId="Equation.3">
                <p:embed/>
              </p:oleObj>
            </a:graphicData>
          </a:graphic>
        </p:graphicFrame>
        <p:sp>
          <p:nvSpPr>
            <p:cNvPr id="35872" name="Arc 16"/>
            <p:cNvSpPr>
              <a:spLocks/>
            </p:cNvSpPr>
            <p:nvPr/>
          </p:nvSpPr>
          <p:spPr bwMode="auto">
            <a:xfrm rot="-895938">
              <a:off x="3600" y="1382"/>
              <a:ext cx="356" cy="298"/>
            </a:xfrm>
            <a:custGeom>
              <a:avLst/>
              <a:gdLst>
                <a:gd name="T0" fmla="*/ 0 w 21600"/>
                <a:gd name="T1" fmla="*/ 0 h 18342"/>
                <a:gd name="T2" fmla="*/ 0 w 21600"/>
                <a:gd name="T3" fmla="*/ 0 h 18342"/>
                <a:gd name="T4" fmla="*/ 0 w 21600"/>
                <a:gd name="T5" fmla="*/ 0 h 18342"/>
                <a:gd name="T6" fmla="*/ 0 60000 65536"/>
                <a:gd name="T7" fmla="*/ 0 60000 65536"/>
                <a:gd name="T8" fmla="*/ 0 60000 65536"/>
                <a:gd name="T9" fmla="*/ 0 w 21600"/>
                <a:gd name="T10" fmla="*/ 0 h 18342"/>
                <a:gd name="T11" fmla="*/ 21600 w 21600"/>
                <a:gd name="T12" fmla="*/ 18342 h 18342"/>
              </a:gdLst>
              <a:ahLst/>
              <a:cxnLst>
                <a:cxn ang="T6">
                  <a:pos x="T0" y="T1"/>
                </a:cxn>
                <a:cxn ang="T7">
                  <a:pos x="T2" y="T3"/>
                </a:cxn>
                <a:cxn ang="T8">
                  <a:pos x="T4" y="T5"/>
                </a:cxn>
              </a:cxnLst>
              <a:rect l="T9" t="T10" r="T11" b="T12"/>
              <a:pathLst>
                <a:path w="21600" h="18342" fill="none" extrusionOk="0">
                  <a:moveTo>
                    <a:pt x="11407" y="-1"/>
                  </a:moveTo>
                  <a:cubicBezTo>
                    <a:pt x="17745" y="3941"/>
                    <a:pt x="21600" y="10877"/>
                    <a:pt x="21600" y="18342"/>
                  </a:cubicBezTo>
                </a:path>
                <a:path w="21600" h="18342" stroke="0" extrusionOk="0">
                  <a:moveTo>
                    <a:pt x="11407" y="-1"/>
                  </a:moveTo>
                  <a:cubicBezTo>
                    <a:pt x="17745" y="3941"/>
                    <a:pt x="21600" y="10877"/>
                    <a:pt x="21600" y="18342"/>
                  </a:cubicBezTo>
                  <a:lnTo>
                    <a:pt x="0" y="18342"/>
                  </a:lnTo>
                  <a:close/>
                </a:path>
              </a:pathLst>
            </a:custGeom>
            <a:noFill/>
            <a:ln w="28575">
              <a:solidFill>
                <a:srgbClr val="0000FF"/>
              </a:solidFill>
              <a:round/>
              <a:headEnd type="triangle" w="sm" len="lg"/>
              <a:tailEnd type="none" w="sm" len="lg"/>
            </a:ln>
          </p:spPr>
          <p:txBody>
            <a:bodyPr wrap="none" anchor="ctr"/>
            <a:lstStyle/>
            <a:p>
              <a:endParaRPr lang="zh-CN" altLang="en-US"/>
            </a:p>
          </p:txBody>
        </p:sp>
        <p:graphicFrame>
          <p:nvGraphicFramePr>
            <p:cNvPr id="35849" name="Object 17"/>
            <p:cNvGraphicFramePr>
              <a:graphicFrameLocks noChangeAspect="1"/>
            </p:cNvGraphicFramePr>
            <p:nvPr/>
          </p:nvGraphicFramePr>
          <p:xfrm>
            <a:off x="3586" y="1056"/>
            <a:ext cx="302" cy="336"/>
          </p:xfrm>
          <a:graphic>
            <a:graphicData uri="http://schemas.openxmlformats.org/presentationml/2006/ole">
              <p:oleObj spid="_x0000_s35849" name="公式" r:id="rId5" imgW="291960" imgH="317160" progId="Equation.3">
                <p:embed/>
              </p:oleObj>
            </a:graphicData>
          </a:graphic>
        </p:graphicFrame>
        <p:sp>
          <p:nvSpPr>
            <p:cNvPr id="35873" name="Freeform 18"/>
            <p:cNvSpPr>
              <a:spLocks/>
            </p:cNvSpPr>
            <p:nvPr/>
          </p:nvSpPr>
          <p:spPr bwMode="auto">
            <a:xfrm>
              <a:off x="3920" y="1752"/>
              <a:ext cx="144" cy="240"/>
            </a:xfrm>
            <a:custGeom>
              <a:avLst/>
              <a:gdLst>
                <a:gd name="T0" fmla="*/ 0 w 199"/>
                <a:gd name="T1" fmla="*/ 0 h 347"/>
                <a:gd name="T2" fmla="*/ 30 w 199"/>
                <a:gd name="T3" fmla="*/ 20 h 347"/>
                <a:gd name="T4" fmla="*/ 47 w 199"/>
                <a:gd name="T5" fmla="*/ 43 h 347"/>
                <a:gd name="T6" fmla="*/ 54 w 199"/>
                <a:gd name="T7" fmla="*/ 80 h 347"/>
                <a:gd name="T8" fmla="*/ 0 60000 65536"/>
                <a:gd name="T9" fmla="*/ 0 60000 65536"/>
                <a:gd name="T10" fmla="*/ 0 60000 65536"/>
                <a:gd name="T11" fmla="*/ 0 60000 65536"/>
                <a:gd name="T12" fmla="*/ 0 w 199"/>
                <a:gd name="T13" fmla="*/ 0 h 347"/>
                <a:gd name="T14" fmla="*/ 199 w 199"/>
                <a:gd name="T15" fmla="*/ 347 h 347"/>
              </a:gdLst>
              <a:ahLst/>
              <a:cxnLst>
                <a:cxn ang="T8">
                  <a:pos x="T0" y="T1"/>
                </a:cxn>
                <a:cxn ang="T9">
                  <a:pos x="T2" y="T3"/>
                </a:cxn>
                <a:cxn ang="T10">
                  <a:pos x="T4" y="T5"/>
                </a:cxn>
                <a:cxn ang="T11">
                  <a:pos x="T6" y="T7"/>
                </a:cxn>
              </a:cxnLst>
              <a:rect l="T12" t="T13" r="T14" b="T15"/>
              <a:pathLst>
                <a:path w="199" h="347">
                  <a:moveTo>
                    <a:pt x="0" y="0"/>
                  </a:moveTo>
                  <a:cubicBezTo>
                    <a:pt x="18" y="15"/>
                    <a:pt x="79" y="57"/>
                    <a:pt x="108" y="88"/>
                  </a:cubicBezTo>
                  <a:cubicBezTo>
                    <a:pt x="137" y="119"/>
                    <a:pt x="157" y="145"/>
                    <a:pt x="172" y="188"/>
                  </a:cubicBezTo>
                  <a:cubicBezTo>
                    <a:pt x="187" y="231"/>
                    <a:pt x="194" y="314"/>
                    <a:pt x="199" y="347"/>
                  </a:cubicBezTo>
                </a:path>
              </a:pathLst>
            </a:custGeom>
            <a:noFill/>
            <a:ln w="28575">
              <a:solidFill>
                <a:srgbClr val="FF0000"/>
              </a:solidFill>
              <a:round/>
              <a:headEnd type="none" w="sm" len="lg"/>
              <a:tailEnd type="none" w="sm" len="lg"/>
            </a:ln>
          </p:spPr>
          <p:txBody>
            <a:bodyPr wrap="none" anchor="ctr"/>
            <a:lstStyle/>
            <a:p>
              <a:endParaRPr lang="zh-CN" altLang="en-US"/>
            </a:p>
          </p:txBody>
        </p:sp>
        <p:graphicFrame>
          <p:nvGraphicFramePr>
            <p:cNvPr id="35850" name="Object 19"/>
            <p:cNvGraphicFramePr>
              <a:graphicFrameLocks noChangeAspect="1"/>
            </p:cNvGraphicFramePr>
            <p:nvPr/>
          </p:nvGraphicFramePr>
          <p:xfrm>
            <a:off x="5040" y="2160"/>
            <a:ext cx="214" cy="240"/>
          </p:xfrm>
          <a:graphic>
            <a:graphicData uri="http://schemas.openxmlformats.org/presentationml/2006/ole">
              <p:oleObj spid="_x0000_s35850" name="公式" r:id="rId6" imgW="177480" imgH="190440" progId="Equation.3">
                <p:embed/>
              </p:oleObj>
            </a:graphicData>
          </a:graphic>
        </p:graphicFrame>
        <p:sp>
          <p:nvSpPr>
            <p:cNvPr id="35874" name="Line 20"/>
            <p:cNvSpPr>
              <a:spLocks noChangeShapeType="1"/>
            </p:cNvSpPr>
            <p:nvPr/>
          </p:nvSpPr>
          <p:spPr bwMode="auto">
            <a:xfrm>
              <a:off x="5184" y="1200"/>
              <a:ext cx="0" cy="955"/>
            </a:xfrm>
            <a:prstGeom prst="line">
              <a:avLst/>
            </a:prstGeom>
            <a:noFill/>
            <a:ln w="19050">
              <a:solidFill>
                <a:srgbClr val="FF0000"/>
              </a:solidFill>
              <a:prstDash val="dash"/>
              <a:round/>
              <a:headEnd type="none" w="sm" len="lg"/>
              <a:tailEnd type="none" w="sm" len="lg"/>
            </a:ln>
          </p:spPr>
          <p:txBody>
            <a:bodyPr wrap="none" anchor="ctr"/>
            <a:lstStyle/>
            <a:p>
              <a:endParaRPr lang="zh-CN" altLang="en-US"/>
            </a:p>
          </p:txBody>
        </p:sp>
        <p:sp>
          <p:nvSpPr>
            <p:cNvPr id="35875" name="Line 21"/>
            <p:cNvSpPr>
              <a:spLocks noChangeShapeType="1"/>
            </p:cNvSpPr>
            <p:nvPr/>
          </p:nvSpPr>
          <p:spPr bwMode="auto">
            <a:xfrm flipV="1">
              <a:off x="4032" y="1200"/>
              <a:ext cx="1152" cy="432"/>
            </a:xfrm>
            <a:prstGeom prst="line">
              <a:avLst/>
            </a:prstGeom>
            <a:noFill/>
            <a:ln w="19050">
              <a:solidFill>
                <a:srgbClr val="FF0000"/>
              </a:solidFill>
              <a:prstDash val="dash"/>
              <a:round/>
              <a:headEnd type="none" w="sm" len="lg"/>
              <a:tailEnd type="none" w="sm" len="lg"/>
            </a:ln>
          </p:spPr>
          <p:txBody>
            <a:bodyPr wrap="none" anchor="ctr"/>
            <a:lstStyle/>
            <a:p>
              <a:endParaRPr lang="zh-CN" altLang="en-US"/>
            </a:p>
          </p:txBody>
        </p:sp>
        <p:sp>
          <p:nvSpPr>
            <p:cNvPr id="35876" name="Line 22"/>
            <p:cNvSpPr>
              <a:spLocks noChangeShapeType="1"/>
            </p:cNvSpPr>
            <p:nvPr/>
          </p:nvSpPr>
          <p:spPr bwMode="auto">
            <a:xfrm flipV="1">
              <a:off x="4704" y="1200"/>
              <a:ext cx="480" cy="576"/>
            </a:xfrm>
            <a:prstGeom prst="line">
              <a:avLst/>
            </a:prstGeom>
            <a:noFill/>
            <a:ln w="19050">
              <a:solidFill>
                <a:srgbClr val="FF0000"/>
              </a:solidFill>
              <a:prstDash val="dash"/>
              <a:round/>
              <a:headEnd type="none" w="sm" len="lg"/>
              <a:tailEnd type="none" w="sm" len="lg"/>
            </a:ln>
          </p:spPr>
          <p:txBody>
            <a:bodyPr wrap="none" anchor="ctr"/>
            <a:lstStyle/>
            <a:p>
              <a:endParaRPr lang="zh-CN" altLang="en-US"/>
            </a:p>
          </p:txBody>
        </p:sp>
        <p:sp>
          <p:nvSpPr>
            <p:cNvPr id="35877" name="Line 23"/>
            <p:cNvSpPr>
              <a:spLocks noChangeShapeType="1"/>
            </p:cNvSpPr>
            <p:nvPr/>
          </p:nvSpPr>
          <p:spPr bwMode="auto">
            <a:xfrm flipV="1">
              <a:off x="3622" y="1200"/>
              <a:ext cx="1562" cy="924"/>
            </a:xfrm>
            <a:prstGeom prst="line">
              <a:avLst/>
            </a:prstGeom>
            <a:noFill/>
            <a:ln w="38100">
              <a:solidFill>
                <a:srgbClr val="FF0000"/>
              </a:solidFill>
              <a:round/>
              <a:headEnd type="none" w="sm" len="lg"/>
              <a:tailEnd type="triangle" w="sm" len="lg"/>
            </a:ln>
          </p:spPr>
          <p:txBody>
            <a:bodyPr wrap="none" anchor="ctr"/>
            <a:lstStyle/>
            <a:p>
              <a:endParaRPr lang="zh-CN" altLang="en-US"/>
            </a:p>
          </p:txBody>
        </p:sp>
        <p:graphicFrame>
          <p:nvGraphicFramePr>
            <p:cNvPr id="35851" name="Object 24"/>
            <p:cNvGraphicFramePr>
              <a:graphicFrameLocks noChangeAspect="1"/>
            </p:cNvGraphicFramePr>
            <p:nvPr/>
          </p:nvGraphicFramePr>
          <p:xfrm>
            <a:off x="5088" y="797"/>
            <a:ext cx="240" cy="218"/>
          </p:xfrm>
          <a:graphic>
            <a:graphicData uri="http://schemas.openxmlformats.org/presentationml/2006/ole">
              <p:oleObj spid="_x0000_s35851" name="公式" r:id="rId7" imgW="215640" imgH="190440" progId="Equation.3">
                <p:embed/>
              </p:oleObj>
            </a:graphicData>
          </a:graphic>
        </p:graphicFrame>
        <p:sp>
          <p:nvSpPr>
            <p:cNvPr id="35878" name="Arc 25"/>
            <p:cNvSpPr>
              <a:spLocks/>
            </p:cNvSpPr>
            <p:nvPr/>
          </p:nvSpPr>
          <p:spPr bwMode="auto">
            <a:xfrm rot="-1186085">
              <a:off x="4800" y="912"/>
              <a:ext cx="357" cy="351"/>
            </a:xfrm>
            <a:custGeom>
              <a:avLst/>
              <a:gdLst>
                <a:gd name="T0" fmla="*/ 0 w 21600"/>
                <a:gd name="T1" fmla="*/ 0 h 21693"/>
                <a:gd name="T2" fmla="*/ 0 w 21600"/>
                <a:gd name="T3" fmla="*/ 0 h 21693"/>
                <a:gd name="T4" fmla="*/ 0 w 21600"/>
                <a:gd name="T5" fmla="*/ 0 h 21693"/>
                <a:gd name="T6" fmla="*/ 0 60000 65536"/>
                <a:gd name="T7" fmla="*/ 0 60000 65536"/>
                <a:gd name="T8" fmla="*/ 0 60000 65536"/>
                <a:gd name="T9" fmla="*/ 0 w 21600"/>
                <a:gd name="T10" fmla="*/ 0 h 21693"/>
                <a:gd name="T11" fmla="*/ 21600 w 21600"/>
                <a:gd name="T12" fmla="*/ 21693 h 21693"/>
              </a:gdLst>
              <a:ahLst/>
              <a:cxnLst>
                <a:cxn ang="T6">
                  <a:pos x="T0" y="T1"/>
                </a:cxn>
                <a:cxn ang="T7">
                  <a:pos x="T2" y="T3"/>
                </a:cxn>
                <a:cxn ang="T8">
                  <a:pos x="T4" y="T5"/>
                </a:cxn>
              </a:cxnLst>
              <a:rect l="T9" t="T10" r="T11" b="T12"/>
              <a:pathLst>
                <a:path w="21600" h="21693" fill="none" extrusionOk="0">
                  <a:moveTo>
                    <a:pt x="11407" y="-1"/>
                  </a:moveTo>
                  <a:cubicBezTo>
                    <a:pt x="17745" y="3941"/>
                    <a:pt x="21600" y="10877"/>
                    <a:pt x="21600" y="18342"/>
                  </a:cubicBezTo>
                  <a:cubicBezTo>
                    <a:pt x="21600" y="19464"/>
                    <a:pt x="21512" y="20584"/>
                    <a:pt x="21338" y="21692"/>
                  </a:cubicBezTo>
                </a:path>
                <a:path w="21600" h="21693" stroke="0" extrusionOk="0">
                  <a:moveTo>
                    <a:pt x="11407" y="-1"/>
                  </a:moveTo>
                  <a:cubicBezTo>
                    <a:pt x="17745" y="3941"/>
                    <a:pt x="21600" y="10877"/>
                    <a:pt x="21600" y="18342"/>
                  </a:cubicBezTo>
                  <a:cubicBezTo>
                    <a:pt x="21600" y="19464"/>
                    <a:pt x="21512" y="20584"/>
                    <a:pt x="21338" y="21692"/>
                  </a:cubicBezTo>
                  <a:lnTo>
                    <a:pt x="0" y="18342"/>
                  </a:lnTo>
                  <a:close/>
                </a:path>
              </a:pathLst>
            </a:custGeom>
            <a:noFill/>
            <a:ln w="28575">
              <a:solidFill>
                <a:srgbClr val="FF0000"/>
              </a:solidFill>
              <a:round/>
              <a:headEnd type="triangle" w="sm" len="lg"/>
              <a:tailEnd type="none" w="sm" len="lg"/>
            </a:ln>
          </p:spPr>
          <p:txBody>
            <a:bodyPr wrap="none" anchor="ctr"/>
            <a:lstStyle/>
            <a:p>
              <a:endParaRPr lang="zh-CN" altLang="en-US"/>
            </a:p>
          </p:txBody>
        </p:sp>
        <p:graphicFrame>
          <p:nvGraphicFramePr>
            <p:cNvPr id="35852" name="Object 26"/>
            <p:cNvGraphicFramePr>
              <a:graphicFrameLocks noChangeAspect="1"/>
            </p:cNvGraphicFramePr>
            <p:nvPr/>
          </p:nvGraphicFramePr>
          <p:xfrm>
            <a:off x="5239" y="1200"/>
            <a:ext cx="194" cy="240"/>
          </p:xfrm>
          <a:graphic>
            <a:graphicData uri="http://schemas.openxmlformats.org/presentationml/2006/ole">
              <p:oleObj spid="_x0000_s35852" name="公式" r:id="rId8" imgW="215640" imgH="266400" progId="Equation.3">
                <p:embed/>
              </p:oleObj>
            </a:graphicData>
          </a:graphic>
        </p:graphicFrame>
        <p:graphicFrame>
          <p:nvGraphicFramePr>
            <p:cNvPr id="35853" name="Object 27"/>
            <p:cNvGraphicFramePr>
              <a:graphicFrameLocks noChangeAspect="1"/>
            </p:cNvGraphicFramePr>
            <p:nvPr/>
          </p:nvGraphicFramePr>
          <p:xfrm>
            <a:off x="5371" y="2053"/>
            <a:ext cx="197" cy="203"/>
          </p:xfrm>
          <a:graphic>
            <a:graphicData uri="http://schemas.openxmlformats.org/presentationml/2006/ole">
              <p:oleObj spid="_x0000_s35853" name="公式" r:id="rId9" imgW="177480" imgH="190440" progId="Equation.3">
                <p:embed/>
              </p:oleObj>
            </a:graphicData>
          </a:graphic>
        </p:graphicFrame>
        <p:graphicFrame>
          <p:nvGraphicFramePr>
            <p:cNvPr id="35854" name="Object 28"/>
            <p:cNvGraphicFramePr>
              <a:graphicFrameLocks noChangeAspect="1"/>
            </p:cNvGraphicFramePr>
            <p:nvPr/>
          </p:nvGraphicFramePr>
          <p:xfrm>
            <a:off x="3361" y="2112"/>
            <a:ext cx="233" cy="240"/>
          </p:xfrm>
          <a:graphic>
            <a:graphicData uri="http://schemas.openxmlformats.org/presentationml/2006/ole">
              <p:oleObj spid="_x0000_s35854" name="Equation" r:id="rId10" imgW="126720" imgH="139680" progId="Equation.3">
                <p:embed/>
              </p:oleObj>
            </a:graphicData>
          </a:graphic>
        </p:graphicFrame>
        <p:sp>
          <p:nvSpPr>
            <p:cNvPr id="35879" name="Line 29"/>
            <p:cNvSpPr>
              <a:spLocks noChangeShapeType="1"/>
            </p:cNvSpPr>
            <p:nvPr/>
          </p:nvSpPr>
          <p:spPr bwMode="auto">
            <a:xfrm flipV="1">
              <a:off x="3550" y="1776"/>
              <a:ext cx="1154" cy="378"/>
            </a:xfrm>
            <a:prstGeom prst="line">
              <a:avLst/>
            </a:prstGeom>
            <a:noFill/>
            <a:ln w="28575">
              <a:solidFill>
                <a:srgbClr val="CC00CC"/>
              </a:solidFill>
              <a:round/>
              <a:headEnd type="none" w="sm" len="lg"/>
              <a:tailEnd type="triangle" w="sm" len="lg"/>
            </a:ln>
          </p:spPr>
          <p:txBody>
            <a:bodyPr wrap="none" anchor="ctr"/>
            <a:lstStyle/>
            <a:p>
              <a:endParaRPr lang="zh-CN" altLang="en-US"/>
            </a:p>
          </p:txBody>
        </p:sp>
        <p:graphicFrame>
          <p:nvGraphicFramePr>
            <p:cNvPr id="35855" name="Object 30"/>
            <p:cNvGraphicFramePr>
              <a:graphicFrameLocks noChangeAspect="1"/>
            </p:cNvGraphicFramePr>
            <p:nvPr/>
          </p:nvGraphicFramePr>
          <p:xfrm>
            <a:off x="4416" y="1872"/>
            <a:ext cx="201" cy="240"/>
          </p:xfrm>
          <a:graphic>
            <a:graphicData uri="http://schemas.openxmlformats.org/presentationml/2006/ole">
              <p:oleObj spid="_x0000_s35855" name="公式" r:id="rId11" imgW="241200" imgH="330120" progId="Equation.3">
                <p:embed/>
              </p:oleObj>
            </a:graphicData>
          </a:graphic>
        </p:graphicFrame>
        <p:graphicFrame>
          <p:nvGraphicFramePr>
            <p:cNvPr id="35856" name="Object 31"/>
            <p:cNvGraphicFramePr>
              <a:graphicFrameLocks noChangeAspect="1"/>
            </p:cNvGraphicFramePr>
            <p:nvPr/>
          </p:nvGraphicFramePr>
          <p:xfrm>
            <a:off x="4566" y="2064"/>
            <a:ext cx="219" cy="336"/>
          </p:xfrm>
          <a:graphic>
            <a:graphicData uri="http://schemas.openxmlformats.org/presentationml/2006/ole">
              <p:oleObj spid="_x0000_s35856" name="公式" r:id="rId12" imgW="215640" imgH="317160" progId="Equation.3">
                <p:embed/>
              </p:oleObj>
            </a:graphicData>
          </a:graphic>
        </p:graphicFrame>
        <p:sp>
          <p:nvSpPr>
            <p:cNvPr id="35880" name="Arc 32"/>
            <p:cNvSpPr>
              <a:spLocks/>
            </p:cNvSpPr>
            <p:nvPr/>
          </p:nvSpPr>
          <p:spPr bwMode="auto">
            <a:xfrm>
              <a:off x="4348" y="1575"/>
              <a:ext cx="356" cy="297"/>
            </a:xfrm>
            <a:custGeom>
              <a:avLst/>
              <a:gdLst>
                <a:gd name="T0" fmla="*/ 0 w 21600"/>
                <a:gd name="T1" fmla="*/ 0 h 18342"/>
                <a:gd name="T2" fmla="*/ 0 w 21600"/>
                <a:gd name="T3" fmla="*/ 0 h 18342"/>
                <a:gd name="T4" fmla="*/ 0 w 21600"/>
                <a:gd name="T5" fmla="*/ 0 h 18342"/>
                <a:gd name="T6" fmla="*/ 0 60000 65536"/>
                <a:gd name="T7" fmla="*/ 0 60000 65536"/>
                <a:gd name="T8" fmla="*/ 0 60000 65536"/>
                <a:gd name="T9" fmla="*/ 0 w 21600"/>
                <a:gd name="T10" fmla="*/ 0 h 18342"/>
                <a:gd name="T11" fmla="*/ 21600 w 21600"/>
                <a:gd name="T12" fmla="*/ 18342 h 18342"/>
              </a:gdLst>
              <a:ahLst/>
              <a:cxnLst>
                <a:cxn ang="T6">
                  <a:pos x="T0" y="T1"/>
                </a:cxn>
                <a:cxn ang="T7">
                  <a:pos x="T2" y="T3"/>
                </a:cxn>
                <a:cxn ang="T8">
                  <a:pos x="T4" y="T5"/>
                </a:cxn>
              </a:cxnLst>
              <a:rect l="T9" t="T10" r="T11" b="T12"/>
              <a:pathLst>
                <a:path w="21600" h="18342" fill="none" extrusionOk="0">
                  <a:moveTo>
                    <a:pt x="11407" y="-1"/>
                  </a:moveTo>
                  <a:cubicBezTo>
                    <a:pt x="17745" y="3941"/>
                    <a:pt x="21600" y="10877"/>
                    <a:pt x="21600" y="18342"/>
                  </a:cubicBezTo>
                </a:path>
                <a:path w="21600" h="18342" stroke="0" extrusionOk="0">
                  <a:moveTo>
                    <a:pt x="11407" y="-1"/>
                  </a:moveTo>
                  <a:cubicBezTo>
                    <a:pt x="17745" y="3941"/>
                    <a:pt x="21600" y="10877"/>
                    <a:pt x="21600" y="18342"/>
                  </a:cubicBezTo>
                  <a:lnTo>
                    <a:pt x="0" y="18342"/>
                  </a:lnTo>
                  <a:close/>
                </a:path>
              </a:pathLst>
            </a:custGeom>
            <a:noFill/>
            <a:ln w="28575">
              <a:solidFill>
                <a:srgbClr val="CC00CC"/>
              </a:solidFill>
              <a:round/>
              <a:headEnd type="triangle" w="sm" len="lg"/>
              <a:tailEnd type="none" w="sm" len="lg"/>
            </a:ln>
          </p:spPr>
          <p:txBody>
            <a:bodyPr wrap="none" anchor="ctr"/>
            <a:lstStyle/>
            <a:p>
              <a:endParaRPr lang="zh-CN" altLang="en-US"/>
            </a:p>
          </p:txBody>
        </p:sp>
        <p:graphicFrame>
          <p:nvGraphicFramePr>
            <p:cNvPr id="35857" name="Object 33"/>
            <p:cNvGraphicFramePr>
              <a:graphicFrameLocks noChangeAspect="1"/>
            </p:cNvGraphicFramePr>
            <p:nvPr/>
          </p:nvGraphicFramePr>
          <p:xfrm>
            <a:off x="4752" y="1776"/>
            <a:ext cx="197" cy="240"/>
          </p:xfrm>
          <a:graphic>
            <a:graphicData uri="http://schemas.openxmlformats.org/presentationml/2006/ole">
              <p:oleObj spid="_x0000_s35857" name="公式" r:id="rId13" imgW="266400" imgH="317160" progId="Equation.3">
                <p:embed/>
              </p:oleObj>
            </a:graphicData>
          </a:graphic>
        </p:graphicFrame>
        <p:sp>
          <p:nvSpPr>
            <p:cNvPr id="35881" name="Line 34"/>
            <p:cNvSpPr>
              <a:spLocks noChangeShapeType="1"/>
            </p:cNvSpPr>
            <p:nvPr/>
          </p:nvSpPr>
          <p:spPr bwMode="auto">
            <a:xfrm>
              <a:off x="4656" y="1776"/>
              <a:ext cx="0" cy="384"/>
            </a:xfrm>
            <a:prstGeom prst="line">
              <a:avLst/>
            </a:prstGeom>
            <a:noFill/>
            <a:ln w="19050">
              <a:solidFill>
                <a:srgbClr val="CC00CC"/>
              </a:solidFill>
              <a:prstDash val="dash"/>
              <a:round/>
              <a:headEnd type="none" w="sm" len="lg"/>
              <a:tailEnd type="none" w="sm" len="lg"/>
            </a:ln>
          </p:spPr>
          <p:txBody>
            <a:bodyPr wrap="none" anchor="ctr"/>
            <a:lstStyle/>
            <a:p>
              <a:endParaRPr lang="zh-CN" altLang="en-US"/>
            </a:p>
          </p:txBody>
        </p:sp>
        <p:graphicFrame>
          <p:nvGraphicFramePr>
            <p:cNvPr id="35858" name="Object 35"/>
            <p:cNvGraphicFramePr>
              <a:graphicFrameLocks noChangeAspect="1"/>
            </p:cNvGraphicFramePr>
            <p:nvPr/>
          </p:nvGraphicFramePr>
          <p:xfrm>
            <a:off x="4656" y="2544"/>
            <a:ext cx="768" cy="314"/>
          </p:xfrm>
          <a:graphic>
            <a:graphicData uri="http://schemas.openxmlformats.org/presentationml/2006/ole">
              <p:oleObj spid="_x0000_s35858" name="公式" r:id="rId14" imgW="774360" imgH="317160" progId="Equation.3">
                <p:embed/>
              </p:oleObj>
            </a:graphicData>
          </a:graphic>
        </p:graphicFrame>
        <p:grpSp>
          <p:nvGrpSpPr>
            <p:cNvPr id="35882" name="Group 36"/>
            <p:cNvGrpSpPr>
              <a:grpSpLocks/>
            </p:cNvGrpSpPr>
            <p:nvPr/>
          </p:nvGrpSpPr>
          <p:grpSpPr bwMode="auto">
            <a:xfrm>
              <a:off x="3360" y="2112"/>
              <a:ext cx="432" cy="786"/>
              <a:chOff x="3456" y="2016"/>
              <a:chExt cx="432" cy="786"/>
            </a:xfrm>
          </p:grpSpPr>
          <p:graphicFrame>
            <p:nvGraphicFramePr>
              <p:cNvPr id="35861" name="Object 37"/>
              <p:cNvGraphicFramePr>
                <a:graphicFrameLocks noChangeAspect="1"/>
              </p:cNvGraphicFramePr>
              <p:nvPr/>
            </p:nvGraphicFramePr>
            <p:xfrm>
              <a:off x="3456" y="2423"/>
              <a:ext cx="384" cy="379"/>
            </p:xfrm>
            <a:graphic>
              <a:graphicData uri="http://schemas.openxmlformats.org/presentationml/2006/ole">
                <p:oleObj spid="_x0000_s35861" name="Equation" r:id="rId15" imgW="228600" imgH="215640" progId="Equation.3">
                  <p:embed/>
                </p:oleObj>
              </a:graphicData>
            </a:graphic>
          </p:graphicFrame>
          <p:sp>
            <p:nvSpPr>
              <p:cNvPr id="35887" name="Line 38"/>
              <p:cNvSpPr>
                <a:spLocks noChangeShapeType="1"/>
              </p:cNvSpPr>
              <p:nvPr/>
            </p:nvSpPr>
            <p:spPr bwMode="auto">
              <a:xfrm flipV="1">
                <a:off x="3552" y="2016"/>
                <a:ext cx="336" cy="384"/>
              </a:xfrm>
              <a:prstGeom prst="line">
                <a:avLst/>
              </a:prstGeom>
              <a:noFill/>
              <a:ln w="38100">
                <a:solidFill>
                  <a:srgbClr val="CC00CC"/>
                </a:solidFill>
                <a:prstDash val="sysDot"/>
                <a:round/>
                <a:headEnd type="none" w="sm" len="lg"/>
                <a:tailEnd type="triangle" w="sm" len="lg"/>
              </a:ln>
            </p:spPr>
            <p:txBody>
              <a:bodyPr wrap="none" anchor="ctr"/>
              <a:lstStyle/>
              <a:p>
                <a:endParaRPr lang="zh-CN" altLang="en-US"/>
              </a:p>
            </p:txBody>
          </p:sp>
        </p:grpSp>
        <p:grpSp>
          <p:nvGrpSpPr>
            <p:cNvPr id="35883" name="Group 39"/>
            <p:cNvGrpSpPr>
              <a:grpSpLocks/>
            </p:cNvGrpSpPr>
            <p:nvPr/>
          </p:nvGrpSpPr>
          <p:grpSpPr bwMode="auto">
            <a:xfrm>
              <a:off x="3888" y="698"/>
              <a:ext cx="960" cy="1174"/>
              <a:chOff x="3984" y="602"/>
              <a:chExt cx="960" cy="1174"/>
            </a:xfrm>
          </p:grpSpPr>
          <p:graphicFrame>
            <p:nvGraphicFramePr>
              <p:cNvPr id="35860" name="Object 40"/>
              <p:cNvGraphicFramePr>
                <a:graphicFrameLocks noChangeAspect="1"/>
              </p:cNvGraphicFramePr>
              <p:nvPr/>
            </p:nvGraphicFramePr>
            <p:xfrm>
              <a:off x="3984" y="602"/>
              <a:ext cx="960" cy="358"/>
            </p:xfrm>
            <a:graphic>
              <a:graphicData uri="http://schemas.openxmlformats.org/presentationml/2006/ole">
                <p:oleObj spid="_x0000_s35860" name="Equation" r:id="rId16" imgW="647640" imgH="215640" progId="Equation.3">
                  <p:embed/>
                </p:oleObj>
              </a:graphicData>
            </a:graphic>
          </p:graphicFrame>
          <p:sp>
            <p:nvSpPr>
              <p:cNvPr id="35886" name="Line 41"/>
              <p:cNvSpPr>
                <a:spLocks noChangeShapeType="1"/>
              </p:cNvSpPr>
              <p:nvPr/>
            </p:nvSpPr>
            <p:spPr bwMode="auto">
              <a:xfrm flipH="1">
                <a:off x="4080" y="960"/>
                <a:ext cx="432" cy="816"/>
              </a:xfrm>
              <a:prstGeom prst="line">
                <a:avLst/>
              </a:prstGeom>
              <a:noFill/>
              <a:ln w="38100">
                <a:solidFill>
                  <a:srgbClr val="FF0066"/>
                </a:solidFill>
                <a:prstDash val="sysDot"/>
                <a:round/>
                <a:headEnd type="none" w="sm" len="lg"/>
                <a:tailEnd type="triangle" w="sm" len="lg"/>
              </a:ln>
            </p:spPr>
            <p:txBody>
              <a:bodyPr wrap="none" anchor="ctr"/>
              <a:lstStyle/>
              <a:p>
                <a:endParaRPr lang="zh-CN" altLang="en-US"/>
              </a:p>
            </p:txBody>
          </p:sp>
        </p:grpSp>
        <p:graphicFrame>
          <p:nvGraphicFramePr>
            <p:cNvPr id="35859" name="Object 42"/>
            <p:cNvGraphicFramePr>
              <a:graphicFrameLocks noChangeAspect="1"/>
            </p:cNvGraphicFramePr>
            <p:nvPr/>
          </p:nvGraphicFramePr>
          <p:xfrm>
            <a:off x="3864" y="2530"/>
            <a:ext cx="432" cy="381"/>
          </p:xfrm>
          <a:graphic>
            <a:graphicData uri="http://schemas.openxmlformats.org/presentationml/2006/ole">
              <p:oleObj spid="_x0000_s35859" name="Equation" r:id="rId17" imgW="253800" imgH="215640" progId="Equation.3">
                <p:embed/>
              </p:oleObj>
            </a:graphicData>
          </a:graphic>
        </p:graphicFrame>
        <p:sp>
          <p:nvSpPr>
            <p:cNvPr id="35884" name="Line 43"/>
            <p:cNvSpPr>
              <a:spLocks noChangeShapeType="1"/>
            </p:cNvSpPr>
            <p:nvPr/>
          </p:nvSpPr>
          <p:spPr bwMode="auto">
            <a:xfrm flipH="1" flipV="1">
              <a:off x="3936" y="2064"/>
              <a:ext cx="192" cy="480"/>
            </a:xfrm>
            <a:prstGeom prst="line">
              <a:avLst/>
            </a:prstGeom>
            <a:noFill/>
            <a:ln w="38100">
              <a:solidFill>
                <a:srgbClr val="0000FF"/>
              </a:solidFill>
              <a:prstDash val="sysDot"/>
              <a:round/>
              <a:headEnd type="none" w="sm" len="lg"/>
              <a:tailEnd type="triangle" w="sm" len="lg"/>
            </a:ln>
          </p:spPr>
          <p:txBody>
            <a:bodyPr wrap="none" anchor="ctr"/>
            <a:lstStyle/>
            <a:p>
              <a:endParaRPr lang="zh-CN" altLang="en-US"/>
            </a:p>
          </p:txBody>
        </p:sp>
        <p:sp>
          <p:nvSpPr>
            <p:cNvPr id="35885" name="Line 44"/>
            <p:cNvSpPr>
              <a:spLocks noChangeShapeType="1"/>
            </p:cNvSpPr>
            <p:nvPr/>
          </p:nvSpPr>
          <p:spPr bwMode="auto">
            <a:xfrm>
              <a:off x="3568" y="2144"/>
              <a:ext cx="1776" cy="0"/>
            </a:xfrm>
            <a:prstGeom prst="line">
              <a:avLst/>
            </a:prstGeom>
            <a:noFill/>
            <a:ln w="9525">
              <a:solidFill>
                <a:schemeClr val="tx1"/>
              </a:solidFill>
              <a:round/>
              <a:headEnd/>
              <a:tailEnd type="triangle" w="med" len="med"/>
            </a:ln>
          </p:spPr>
          <p:txBody>
            <a:bodyPr/>
            <a:lstStyle/>
            <a:p>
              <a:endParaRPr lang="zh-CN" altLang="en-US"/>
            </a:p>
          </p:txBody>
        </p:sp>
      </p:grpSp>
      <p:graphicFrame>
        <p:nvGraphicFramePr>
          <p:cNvPr id="206893" name="Object 45"/>
          <p:cNvGraphicFramePr>
            <a:graphicFrameLocks noChangeAspect="1"/>
          </p:cNvGraphicFramePr>
          <p:nvPr/>
        </p:nvGraphicFramePr>
        <p:xfrm>
          <a:off x="1619250" y="1989138"/>
          <a:ext cx="3494088" cy="1087437"/>
        </p:xfrm>
        <a:graphic>
          <a:graphicData uri="http://schemas.openxmlformats.org/presentationml/2006/ole">
            <p:oleObj spid="_x0000_s35842" name="Equation" r:id="rId18" imgW="1574640" imgH="520560" progId="Equation.3">
              <p:embed/>
            </p:oleObj>
          </a:graphicData>
        </a:graphic>
      </p:graphicFrame>
      <p:graphicFrame>
        <p:nvGraphicFramePr>
          <p:cNvPr id="206894" name="Object 46"/>
          <p:cNvGraphicFramePr>
            <a:graphicFrameLocks noChangeAspect="1"/>
          </p:cNvGraphicFramePr>
          <p:nvPr/>
        </p:nvGraphicFramePr>
        <p:xfrm>
          <a:off x="977900" y="5321300"/>
          <a:ext cx="2603500" cy="974725"/>
        </p:xfrm>
        <a:graphic>
          <a:graphicData uri="http://schemas.openxmlformats.org/presentationml/2006/ole">
            <p:oleObj spid="_x0000_s35843" name="Equation" r:id="rId19" imgW="1193760" imgH="469800" progId="Equation.3">
              <p:embed/>
            </p:oleObj>
          </a:graphicData>
        </a:graphic>
      </p:graphicFrame>
      <p:graphicFrame>
        <p:nvGraphicFramePr>
          <p:cNvPr id="206895" name="Object 47"/>
          <p:cNvGraphicFramePr>
            <a:graphicFrameLocks noChangeAspect="1"/>
          </p:cNvGraphicFramePr>
          <p:nvPr/>
        </p:nvGraphicFramePr>
        <p:xfrm>
          <a:off x="4178300" y="5321300"/>
          <a:ext cx="2024063" cy="1012825"/>
        </p:xfrm>
        <a:graphic>
          <a:graphicData uri="http://schemas.openxmlformats.org/presentationml/2006/ole">
            <p:oleObj spid="_x0000_s35844" name="Equation" r:id="rId20" imgW="939600" imgH="469800" progId="Equation.3">
              <p:embed/>
            </p:oleObj>
          </a:graphicData>
        </a:graphic>
      </p:graphicFrame>
      <p:grpSp>
        <p:nvGrpSpPr>
          <p:cNvPr id="6" name="Group 48"/>
          <p:cNvGrpSpPr>
            <a:grpSpLocks/>
          </p:cNvGrpSpPr>
          <p:nvPr/>
        </p:nvGrpSpPr>
        <p:grpSpPr bwMode="auto">
          <a:xfrm>
            <a:off x="1054100" y="3490913"/>
            <a:ext cx="3109913" cy="687387"/>
            <a:chOff x="528" y="2063"/>
            <a:chExt cx="1959" cy="433"/>
          </a:xfrm>
        </p:grpSpPr>
        <p:sp>
          <p:nvSpPr>
            <p:cNvPr id="35865" name="AutoShape 49"/>
            <p:cNvSpPr>
              <a:spLocks noChangeArrowheads="1"/>
            </p:cNvSpPr>
            <p:nvPr/>
          </p:nvSpPr>
          <p:spPr bwMode="auto">
            <a:xfrm flipH="1">
              <a:off x="528" y="2063"/>
              <a:ext cx="883" cy="433"/>
            </a:xfrm>
            <a:prstGeom prst="leftArrowCallout">
              <a:avLst>
                <a:gd name="adj1" fmla="val 19056"/>
                <a:gd name="adj2" fmla="val 22921"/>
                <a:gd name="adj3" fmla="val 33044"/>
                <a:gd name="adj4" fmla="val 70023"/>
              </a:avLst>
            </a:prstGeom>
            <a:solidFill>
              <a:srgbClr val="FAF4FE"/>
            </a:solidFill>
            <a:ln w="19050">
              <a:solidFill>
                <a:srgbClr val="CC00CC"/>
              </a:solidFill>
              <a:miter lim="800000"/>
              <a:headEnd/>
              <a:tailEnd/>
            </a:ln>
          </p:spPr>
          <p:txBody>
            <a:bodyPr wrap="none" anchor="ctr"/>
            <a:lstStyle/>
            <a:p>
              <a:endParaRPr kumimoji="0" lang="zh-CN" altLang="zh-CN" sz="2800" b="1">
                <a:latin typeface="宋体" pitchFamily="2" charset="-122"/>
              </a:endParaRPr>
            </a:p>
          </p:txBody>
        </p:sp>
        <p:sp>
          <p:nvSpPr>
            <p:cNvPr id="35866" name="Rectangle 50"/>
            <p:cNvSpPr>
              <a:spLocks noChangeArrowheads="1"/>
            </p:cNvSpPr>
            <p:nvPr/>
          </p:nvSpPr>
          <p:spPr bwMode="auto">
            <a:xfrm>
              <a:off x="528" y="2063"/>
              <a:ext cx="816" cy="365"/>
            </a:xfrm>
            <a:prstGeom prst="rect">
              <a:avLst/>
            </a:prstGeom>
            <a:noFill/>
            <a:ln w="9525">
              <a:noFill/>
              <a:miter lim="800000"/>
              <a:headEnd/>
              <a:tailEnd/>
            </a:ln>
          </p:spPr>
          <p:txBody>
            <a:bodyPr>
              <a:spAutoFit/>
            </a:bodyPr>
            <a:lstStyle/>
            <a:p>
              <a:pPr algn="l"/>
              <a:r>
                <a:rPr kumimoji="0" lang="zh-CN" altLang="en-US" b="1">
                  <a:solidFill>
                    <a:srgbClr val="CC0000"/>
                  </a:solidFill>
                  <a:latin typeface="宋体" pitchFamily="2" charset="-122"/>
                </a:rPr>
                <a:t>拍频</a:t>
              </a:r>
            </a:p>
          </p:txBody>
        </p:sp>
        <p:graphicFrame>
          <p:nvGraphicFramePr>
            <p:cNvPr id="35846" name="Object 51"/>
            <p:cNvGraphicFramePr>
              <a:graphicFrameLocks noChangeAspect="1"/>
            </p:cNvGraphicFramePr>
            <p:nvPr/>
          </p:nvGraphicFramePr>
          <p:xfrm>
            <a:off x="1488" y="2112"/>
            <a:ext cx="999" cy="352"/>
          </p:xfrm>
          <a:graphic>
            <a:graphicData uri="http://schemas.openxmlformats.org/presentationml/2006/ole">
              <p:oleObj spid="_x0000_s35846" name="Equation" r:id="rId21" imgW="799920" imgH="253800" progId="Equation.3">
                <p:embed/>
              </p:oleObj>
            </a:graphicData>
          </a:graphic>
        </p:graphicFrame>
      </p:grpSp>
      <p:graphicFrame>
        <p:nvGraphicFramePr>
          <p:cNvPr id="206900" name="Object 52"/>
          <p:cNvGraphicFramePr>
            <a:graphicFrameLocks noChangeAspect="1"/>
          </p:cNvGraphicFramePr>
          <p:nvPr/>
        </p:nvGraphicFramePr>
        <p:xfrm>
          <a:off x="1692275" y="1341438"/>
          <a:ext cx="3716338" cy="608012"/>
        </p:xfrm>
        <a:graphic>
          <a:graphicData uri="http://schemas.openxmlformats.org/presentationml/2006/ole">
            <p:oleObj spid="_x0000_s35845" name="Equation" r:id="rId22" imgW="1663560" imgH="29196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06900"/>
                                        </p:tgtEl>
                                        <p:attrNameLst>
                                          <p:attrName>style.visibility</p:attrName>
                                        </p:attrNameLst>
                                      </p:cBhvr>
                                      <p:to>
                                        <p:strVal val="visible"/>
                                      </p:to>
                                    </p:set>
                                    <p:animEffect transition="in" filter="blinds(vertical)">
                                      <p:cBhvr>
                                        <p:cTn id="12" dur="500"/>
                                        <p:tgtEl>
                                          <p:spTgt spid="2069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6893"/>
                                        </p:tgtEl>
                                        <p:attrNameLst>
                                          <p:attrName>style.visibility</p:attrName>
                                        </p:attrNameLst>
                                      </p:cBhvr>
                                      <p:to>
                                        <p:strVal val="visible"/>
                                      </p:to>
                                    </p:set>
                                    <p:animEffect transition="in" filter="blinds(horizontal)">
                                      <p:cBhvr>
                                        <p:cTn id="17" dur="500"/>
                                        <p:tgtEl>
                                          <p:spTgt spid="20689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206894"/>
                                        </p:tgtEl>
                                        <p:attrNameLst>
                                          <p:attrName>style.visibility</p:attrName>
                                        </p:attrNameLst>
                                      </p:cBhvr>
                                      <p:to>
                                        <p:strVal val="visible"/>
                                      </p:to>
                                    </p:set>
                                    <p:animEffect transition="in" filter="blinds(vertical)">
                                      <p:cBhvr>
                                        <p:cTn id="27" dur="500"/>
                                        <p:tgtEl>
                                          <p:spTgt spid="20689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206895"/>
                                        </p:tgtEl>
                                        <p:attrNameLst>
                                          <p:attrName>style.visibility</p:attrName>
                                        </p:attrNameLst>
                                      </p:cBhvr>
                                      <p:to>
                                        <p:strVal val="visible"/>
                                      </p:to>
                                    </p:set>
                                    <p:animEffect transition="in" filter="blinds(vertical)">
                                      <p:cBhvr>
                                        <p:cTn id="32" dur="500"/>
                                        <p:tgtEl>
                                          <p:spTgt spid="206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70" name="Text Box 34"/>
          <p:cNvSpPr txBox="1">
            <a:spLocks noChangeArrowheads="1"/>
          </p:cNvSpPr>
          <p:nvPr/>
        </p:nvSpPr>
        <p:spPr bwMode="auto">
          <a:xfrm>
            <a:off x="1258888" y="5345113"/>
            <a:ext cx="3527425" cy="457200"/>
          </a:xfrm>
          <a:prstGeom prst="rect">
            <a:avLst/>
          </a:prstGeom>
          <a:noFill/>
          <a:ln w="9525">
            <a:noFill/>
            <a:miter lim="800000"/>
            <a:headEnd/>
            <a:tailEnd/>
          </a:ln>
        </p:spPr>
        <p:txBody>
          <a:bodyPr>
            <a:spAutoFit/>
          </a:bodyPr>
          <a:lstStyle/>
          <a:p>
            <a:pPr algn="l">
              <a:spcBef>
                <a:spcPct val="50000"/>
              </a:spcBef>
            </a:pPr>
            <a:r>
              <a:rPr lang="en-US" altLang="zh-CN" sz="2400" b="1">
                <a:solidFill>
                  <a:srgbClr val="FF6600"/>
                </a:solidFill>
              </a:rPr>
              <a:t>2.</a:t>
            </a:r>
            <a:r>
              <a:rPr lang="zh-CN" altLang="en-US" sz="2400" b="1">
                <a:solidFill>
                  <a:srgbClr val="FF6600"/>
                </a:solidFill>
              </a:rPr>
              <a:t>当                          时：</a:t>
            </a:r>
          </a:p>
        </p:txBody>
      </p:sp>
      <p:sp>
        <p:nvSpPr>
          <p:cNvPr id="39941" name="Text Box 5"/>
          <p:cNvSpPr txBox="1">
            <a:spLocks noChangeArrowheads="1"/>
          </p:cNvSpPr>
          <p:nvPr/>
        </p:nvSpPr>
        <p:spPr bwMode="auto">
          <a:xfrm>
            <a:off x="5580063" y="1268413"/>
            <a:ext cx="3311525" cy="457200"/>
          </a:xfrm>
          <a:prstGeom prst="rect">
            <a:avLst/>
          </a:prstGeom>
          <a:noFill/>
          <a:ln w="9525">
            <a:noFill/>
            <a:miter lim="800000"/>
            <a:headEnd/>
            <a:tailEnd/>
          </a:ln>
        </p:spPr>
        <p:txBody>
          <a:bodyPr>
            <a:spAutoFit/>
          </a:bodyPr>
          <a:lstStyle/>
          <a:p>
            <a:pPr algn="l"/>
            <a:r>
              <a:rPr lang="zh-CN" altLang="en-US" sz="2400" b="1"/>
              <a:t>消去参数 </a:t>
            </a:r>
            <a:r>
              <a:rPr lang="en-US" altLang="zh-CN" sz="2400" b="1" i="1">
                <a:solidFill>
                  <a:srgbClr val="FF6600"/>
                </a:solidFill>
              </a:rPr>
              <a:t>t </a:t>
            </a:r>
            <a:r>
              <a:rPr lang="zh-CN" altLang="en-US" sz="2400" b="1"/>
              <a:t>得轨迹方程</a:t>
            </a:r>
            <a:endParaRPr lang="zh-CN" altLang="en-US" sz="2400"/>
          </a:p>
        </p:txBody>
      </p:sp>
      <p:graphicFrame>
        <p:nvGraphicFramePr>
          <p:cNvPr id="39942" name="Object 6"/>
          <p:cNvGraphicFramePr>
            <a:graphicFrameLocks noChangeAspect="1"/>
          </p:cNvGraphicFramePr>
          <p:nvPr/>
        </p:nvGraphicFramePr>
        <p:xfrm>
          <a:off x="323850" y="2119313"/>
          <a:ext cx="6264275" cy="1022350"/>
        </p:xfrm>
        <a:graphic>
          <a:graphicData uri="http://schemas.openxmlformats.org/presentationml/2006/ole">
            <p:oleObj spid="_x0000_s36866" name="公式" r:id="rId3" imgW="2679480" imgH="457200" progId="Equation.3">
              <p:embed/>
            </p:oleObj>
          </a:graphicData>
        </a:graphic>
      </p:graphicFrame>
      <p:sp>
        <p:nvSpPr>
          <p:cNvPr id="39943" name="Text Box 7"/>
          <p:cNvSpPr txBox="1">
            <a:spLocks noChangeArrowheads="1"/>
          </p:cNvSpPr>
          <p:nvPr/>
        </p:nvSpPr>
        <p:spPr bwMode="auto">
          <a:xfrm>
            <a:off x="571500" y="1243013"/>
            <a:ext cx="1447800" cy="457200"/>
          </a:xfrm>
          <a:prstGeom prst="rect">
            <a:avLst/>
          </a:prstGeom>
          <a:noFill/>
          <a:ln w="9525">
            <a:noFill/>
            <a:miter lim="800000"/>
            <a:headEnd/>
            <a:tailEnd/>
          </a:ln>
        </p:spPr>
        <p:txBody>
          <a:bodyPr>
            <a:spAutoFit/>
          </a:bodyPr>
          <a:lstStyle/>
          <a:p>
            <a:pPr algn="just"/>
            <a:r>
              <a:rPr lang="zh-CN" altLang="en-US" sz="2400" b="1">
                <a:latin typeface="楷体_GB2312" pitchFamily="49" charset="-122"/>
              </a:rPr>
              <a:t>分振动</a:t>
            </a:r>
            <a:endParaRPr lang="zh-CN" altLang="en-US" sz="2400"/>
          </a:p>
        </p:txBody>
      </p:sp>
      <p:graphicFrame>
        <p:nvGraphicFramePr>
          <p:cNvPr id="39944" name="Object 8"/>
          <p:cNvGraphicFramePr>
            <a:graphicFrameLocks noChangeAspect="1"/>
          </p:cNvGraphicFramePr>
          <p:nvPr/>
        </p:nvGraphicFramePr>
        <p:xfrm>
          <a:off x="1763713" y="873125"/>
          <a:ext cx="3308350" cy="573088"/>
        </p:xfrm>
        <a:graphic>
          <a:graphicData uri="http://schemas.openxmlformats.org/presentationml/2006/ole">
            <p:oleObj spid="_x0000_s36867" name="公式" r:id="rId4" imgW="1155600" imgH="215640" progId="Equation.3">
              <p:embed/>
            </p:oleObj>
          </a:graphicData>
        </a:graphic>
      </p:graphicFrame>
      <p:graphicFrame>
        <p:nvGraphicFramePr>
          <p:cNvPr id="39945" name="Object 9"/>
          <p:cNvGraphicFramePr>
            <a:graphicFrameLocks noChangeAspect="1"/>
          </p:cNvGraphicFramePr>
          <p:nvPr/>
        </p:nvGraphicFramePr>
        <p:xfrm>
          <a:off x="1714500" y="1460500"/>
          <a:ext cx="3378200" cy="528638"/>
        </p:xfrm>
        <a:graphic>
          <a:graphicData uri="http://schemas.openxmlformats.org/presentationml/2006/ole">
            <p:oleObj spid="_x0000_s36868" name="公式" r:id="rId5" imgW="1206360" imgH="215640" progId="Equation.3">
              <p:embed/>
            </p:oleObj>
          </a:graphicData>
        </a:graphic>
      </p:graphicFrame>
      <p:sp>
        <p:nvSpPr>
          <p:cNvPr id="39946" name="Text Box 10"/>
          <p:cNvSpPr txBox="1">
            <a:spLocks noChangeArrowheads="1"/>
          </p:cNvSpPr>
          <p:nvPr/>
        </p:nvSpPr>
        <p:spPr bwMode="auto">
          <a:xfrm>
            <a:off x="250825" y="404813"/>
            <a:ext cx="7705725" cy="457200"/>
          </a:xfrm>
          <a:prstGeom prst="rect">
            <a:avLst/>
          </a:prstGeom>
          <a:noFill/>
          <a:ln w="9525">
            <a:noFill/>
            <a:miter lim="800000"/>
            <a:headEnd/>
            <a:tailEnd/>
          </a:ln>
        </p:spPr>
        <p:txBody>
          <a:bodyPr>
            <a:spAutoFit/>
          </a:bodyPr>
          <a:lstStyle/>
          <a:p>
            <a:pPr algn="l"/>
            <a:r>
              <a:rPr lang="zh-CN" altLang="en-US" sz="2400" b="1">
                <a:solidFill>
                  <a:srgbClr val="FF0000"/>
                </a:solidFill>
              </a:rPr>
              <a:t>三、相互垂直振动的合成</a:t>
            </a:r>
          </a:p>
        </p:txBody>
      </p:sp>
      <p:graphicFrame>
        <p:nvGraphicFramePr>
          <p:cNvPr id="39950" name="Object 14"/>
          <p:cNvGraphicFramePr>
            <a:graphicFrameLocks noChangeAspect="1"/>
          </p:cNvGraphicFramePr>
          <p:nvPr/>
        </p:nvGraphicFramePr>
        <p:xfrm>
          <a:off x="2078038" y="3608388"/>
          <a:ext cx="1797050" cy="541337"/>
        </p:xfrm>
        <a:graphic>
          <a:graphicData uri="http://schemas.openxmlformats.org/presentationml/2006/ole">
            <p:oleObj spid="_x0000_s36869" name="公式" r:id="rId6" imgW="685800" imgH="215640" progId="Equation.3">
              <p:embed/>
            </p:oleObj>
          </a:graphicData>
        </a:graphic>
      </p:graphicFrame>
      <p:graphicFrame>
        <p:nvGraphicFramePr>
          <p:cNvPr id="39952" name="Object 16"/>
          <p:cNvGraphicFramePr>
            <a:graphicFrameLocks noChangeAspect="1"/>
          </p:cNvGraphicFramePr>
          <p:nvPr/>
        </p:nvGraphicFramePr>
        <p:xfrm>
          <a:off x="4454525" y="3429000"/>
          <a:ext cx="1452563" cy="1008063"/>
        </p:xfrm>
        <a:graphic>
          <a:graphicData uri="http://schemas.openxmlformats.org/presentationml/2006/ole">
            <p:oleObj spid="_x0000_s36870" name="公式" r:id="rId7" imgW="609480" imgH="444240" progId="Equation.3">
              <p:embed/>
            </p:oleObj>
          </a:graphicData>
        </a:graphic>
      </p:graphicFrame>
      <p:sp>
        <p:nvSpPr>
          <p:cNvPr id="39953" name="Text Box 17"/>
          <p:cNvSpPr txBox="1">
            <a:spLocks noChangeArrowheads="1"/>
          </p:cNvSpPr>
          <p:nvPr/>
        </p:nvSpPr>
        <p:spPr bwMode="auto">
          <a:xfrm>
            <a:off x="142875" y="3571875"/>
            <a:ext cx="1296988" cy="457200"/>
          </a:xfrm>
          <a:prstGeom prst="rect">
            <a:avLst/>
          </a:prstGeom>
          <a:noFill/>
          <a:ln w="9525">
            <a:noFill/>
            <a:miter lim="800000"/>
            <a:headEnd/>
            <a:tailEnd/>
          </a:ln>
        </p:spPr>
        <p:txBody>
          <a:bodyPr>
            <a:spAutoFit/>
          </a:bodyPr>
          <a:lstStyle/>
          <a:p>
            <a:pPr algn="l"/>
            <a:r>
              <a:rPr lang="zh-CN" altLang="en-US" sz="2400" b="1">
                <a:solidFill>
                  <a:srgbClr val="FF0000"/>
                </a:solidFill>
                <a:ea typeface="楷体_GB2312" pitchFamily="49" charset="-122"/>
              </a:rPr>
              <a:t>讨论：</a:t>
            </a:r>
            <a:endParaRPr lang="zh-CN" altLang="en-US" sz="2400">
              <a:solidFill>
                <a:srgbClr val="FF0000"/>
              </a:solidFill>
            </a:endParaRPr>
          </a:p>
        </p:txBody>
      </p:sp>
      <p:sp>
        <p:nvSpPr>
          <p:cNvPr id="39956" name="Line 20"/>
          <p:cNvSpPr>
            <a:spLocks noChangeShapeType="1"/>
          </p:cNvSpPr>
          <p:nvPr/>
        </p:nvSpPr>
        <p:spPr bwMode="auto">
          <a:xfrm flipV="1">
            <a:off x="6964363" y="2452688"/>
            <a:ext cx="1252537" cy="1514475"/>
          </a:xfrm>
          <a:prstGeom prst="line">
            <a:avLst/>
          </a:prstGeom>
          <a:noFill/>
          <a:ln w="25400">
            <a:solidFill>
              <a:srgbClr val="FF0000"/>
            </a:solidFill>
            <a:round/>
            <a:headEnd type="triangle" w="med" len="sm"/>
            <a:tailEnd type="triangle" w="med" len="sm"/>
          </a:ln>
        </p:spPr>
        <p:txBody>
          <a:bodyPr/>
          <a:lstStyle/>
          <a:p>
            <a:endParaRPr lang="zh-CN" altLang="en-US"/>
          </a:p>
        </p:txBody>
      </p:sp>
      <p:grpSp>
        <p:nvGrpSpPr>
          <p:cNvPr id="2" name="Group 29"/>
          <p:cNvGrpSpPr>
            <a:grpSpLocks/>
          </p:cNvGrpSpPr>
          <p:nvPr/>
        </p:nvGrpSpPr>
        <p:grpSpPr bwMode="auto">
          <a:xfrm>
            <a:off x="6430963" y="1773238"/>
            <a:ext cx="2533650" cy="2514600"/>
            <a:chOff x="3923" y="2523"/>
            <a:chExt cx="1596" cy="1584"/>
          </a:xfrm>
        </p:grpSpPr>
        <p:sp>
          <p:nvSpPr>
            <p:cNvPr id="36898" name="Line 21"/>
            <p:cNvSpPr>
              <a:spLocks noChangeShapeType="1"/>
            </p:cNvSpPr>
            <p:nvPr/>
          </p:nvSpPr>
          <p:spPr bwMode="auto">
            <a:xfrm>
              <a:off x="3923" y="3435"/>
              <a:ext cx="14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36899" name="Line 22"/>
            <p:cNvSpPr>
              <a:spLocks noChangeShapeType="1"/>
            </p:cNvSpPr>
            <p:nvPr/>
          </p:nvSpPr>
          <p:spPr bwMode="auto">
            <a:xfrm flipV="1">
              <a:off x="4643" y="2619"/>
              <a:ext cx="0" cy="1488"/>
            </a:xfrm>
            <a:prstGeom prst="line">
              <a:avLst/>
            </a:prstGeom>
            <a:noFill/>
            <a:ln w="9525">
              <a:solidFill>
                <a:schemeClr val="tx1"/>
              </a:solidFill>
              <a:round/>
              <a:headEnd/>
              <a:tailEnd type="triangle" w="med" len="med"/>
            </a:ln>
          </p:spPr>
          <p:txBody>
            <a:bodyPr wrap="none" anchor="ctr"/>
            <a:lstStyle/>
            <a:p>
              <a:endParaRPr lang="zh-CN" altLang="en-US"/>
            </a:p>
          </p:txBody>
        </p:sp>
        <p:graphicFrame>
          <p:nvGraphicFramePr>
            <p:cNvPr id="36879" name="Object 23"/>
            <p:cNvGraphicFramePr>
              <a:graphicFrameLocks noChangeAspect="1"/>
            </p:cNvGraphicFramePr>
            <p:nvPr/>
          </p:nvGraphicFramePr>
          <p:xfrm>
            <a:off x="4691" y="2523"/>
            <a:ext cx="204" cy="228"/>
          </p:xfrm>
          <a:graphic>
            <a:graphicData uri="http://schemas.openxmlformats.org/presentationml/2006/ole">
              <p:oleObj spid="_x0000_s36879" name="公式" r:id="rId8" imgW="139680" imgH="164880" progId="Equation.3">
                <p:embed/>
              </p:oleObj>
            </a:graphicData>
          </a:graphic>
        </p:graphicFrame>
        <p:graphicFrame>
          <p:nvGraphicFramePr>
            <p:cNvPr id="36880" name="Object 24"/>
            <p:cNvGraphicFramePr>
              <a:graphicFrameLocks noChangeAspect="1"/>
            </p:cNvGraphicFramePr>
            <p:nvPr/>
          </p:nvGraphicFramePr>
          <p:xfrm>
            <a:off x="5315" y="3243"/>
            <a:ext cx="204" cy="195"/>
          </p:xfrm>
          <a:graphic>
            <a:graphicData uri="http://schemas.openxmlformats.org/presentationml/2006/ole">
              <p:oleObj spid="_x0000_s36880" name="公式" r:id="rId9" imgW="139680" imgH="139680" progId="Equation.3">
                <p:embed/>
              </p:oleObj>
            </a:graphicData>
          </a:graphic>
        </p:graphicFrame>
      </p:grpSp>
      <p:grpSp>
        <p:nvGrpSpPr>
          <p:cNvPr id="3" name="Group 30"/>
          <p:cNvGrpSpPr>
            <a:grpSpLocks/>
          </p:cNvGrpSpPr>
          <p:nvPr/>
        </p:nvGrpSpPr>
        <p:grpSpPr bwMode="auto">
          <a:xfrm>
            <a:off x="6964363" y="2230438"/>
            <a:ext cx="1379537" cy="1717675"/>
            <a:chOff x="4259" y="2811"/>
            <a:chExt cx="869" cy="1082"/>
          </a:xfrm>
        </p:grpSpPr>
        <p:sp>
          <p:nvSpPr>
            <p:cNvPr id="36897" name="Rectangle 19"/>
            <p:cNvSpPr>
              <a:spLocks noChangeArrowheads="1"/>
            </p:cNvSpPr>
            <p:nvPr/>
          </p:nvSpPr>
          <p:spPr bwMode="auto">
            <a:xfrm>
              <a:off x="4259" y="2939"/>
              <a:ext cx="768" cy="954"/>
            </a:xfrm>
            <a:prstGeom prst="rect">
              <a:avLst/>
            </a:prstGeom>
            <a:noFill/>
            <a:ln w="28575">
              <a:solidFill>
                <a:srgbClr val="9900CC"/>
              </a:solidFill>
              <a:prstDash val="sysDot"/>
              <a:miter lim="800000"/>
              <a:headEnd/>
              <a:tailEnd/>
            </a:ln>
          </p:spPr>
          <p:txBody>
            <a:bodyPr/>
            <a:lstStyle/>
            <a:p>
              <a:endParaRPr lang="zh-CN" altLang="en-US"/>
            </a:p>
          </p:txBody>
        </p:sp>
        <p:graphicFrame>
          <p:nvGraphicFramePr>
            <p:cNvPr id="36877" name="Object 25"/>
            <p:cNvGraphicFramePr>
              <a:graphicFrameLocks noChangeAspect="1"/>
            </p:cNvGraphicFramePr>
            <p:nvPr/>
          </p:nvGraphicFramePr>
          <p:xfrm>
            <a:off x="4426" y="2811"/>
            <a:ext cx="254" cy="288"/>
          </p:xfrm>
          <a:graphic>
            <a:graphicData uri="http://schemas.openxmlformats.org/presentationml/2006/ole">
              <p:oleObj spid="_x0000_s36877" name="公式" r:id="rId10" imgW="190440" imgH="215640" progId="Equation.3">
                <p:embed/>
              </p:oleObj>
            </a:graphicData>
          </a:graphic>
        </p:graphicFrame>
        <p:graphicFrame>
          <p:nvGraphicFramePr>
            <p:cNvPr id="36878" name="Object 26"/>
            <p:cNvGraphicFramePr>
              <a:graphicFrameLocks noChangeAspect="1"/>
            </p:cNvGraphicFramePr>
            <p:nvPr/>
          </p:nvGraphicFramePr>
          <p:xfrm>
            <a:off x="4891" y="3387"/>
            <a:ext cx="237" cy="288"/>
          </p:xfrm>
          <a:graphic>
            <a:graphicData uri="http://schemas.openxmlformats.org/presentationml/2006/ole">
              <p:oleObj spid="_x0000_s36878" name="公式" r:id="rId11" imgW="177480" imgH="215640" progId="Equation.3">
                <p:embed/>
              </p:oleObj>
            </a:graphicData>
          </a:graphic>
        </p:graphicFrame>
      </p:grpSp>
      <p:sp>
        <p:nvSpPr>
          <p:cNvPr id="39963" name="Text Box 27"/>
          <p:cNvSpPr txBox="1">
            <a:spLocks noChangeArrowheads="1"/>
          </p:cNvSpPr>
          <p:nvPr/>
        </p:nvSpPr>
        <p:spPr bwMode="auto">
          <a:xfrm>
            <a:off x="1285875" y="3692525"/>
            <a:ext cx="3600450" cy="457200"/>
          </a:xfrm>
          <a:prstGeom prst="rect">
            <a:avLst/>
          </a:prstGeom>
          <a:noFill/>
          <a:ln w="9525">
            <a:noFill/>
            <a:miter lim="800000"/>
            <a:headEnd/>
            <a:tailEnd/>
          </a:ln>
        </p:spPr>
        <p:txBody>
          <a:bodyPr>
            <a:spAutoFit/>
          </a:bodyPr>
          <a:lstStyle/>
          <a:p>
            <a:pPr algn="l"/>
            <a:r>
              <a:rPr lang="en-US" altLang="zh-CN" sz="2400" b="1">
                <a:solidFill>
                  <a:srgbClr val="FF6600"/>
                </a:solidFill>
              </a:rPr>
              <a:t>1.</a:t>
            </a:r>
            <a:r>
              <a:rPr lang="zh-CN" altLang="en-US" sz="2400" b="1">
                <a:solidFill>
                  <a:srgbClr val="FF6600"/>
                </a:solidFill>
              </a:rPr>
              <a:t>当                          时：</a:t>
            </a:r>
            <a:endParaRPr lang="zh-CN" altLang="en-US" sz="2400">
              <a:solidFill>
                <a:srgbClr val="FF6600"/>
              </a:solidFill>
            </a:endParaRPr>
          </a:p>
        </p:txBody>
      </p:sp>
      <p:sp>
        <p:nvSpPr>
          <p:cNvPr id="39967" name="AutoShape 31"/>
          <p:cNvSpPr>
            <a:spLocks/>
          </p:cNvSpPr>
          <p:nvPr/>
        </p:nvSpPr>
        <p:spPr bwMode="auto">
          <a:xfrm flipH="1">
            <a:off x="5292725" y="1076325"/>
            <a:ext cx="215900" cy="720725"/>
          </a:xfrm>
          <a:prstGeom prst="leftBrace">
            <a:avLst>
              <a:gd name="adj1" fmla="val 27819"/>
              <a:gd name="adj2" fmla="val 53125"/>
            </a:avLst>
          </a:prstGeom>
          <a:noFill/>
          <a:ln w="28575">
            <a:solidFill>
              <a:srgbClr val="FF3300"/>
            </a:solidFill>
            <a:round/>
            <a:headEnd/>
            <a:tailEnd/>
          </a:ln>
        </p:spPr>
        <p:txBody>
          <a:bodyPr wrap="none" anchor="ctr"/>
          <a:lstStyle/>
          <a:p>
            <a:endParaRPr lang="zh-CN" altLang="en-US"/>
          </a:p>
        </p:txBody>
      </p:sp>
      <p:graphicFrame>
        <p:nvGraphicFramePr>
          <p:cNvPr id="39968" name="Object 32"/>
          <p:cNvGraphicFramePr>
            <a:graphicFrameLocks noChangeAspect="1"/>
          </p:cNvGraphicFramePr>
          <p:nvPr/>
        </p:nvGraphicFramePr>
        <p:xfrm>
          <a:off x="2154238" y="5310188"/>
          <a:ext cx="1697037" cy="492125"/>
        </p:xfrm>
        <a:graphic>
          <a:graphicData uri="http://schemas.openxmlformats.org/presentationml/2006/ole">
            <p:oleObj spid="_x0000_s36871" name="公式" r:id="rId12" imgW="711000" imgH="215640" progId="Equation.3">
              <p:embed/>
            </p:oleObj>
          </a:graphicData>
        </a:graphic>
      </p:graphicFrame>
      <p:graphicFrame>
        <p:nvGraphicFramePr>
          <p:cNvPr id="39969" name="Object 33"/>
          <p:cNvGraphicFramePr>
            <a:graphicFrameLocks noChangeAspect="1"/>
          </p:cNvGraphicFramePr>
          <p:nvPr/>
        </p:nvGraphicFramePr>
        <p:xfrm>
          <a:off x="4498975" y="5072063"/>
          <a:ext cx="1430338" cy="873125"/>
        </p:xfrm>
        <a:graphic>
          <a:graphicData uri="http://schemas.openxmlformats.org/presentationml/2006/ole">
            <p:oleObj spid="_x0000_s36872" name="公式" r:id="rId13" imgW="672840" imgH="431640" progId="Equation.3">
              <p:embed/>
            </p:oleObj>
          </a:graphicData>
        </a:graphic>
      </p:graphicFrame>
      <p:sp>
        <p:nvSpPr>
          <p:cNvPr id="39971" name="Line 35"/>
          <p:cNvSpPr>
            <a:spLocks noChangeShapeType="1"/>
          </p:cNvSpPr>
          <p:nvPr/>
        </p:nvSpPr>
        <p:spPr bwMode="auto">
          <a:xfrm rot="6085293" flipV="1">
            <a:off x="7014369" y="4790281"/>
            <a:ext cx="1252538" cy="1514475"/>
          </a:xfrm>
          <a:prstGeom prst="line">
            <a:avLst/>
          </a:prstGeom>
          <a:noFill/>
          <a:ln w="25400">
            <a:solidFill>
              <a:srgbClr val="FF0000"/>
            </a:solidFill>
            <a:round/>
            <a:headEnd type="triangle" w="med" len="sm"/>
            <a:tailEnd type="triangle" w="med" len="sm"/>
          </a:ln>
        </p:spPr>
        <p:txBody>
          <a:bodyPr/>
          <a:lstStyle/>
          <a:p>
            <a:endParaRPr lang="zh-CN" altLang="en-US"/>
          </a:p>
        </p:txBody>
      </p:sp>
      <p:grpSp>
        <p:nvGrpSpPr>
          <p:cNvPr id="4" name="Group 36"/>
          <p:cNvGrpSpPr>
            <a:grpSpLocks/>
          </p:cNvGrpSpPr>
          <p:nvPr/>
        </p:nvGrpSpPr>
        <p:grpSpPr bwMode="auto">
          <a:xfrm>
            <a:off x="6502400" y="4083050"/>
            <a:ext cx="2533650" cy="2514600"/>
            <a:chOff x="3969" y="1933"/>
            <a:chExt cx="1596" cy="1584"/>
          </a:xfrm>
        </p:grpSpPr>
        <p:sp>
          <p:nvSpPr>
            <p:cNvPr id="36895" name="Line 37"/>
            <p:cNvSpPr>
              <a:spLocks noChangeShapeType="1"/>
            </p:cNvSpPr>
            <p:nvPr/>
          </p:nvSpPr>
          <p:spPr bwMode="auto">
            <a:xfrm>
              <a:off x="3969" y="2845"/>
              <a:ext cx="14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36896" name="Line 38"/>
            <p:cNvSpPr>
              <a:spLocks noChangeShapeType="1"/>
            </p:cNvSpPr>
            <p:nvPr/>
          </p:nvSpPr>
          <p:spPr bwMode="auto">
            <a:xfrm flipV="1">
              <a:off x="4689" y="2029"/>
              <a:ext cx="0" cy="1488"/>
            </a:xfrm>
            <a:prstGeom prst="line">
              <a:avLst/>
            </a:prstGeom>
            <a:noFill/>
            <a:ln w="9525">
              <a:solidFill>
                <a:schemeClr val="tx1"/>
              </a:solidFill>
              <a:round/>
              <a:headEnd/>
              <a:tailEnd type="triangle" w="med" len="med"/>
            </a:ln>
          </p:spPr>
          <p:txBody>
            <a:bodyPr wrap="none" anchor="ctr"/>
            <a:lstStyle/>
            <a:p>
              <a:endParaRPr lang="zh-CN" altLang="en-US"/>
            </a:p>
          </p:txBody>
        </p:sp>
        <p:graphicFrame>
          <p:nvGraphicFramePr>
            <p:cNvPr id="36875" name="Object 39"/>
            <p:cNvGraphicFramePr>
              <a:graphicFrameLocks noChangeAspect="1"/>
            </p:cNvGraphicFramePr>
            <p:nvPr/>
          </p:nvGraphicFramePr>
          <p:xfrm>
            <a:off x="4737" y="1933"/>
            <a:ext cx="204" cy="228"/>
          </p:xfrm>
          <a:graphic>
            <a:graphicData uri="http://schemas.openxmlformats.org/presentationml/2006/ole">
              <p:oleObj spid="_x0000_s36875" name="公式" r:id="rId14" imgW="139680" imgH="164880" progId="Equation.3">
                <p:embed/>
              </p:oleObj>
            </a:graphicData>
          </a:graphic>
        </p:graphicFrame>
        <p:graphicFrame>
          <p:nvGraphicFramePr>
            <p:cNvPr id="36876" name="Object 40"/>
            <p:cNvGraphicFramePr>
              <a:graphicFrameLocks noChangeAspect="1"/>
            </p:cNvGraphicFramePr>
            <p:nvPr/>
          </p:nvGraphicFramePr>
          <p:xfrm>
            <a:off x="5361" y="2653"/>
            <a:ext cx="204" cy="195"/>
          </p:xfrm>
          <a:graphic>
            <a:graphicData uri="http://schemas.openxmlformats.org/presentationml/2006/ole">
              <p:oleObj spid="_x0000_s36876" name="公式" r:id="rId15" imgW="139680" imgH="139680" progId="Equation.3">
                <p:embed/>
              </p:oleObj>
            </a:graphicData>
          </a:graphic>
        </p:graphicFrame>
      </p:grpSp>
      <p:grpSp>
        <p:nvGrpSpPr>
          <p:cNvPr id="5" name="Group 41"/>
          <p:cNvGrpSpPr>
            <a:grpSpLocks/>
          </p:cNvGrpSpPr>
          <p:nvPr/>
        </p:nvGrpSpPr>
        <p:grpSpPr bwMode="auto">
          <a:xfrm>
            <a:off x="7035800" y="4583113"/>
            <a:ext cx="1379538" cy="1717675"/>
            <a:chOff x="4305" y="2221"/>
            <a:chExt cx="869" cy="1082"/>
          </a:xfrm>
        </p:grpSpPr>
        <p:sp>
          <p:nvSpPr>
            <p:cNvPr id="36894" name="Rectangle 42"/>
            <p:cNvSpPr>
              <a:spLocks noChangeArrowheads="1"/>
            </p:cNvSpPr>
            <p:nvPr/>
          </p:nvSpPr>
          <p:spPr bwMode="auto">
            <a:xfrm>
              <a:off x="4305" y="2349"/>
              <a:ext cx="768" cy="954"/>
            </a:xfrm>
            <a:prstGeom prst="rect">
              <a:avLst/>
            </a:prstGeom>
            <a:noFill/>
            <a:ln w="6350">
              <a:solidFill>
                <a:srgbClr val="9900CC"/>
              </a:solidFill>
              <a:prstDash val="sysDot"/>
              <a:miter lim="800000"/>
              <a:headEnd/>
              <a:tailEnd/>
            </a:ln>
          </p:spPr>
          <p:txBody>
            <a:bodyPr/>
            <a:lstStyle/>
            <a:p>
              <a:endParaRPr lang="zh-CN" altLang="en-US"/>
            </a:p>
          </p:txBody>
        </p:sp>
        <p:graphicFrame>
          <p:nvGraphicFramePr>
            <p:cNvPr id="36873" name="Object 43"/>
            <p:cNvGraphicFramePr>
              <a:graphicFrameLocks noChangeAspect="1"/>
            </p:cNvGraphicFramePr>
            <p:nvPr/>
          </p:nvGraphicFramePr>
          <p:xfrm>
            <a:off x="4472" y="2221"/>
            <a:ext cx="254" cy="288"/>
          </p:xfrm>
          <a:graphic>
            <a:graphicData uri="http://schemas.openxmlformats.org/presentationml/2006/ole">
              <p:oleObj spid="_x0000_s36873" name="公式" r:id="rId16" imgW="190440" imgH="215640" progId="Equation.3">
                <p:embed/>
              </p:oleObj>
            </a:graphicData>
          </a:graphic>
        </p:graphicFrame>
        <p:graphicFrame>
          <p:nvGraphicFramePr>
            <p:cNvPr id="36874" name="Object 44"/>
            <p:cNvGraphicFramePr>
              <a:graphicFrameLocks noChangeAspect="1"/>
            </p:cNvGraphicFramePr>
            <p:nvPr/>
          </p:nvGraphicFramePr>
          <p:xfrm>
            <a:off x="4937" y="2797"/>
            <a:ext cx="237" cy="288"/>
          </p:xfrm>
          <a:graphic>
            <a:graphicData uri="http://schemas.openxmlformats.org/presentationml/2006/ole">
              <p:oleObj spid="_x0000_s36874" name="公式" r:id="rId17" imgW="177480" imgH="21564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46"/>
                                        </p:tgtEl>
                                        <p:attrNameLst>
                                          <p:attrName>style.visibility</p:attrName>
                                        </p:attrNameLst>
                                      </p:cBhvr>
                                      <p:to>
                                        <p:strVal val="visible"/>
                                      </p:to>
                                    </p:set>
                                    <p:animEffect transition="in" filter="wipe(left)">
                                      <p:cBhvr>
                                        <p:cTn id="7" dur="500"/>
                                        <p:tgtEl>
                                          <p:spTgt spid="399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943"/>
                                        </p:tgtEl>
                                        <p:attrNameLst>
                                          <p:attrName>style.visibility</p:attrName>
                                        </p:attrNameLst>
                                      </p:cBhvr>
                                      <p:to>
                                        <p:strVal val="visible"/>
                                      </p:to>
                                    </p:set>
                                    <p:animEffect transition="in" filter="wipe(left)">
                                      <p:cBhvr>
                                        <p:cTn id="12" dur="500"/>
                                        <p:tgtEl>
                                          <p:spTgt spid="399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944"/>
                                        </p:tgtEl>
                                        <p:attrNameLst>
                                          <p:attrName>style.visibility</p:attrName>
                                        </p:attrNameLst>
                                      </p:cBhvr>
                                      <p:to>
                                        <p:strVal val="visible"/>
                                      </p:to>
                                    </p:set>
                                    <p:animEffect transition="in" filter="wipe(left)">
                                      <p:cBhvr>
                                        <p:cTn id="17" dur="500"/>
                                        <p:tgtEl>
                                          <p:spTgt spid="399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945"/>
                                        </p:tgtEl>
                                        <p:attrNameLst>
                                          <p:attrName>style.visibility</p:attrName>
                                        </p:attrNameLst>
                                      </p:cBhvr>
                                      <p:to>
                                        <p:strVal val="visible"/>
                                      </p:to>
                                    </p:set>
                                    <p:animEffect transition="in" filter="wipe(left)">
                                      <p:cBhvr>
                                        <p:cTn id="22" dur="500"/>
                                        <p:tgtEl>
                                          <p:spTgt spid="399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967"/>
                                        </p:tgtEl>
                                        <p:attrNameLst>
                                          <p:attrName>style.visibility</p:attrName>
                                        </p:attrNameLst>
                                      </p:cBhvr>
                                      <p:to>
                                        <p:strVal val="visible"/>
                                      </p:to>
                                    </p:set>
                                    <p:animEffect transition="in" filter="wipe(left)">
                                      <p:cBhvr>
                                        <p:cTn id="27" dur="500"/>
                                        <p:tgtEl>
                                          <p:spTgt spid="3996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9941"/>
                                        </p:tgtEl>
                                        <p:attrNameLst>
                                          <p:attrName>style.visibility</p:attrName>
                                        </p:attrNameLst>
                                      </p:cBhvr>
                                      <p:to>
                                        <p:strVal val="visible"/>
                                      </p:to>
                                    </p:set>
                                    <p:animEffect transition="in" filter="wipe(left)">
                                      <p:cBhvr>
                                        <p:cTn id="32" dur="500"/>
                                        <p:tgtEl>
                                          <p:spTgt spid="3994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9942"/>
                                        </p:tgtEl>
                                        <p:attrNameLst>
                                          <p:attrName>style.visibility</p:attrName>
                                        </p:attrNameLst>
                                      </p:cBhvr>
                                      <p:to>
                                        <p:strVal val="visible"/>
                                      </p:to>
                                    </p:set>
                                    <p:animEffect transition="in" filter="wipe(left)">
                                      <p:cBhvr>
                                        <p:cTn id="37" dur="500"/>
                                        <p:tgtEl>
                                          <p:spTgt spid="3994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9953"/>
                                        </p:tgtEl>
                                        <p:attrNameLst>
                                          <p:attrName>style.visibility</p:attrName>
                                        </p:attrNameLst>
                                      </p:cBhvr>
                                      <p:to>
                                        <p:strVal val="visible"/>
                                      </p:to>
                                    </p:set>
                                    <p:animEffect transition="in" filter="wipe(left)">
                                      <p:cBhvr>
                                        <p:cTn id="42" dur="500"/>
                                        <p:tgtEl>
                                          <p:spTgt spid="3995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9963"/>
                                        </p:tgtEl>
                                        <p:attrNameLst>
                                          <p:attrName>style.visibility</p:attrName>
                                        </p:attrNameLst>
                                      </p:cBhvr>
                                      <p:to>
                                        <p:strVal val="visible"/>
                                      </p:to>
                                    </p:set>
                                    <p:animEffect transition="in" filter="wipe(left)">
                                      <p:cBhvr>
                                        <p:cTn id="47" dur="500"/>
                                        <p:tgtEl>
                                          <p:spTgt spid="39963"/>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39950"/>
                                        </p:tgtEl>
                                        <p:attrNameLst>
                                          <p:attrName>style.visibility</p:attrName>
                                        </p:attrNameLst>
                                      </p:cBhvr>
                                      <p:to>
                                        <p:strVal val="visible"/>
                                      </p:to>
                                    </p:set>
                                    <p:animEffect transition="in" filter="wipe(left)">
                                      <p:cBhvr>
                                        <p:cTn id="51" dur="500"/>
                                        <p:tgtEl>
                                          <p:spTgt spid="3995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9952"/>
                                        </p:tgtEl>
                                        <p:attrNameLst>
                                          <p:attrName>style.visibility</p:attrName>
                                        </p:attrNameLst>
                                      </p:cBhvr>
                                      <p:to>
                                        <p:strVal val="visible"/>
                                      </p:to>
                                    </p:set>
                                    <p:animEffect transition="in" filter="wipe(left)">
                                      <p:cBhvr>
                                        <p:cTn id="56" dur="500"/>
                                        <p:tgtEl>
                                          <p:spTgt spid="3995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left)">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39956"/>
                                        </p:tgtEl>
                                        <p:attrNameLst>
                                          <p:attrName>style.visibility</p:attrName>
                                        </p:attrNameLst>
                                      </p:cBhvr>
                                      <p:to>
                                        <p:strVal val="visible"/>
                                      </p:to>
                                    </p:set>
                                    <p:animEffect transition="in" filter="box(out)">
                                      <p:cBhvr>
                                        <p:cTn id="66" dur="500"/>
                                        <p:tgtEl>
                                          <p:spTgt spid="3995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wipe(left)">
                                      <p:cBhvr>
                                        <p:cTn id="71" dur="500"/>
                                        <p:tgtEl>
                                          <p:spTgt spid="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39970"/>
                                        </p:tgtEl>
                                        <p:attrNameLst>
                                          <p:attrName>style.visibility</p:attrName>
                                        </p:attrNameLst>
                                      </p:cBhvr>
                                      <p:to>
                                        <p:strVal val="visible"/>
                                      </p:to>
                                    </p:set>
                                    <p:animEffect transition="in" filter="wipe(left)">
                                      <p:cBhvr>
                                        <p:cTn id="76" dur="500"/>
                                        <p:tgtEl>
                                          <p:spTgt spid="39970"/>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39968"/>
                                        </p:tgtEl>
                                        <p:attrNameLst>
                                          <p:attrName>style.visibility</p:attrName>
                                        </p:attrNameLst>
                                      </p:cBhvr>
                                      <p:to>
                                        <p:strVal val="visible"/>
                                      </p:to>
                                    </p:set>
                                    <p:animEffect transition="in" filter="wipe(left)">
                                      <p:cBhvr>
                                        <p:cTn id="80" dur="500"/>
                                        <p:tgtEl>
                                          <p:spTgt spid="39968"/>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39969"/>
                                        </p:tgtEl>
                                        <p:attrNameLst>
                                          <p:attrName>style.visibility</p:attrName>
                                        </p:attrNameLst>
                                      </p:cBhvr>
                                      <p:to>
                                        <p:strVal val="visible"/>
                                      </p:to>
                                    </p:set>
                                    <p:animEffect transition="in" filter="wipe(left)">
                                      <p:cBhvr>
                                        <p:cTn id="85" dur="500"/>
                                        <p:tgtEl>
                                          <p:spTgt spid="3996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4"/>
                                        </p:tgtEl>
                                        <p:attrNameLst>
                                          <p:attrName>style.visibility</p:attrName>
                                        </p:attrNameLst>
                                      </p:cBhvr>
                                      <p:to>
                                        <p:strVal val="visible"/>
                                      </p:to>
                                    </p:set>
                                    <p:animEffect transition="in" filter="wipe(left)">
                                      <p:cBhvr>
                                        <p:cTn id="90" dur="500"/>
                                        <p:tgtEl>
                                          <p:spTgt spid="4"/>
                                        </p:tgtEl>
                                      </p:cBhvr>
                                    </p:animEffect>
                                  </p:childTnLst>
                                </p:cTn>
                              </p:par>
                            </p:childTnLst>
                          </p:cTn>
                        </p:par>
                      </p:childTnLst>
                    </p:cTn>
                  </p:par>
                  <p:par>
                    <p:cTn id="91" fill="hold">
                      <p:stCondLst>
                        <p:cond delay="indefinite"/>
                      </p:stCondLst>
                      <p:childTnLst>
                        <p:par>
                          <p:cTn id="92" fill="hold">
                            <p:stCondLst>
                              <p:cond delay="0"/>
                            </p:stCondLst>
                            <p:childTnLst>
                              <p:par>
                                <p:cTn id="93" presetID="4" presetClass="entr" presetSubtype="32" fill="hold" grpId="0" nodeType="clickEffect">
                                  <p:stCondLst>
                                    <p:cond delay="0"/>
                                  </p:stCondLst>
                                  <p:childTnLst>
                                    <p:set>
                                      <p:cBhvr>
                                        <p:cTn id="94" dur="1" fill="hold">
                                          <p:stCondLst>
                                            <p:cond delay="0"/>
                                          </p:stCondLst>
                                        </p:cTn>
                                        <p:tgtEl>
                                          <p:spTgt spid="39971"/>
                                        </p:tgtEl>
                                        <p:attrNameLst>
                                          <p:attrName>style.visibility</p:attrName>
                                        </p:attrNameLst>
                                      </p:cBhvr>
                                      <p:to>
                                        <p:strVal val="visible"/>
                                      </p:to>
                                    </p:set>
                                    <p:animEffect transition="in" filter="box(out)">
                                      <p:cBhvr>
                                        <p:cTn id="95" dur="500"/>
                                        <p:tgtEl>
                                          <p:spTgt spid="3997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5"/>
                                        </p:tgtEl>
                                        <p:attrNameLst>
                                          <p:attrName>style.visibility</p:attrName>
                                        </p:attrNameLst>
                                      </p:cBhvr>
                                      <p:to>
                                        <p:strVal val="visible"/>
                                      </p:to>
                                    </p:set>
                                    <p:animEffect transition="in" filter="wipe(left)">
                                      <p:cBhvr>
                                        <p:cTn id="10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70" grpId="0"/>
      <p:bldP spid="39941" grpId="0"/>
      <p:bldP spid="39943" grpId="0" autoUpdateAnimBg="0"/>
      <p:bldP spid="39946" grpId="0"/>
      <p:bldP spid="39953" grpId="0" autoUpdateAnimBg="0"/>
      <p:bldP spid="39956" grpId="0" animBg="1"/>
      <p:bldP spid="39963" grpId="0"/>
      <p:bldP spid="39967" grpId="0" animBg="1"/>
      <p:bldP spid="3997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2" name="Object 4"/>
          <p:cNvGraphicFramePr>
            <a:graphicFrameLocks noChangeAspect="1"/>
          </p:cNvGraphicFramePr>
          <p:nvPr/>
        </p:nvGraphicFramePr>
        <p:xfrm>
          <a:off x="1116013" y="620713"/>
          <a:ext cx="1706562" cy="868362"/>
        </p:xfrm>
        <a:graphic>
          <a:graphicData uri="http://schemas.openxmlformats.org/presentationml/2006/ole">
            <p:oleObj spid="_x0000_s37890" name="公式" r:id="rId3" imgW="736560" imgH="393480" progId="Equation.3">
              <p:embed/>
            </p:oleObj>
          </a:graphicData>
        </a:graphic>
      </p:graphicFrame>
      <p:graphicFrame>
        <p:nvGraphicFramePr>
          <p:cNvPr id="43013" name="Object 5"/>
          <p:cNvGraphicFramePr>
            <a:graphicFrameLocks noChangeAspect="1"/>
          </p:cNvGraphicFramePr>
          <p:nvPr/>
        </p:nvGraphicFramePr>
        <p:xfrm>
          <a:off x="3898900" y="549275"/>
          <a:ext cx="1825625" cy="1012825"/>
        </p:xfrm>
        <a:graphic>
          <a:graphicData uri="http://schemas.openxmlformats.org/presentationml/2006/ole">
            <p:oleObj spid="_x0000_s37891" name="公式" r:id="rId4" imgW="787320" imgH="457200" progId="Equation.3">
              <p:embed/>
            </p:oleObj>
          </a:graphicData>
        </a:graphic>
      </p:graphicFrame>
      <p:graphicFrame>
        <p:nvGraphicFramePr>
          <p:cNvPr id="43015" name="Object 7"/>
          <p:cNvGraphicFramePr>
            <a:graphicFrameLocks noChangeAspect="1"/>
          </p:cNvGraphicFramePr>
          <p:nvPr/>
        </p:nvGraphicFramePr>
        <p:xfrm>
          <a:off x="1116013" y="1773238"/>
          <a:ext cx="3024187" cy="539750"/>
        </p:xfrm>
        <a:graphic>
          <a:graphicData uri="http://schemas.openxmlformats.org/presentationml/2006/ole">
            <p:oleObj spid="_x0000_s37892" name="公式" r:id="rId5" imgW="1155600" imgH="215640" progId="Equation.3">
              <p:embed/>
            </p:oleObj>
          </a:graphicData>
        </a:graphic>
      </p:graphicFrame>
      <p:sp>
        <p:nvSpPr>
          <p:cNvPr id="43016" name="Text Box 8"/>
          <p:cNvSpPr txBox="1">
            <a:spLocks noChangeArrowheads="1"/>
          </p:cNvSpPr>
          <p:nvPr/>
        </p:nvSpPr>
        <p:spPr bwMode="auto">
          <a:xfrm>
            <a:off x="395288" y="3357563"/>
            <a:ext cx="5472112" cy="457200"/>
          </a:xfrm>
          <a:prstGeom prst="rect">
            <a:avLst/>
          </a:prstGeom>
          <a:noFill/>
          <a:ln w="9525">
            <a:noFill/>
            <a:miter lim="800000"/>
            <a:headEnd/>
            <a:tailEnd/>
          </a:ln>
        </p:spPr>
        <p:txBody>
          <a:bodyPr>
            <a:spAutoFit/>
          </a:bodyPr>
          <a:lstStyle/>
          <a:p>
            <a:pPr algn="l"/>
            <a:r>
              <a:rPr lang="zh-CN" altLang="en-US" sz="2400" b="1"/>
              <a:t>质点沿椭圆的运动方向是</a:t>
            </a:r>
            <a:r>
              <a:rPr lang="zh-CN" altLang="en-US" sz="2400" b="1">
                <a:solidFill>
                  <a:srgbClr val="FF6600"/>
                </a:solidFill>
              </a:rPr>
              <a:t>顺时针</a:t>
            </a:r>
            <a:r>
              <a:rPr lang="zh-CN" altLang="en-US" sz="2400" b="1"/>
              <a:t>的。</a:t>
            </a:r>
            <a:endParaRPr lang="zh-CN" altLang="en-US" sz="2400"/>
          </a:p>
        </p:txBody>
      </p:sp>
      <p:graphicFrame>
        <p:nvGraphicFramePr>
          <p:cNvPr id="43018" name="Object 10"/>
          <p:cNvGraphicFramePr>
            <a:graphicFrameLocks noChangeAspect="1"/>
          </p:cNvGraphicFramePr>
          <p:nvPr/>
        </p:nvGraphicFramePr>
        <p:xfrm>
          <a:off x="971550" y="2349500"/>
          <a:ext cx="3435350" cy="889000"/>
        </p:xfrm>
        <a:graphic>
          <a:graphicData uri="http://schemas.openxmlformats.org/presentationml/2006/ole">
            <p:oleObj spid="_x0000_s37893" name="公式" r:id="rId6" imgW="1447560" imgH="393480" progId="Equation.3">
              <p:embed/>
            </p:oleObj>
          </a:graphicData>
        </a:graphic>
      </p:graphicFrame>
      <p:grpSp>
        <p:nvGrpSpPr>
          <p:cNvPr id="2" name="Group 36"/>
          <p:cNvGrpSpPr>
            <a:grpSpLocks/>
          </p:cNvGrpSpPr>
          <p:nvPr/>
        </p:nvGrpSpPr>
        <p:grpSpPr bwMode="auto">
          <a:xfrm>
            <a:off x="6372225" y="476250"/>
            <a:ext cx="2457450" cy="2514600"/>
            <a:chOff x="4014" y="210"/>
            <a:chExt cx="1548" cy="1584"/>
          </a:xfrm>
        </p:grpSpPr>
        <p:sp>
          <p:nvSpPr>
            <p:cNvPr id="37921" name="Line 14"/>
            <p:cNvSpPr>
              <a:spLocks noChangeShapeType="1"/>
            </p:cNvSpPr>
            <p:nvPr/>
          </p:nvSpPr>
          <p:spPr bwMode="auto">
            <a:xfrm>
              <a:off x="4014" y="1122"/>
              <a:ext cx="14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37922" name="Line 15"/>
            <p:cNvSpPr>
              <a:spLocks noChangeShapeType="1"/>
            </p:cNvSpPr>
            <p:nvPr/>
          </p:nvSpPr>
          <p:spPr bwMode="auto">
            <a:xfrm flipV="1">
              <a:off x="4734" y="306"/>
              <a:ext cx="0" cy="1488"/>
            </a:xfrm>
            <a:prstGeom prst="line">
              <a:avLst/>
            </a:prstGeom>
            <a:noFill/>
            <a:ln w="9525">
              <a:solidFill>
                <a:schemeClr val="tx1"/>
              </a:solidFill>
              <a:round/>
              <a:headEnd/>
              <a:tailEnd type="triangle" w="med" len="med"/>
            </a:ln>
          </p:spPr>
          <p:txBody>
            <a:bodyPr wrap="none" anchor="ctr"/>
            <a:lstStyle/>
            <a:p>
              <a:endParaRPr lang="zh-CN" altLang="en-US"/>
            </a:p>
          </p:txBody>
        </p:sp>
        <p:graphicFrame>
          <p:nvGraphicFramePr>
            <p:cNvPr id="37901" name="Object 16"/>
            <p:cNvGraphicFramePr>
              <a:graphicFrameLocks noChangeAspect="1"/>
            </p:cNvGraphicFramePr>
            <p:nvPr/>
          </p:nvGraphicFramePr>
          <p:xfrm>
            <a:off x="4782" y="210"/>
            <a:ext cx="204" cy="228"/>
          </p:xfrm>
          <a:graphic>
            <a:graphicData uri="http://schemas.openxmlformats.org/presentationml/2006/ole">
              <p:oleObj spid="_x0000_s37901" name="公式" r:id="rId7" imgW="139680" imgH="164880" progId="Equation.3">
                <p:embed/>
              </p:oleObj>
            </a:graphicData>
          </a:graphic>
        </p:graphicFrame>
        <p:graphicFrame>
          <p:nvGraphicFramePr>
            <p:cNvPr id="37902" name="Object 17"/>
            <p:cNvGraphicFramePr>
              <a:graphicFrameLocks noChangeAspect="1"/>
            </p:cNvGraphicFramePr>
            <p:nvPr/>
          </p:nvGraphicFramePr>
          <p:xfrm>
            <a:off x="5358" y="930"/>
            <a:ext cx="204" cy="195"/>
          </p:xfrm>
          <a:graphic>
            <a:graphicData uri="http://schemas.openxmlformats.org/presentationml/2006/ole">
              <p:oleObj spid="_x0000_s37902" name="公式" r:id="rId8" imgW="139680" imgH="139680" progId="Equation.3">
                <p:embed/>
              </p:oleObj>
            </a:graphicData>
          </a:graphic>
        </p:graphicFrame>
      </p:grpSp>
      <p:grpSp>
        <p:nvGrpSpPr>
          <p:cNvPr id="3" name="Group 42"/>
          <p:cNvGrpSpPr>
            <a:grpSpLocks/>
          </p:cNvGrpSpPr>
          <p:nvPr/>
        </p:nvGrpSpPr>
        <p:grpSpPr bwMode="auto">
          <a:xfrm>
            <a:off x="6905625" y="1162050"/>
            <a:ext cx="1193800" cy="1495425"/>
            <a:chOff x="4350" y="642"/>
            <a:chExt cx="752" cy="942"/>
          </a:xfrm>
        </p:grpSpPr>
        <p:sp>
          <p:nvSpPr>
            <p:cNvPr id="37919" name="Oval 18"/>
            <p:cNvSpPr>
              <a:spLocks noChangeArrowheads="1"/>
            </p:cNvSpPr>
            <p:nvPr/>
          </p:nvSpPr>
          <p:spPr bwMode="auto">
            <a:xfrm>
              <a:off x="4350" y="642"/>
              <a:ext cx="752" cy="942"/>
            </a:xfrm>
            <a:prstGeom prst="ellipse">
              <a:avLst/>
            </a:prstGeom>
            <a:noFill/>
            <a:ln w="25400">
              <a:solidFill>
                <a:srgbClr val="FF0000"/>
              </a:solidFill>
              <a:round/>
              <a:headEnd/>
              <a:tailEnd/>
            </a:ln>
          </p:spPr>
          <p:txBody>
            <a:bodyPr/>
            <a:lstStyle/>
            <a:p>
              <a:endParaRPr lang="zh-CN" altLang="en-US"/>
            </a:p>
          </p:txBody>
        </p:sp>
        <p:sp>
          <p:nvSpPr>
            <p:cNvPr id="37920" name="Freeform 19"/>
            <p:cNvSpPr>
              <a:spLocks/>
            </p:cNvSpPr>
            <p:nvPr/>
          </p:nvSpPr>
          <p:spPr bwMode="auto">
            <a:xfrm>
              <a:off x="4974" y="786"/>
              <a:ext cx="48" cy="48"/>
            </a:xfrm>
            <a:custGeom>
              <a:avLst/>
              <a:gdLst>
                <a:gd name="T0" fmla="*/ 0 w 48"/>
                <a:gd name="T1" fmla="*/ 0 h 48"/>
                <a:gd name="T2" fmla="*/ 48 w 48"/>
                <a:gd name="T3" fmla="*/ 48 h 48"/>
                <a:gd name="T4" fmla="*/ 0 60000 65536"/>
                <a:gd name="T5" fmla="*/ 0 60000 65536"/>
                <a:gd name="T6" fmla="*/ 0 w 48"/>
                <a:gd name="T7" fmla="*/ 0 h 48"/>
                <a:gd name="T8" fmla="*/ 48 w 48"/>
                <a:gd name="T9" fmla="*/ 48 h 48"/>
              </a:gdLst>
              <a:ahLst/>
              <a:cxnLst>
                <a:cxn ang="T4">
                  <a:pos x="T0" y="T1"/>
                </a:cxn>
                <a:cxn ang="T5">
                  <a:pos x="T2" y="T3"/>
                </a:cxn>
              </a:cxnLst>
              <a:rect l="T6" t="T7" r="T8" b="T9"/>
              <a:pathLst>
                <a:path w="48" h="48">
                  <a:moveTo>
                    <a:pt x="0" y="0"/>
                  </a:moveTo>
                  <a:cubicBezTo>
                    <a:pt x="20" y="16"/>
                    <a:pt x="40" y="32"/>
                    <a:pt x="48" y="48"/>
                  </a:cubicBezTo>
                </a:path>
              </a:pathLst>
            </a:custGeom>
            <a:noFill/>
            <a:ln w="9525">
              <a:solidFill>
                <a:srgbClr val="FF0000"/>
              </a:solidFill>
              <a:round/>
              <a:headEnd/>
              <a:tailEnd type="triangle" w="med" len="med"/>
            </a:ln>
          </p:spPr>
          <p:txBody>
            <a:bodyPr wrap="none" anchor="ctr"/>
            <a:lstStyle/>
            <a:p>
              <a:endParaRPr lang="zh-CN" altLang="en-US"/>
            </a:p>
          </p:txBody>
        </p:sp>
      </p:grpSp>
      <p:grpSp>
        <p:nvGrpSpPr>
          <p:cNvPr id="4" name="Group 39"/>
          <p:cNvGrpSpPr>
            <a:grpSpLocks/>
          </p:cNvGrpSpPr>
          <p:nvPr/>
        </p:nvGrpSpPr>
        <p:grpSpPr bwMode="auto">
          <a:xfrm>
            <a:off x="6905625" y="781050"/>
            <a:ext cx="1522413" cy="1870075"/>
            <a:chOff x="4350" y="402"/>
            <a:chExt cx="959" cy="1178"/>
          </a:xfrm>
        </p:grpSpPr>
        <p:sp>
          <p:nvSpPr>
            <p:cNvPr id="37918" name="Rectangle 13"/>
            <p:cNvSpPr>
              <a:spLocks noChangeArrowheads="1"/>
            </p:cNvSpPr>
            <p:nvPr/>
          </p:nvSpPr>
          <p:spPr bwMode="auto">
            <a:xfrm>
              <a:off x="4350" y="626"/>
              <a:ext cx="768" cy="954"/>
            </a:xfrm>
            <a:prstGeom prst="rect">
              <a:avLst/>
            </a:prstGeom>
            <a:noFill/>
            <a:ln w="6350">
              <a:solidFill>
                <a:srgbClr val="FF6600"/>
              </a:solidFill>
              <a:prstDash val="sysDot"/>
              <a:miter lim="800000"/>
              <a:headEnd/>
              <a:tailEnd/>
            </a:ln>
          </p:spPr>
          <p:txBody>
            <a:bodyPr/>
            <a:lstStyle/>
            <a:p>
              <a:endParaRPr lang="zh-CN" altLang="en-US"/>
            </a:p>
          </p:txBody>
        </p:sp>
        <p:graphicFrame>
          <p:nvGraphicFramePr>
            <p:cNvPr id="37899" name="Object 20"/>
            <p:cNvGraphicFramePr>
              <a:graphicFrameLocks noChangeAspect="1"/>
            </p:cNvGraphicFramePr>
            <p:nvPr/>
          </p:nvGraphicFramePr>
          <p:xfrm>
            <a:off x="4446" y="402"/>
            <a:ext cx="247" cy="280"/>
          </p:xfrm>
          <a:graphic>
            <a:graphicData uri="http://schemas.openxmlformats.org/presentationml/2006/ole">
              <p:oleObj spid="_x0000_s37899" name="公式" r:id="rId9" imgW="190440" imgH="215640" progId="Equation.3">
                <p:embed/>
              </p:oleObj>
            </a:graphicData>
          </a:graphic>
        </p:graphicFrame>
        <p:graphicFrame>
          <p:nvGraphicFramePr>
            <p:cNvPr id="37900" name="Object 21"/>
            <p:cNvGraphicFramePr>
              <a:graphicFrameLocks noChangeAspect="1"/>
            </p:cNvGraphicFramePr>
            <p:nvPr/>
          </p:nvGraphicFramePr>
          <p:xfrm>
            <a:off x="5078" y="1074"/>
            <a:ext cx="231" cy="280"/>
          </p:xfrm>
          <a:graphic>
            <a:graphicData uri="http://schemas.openxmlformats.org/presentationml/2006/ole">
              <p:oleObj spid="_x0000_s37900" name="公式" r:id="rId10" imgW="177480" imgH="215640" progId="Equation.3">
                <p:embed/>
              </p:oleObj>
            </a:graphicData>
          </a:graphic>
        </p:graphicFrame>
      </p:grpSp>
      <p:sp>
        <p:nvSpPr>
          <p:cNvPr id="43030" name="Text Box 22"/>
          <p:cNvSpPr txBox="1">
            <a:spLocks noChangeArrowheads="1"/>
          </p:cNvSpPr>
          <p:nvPr/>
        </p:nvSpPr>
        <p:spPr bwMode="auto">
          <a:xfrm>
            <a:off x="468313" y="836613"/>
            <a:ext cx="4464050" cy="457200"/>
          </a:xfrm>
          <a:prstGeom prst="rect">
            <a:avLst/>
          </a:prstGeom>
          <a:noFill/>
          <a:ln w="9525">
            <a:noFill/>
            <a:miter lim="800000"/>
            <a:headEnd/>
            <a:tailEnd/>
          </a:ln>
        </p:spPr>
        <p:txBody>
          <a:bodyPr>
            <a:spAutoFit/>
          </a:bodyPr>
          <a:lstStyle/>
          <a:p>
            <a:pPr algn="l"/>
            <a:r>
              <a:rPr lang="en-US" altLang="zh-CN" sz="2400" b="1">
                <a:solidFill>
                  <a:srgbClr val="FF6600"/>
                </a:solidFill>
              </a:rPr>
              <a:t>3.</a:t>
            </a:r>
            <a:r>
              <a:rPr lang="zh-CN" altLang="en-US" sz="2400" b="1">
                <a:solidFill>
                  <a:srgbClr val="FF6600"/>
                </a:solidFill>
              </a:rPr>
              <a:t>当                         时：</a:t>
            </a:r>
            <a:endParaRPr lang="zh-CN" altLang="en-US" sz="2400">
              <a:solidFill>
                <a:srgbClr val="FF6600"/>
              </a:solidFill>
            </a:endParaRPr>
          </a:p>
        </p:txBody>
      </p:sp>
      <p:sp>
        <p:nvSpPr>
          <p:cNvPr id="43031" name="Text Box 23"/>
          <p:cNvSpPr txBox="1">
            <a:spLocks noChangeArrowheads="1"/>
          </p:cNvSpPr>
          <p:nvPr/>
        </p:nvSpPr>
        <p:spPr bwMode="auto">
          <a:xfrm>
            <a:off x="468313" y="4575175"/>
            <a:ext cx="5975350" cy="457200"/>
          </a:xfrm>
          <a:prstGeom prst="rect">
            <a:avLst/>
          </a:prstGeom>
          <a:noFill/>
          <a:ln w="9525">
            <a:noFill/>
            <a:miter lim="800000"/>
            <a:headEnd/>
            <a:tailEnd/>
          </a:ln>
        </p:spPr>
        <p:txBody>
          <a:bodyPr>
            <a:spAutoFit/>
          </a:bodyPr>
          <a:lstStyle/>
          <a:p>
            <a:pPr algn="l"/>
            <a:r>
              <a:rPr lang="en-US" altLang="zh-CN" sz="2400" b="1">
                <a:solidFill>
                  <a:srgbClr val="FF6600"/>
                </a:solidFill>
              </a:rPr>
              <a:t>4.</a:t>
            </a:r>
            <a:r>
              <a:rPr lang="zh-CN" altLang="en-US" sz="2400" b="1">
                <a:solidFill>
                  <a:srgbClr val="FF6600"/>
                </a:solidFill>
              </a:rPr>
              <a:t>当                                         时：                      </a:t>
            </a:r>
            <a:endParaRPr lang="zh-CN" altLang="en-US" sz="2400">
              <a:solidFill>
                <a:srgbClr val="FF6600"/>
              </a:solidFill>
            </a:endParaRPr>
          </a:p>
        </p:txBody>
      </p:sp>
      <p:graphicFrame>
        <p:nvGraphicFramePr>
          <p:cNvPr id="43032" name="Object 24"/>
          <p:cNvGraphicFramePr>
            <a:graphicFrameLocks noChangeAspect="1"/>
          </p:cNvGraphicFramePr>
          <p:nvPr/>
        </p:nvGraphicFramePr>
        <p:xfrm>
          <a:off x="1187450" y="4357688"/>
          <a:ext cx="2808288" cy="854075"/>
        </p:xfrm>
        <a:graphic>
          <a:graphicData uri="http://schemas.openxmlformats.org/presentationml/2006/ole">
            <p:oleObj spid="_x0000_s37894" name="公式" r:id="rId11" imgW="1231560" imgH="393480" progId="Equation.3">
              <p:embed/>
            </p:oleObj>
          </a:graphicData>
        </a:graphic>
      </p:graphicFrame>
      <p:sp>
        <p:nvSpPr>
          <p:cNvPr id="43033" name="Text Box 25"/>
          <p:cNvSpPr txBox="1">
            <a:spLocks noChangeArrowheads="1"/>
          </p:cNvSpPr>
          <p:nvPr/>
        </p:nvSpPr>
        <p:spPr bwMode="auto">
          <a:xfrm>
            <a:off x="395288" y="5438775"/>
            <a:ext cx="5472112" cy="457200"/>
          </a:xfrm>
          <a:prstGeom prst="rect">
            <a:avLst/>
          </a:prstGeom>
          <a:noFill/>
          <a:ln w="9525">
            <a:noFill/>
            <a:miter lim="800000"/>
            <a:headEnd/>
            <a:tailEnd/>
          </a:ln>
        </p:spPr>
        <p:txBody>
          <a:bodyPr>
            <a:spAutoFit/>
          </a:bodyPr>
          <a:lstStyle/>
          <a:p>
            <a:pPr algn="l"/>
            <a:r>
              <a:rPr lang="zh-CN" altLang="en-US" sz="2400" b="1"/>
              <a:t>质点沿椭圆的运动方向是</a:t>
            </a:r>
            <a:r>
              <a:rPr lang="zh-CN" altLang="en-US" sz="2400" b="1">
                <a:solidFill>
                  <a:srgbClr val="FF6600"/>
                </a:solidFill>
              </a:rPr>
              <a:t>逆时针</a:t>
            </a:r>
            <a:r>
              <a:rPr lang="zh-CN" altLang="en-US" sz="2400" b="1"/>
              <a:t>的。</a:t>
            </a:r>
            <a:endParaRPr lang="zh-CN" altLang="en-US" sz="2400"/>
          </a:p>
        </p:txBody>
      </p:sp>
      <p:grpSp>
        <p:nvGrpSpPr>
          <p:cNvPr id="5" name="Group 40"/>
          <p:cNvGrpSpPr>
            <a:grpSpLocks/>
          </p:cNvGrpSpPr>
          <p:nvPr/>
        </p:nvGrpSpPr>
        <p:grpSpPr bwMode="auto">
          <a:xfrm>
            <a:off x="6534150" y="3355975"/>
            <a:ext cx="2609850" cy="2514600"/>
            <a:chOff x="4116" y="2024"/>
            <a:chExt cx="1644" cy="1584"/>
          </a:xfrm>
        </p:grpSpPr>
        <p:sp>
          <p:nvSpPr>
            <p:cNvPr id="37916" name="Line 28"/>
            <p:cNvSpPr>
              <a:spLocks noChangeShapeType="1"/>
            </p:cNvSpPr>
            <p:nvPr/>
          </p:nvSpPr>
          <p:spPr bwMode="auto">
            <a:xfrm>
              <a:off x="4116" y="2936"/>
              <a:ext cx="1488"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37917" name="Line 29"/>
            <p:cNvSpPr>
              <a:spLocks noChangeShapeType="1"/>
            </p:cNvSpPr>
            <p:nvPr/>
          </p:nvSpPr>
          <p:spPr bwMode="auto">
            <a:xfrm flipV="1">
              <a:off x="4836" y="2120"/>
              <a:ext cx="0" cy="1488"/>
            </a:xfrm>
            <a:prstGeom prst="line">
              <a:avLst/>
            </a:prstGeom>
            <a:noFill/>
            <a:ln w="9525">
              <a:solidFill>
                <a:schemeClr val="tx1"/>
              </a:solidFill>
              <a:round/>
              <a:headEnd/>
              <a:tailEnd type="triangle" w="med" len="med"/>
            </a:ln>
          </p:spPr>
          <p:txBody>
            <a:bodyPr wrap="none" anchor="ctr"/>
            <a:lstStyle/>
            <a:p>
              <a:endParaRPr lang="zh-CN" altLang="en-US"/>
            </a:p>
          </p:txBody>
        </p:sp>
        <p:graphicFrame>
          <p:nvGraphicFramePr>
            <p:cNvPr id="37897" name="Object 30"/>
            <p:cNvGraphicFramePr>
              <a:graphicFrameLocks noChangeAspect="1"/>
            </p:cNvGraphicFramePr>
            <p:nvPr/>
          </p:nvGraphicFramePr>
          <p:xfrm>
            <a:off x="4884" y="2024"/>
            <a:ext cx="204" cy="228"/>
          </p:xfrm>
          <a:graphic>
            <a:graphicData uri="http://schemas.openxmlformats.org/presentationml/2006/ole">
              <p:oleObj spid="_x0000_s37897" name="公式" r:id="rId12" imgW="139680" imgH="164880" progId="Equation.3">
                <p:embed/>
              </p:oleObj>
            </a:graphicData>
          </a:graphic>
        </p:graphicFrame>
        <p:graphicFrame>
          <p:nvGraphicFramePr>
            <p:cNvPr id="37898" name="Object 31"/>
            <p:cNvGraphicFramePr>
              <a:graphicFrameLocks noChangeAspect="1"/>
            </p:cNvGraphicFramePr>
            <p:nvPr/>
          </p:nvGraphicFramePr>
          <p:xfrm>
            <a:off x="5556" y="2744"/>
            <a:ext cx="204" cy="195"/>
          </p:xfrm>
          <a:graphic>
            <a:graphicData uri="http://schemas.openxmlformats.org/presentationml/2006/ole">
              <p:oleObj spid="_x0000_s37898" name="公式" r:id="rId13" imgW="139680" imgH="139680" progId="Equation.3">
                <p:embed/>
              </p:oleObj>
            </a:graphicData>
          </a:graphic>
        </p:graphicFrame>
      </p:grpSp>
      <p:grpSp>
        <p:nvGrpSpPr>
          <p:cNvPr id="6" name="Group 41"/>
          <p:cNvGrpSpPr>
            <a:grpSpLocks/>
          </p:cNvGrpSpPr>
          <p:nvPr/>
        </p:nvGrpSpPr>
        <p:grpSpPr bwMode="auto">
          <a:xfrm>
            <a:off x="7067550" y="4041775"/>
            <a:ext cx="1193800" cy="1495425"/>
            <a:chOff x="4452" y="2456"/>
            <a:chExt cx="752" cy="942"/>
          </a:xfrm>
        </p:grpSpPr>
        <p:sp>
          <p:nvSpPr>
            <p:cNvPr id="37914" name="Oval 32"/>
            <p:cNvSpPr>
              <a:spLocks noChangeArrowheads="1"/>
            </p:cNvSpPr>
            <p:nvPr/>
          </p:nvSpPr>
          <p:spPr bwMode="auto">
            <a:xfrm>
              <a:off x="4452" y="2456"/>
              <a:ext cx="752" cy="942"/>
            </a:xfrm>
            <a:prstGeom prst="ellipse">
              <a:avLst/>
            </a:prstGeom>
            <a:noFill/>
            <a:ln w="25400">
              <a:solidFill>
                <a:srgbClr val="FF0000"/>
              </a:solidFill>
              <a:round/>
              <a:headEnd/>
              <a:tailEnd/>
            </a:ln>
          </p:spPr>
          <p:txBody>
            <a:bodyPr/>
            <a:lstStyle/>
            <a:p>
              <a:endParaRPr lang="zh-CN" altLang="en-US"/>
            </a:p>
          </p:txBody>
        </p:sp>
        <p:sp>
          <p:nvSpPr>
            <p:cNvPr id="37915" name="Freeform 33"/>
            <p:cNvSpPr>
              <a:spLocks/>
            </p:cNvSpPr>
            <p:nvPr/>
          </p:nvSpPr>
          <p:spPr bwMode="auto">
            <a:xfrm>
              <a:off x="5076" y="2600"/>
              <a:ext cx="48" cy="48"/>
            </a:xfrm>
            <a:custGeom>
              <a:avLst/>
              <a:gdLst>
                <a:gd name="T0" fmla="*/ 0 w 48"/>
                <a:gd name="T1" fmla="*/ 0 h 48"/>
                <a:gd name="T2" fmla="*/ 48 w 48"/>
                <a:gd name="T3" fmla="*/ 48 h 48"/>
                <a:gd name="T4" fmla="*/ 0 60000 65536"/>
                <a:gd name="T5" fmla="*/ 0 60000 65536"/>
                <a:gd name="T6" fmla="*/ 0 w 48"/>
                <a:gd name="T7" fmla="*/ 0 h 48"/>
                <a:gd name="T8" fmla="*/ 48 w 48"/>
                <a:gd name="T9" fmla="*/ 48 h 48"/>
              </a:gdLst>
              <a:ahLst/>
              <a:cxnLst>
                <a:cxn ang="T4">
                  <a:pos x="T0" y="T1"/>
                </a:cxn>
                <a:cxn ang="T5">
                  <a:pos x="T2" y="T3"/>
                </a:cxn>
              </a:cxnLst>
              <a:rect l="T6" t="T7" r="T8" b="T9"/>
              <a:pathLst>
                <a:path w="48" h="48">
                  <a:moveTo>
                    <a:pt x="0" y="0"/>
                  </a:moveTo>
                  <a:cubicBezTo>
                    <a:pt x="20" y="16"/>
                    <a:pt x="40" y="32"/>
                    <a:pt x="48" y="48"/>
                  </a:cubicBezTo>
                </a:path>
              </a:pathLst>
            </a:custGeom>
            <a:noFill/>
            <a:ln w="9525">
              <a:solidFill>
                <a:srgbClr val="FF0000"/>
              </a:solidFill>
              <a:round/>
              <a:headEnd type="triangle" w="med" len="med"/>
              <a:tailEnd/>
            </a:ln>
          </p:spPr>
          <p:txBody>
            <a:bodyPr wrap="none" anchor="ctr"/>
            <a:lstStyle/>
            <a:p>
              <a:endParaRPr lang="zh-CN" altLang="en-US"/>
            </a:p>
          </p:txBody>
        </p:sp>
      </p:grpSp>
      <p:grpSp>
        <p:nvGrpSpPr>
          <p:cNvPr id="7" name="Group 38"/>
          <p:cNvGrpSpPr>
            <a:grpSpLocks/>
          </p:cNvGrpSpPr>
          <p:nvPr/>
        </p:nvGrpSpPr>
        <p:grpSpPr bwMode="auto">
          <a:xfrm>
            <a:off x="7067550" y="3584575"/>
            <a:ext cx="1455738" cy="1946275"/>
            <a:chOff x="4452" y="2168"/>
            <a:chExt cx="917" cy="1226"/>
          </a:xfrm>
        </p:grpSpPr>
        <p:sp>
          <p:nvSpPr>
            <p:cNvPr id="37913" name="Rectangle 27"/>
            <p:cNvSpPr>
              <a:spLocks noChangeArrowheads="1"/>
            </p:cNvSpPr>
            <p:nvPr/>
          </p:nvSpPr>
          <p:spPr bwMode="auto">
            <a:xfrm>
              <a:off x="4452" y="2440"/>
              <a:ext cx="768" cy="954"/>
            </a:xfrm>
            <a:prstGeom prst="rect">
              <a:avLst/>
            </a:prstGeom>
            <a:noFill/>
            <a:ln w="6350">
              <a:solidFill>
                <a:srgbClr val="FF6600"/>
              </a:solidFill>
              <a:prstDash val="sysDot"/>
              <a:miter lim="800000"/>
              <a:headEnd/>
              <a:tailEnd/>
            </a:ln>
          </p:spPr>
          <p:txBody>
            <a:bodyPr/>
            <a:lstStyle/>
            <a:p>
              <a:endParaRPr lang="zh-CN" altLang="en-US"/>
            </a:p>
          </p:txBody>
        </p:sp>
        <p:graphicFrame>
          <p:nvGraphicFramePr>
            <p:cNvPr id="37895" name="Object 34"/>
            <p:cNvGraphicFramePr>
              <a:graphicFrameLocks noChangeAspect="1"/>
            </p:cNvGraphicFramePr>
            <p:nvPr/>
          </p:nvGraphicFramePr>
          <p:xfrm>
            <a:off x="4596" y="2168"/>
            <a:ext cx="254" cy="288"/>
          </p:xfrm>
          <a:graphic>
            <a:graphicData uri="http://schemas.openxmlformats.org/presentationml/2006/ole">
              <p:oleObj spid="_x0000_s37895" name="公式" r:id="rId14" imgW="190440" imgH="215640" progId="Equation.3">
                <p:embed/>
              </p:oleObj>
            </a:graphicData>
          </a:graphic>
        </p:graphicFrame>
        <p:graphicFrame>
          <p:nvGraphicFramePr>
            <p:cNvPr id="37896" name="Object 35"/>
            <p:cNvGraphicFramePr>
              <a:graphicFrameLocks noChangeAspect="1"/>
            </p:cNvGraphicFramePr>
            <p:nvPr/>
          </p:nvGraphicFramePr>
          <p:xfrm>
            <a:off x="5132" y="2888"/>
            <a:ext cx="237" cy="288"/>
          </p:xfrm>
          <a:graphic>
            <a:graphicData uri="http://schemas.openxmlformats.org/presentationml/2006/ole">
              <p:oleObj spid="_x0000_s37896" name="公式" r:id="rId15" imgW="177480" imgH="21564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30"/>
                                        </p:tgtEl>
                                        <p:attrNameLst>
                                          <p:attrName>style.visibility</p:attrName>
                                        </p:attrNameLst>
                                      </p:cBhvr>
                                      <p:to>
                                        <p:strVal val="visible"/>
                                      </p:to>
                                    </p:set>
                                    <p:animEffect transition="in" filter="wipe(left)">
                                      <p:cBhvr>
                                        <p:cTn id="7" dur="500"/>
                                        <p:tgtEl>
                                          <p:spTgt spid="4303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012"/>
                                        </p:tgtEl>
                                        <p:attrNameLst>
                                          <p:attrName>style.visibility</p:attrName>
                                        </p:attrNameLst>
                                      </p:cBhvr>
                                      <p:to>
                                        <p:strVal val="visible"/>
                                      </p:to>
                                    </p:set>
                                    <p:animEffect transition="in" filter="wipe(left)">
                                      <p:cBhvr>
                                        <p:cTn id="11" dur="500"/>
                                        <p:tgtEl>
                                          <p:spTgt spid="430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3013"/>
                                        </p:tgtEl>
                                        <p:attrNameLst>
                                          <p:attrName>style.visibility</p:attrName>
                                        </p:attrNameLst>
                                      </p:cBhvr>
                                      <p:to>
                                        <p:strVal val="visible"/>
                                      </p:to>
                                    </p:set>
                                    <p:animEffect transition="in" filter="wipe(left)">
                                      <p:cBhvr>
                                        <p:cTn id="16" dur="500"/>
                                        <p:tgtEl>
                                          <p:spTgt spid="430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ox(in)">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3015"/>
                                        </p:tgtEl>
                                        <p:attrNameLst>
                                          <p:attrName>style.visibility</p:attrName>
                                        </p:attrNameLst>
                                      </p:cBhvr>
                                      <p:to>
                                        <p:strVal val="visible"/>
                                      </p:to>
                                    </p:set>
                                    <p:animEffect transition="in" filter="wipe(left)">
                                      <p:cBhvr>
                                        <p:cTn id="36" dur="500"/>
                                        <p:tgtEl>
                                          <p:spTgt spid="430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3018"/>
                                        </p:tgtEl>
                                        <p:attrNameLst>
                                          <p:attrName>style.visibility</p:attrName>
                                        </p:attrNameLst>
                                      </p:cBhvr>
                                      <p:to>
                                        <p:strVal val="visible"/>
                                      </p:to>
                                    </p:set>
                                    <p:animEffect transition="in" filter="wipe(left)">
                                      <p:cBhvr>
                                        <p:cTn id="41" dur="500"/>
                                        <p:tgtEl>
                                          <p:spTgt spid="4301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3016"/>
                                        </p:tgtEl>
                                        <p:attrNameLst>
                                          <p:attrName>style.visibility</p:attrName>
                                        </p:attrNameLst>
                                      </p:cBhvr>
                                      <p:to>
                                        <p:strVal val="visible"/>
                                      </p:to>
                                    </p:set>
                                    <p:animEffect transition="in" filter="wipe(left)">
                                      <p:cBhvr>
                                        <p:cTn id="46" dur="500"/>
                                        <p:tgtEl>
                                          <p:spTgt spid="4301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3031"/>
                                        </p:tgtEl>
                                        <p:attrNameLst>
                                          <p:attrName>style.visibility</p:attrName>
                                        </p:attrNameLst>
                                      </p:cBhvr>
                                      <p:to>
                                        <p:strVal val="visible"/>
                                      </p:to>
                                    </p:set>
                                    <p:animEffect transition="in" filter="wipe(left)">
                                      <p:cBhvr>
                                        <p:cTn id="51" dur="500"/>
                                        <p:tgtEl>
                                          <p:spTgt spid="43031"/>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43032"/>
                                        </p:tgtEl>
                                        <p:attrNameLst>
                                          <p:attrName>style.visibility</p:attrName>
                                        </p:attrNameLst>
                                      </p:cBhvr>
                                      <p:to>
                                        <p:strVal val="visible"/>
                                      </p:to>
                                    </p:set>
                                    <p:animEffect transition="in" filter="wipe(left)">
                                      <p:cBhvr>
                                        <p:cTn id="55" dur="500"/>
                                        <p:tgtEl>
                                          <p:spTgt spid="4303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3033"/>
                                        </p:tgtEl>
                                        <p:attrNameLst>
                                          <p:attrName>style.visibility</p:attrName>
                                        </p:attrNameLst>
                                      </p:cBhvr>
                                      <p:to>
                                        <p:strVal val="visible"/>
                                      </p:to>
                                    </p:set>
                                    <p:animEffect transition="in" filter="wipe(left)">
                                      <p:cBhvr>
                                        <p:cTn id="60" dur="500"/>
                                        <p:tgtEl>
                                          <p:spTgt spid="4303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wipe(left)">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box(in)">
                                      <p:cBhvr>
                                        <p:cTn id="70" dur="500"/>
                                        <p:tgtEl>
                                          <p:spTgt spid="6"/>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wipe(left)">
                                      <p:cBhvr>
                                        <p:cTn id="7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6" grpId="0" autoUpdateAnimBg="0"/>
      <p:bldP spid="43030" grpId="0"/>
      <p:bldP spid="43031" grpId="0"/>
      <p:bldP spid="43033"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7"/>
          <p:cNvGrpSpPr>
            <a:grpSpLocks/>
          </p:cNvGrpSpPr>
          <p:nvPr/>
        </p:nvGrpSpPr>
        <p:grpSpPr bwMode="auto">
          <a:xfrm>
            <a:off x="1231900" y="260350"/>
            <a:ext cx="1252538" cy="2447925"/>
            <a:chOff x="776" y="164"/>
            <a:chExt cx="789" cy="1542"/>
          </a:xfrm>
        </p:grpSpPr>
        <p:grpSp>
          <p:nvGrpSpPr>
            <p:cNvPr id="38979" name="Group 113"/>
            <p:cNvGrpSpPr>
              <a:grpSpLocks/>
            </p:cNvGrpSpPr>
            <p:nvPr/>
          </p:nvGrpSpPr>
          <p:grpSpPr bwMode="auto">
            <a:xfrm>
              <a:off x="776" y="436"/>
              <a:ext cx="789" cy="1270"/>
              <a:chOff x="793" y="527"/>
              <a:chExt cx="817" cy="1315"/>
            </a:xfrm>
          </p:grpSpPr>
          <p:sp>
            <p:nvSpPr>
              <p:cNvPr id="38982" name="Rectangle 110"/>
              <p:cNvSpPr>
                <a:spLocks noChangeArrowheads="1"/>
              </p:cNvSpPr>
              <p:nvPr/>
            </p:nvSpPr>
            <p:spPr bwMode="auto">
              <a:xfrm>
                <a:off x="793" y="527"/>
                <a:ext cx="817" cy="1315"/>
              </a:xfrm>
              <a:prstGeom prst="rect">
                <a:avLst/>
              </a:prstGeom>
              <a:noFill/>
              <a:ln w="9525">
                <a:solidFill>
                  <a:srgbClr val="FFCC00"/>
                </a:solidFill>
                <a:miter lim="800000"/>
                <a:headEnd/>
                <a:tailEnd/>
              </a:ln>
            </p:spPr>
            <p:txBody>
              <a:bodyPr wrap="none" anchor="ctr"/>
              <a:lstStyle/>
              <a:p>
                <a:endParaRPr lang="zh-CN" altLang="en-US"/>
              </a:p>
            </p:txBody>
          </p:sp>
          <p:sp>
            <p:nvSpPr>
              <p:cNvPr id="38983" name="Line 111"/>
              <p:cNvSpPr>
                <a:spLocks noChangeShapeType="1"/>
              </p:cNvSpPr>
              <p:nvPr/>
            </p:nvSpPr>
            <p:spPr bwMode="auto">
              <a:xfrm>
                <a:off x="1202" y="527"/>
                <a:ext cx="0" cy="1315"/>
              </a:xfrm>
              <a:prstGeom prst="line">
                <a:avLst/>
              </a:prstGeom>
              <a:noFill/>
              <a:ln w="9525">
                <a:solidFill>
                  <a:srgbClr val="FFCC00"/>
                </a:solidFill>
                <a:round/>
                <a:headEnd/>
                <a:tailEnd/>
              </a:ln>
            </p:spPr>
            <p:txBody>
              <a:bodyPr/>
              <a:lstStyle/>
              <a:p>
                <a:endParaRPr lang="zh-CN" altLang="en-US"/>
              </a:p>
            </p:txBody>
          </p:sp>
          <p:sp>
            <p:nvSpPr>
              <p:cNvPr id="38984" name="Line 112"/>
              <p:cNvSpPr>
                <a:spLocks noChangeShapeType="1"/>
              </p:cNvSpPr>
              <p:nvPr/>
            </p:nvSpPr>
            <p:spPr bwMode="auto">
              <a:xfrm>
                <a:off x="793" y="1162"/>
                <a:ext cx="817" cy="0"/>
              </a:xfrm>
              <a:prstGeom prst="line">
                <a:avLst/>
              </a:prstGeom>
              <a:noFill/>
              <a:ln w="9525">
                <a:solidFill>
                  <a:srgbClr val="FFCC00"/>
                </a:solidFill>
                <a:round/>
                <a:headEnd/>
                <a:tailEnd/>
              </a:ln>
            </p:spPr>
            <p:txBody>
              <a:bodyPr/>
              <a:lstStyle/>
              <a:p>
                <a:endParaRPr lang="zh-CN" altLang="en-US"/>
              </a:p>
            </p:txBody>
          </p:sp>
        </p:grpSp>
        <p:sp>
          <p:nvSpPr>
            <p:cNvPr id="38980" name="Line 109"/>
            <p:cNvSpPr>
              <a:spLocks noChangeShapeType="1"/>
            </p:cNvSpPr>
            <p:nvPr/>
          </p:nvSpPr>
          <p:spPr bwMode="auto">
            <a:xfrm flipH="1">
              <a:off x="776" y="436"/>
              <a:ext cx="789" cy="1270"/>
            </a:xfrm>
            <a:prstGeom prst="line">
              <a:avLst/>
            </a:prstGeom>
            <a:noFill/>
            <a:ln w="28575">
              <a:solidFill>
                <a:srgbClr val="FF0000"/>
              </a:solidFill>
              <a:round/>
              <a:headEnd type="stealth" w="med" len="lg"/>
              <a:tailEnd type="stealth" w="med" len="lg"/>
            </a:ln>
          </p:spPr>
          <p:txBody>
            <a:bodyPr/>
            <a:lstStyle/>
            <a:p>
              <a:endParaRPr lang="zh-CN" altLang="en-US"/>
            </a:p>
          </p:txBody>
        </p:sp>
        <p:sp>
          <p:nvSpPr>
            <p:cNvPr id="38981" name="Rectangle 149"/>
            <p:cNvSpPr>
              <a:spLocks noChangeArrowheads="1"/>
            </p:cNvSpPr>
            <p:nvPr/>
          </p:nvSpPr>
          <p:spPr bwMode="auto">
            <a:xfrm>
              <a:off x="839" y="164"/>
              <a:ext cx="642" cy="310"/>
            </a:xfrm>
            <a:prstGeom prst="rect">
              <a:avLst/>
            </a:prstGeom>
            <a:noFill/>
            <a:ln w="6350">
              <a:noFill/>
              <a:miter lim="800000"/>
              <a:headEnd/>
              <a:tailEnd/>
            </a:ln>
          </p:spPr>
          <p:txBody>
            <a:bodyPr lIns="12700" tIns="12700" rIns="12700" bIns="12700"/>
            <a:lstStyle/>
            <a:p>
              <a:pPr algn="just"/>
              <a:r>
                <a:rPr lang="en-US" altLang="zh-CN" sz="2400" b="1">
                  <a:solidFill>
                    <a:schemeClr val="tx2"/>
                  </a:solidFill>
                  <a:sym typeface="Symbol" pitchFamily="18" charset="2"/>
                </a:rPr>
                <a:t></a:t>
              </a:r>
              <a:r>
                <a:rPr lang="en-US" altLang="zh-CN" sz="2400" b="1" i="1">
                  <a:solidFill>
                    <a:schemeClr val="tx2"/>
                  </a:solidFill>
                  <a:sym typeface="Symbol" pitchFamily="18" charset="2"/>
                </a:rPr>
                <a:t></a:t>
              </a:r>
              <a:r>
                <a:rPr lang="en-US" altLang="zh-CN" sz="2400" b="1">
                  <a:solidFill>
                    <a:schemeClr val="tx2"/>
                  </a:solidFill>
                </a:rPr>
                <a:t> = 0</a:t>
              </a:r>
              <a:endParaRPr lang="en-US" altLang="zh-CN" sz="2400">
                <a:solidFill>
                  <a:schemeClr val="tx2"/>
                </a:solidFill>
              </a:endParaRPr>
            </a:p>
          </p:txBody>
        </p:sp>
      </p:grpSp>
      <p:grpSp>
        <p:nvGrpSpPr>
          <p:cNvPr id="4" name="Group 169"/>
          <p:cNvGrpSpPr>
            <a:grpSpLocks/>
          </p:cNvGrpSpPr>
          <p:nvPr/>
        </p:nvGrpSpPr>
        <p:grpSpPr bwMode="auto">
          <a:xfrm>
            <a:off x="4716463" y="260350"/>
            <a:ext cx="1443037" cy="2447925"/>
            <a:chOff x="2971" y="164"/>
            <a:chExt cx="909" cy="1542"/>
          </a:xfrm>
        </p:grpSpPr>
        <p:sp>
          <p:nvSpPr>
            <p:cNvPr id="38972" name="Oval 106"/>
            <p:cNvSpPr>
              <a:spLocks noChangeArrowheads="1"/>
            </p:cNvSpPr>
            <p:nvPr/>
          </p:nvSpPr>
          <p:spPr bwMode="auto">
            <a:xfrm>
              <a:off x="2971" y="481"/>
              <a:ext cx="817" cy="1180"/>
            </a:xfrm>
            <a:prstGeom prst="ellipse">
              <a:avLst/>
            </a:prstGeom>
            <a:noFill/>
            <a:ln w="28575">
              <a:solidFill>
                <a:srgbClr val="FF0000"/>
              </a:solidFill>
              <a:round/>
              <a:headEnd/>
              <a:tailEnd/>
            </a:ln>
          </p:spPr>
          <p:txBody>
            <a:bodyPr wrap="none" anchor="ctr"/>
            <a:lstStyle/>
            <a:p>
              <a:endParaRPr lang="zh-CN" altLang="en-US"/>
            </a:p>
          </p:txBody>
        </p:sp>
        <p:grpSp>
          <p:nvGrpSpPr>
            <p:cNvPr id="38973" name="Group 118"/>
            <p:cNvGrpSpPr>
              <a:grpSpLocks/>
            </p:cNvGrpSpPr>
            <p:nvPr/>
          </p:nvGrpSpPr>
          <p:grpSpPr bwMode="auto">
            <a:xfrm>
              <a:off x="2971" y="436"/>
              <a:ext cx="817" cy="1270"/>
              <a:chOff x="793" y="527"/>
              <a:chExt cx="817" cy="1315"/>
            </a:xfrm>
          </p:grpSpPr>
          <p:sp>
            <p:nvSpPr>
              <p:cNvPr id="38976" name="Rectangle 119"/>
              <p:cNvSpPr>
                <a:spLocks noChangeArrowheads="1"/>
              </p:cNvSpPr>
              <p:nvPr/>
            </p:nvSpPr>
            <p:spPr bwMode="auto">
              <a:xfrm>
                <a:off x="793" y="527"/>
                <a:ext cx="817" cy="1315"/>
              </a:xfrm>
              <a:prstGeom prst="rect">
                <a:avLst/>
              </a:prstGeom>
              <a:noFill/>
              <a:ln w="9525">
                <a:solidFill>
                  <a:srgbClr val="FFCC00"/>
                </a:solidFill>
                <a:miter lim="800000"/>
                <a:headEnd/>
                <a:tailEnd/>
              </a:ln>
            </p:spPr>
            <p:txBody>
              <a:bodyPr wrap="none" anchor="ctr"/>
              <a:lstStyle/>
              <a:p>
                <a:endParaRPr lang="zh-CN" altLang="en-US"/>
              </a:p>
            </p:txBody>
          </p:sp>
          <p:sp>
            <p:nvSpPr>
              <p:cNvPr id="38977" name="Line 120"/>
              <p:cNvSpPr>
                <a:spLocks noChangeShapeType="1"/>
              </p:cNvSpPr>
              <p:nvPr/>
            </p:nvSpPr>
            <p:spPr bwMode="auto">
              <a:xfrm>
                <a:off x="1202" y="527"/>
                <a:ext cx="0" cy="1315"/>
              </a:xfrm>
              <a:prstGeom prst="line">
                <a:avLst/>
              </a:prstGeom>
              <a:noFill/>
              <a:ln w="9525">
                <a:solidFill>
                  <a:srgbClr val="FFCC00"/>
                </a:solidFill>
                <a:round/>
                <a:headEnd/>
                <a:tailEnd/>
              </a:ln>
            </p:spPr>
            <p:txBody>
              <a:bodyPr/>
              <a:lstStyle/>
              <a:p>
                <a:endParaRPr lang="zh-CN" altLang="en-US"/>
              </a:p>
            </p:txBody>
          </p:sp>
          <p:sp>
            <p:nvSpPr>
              <p:cNvPr id="38978" name="Line 121"/>
              <p:cNvSpPr>
                <a:spLocks noChangeShapeType="1"/>
              </p:cNvSpPr>
              <p:nvPr/>
            </p:nvSpPr>
            <p:spPr bwMode="auto">
              <a:xfrm>
                <a:off x="793" y="1162"/>
                <a:ext cx="817" cy="0"/>
              </a:xfrm>
              <a:prstGeom prst="line">
                <a:avLst/>
              </a:prstGeom>
              <a:noFill/>
              <a:ln w="9525">
                <a:solidFill>
                  <a:srgbClr val="FFCC00"/>
                </a:solidFill>
                <a:round/>
                <a:headEnd/>
                <a:tailEnd/>
              </a:ln>
            </p:spPr>
            <p:txBody>
              <a:bodyPr/>
              <a:lstStyle/>
              <a:p>
                <a:endParaRPr lang="zh-CN" altLang="en-US"/>
              </a:p>
            </p:txBody>
          </p:sp>
        </p:grpSp>
        <p:sp>
          <p:nvSpPr>
            <p:cNvPr id="38974" name="Freeform 147"/>
            <p:cNvSpPr>
              <a:spLocks/>
            </p:cNvSpPr>
            <p:nvPr/>
          </p:nvSpPr>
          <p:spPr bwMode="auto">
            <a:xfrm>
              <a:off x="3561" y="1162"/>
              <a:ext cx="136" cy="273"/>
            </a:xfrm>
            <a:custGeom>
              <a:avLst/>
              <a:gdLst>
                <a:gd name="T0" fmla="*/ 136 w 136"/>
                <a:gd name="T1" fmla="*/ 0 h 273"/>
                <a:gd name="T2" fmla="*/ 105 w 136"/>
                <a:gd name="T3" fmla="*/ 99 h 273"/>
                <a:gd name="T4" fmla="*/ 67 w 136"/>
                <a:gd name="T5" fmla="*/ 166 h 273"/>
                <a:gd name="T6" fmla="*/ 0 w 136"/>
                <a:gd name="T7" fmla="*/ 273 h 273"/>
                <a:gd name="T8" fmla="*/ 0 60000 65536"/>
                <a:gd name="T9" fmla="*/ 0 60000 65536"/>
                <a:gd name="T10" fmla="*/ 0 60000 65536"/>
                <a:gd name="T11" fmla="*/ 0 60000 65536"/>
                <a:gd name="T12" fmla="*/ 0 w 136"/>
                <a:gd name="T13" fmla="*/ 0 h 273"/>
                <a:gd name="T14" fmla="*/ 136 w 136"/>
                <a:gd name="T15" fmla="*/ 273 h 273"/>
              </a:gdLst>
              <a:ahLst/>
              <a:cxnLst>
                <a:cxn ang="T8">
                  <a:pos x="T0" y="T1"/>
                </a:cxn>
                <a:cxn ang="T9">
                  <a:pos x="T2" y="T3"/>
                </a:cxn>
                <a:cxn ang="T10">
                  <a:pos x="T4" y="T5"/>
                </a:cxn>
                <a:cxn ang="T11">
                  <a:pos x="T6" y="T7"/>
                </a:cxn>
              </a:cxnLst>
              <a:rect l="T12" t="T13" r="T14" b="T15"/>
              <a:pathLst>
                <a:path w="136" h="273">
                  <a:moveTo>
                    <a:pt x="136" y="0"/>
                  </a:moveTo>
                  <a:lnTo>
                    <a:pt x="105" y="99"/>
                  </a:lnTo>
                  <a:lnTo>
                    <a:pt x="67" y="166"/>
                  </a:lnTo>
                  <a:lnTo>
                    <a:pt x="0" y="273"/>
                  </a:lnTo>
                </a:path>
              </a:pathLst>
            </a:custGeom>
            <a:noFill/>
            <a:ln w="9525">
              <a:solidFill>
                <a:schemeClr val="tx1"/>
              </a:solidFill>
              <a:round/>
              <a:headEnd/>
              <a:tailEnd type="triangle" w="med" len="med"/>
            </a:ln>
          </p:spPr>
          <p:txBody>
            <a:bodyPr/>
            <a:lstStyle/>
            <a:p>
              <a:endParaRPr lang="zh-CN" altLang="en-US"/>
            </a:p>
          </p:txBody>
        </p:sp>
        <p:sp>
          <p:nvSpPr>
            <p:cNvPr id="38975" name="Rectangle 150"/>
            <p:cNvSpPr>
              <a:spLocks noChangeArrowheads="1"/>
            </p:cNvSpPr>
            <p:nvPr/>
          </p:nvSpPr>
          <p:spPr bwMode="auto">
            <a:xfrm>
              <a:off x="3016" y="164"/>
              <a:ext cx="864" cy="287"/>
            </a:xfrm>
            <a:prstGeom prst="rect">
              <a:avLst/>
            </a:prstGeom>
            <a:noFill/>
            <a:ln w="6350">
              <a:noFill/>
              <a:miter lim="800000"/>
              <a:headEnd/>
              <a:tailEnd/>
            </a:ln>
          </p:spPr>
          <p:txBody>
            <a:bodyPr lIns="12700" tIns="12700" rIns="12700" bIns="12700"/>
            <a:lstStyle/>
            <a:p>
              <a:pPr algn="just"/>
              <a:r>
                <a:rPr lang="en-US" altLang="zh-CN" sz="2400" b="1">
                  <a:solidFill>
                    <a:schemeClr val="tx2"/>
                  </a:solidFill>
                  <a:sym typeface="Symbol" pitchFamily="18" charset="2"/>
                </a:rPr>
                <a:t></a:t>
              </a:r>
              <a:r>
                <a:rPr lang="en-US" altLang="zh-CN" sz="2400" b="1" i="1">
                  <a:solidFill>
                    <a:schemeClr val="tx2"/>
                  </a:solidFill>
                  <a:sym typeface="Symbol" pitchFamily="18" charset="2"/>
                </a:rPr>
                <a:t></a:t>
              </a:r>
              <a:r>
                <a:rPr lang="en-US" altLang="zh-CN" sz="2400" b="1">
                  <a:solidFill>
                    <a:schemeClr val="tx2"/>
                  </a:solidFill>
                </a:rPr>
                <a:t> = </a:t>
              </a:r>
              <a:r>
                <a:rPr lang="en-US" altLang="zh-CN" sz="2400" b="1">
                  <a:solidFill>
                    <a:schemeClr val="tx2"/>
                  </a:solidFill>
                  <a:sym typeface="Symbol" pitchFamily="18" charset="2"/>
                </a:rPr>
                <a:t></a:t>
              </a:r>
              <a:r>
                <a:rPr lang="en-US" altLang="zh-CN" sz="2400" b="1">
                  <a:solidFill>
                    <a:schemeClr val="tx2"/>
                  </a:solidFill>
                </a:rPr>
                <a:t>/2</a:t>
              </a:r>
              <a:endParaRPr lang="en-US" altLang="zh-CN" sz="2400">
                <a:solidFill>
                  <a:schemeClr val="tx2"/>
                </a:solidFill>
              </a:endParaRPr>
            </a:p>
          </p:txBody>
        </p:sp>
      </p:grpSp>
      <p:grpSp>
        <p:nvGrpSpPr>
          <p:cNvPr id="6" name="Group 177"/>
          <p:cNvGrpSpPr>
            <a:grpSpLocks/>
          </p:cNvGrpSpPr>
          <p:nvPr/>
        </p:nvGrpSpPr>
        <p:grpSpPr bwMode="auto">
          <a:xfrm>
            <a:off x="6588125" y="260350"/>
            <a:ext cx="1441450" cy="2509838"/>
            <a:chOff x="4150" y="164"/>
            <a:chExt cx="908" cy="1581"/>
          </a:xfrm>
        </p:grpSpPr>
        <p:sp>
          <p:nvSpPr>
            <p:cNvPr id="38964" name="Freeform 148"/>
            <p:cNvSpPr>
              <a:spLocks/>
            </p:cNvSpPr>
            <p:nvPr/>
          </p:nvSpPr>
          <p:spPr bwMode="auto">
            <a:xfrm>
              <a:off x="4851" y="1343"/>
              <a:ext cx="29" cy="236"/>
            </a:xfrm>
            <a:custGeom>
              <a:avLst/>
              <a:gdLst>
                <a:gd name="T0" fmla="*/ 25 w 29"/>
                <a:gd name="T1" fmla="*/ 0 h 236"/>
                <a:gd name="T2" fmla="*/ 29 w 29"/>
                <a:gd name="T3" fmla="*/ 54 h 236"/>
                <a:gd name="T4" fmla="*/ 19 w 29"/>
                <a:gd name="T5" fmla="*/ 140 h 236"/>
                <a:gd name="T6" fmla="*/ 0 w 29"/>
                <a:gd name="T7" fmla="*/ 236 h 236"/>
                <a:gd name="T8" fmla="*/ 0 60000 65536"/>
                <a:gd name="T9" fmla="*/ 0 60000 65536"/>
                <a:gd name="T10" fmla="*/ 0 60000 65536"/>
                <a:gd name="T11" fmla="*/ 0 60000 65536"/>
                <a:gd name="T12" fmla="*/ 0 w 29"/>
                <a:gd name="T13" fmla="*/ 0 h 236"/>
                <a:gd name="T14" fmla="*/ 29 w 29"/>
                <a:gd name="T15" fmla="*/ 236 h 236"/>
              </a:gdLst>
              <a:ahLst/>
              <a:cxnLst>
                <a:cxn ang="T8">
                  <a:pos x="T0" y="T1"/>
                </a:cxn>
                <a:cxn ang="T9">
                  <a:pos x="T2" y="T3"/>
                </a:cxn>
                <a:cxn ang="T10">
                  <a:pos x="T4" y="T5"/>
                </a:cxn>
                <a:cxn ang="T11">
                  <a:pos x="T6" y="T7"/>
                </a:cxn>
              </a:cxnLst>
              <a:rect l="T12" t="T13" r="T14" b="T15"/>
              <a:pathLst>
                <a:path w="29" h="236">
                  <a:moveTo>
                    <a:pt x="25" y="0"/>
                  </a:moveTo>
                  <a:lnTo>
                    <a:pt x="29" y="54"/>
                  </a:lnTo>
                  <a:lnTo>
                    <a:pt x="19" y="140"/>
                  </a:lnTo>
                  <a:lnTo>
                    <a:pt x="0" y="236"/>
                  </a:lnTo>
                </a:path>
              </a:pathLst>
            </a:custGeom>
            <a:noFill/>
            <a:ln w="9525">
              <a:solidFill>
                <a:schemeClr val="tx1"/>
              </a:solidFill>
              <a:round/>
              <a:headEnd/>
              <a:tailEnd type="triangle" w="med" len="med"/>
            </a:ln>
          </p:spPr>
          <p:txBody>
            <a:bodyPr/>
            <a:lstStyle/>
            <a:p>
              <a:endParaRPr lang="zh-CN" altLang="en-US"/>
            </a:p>
          </p:txBody>
        </p:sp>
        <p:grpSp>
          <p:nvGrpSpPr>
            <p:cNvPr id="38965" name="Group 176"/>
            <p:cNvGrpSpPr>
              <a:grpSpLocks/>
            </p:cNvGrpSpPr>
            <p:nvPr/>
          </p:nvGrpSpPr>
          <p:grpSpPr bwMode="auto">
            <a:xfrm>
              <a:off x="4150" y="164"/>
              <a:ext cx="908" cy="1581"/>
              <a:chOff x="4150" y="164"/>
              <a:chExt cx="908" cy="1581"/>
            </a:xfrm>
          </p:grpSpPr>
          <p:sp>
            <p:nvSpPr>
              <p:cNvPr id="38966" name="Oval 104"/>
              <p:cNvSpPr>
                <a:spLocks noChangeArrowheads="1"/>
              </p:cNvSpPr>
              <p:nvPr/>
            </p:nvSpPr>
            <p:spPr bwMode="auto">
              <a:xfrm rot="-1291924">
                <a:off x="4241" y="391"/>
                <a:ext cx="635" cy="1354"/>
              </a:xfrm>
              <a:prstGeom prst="ellipse">
                <a:avLst/>
              </a:prstGeom>
              <a:noFill/>
              <a:ln w="28575">
                <a:solidFill>
                  <a:srgbClr val="FF0000"/>
                </a:solidFill>
                <a:round/>
                <a:headEnd/>
                <a:tailEnd/>
              </a:ln>
            </p:spPr>
            <p:txBody>
              <a:bodyPr wrap="none" anchor="ctr"/>
              <a:lstStyle/>
              <a:p>
                <a:endParaRPr lang="zh-CN" altLang="en-US"/>
              </a:p>
            </p:txBody>
          </p:sp>
          <p:grpSp>
            <p:nvGrpSpPr>
              <p:cNvPr id="38967" name="Group 122"/>
              <p:cNvGrpSpPr>
                <a:grpSpLocks/>
              </p:cNvGrpSpPr>
              <p:nvPr/>
            </p:nvGrpSpPr>
            <p:grpSpPr bwMode="auto">
              <a:xfrm>
                <a:off x="4150" y="436"/>
                <a:ext cx="817" cy="1270"/>
                <a:chOff x="793" y="527"/>
                <a:chExt cx="817" cy="1315"/>
              </a:xfrm>
            </p:grpSpPr>
            <p:sp>
              <p:nvSpPr>
                <p:cNvPr id="38969" name="Rectangle 123"/>
                <p:cNvSpPr>
                  <a:spLocks noChangeArrowheads="1"/>
                </p:cNvSpPr>
                <p:nvPr/>
              </p:nvSpPr>
              <p:spPr bwMode="auto">
                <a:xfrm>
                  <a:off x="793" y="527"/>
                  <a:ext cx="817" cy="1315"/>
                </a:xfrm>
                <a:prstGeom prst="rect">
                  <a:avLst/>
                </a:prstGeom>
                <a:noFill/>
                <a:ln w="9525">
                  <a:solidFill>
                    <a:srgbClr val="FFCC00"/>
                  </a:solidFill>
                  <a:miter lim="800000"/>
                  <a:headEnd/>
                  <a:tailEnd/>
                </a:ln>
              </p:spPr>
              <p:txBody>
                <a:bodyPr wrap="none" anchor="ctr"/>
                <a:lstStyle/>
                <a:p>
                  <a:endParaRPr lang="zh-CN" altLang="en-US"/>
                </a:p>
              </p:txBody>
            </p:sp>
            <p:sp>
              <p:nvSpPr>
                <p:cNvPr id="38970" name="Line 124"/>
                <p:cNvSpPr>
                  <a:spLocks noChangeShapeType="1"/>
                </p:cNvSpPr>
                <p:nvPr/>
              </p:nvSpPr>
              <p:spPr bwMode="auto">
                <a:xfrm>
                  <a:off x="1202" y="527"/>
                  <a:ext cx="0" cy="1315"/>
                </a:xfrm>
                <a:prstGeom prst="line">
                  <a:avLst/>
                </a:prstGeom>
                <a:noFill/>
                <a:ln w="9525">
                  <a:solidFill>
                    <a:srgbClr val="FFCC00"/>
                  </a:solidFill>
                  <a:round/>
                  <a:headEnd/>
                  <a:tailEnd/>
                </a:ln>
              </p:spPr>
              <p:txBody>
                <a:bodyPr/>
                <a:lstStyle/>
                <a:p>
                  <a:endParaRPr lang="zh-CN" altLang="en-US"/>
                </a:p>
              </p:txBody>
            </p:sp>
            <p:sp>
              <p:nvSpPr>
                <p:cNvPr id="38971" name="Line 125"/>
                <p:cNvSpPr>
                  <a:spLocks noChangeShapeType="1"/>
                </p:cNvSpPr>
                <p:nvPr/>
              </p:nvSpPr>
              <p:spPr bwMode="auto">
                <a:xfrm>
                  <a:off x="793" y="1162"/>
                  <a:ext cx="817" cy="0"/>
                </a:xfrm>
                <a:prstGeom prst="line">
                  <a:avLst/>
                </a:prstGeom>
                <a:noFill/>
                <a:ln w="9525">
                  <a:solidFill>
                    <a:srgbClr val="FFCC00"/>
                  </a:solidFill>
                  <a:round/>
                  <a:headEnd/>
                  <a:tailEnd/>
                </a:ln>
              </p:spPr>
              <p:txBody>
                <a:bodyPr/>
                <a:lstStyle/>
                <a:p>
                  <a:endParaRPr lang="zh-CN" altLang="en-US"/>
                </a:p>
              </p:txBody>
            </p:sp>
          </p:grpSp>
          <p:sp>
            <p:nvSpPr>
              <p:cNvPr id="38968" name="Rectangle 151"/>
              <p:cNvSpPr>
                <a:spLocks noChangeArrowheads="1"/>
              </p:cNvSpPr>
              <p:nvPr/>
            </p:nvSpPr>
            <p:spPr bwMode="auto">
              <a:xfrm>
                <a:off x="4195" y="164"/>
                <a:ext cx="863" cy="265"/>
              </a:xfrm>
              <a:prstGeom prst="rect">
                <a:avLst/>
              </a:prstGeom>
              <a:noFill/>
              <a:ln w="6350">
                <a:noFill/>
                <a:miter lim="800000"/>
                <a:headEnd/>
                <a:tailEnd/>
              </a:ln>
            </p:spPr>
            <p:txBody>
              <a:bodyPr lIns="12700" tIns="12700" rIns="12700" bIns="12700"/>
              <a:lstStyle/>
              <a:p>
                <a:pPr algn="just"/>
                <a:r>
                  <a:rPr lang="en-US" altLang="zh-CN" sz="2400" b="1">
                    <a:solidFill>
                      <a:schemeClr val="tx2"/>
                    </a:solidFill>
                    <a:sym typeface="Symbol" pitchFamily="18" charset="2"/>
                  </a:rPr>
                  <a:t></a:t>
                </a:r>
                <a:r>
                  <a:rPr lang="en-US" altLang="zh-CN" sz="2400" b="1" i="1">
                    <a:solidFill>
                      <a:schemeClr val="tx2"/>
                    </a:solidFill>
                    <a:sym typeface="Symbol" pitchFamily="18" charset="2"/>
                  </a:rPr>
                  <a:t></a:t>
                </a:r>
                <a:r>
                  <a:rPr lang="en-US" altLang="zh-CN" sz="2400" b="1">
                    <a:solidFill>
                      <a:schemeClr val="tx2"/>
                    </a:solidFill>
                  </a:rPr>
                  <a:t> = 3</a:t>
                </a:r>
                <a:r>
                  <a:rPr lang="en-US" altLang="zh-CN" sz="2400" b="1">
                    <a:solidFill>
                      <a:schemeClr val="tx2"/>
                    </a:solidFill>
                    <a:sym typeface="Symbol" pitchFamily="18" charset="2"/>
                  </a:rPr>
                  <a:t></a:t>
                </a:r>
                <a:r>
                  <a:rPr lang="en-US" altLang="zh-CN" sz="2400" b="1">
                    <a:solidFill>
                      <a:schemeClr val="tx2"/>
                    </a:solidFill>
                  </a:rPr>
                  <a:t>/4</a:t>
                </a:r>
                <a:endParaRPr lang="en-US" altLang="zh-CN" sz="2400">
                  <a:solidFill>
                    <a:schemeClr val="tx2"/>
                  </a:solidFill>
                </a:endParaRPr>
              </a:p>
            </p:txBody>
          </p:sp>
        </p:grpSp>
      </p:grpSp>
      <p:grpSp>
        <p:nvGrpSpPr>
          <p:cNvPr id="9" name="Group 168"/>
          <p:cNvGrpSpPr>
            <a:grpSpLocks/>
          </p:cNvGrpSpPr>
          <p:nvPr/>
        </p:nvGrpSpPr>
        <p:grpSpPr bwMode="auto">
          <a:xfrm>
            <a:off x="2916238" y="260350"/>
            <a:ext cx="1296987" cy="2493963"/>
            <a:chOff x="1837" y="164"/>
            <a:chExt cx="817" cy="1571"/>
          </a:xfrm>
        </p:grpSpPr>
        <p:sp>
          <p:nvSpPr>
            <p:cNvPr id="38957" name="Oval 105"/>
            <p:cNvSpPr>
              <a:spLocks noChangeArrowheads="1"/>
            </p:cNvSpPr>
            <p:nvPr/>
          </p:nvSpPr>
          <p:spPr bwMode="auto">
            <a:xfrm rot="1374417">
              <a:off x="1973" y="380"/>
              <a:ext cx="591" cy="1355"/>
            </a:xfrm>
            <a:prstGeom prst="ellipse">
              <a:avLst/>
            </a:prstGeom>
            <a:noFill/>
            <a:ln w="28575">
              <a:solidFill>
                <a:srgbClr val="FF0000"/>
              </a:solidFill>
              <a:round/>
              <a:headEnd/>
              <a:tailEnd/>
            </a:ln>
          </p:spPr>
          <p:txBody>
            <a:bodyPr wrap="none" anchor="ctr"/>
            <a:lstStyle/>
            <a:p>
              <a:endParaRPr lang="zh-CN" altLang="en-US"/>
            </a:p>
          </p:txBody>
        </p:sp>
        <p:grpSp>
          <p:nvGrpSpPr>
            <p:cNvPr id="38958" name="Group 114"/>
            <p:cNvGrpSpPr>
              <a:grpSpLocks/>
            </p:cNvGrpSpPr>
            <p:nvPr/>
          </p:nvGrpSpPr>
          <p:grpSpPr bwMode="auto">
            <a:xfrm>
              <a:off x="1882" y="436"/>
              <a:ext cx="772" cy="1270"/>
              <a:chOff x="793" y="527"/>
              <a:chExt cx="817" cy="1315"/>
            </a:xfrm>
          </p:grpSpPr>
          <p:sp>
            <p:nvSpPr>
              <p:cNvPr id="38961" name="Rectangle 115"/>
              <p:cNvSpPr>
                <a:spLocks noChangeArrowheads="1"/>
              </p:cNvSpPr>
              <p:nvPr/>
            </p:nvSpPr>
            <p:spPr bwMode="auto">
              <a:xfrm>
                <a:off x="793" y="527"/>
                <a:ext cx="817" cy="1315"/>
              </a:xfrm>
              <a:prstGeom prst="rect">
                <a:avLst/>
              </a:prstGeom>
              <a:noFill/>
              <a:ln w="9525">
                <a:solidFill>
                  <a:srgbClr val="FFCC00"/>
                </a:solidFill>
                <a:miter lim="800000"/>
                <a:headEnd/>
                <a:tailEnd/>
              </a:ln>
            </p:spPr>
            <p:txBody>
              <a:bodyPr wrap="none" anchor="ctr"/>
              <a:lstStyle/>
              <a:p>
                <a:endParaRPr lang="zh-CN" altLang="en-US"/>
              </a:p>
            </p:txBody>
          </p:sp>
          <p:sp>
            <p:nvSpPr>
              <p:cNvPr id="38962" name="Line 116"/>
              <p:cNvSpPr>
                <a:spLocks noChangeShapeType="1"/>
              </p:cNvSpPr>
              <p:nvPr/>
            </p:nvSpPr>
            <p:spPr bwMode="auto">
              <a:xfrm>
                <a:off x="1202" y="527"/>
                <a:ext cx="0" cy="1315"/>
              </a:xfrm>
              <a:prstGeom prst="line">
                <a:avLst/>
              </a:prstGeom>
              <a:noFill/>
              <a:ln w="9525">
                <a:solidFill>
                  <a:srgbClr val="FFCC00"/>
                </a:solidFill>
                <a:round/>
                <a:headEnd/>
                <a:tailEnd/>
              </a:ln>
            </p:spPr>
            <p:txBody>
              <a:bodyPr/>
              <a:lstStyle/>
              <a:p>
                <a:endParaRPr lang="zh-CN" altLang="en-US"/>
              </a:p>
            </p:txBody>
          </p:sp>
          <p:sp>
            <p:nvSpPr>
              <p:cNvPr id="38963" name="Line 117"/>
              <p:cNvSpPr>
                <a:spLocks noChangeShapeType="1"/>
              </p:cNvSpPr>
              <p:nvPr/>
            </p:nvSpPr>
            <p:spPr bwMode="auto">
              <a:xfrm>
                <a:off x="793" y="1162"/>
                <a:ext cx="817" cy="0"/>
              </a:xfrm>
              <a:prstGeom prst="line">
                <a:avLst/>
              </a:prstGeom>
              <a:noFill/>
              <a:ln w="9525">
                <a:solidFill>
                  <a:srgbClr val="FFCC00"/>
                </a:solidFill>
                <a:round/>
                <a:headEnd/>
                <a:tailEnd/>
              </a:ln>
            </p:spPr>
            <p:txBody>
              <a:bodyPr/>
              <a:lstStyle/>
              <a:p>
                <a:endParaRPr lang="zh-CN" altLang="en-US"/>
              </a:p>
            </p:txBody>
          </p:sp>
        </p:grpSp>
        <p:sp>
          <p:nvSpPr>
            <p:cNvPr id="38959" name="Freeform 146"/>
            <p:cNvSpPr>
              <a:spLocks/>
            </p:cNvSpPr>
            <p:nvPr/>
          </p:nvSpPr>
          <p:spPr bwMode="auto">
            <a:xfrm>
              <a:off x="2336" y="1116"/>
              <a:ext cx="136" cy="273"/>
            </a:xfrm>
            <a:custGeom>
              <a:avLst/>
              <a:gdLst>
                <a:gd name="T0" fmla="*/ 136 w 136"/>
                <a:gd name="T1" fmla="*/ 0 h 273"/>
                <a:gd name="T2" fmla="*/ 105 w 136"/>
                <a:gd name="T3" fmla="*/ 99 h 273"/>
                <a:gd name="T4" fmla="*/ 67 w 136"/>
                <a:gd name="T5" fmla="*/ 166 h 273"/>
                <a:gd name="T6" fmla="*/ 0 w 136"/>
                <a:gd name="T7" fmla="*/ 273 h 273"/>
                <a:gd name="T8" fmla="*/ 0 60000 65536"/>
                <a:gd name="T9" fmla="*/ 0 60000 65536"/>
                <a:gd name="T10" fmla="*/ 0 60000 65536"/>
                <a:gd name="T11" fmla="*/ 0 60000 65536"/>
                <a:gd name="T12" fmla="*/ 0 w 136"/>
                <a:gd name="T13" fmla="*/ 0 h 273"/>
                <a:gd name="T14" fmla="*/ 136 w 136"/>
                <a:gd name="T15" fmla="*/ 273 h 273"/>
              </a:gdLst>
              <a:ahLst/>
              <a:cxnLst>
                <a:cxn ang="T8">
                  <a:pos x="T0" y="T1"/>
                </a:cxn>
                <a:cxn ang="T9">
                  <a:pos x="T2" y="T3"/>
                </a:cxn>
                <a:cxn ang="T10">
                  <a:pos x="T4" y="T5"/>
                </a:cxn>
                <a:cxn ang="T11">
                  <a:pos x="T6" y="T7"/>
                </a:cxn>
              </a:cxnLst>
              <a:rect l="T12" t="T13" r="T14" b="T15"/>
              <a:pathLst>
                <a:path w="136" h="273">
                  <a:moveTo>
                    <a:pt x="136" y="0"/>
                  </a:moveTo>
                  <a:lnTo>
                    <a:pt x="105" y="99"/>
                  </a:lnTo>
                  <a:lnTo>
                    <a:pt x="67" y="166"/>
                  </a:lnTo>
                  <a:lnTo>
                    <a:pt x="0" y="273"/>
                  </a:lnTo>
                </a:path>
              </a:pathLst>
            </a:custGeom>
            <a:noFill/>
            <a:ln w="9525">
              <a:solidFill>
                <a:schemeClr val="tx1"/>
              </a:solidFill>
              <a:round/>
              <a:headEnd/>
              <a:tailEnd type="triangle" w="med" len="med"/>
            </a:ln>
          </p:spPr>
          <p:txBody>
            <a:bodyPr/>
            <a:lstStyle/>
            <a:p>
              <a:endParaRPr lang="zh-CN" altLang="en-US"/>
            </a:p>
          </p:txBody>
        </p:sp>
        <p:sp>
          <p:nvSpPr>
            <p:cNvPr id="38960" name="Rectangle 152"/>
            <p:cNvSpPr>
              <a:spLocks noChangeArrowheads="1"/>
            </p:cNvSpPr>
            <p:nvPr/>
          </p:nvSpPr>
          <p:spPr bwMode="auto">
            <a:xfrm>
              <a:off x="1837" y="164"/>
              <a:ext cx="801" cy="264"/>
            </a:xfrm>
            <a:prstGeom prst="rect">
              <a:avLst/>
            </a:prstGeom>
            <a:noFill/>
            <a:ln w="6350">
              <a:noFill/>
              <a:miter lim="800000"/>
              <a:headEnd/>
              <a:tailEnd/>
            </a:ln>
          </p:spPr>
          <p:txBody>
            <a:bodyPr lIns="12700" tIns="12700" rIns="12700" bIns="12700"/>
            <a:lstStyle/>
            <a:p>
              <a:pPr algn="just"/>
              <a:r>
                <a:rPr lang="en-US" altLang="zh-CN" sz="2400" b="1">
                  <a:solidFill>
                    <a:schemeClr val="tx2"/>
                  </a:solidFill>
                  <a:sym typeface="Symbol" pitchFamily="18" charset="2"/>
                </a:rPr>
                <a:t></a:t>
              </a:r>
              <a:r>
                <a:rPr lang="en-US" altLang="zh-CN" sz="2400" b="1" i="1">
                  <a:solidFill>
                    <a:schemeClr val="tx2"/>
                  </a:solidFill>
                  <a:sym typeface="Symbol" pitchFamily="18" charset="2"/>
                </a:rPr>
                <a:t></a:t>
              </a:r>
              <a:r>
                <a:rPr lang="en-US" altLang="zh-CN" sz="2400" b="1">
                  <a:solidFill>
                    <a:schemeClr val="tx2"/>
                  </a:solidFill>
                </a:rPr>
                <a:t> = </a:t>
              </a:r>
              <a:r>
                <a:rPr lang="en-US" altLang="zh-CN" sz="2400" b="1">
                  <a:solidFill>
                    <a:schemeClr val="tx2"/>
                  </a:solidFill>
                  <a:sym typeface="Symbol" pitchFamily="18" charset="2"/>
                </a:rPr>
                <a:t></a:t>
              </a:r>
              <a:r>
                <a:rPr lang="en-US" altLang="zh-CN" sz="2400" b="1">
                  <a:solidFill>
                    <a:schemeClr val="tx2"/>
                  </a:solidFill>
                </a:rPr>
                <a:t>/4</a:t>
              </a:r>
              <a:endParaRPr lang="en-US" altLang="zh-CN" sz="2400">
                <a:solidFill>
                  <a:schemeClr val="tx2"/>
                </a:solidFill>
              </a:endParaRPr>
            </a:p>
          </p:txBody>
        </p:sp>
      </p:grpSp>
      <p:grpSp>
        <p:nvGrpSpPr>
          <p:cNvPr id="11" name="Group 173"/>
          <p:cNvGrpSpPr>
            <a:grpSpLocks/>
          </p:cNvGrpSpPr>
          <p:nvPr/>
        </p:nvGrpSpPr>
        <p:grpSpPr bwMode="auto">
          <a:xfrm>
            <a:off x="2987675" y="2852738"/>
            <a:ext cx="1487488" cy="2508250"/>
            <a:chOff x="1882" y="1797"/>
            <a:chExt cx="937" cy="1580"/>
          </a:xfrm>
        </p:grpSpPr>
        <p:sp>
          <p:nvSpPr>
            <p:cNvPr id="38950" name="Oval 102"/>
            <p:cNvSpPr>
              <a:spLocks noChangeArrowheads="1"/>
            </p:cNvSpPr>
            <p:nvPr/>
          </p:nvSpPr>
          <p:spPr bwMode="auto">
            <a:xfrm rot="-1291924">
              <a:off x="1973" y="2023"/>
              <a:ext cx="635" cy="1354"/>
            </a:xfrm>
            <a:prstGeom prst="ellipse">
              <a:avLst/>
            </a:prstGeom>
            <a:noFill/>
            <a:ln w="28575">
              <a:solidFill>
                <a:srgbClr val="FF0000"/>
              </a:solidFill>
              <a:round/>
              <a:headEnd/>
              <a:tailEnd/>
            </a:ln>
          </p:spPr>
          <p:txBody>
            <a:bodyPr wrap="none" anchor="ctr"/>
            <a:lstStyle/>
            <a:p>
              <a:endParaRPr lang="zh-CN" altLang="en-US"/>
            </a:p>
          </p:txBody>
        </p:sp>
        <p:grpSp>
          <p:nvGrpSpPr>
            <p:cNvPr id="38951" name="Group 130"/>
            <p:cNvGrpSpPr>
              <a:grpSpLocks/>
            </p:cNvGrpSpPr>
            <p:nvPr/>
          </p:nvGrpSpPr>
          <p:grpSpPr bwMode="auto">
            <a:xfrm>
              <a:off x="1882" y="2069"/>
              <a:ext cx="817" cy="1270"/>
              <a:chOff x="793" y="527"/>
              <a:chExt cx="817" cy="1315"/>
            </a:xfrm>
          </p:grpSpPr>
          <p:sp>
            <p:nvSpPr>
              <p:cNvPr id="38954" name="Rectangle 131"/>
              <p:cNvSpPr>
                <a:spLocks noChangeArrowheads="1"/>
              </p:cNvSpPr>
              <p:nvPr/>
            </p:nvSpPr>
            <p:spPr bwMode="auto">
              <a:xfrm>
                <a:off x="793" y="527"/>
                <a:ext cx="817" cy="1315"/>
              </a:xfrm>
              <a:prstGeom prst="rect">
                <a:avLst/>
              </a:prstGeom>
              <a:noFill/>
              <a:ln w="9525">
                <a:solidFill>
                  <a:srgbClr val="FFCC00"/>
                </a:solidFill>
                <a:miter lim="800000"/>
                <a:headEnd/>
                <a:tailEnd/>
              </a:ln>
            </p:spPr>
            <p:txBody>
              <a:bodyPr wrap="none" anchor="ctr"/>
              <a:lstStyle/>
              <a:p>
                <a:endParaRPr lang="zh-CN" altLang="en-US"/>
              </a:p>
            </p:txBody>
          </p:sp>
          <p:sp>
            <p:nvSpPr>
              <p:cNvPr id="38955" name="Line 132"/>
              <p:cNvSpPr>
                <a:spLocks noChangeShapeType="1"/>
              </p:cNvSpPr>
              <p:nvPr/>
            </p:nvSpPr>
            <p:spPr bwMode="auto">
              <a:xfrm>
                <a:off x="1202" y="527"/>
                <a:ext cx="0" cy="1315"/>
              </a:xfrm>
              <a:prstGeom prst="line">
                <a:avLst/>
              </a:prstGeom>
              <a:noFill/>
              <a:ln w="9525">
                <a:solidFill>
                  <a:srgbClr val="FFCC00"/>
                </a:solidFill>
                <a:round/>
                <a:headEnd/>
                <a:tailEnd/>
              </a:ln>
            </p:spPr>
            <p:txBody>
              <a:bodyPr/>
              <a:lstStyle/>
              <a:p>
                <a:endParaRPr lang="zh-CN" altLang="en-US"/>
              </a:p>
            </p:txBody>
          </p:sp>
          <p:sp>
            <p:nvSpPr>
              <p:cNvPr id="38956" name="Line 133"/>
              <p:cNvSpPr>
                <a:spLocks noChangeShapeType="1"/>
              </p:cNvSpPr>
              <p:nvPr/>
            </p:nvSpPr>
            <p:spPr bwMode="auto">
              <a:xfrm>
                <a:off x="793" y="1162"/>
                <a:ext cx="817" cy="0"/>
              </a:xfrm>
              <a:prstGeom prst="line">
                <a:avLst/>
              </a:prstGeom>
              <a:noFill/>
              <a:ln w="9525">
                <a:solidFill>
                  <a:srgbClr val="FFCC00"/>
                </a:solidFill>
                <a:round/>
                <a:headEnd/>
                <a:tailEnd/>
              </a:ln>
            </p:spPr>
            <p:txBody>
              <a:bodyPr/>
              <a:lstStyle/>
              <a:p>
                <a:endParaRPr lang="zh-CN" altLang="en-US"/>
              </a:p>
            </p:txBody>
          </p:sp>
        </p:grpSp>
        <p:sp>
          <p:nvSpPr>
            <p:cNvPr id="38952" name="Freeform 145"/>
            <p:cNvSpPr>
              <a:spLocks/>
            </p:cNvSpPr>
            <p:nvPr/>
          </p:nvSpPr>
          <p:spPr bwMode="auto">
            <a:xfrm>
              <a:off x="2547" y="2976"/>
              <a:ext cx="61" cy="242"/>
            </a:xfrm>
            <a:custGeom>
              <a:avLst/>
              <a:gdLst>
                <a:gd name="T0" fmla="*/ 0 w 61"/>
                <a:gd name="T1" fmla="*/ 242 h 242"/>
                <a:gd name="T2" fmla="*/ 38 w 61"/>
                <a:gd name="T3" fmla="*/ 185 h 242"/>
                <a:gd name="T4" fmla="*/ 58 w 61"/>
                <a:gd name="T5" fmla="*/ 98 h 242"/>
                <a:gd name="T6" fmla="*/ 61 w 61"/>
                <a:gd name="T7" fmla="*/ 0 h 242"/>
                <a:gd name="T8" fmla="*/ 0 60000 65536"/>
                <a:gd name="T9" fmla="*/ 0 60000 65536"/>
                <a:gd name="T10" fmla="*/ 0 60000 65536"/>
                <a:gd name="T11" fmla="*/ 0 60000 65536"/>
                <a:gd name="T12" fmla="*/ 0 w 61"/>
                <a:gd name="T13" fmla="*/ 0 h 242"/>
                <a:gd name="T14" fmla="*/ 61 w 61"/>
                <a:gd name="T15" fmla="*/ 242 h 242"/>
              </a:gdLst>
              <a:ahLst/>
              <a:cxnLst>
                <a:cxn ang="T8">
                  <a:pos x="T0" y="T1"/>
                </a:cxn>
                <a:cxn ang="T9">
                  <a:pos x="T2" y="T3"/>
                </a:cxn>
                <a:cxn ang="T10">
                  <a:pos x="T4" y="T5"/>
                </a:cxn>
                <a:cxn ang="T11">
                  <a:pos x="T6" y="T7"/>
                </a:cxn>
              </a:cxnLst>
              <a:rect l="T12" t="T13" r="T14" b="T15"/>
              <a:pathLst>
                <a:path w="61" h="242">
                  <a:moveTo>
                    <a:pt x="0" y="242"/>
                  </a:moveTo>
                  <a:lnTo>
                    <a:pt x="38" y="185"/>
                  </a:lnTo>
                  <a:lnTo>
                    <a:pt x="58" y="98"/>
                  </a:lnTo>
                  <a:lnTo>
                    <a:pt x="61" y="0"/>
                  </a:lnTo>
                </a:path>
              </a:pathLst>
            </a:custGeom>
            <a:noFill/>
            <a:ln w="9525">
              <a:solidFill>
                <a:schemeClr val="tx1"/>
              </a:solidFill>
              <a:round/>
              <a:headEnd/>
              <a:tailEnd type="triangle" w="med" len="med"/>
            </a:ln>
          </p:spPr>
          <p:txBody>
            <a:bodyPr/>
            <a:lstStyle/>
            <a:p>
              <a:endParaRPr lang="zh-CN" altLang="en-US"/>
            </a:p>
          </p:txBody>
        </p:sp>
        <p:sp>
          <p:nvSpPr>
            <p:cNvPr id="38953" name="Rectangle 154"/>
            <p:cNvSpPr>
              <a:spLocks noChangeArrowheads="1"/>
            </p:cNvSpPr>
            <p:nvPr/>
          </p:nvSpPr>
          <p:spPr bwMode="auto">
            <a:xfrm>
              <a:off x="1882" y="1797"/>
              <a:ext cx="937" cy="310"/>
            </a:xfrm>
            <a:prstGeom prst="rect">
              <a:avLst/>
            </a:prstGeom>
            <a:noFill/>
            <a:ln w="6350">
              <a:noFill/>
              <a:miter lim="800000"/>
              <a:headEnd/>
              <a:tailEnd/>
            </a:ln>
          </p:spPr>
          <p:txBody>
            <a:bodyPr lIns="12700" tIns="12700" rIns="12700" bIns="12700"/>
            <a:lstStyle/>
            <a:p>
              <a:pPr algn="just"/>
              <a:r>
                <a:rPr lang="en-US" altLang="zh-CN" sz="2400" b="1">
                  <a:solidFill>
                    <a:schemeClr val="tx2"/>
                  </a:solidFill>
                  <a:sym typeface="Symbol" pitchFamily="18" charset="2"/>
                </a:rPr>
                <a:t></a:t>
              </a:r>
              <a:r>
                <a:rPr lang="en-US" altLang="zh-CN" sz="2400" b="1" i="1">
                  <a:solidFill>
                    <a:schemeClr val="tx2"/>
                  </a:solidFill>
                  <a:sym typeface="Symbol" pitchFamily="18" charset="2"/>
                </a:rPr>
                <a:t></a:t>
              </a:r>
              <a:r>
                <a:rPr lang="en-US" altLang="zh-CN" sz="2400" b="1">
                  <a:solidFill>
                    <a:schemeClr val="tx2"/>
                  </a:solidFill>
                </a:rPr>
                <a:t> = 5</a:t>
              </a:r>
              <a:r>
                <a:rPr lang="en-US" altLang="zh-CN" sz="2400" b="1">
                  <a:solidFill>
                    <a:schemeClr val="tx2"/>
                  </a:solidFill>
                  <a:sym typeface="Symbol" pitchFamily="18" charset="2"/>
                </a:rPr>
                <a:t></a:t>
              </a:r>
              <a:r>
                <a:rPr lang="en-US" altLang="zh-CN" sz="2400" b="1">
                  <a:solidFill>
                    <a:schemeClr val="tx2"/>
                  </a:solidFill>
                </a:rPr>
                <a:t>/4</a:t>
              </a:r>
              <a:endParaRPr lang="en-US" altLang="zh-CN" sz="2400"/>
            </a:p>
          </p:txBody>
        </p:sp>
      </p:grpSp>
      <p:grpSp>
        <p:nvGrpSpPr>
          <p:cNvPr id="13" name="Group 174"/>
          <p:cNvGrpSpPr>
            <a:grpSpLocks/>
          </p:cNvGrpSpPr>
          <p:nvPr/>
        </p:nvGrpSpPr>
        <p:grpSpPr bwMode="auto">
          <a:xfrm>
            <a:off x="4716463" y="2767013"/>
            <a:ext cx="1481137" cy="2532062"/>
            <a:chOff x="2971" y="1743"/>
            <a:chExt cx="933" cy="1595"/>
          </a:xfrm>
        </p:grpSpPr>
        <p:sp>
          <p:nvSpPr>
            <p:cNvPr id="38943" name="Oval 107"/>
            <p:cNvSpPr>
              <a:spLocks noChangeArrowheads="1"/>
            </p:cNvSpPr>
            <p:nvPr/>
          </p:nvSpPr>
          <p:spPr bwMode="auto">
            <a:xfrm>
              <a:off x="2971" y="2114"/>
              <a:ext cx="817" cy="1179"/>
            </a:xfrm>
            <a:prstGeom prst="ellipse">
              <a:avLst/>
            </a:prstGeom>
            <a:noFill/>
            <a:ln w="28575">
              <a:solidFill>
                <a:srgbClr val="FF0000"/>
              </a:solidFill>
              <a:round/>
              <a:headEnd/>
              <a:tailEnd/>
            </a:ln>
          </p:spPr>
          <p:txBody>
            <a:bodyPr wrap="none" anchor="ctr"/>
            <a:lstStyle/>
            <a:p>
              <a:endParaRPr lang="zh-CN" altLang="en-US"/>
            </a:p>
          </p:txBody>
        </p:sp>
        <p:grpSp>
          <p:nvGrpSpPr>
            <p:cNvPr id="38944" name="Group 134"/>
            <p:cNvGrpSpPr>
              <a:grpSpLocks/>
            </p:cNvGrpSpPr>
            <p:nvPr/>
          </p:nvGrpSpPr>
          <p:grpSpPr bwMode="auto">
            <a:xfrm>
              <a:off x="2971" y="2069"/>
              <a:ext cx="817" cy="1269"/>
              <a:chOff x="793" y="527"/>
              <a:chExt cx="817" cy="1315"/>
            </a:xfrm>
          </p:grpSpPr>
          <p:sp>
            <p:nvSpPr>
              <p:cNvPr id="38947" name="Rectangle 135"/>
              <p:cNvSpPr>
                <a:spLocks noChangeArrowheads="1"/>
              </p:cNvSpPr>
              <p:nvPr/>
            </p:nvSpPr>
            <p:spPr bwMode="auto">
              <a:xfrm>
                <a:off x="793" y="527"/>
                <a:ext cx="817" cy="1315"/>
              </a:xfrm>
              <a:prstGeom prst="rect">
                <a:avLst/>
              </a:prstGeom>
              <a:noFill/>
              <a:ln w="9525">
                <a:solidFill>
                  <a:srgbClr val="FFCC00"/>
                </a:solidFill>
                <a:miter lim="800000"/>
                <a:headEnd/>
                <a:tailEnd/>
              </a:ln>
            </p:spPr>
            <p:txBody>
              <a:bodyPr wrap="none" anchor="ctr"/>
              <a:lstStyle/>
              <a:p>
                <a:endParaRPr lang="zh-CN" altLang="en-US"/>
              </a:p>
            </p:txBody>
          </p:sp>
          <p:sp>
            <p:nvSpPr>
              <p:cNvPr id="38948" name="Line 136"/>
              <p:cNvSpPr>
                <a:spLocks noChangeShapeType="1"/>
              </p:cNvSpPr>
              <p:nvPr/>
            </p:nvSpPr>
            <p:spPr bwMode="auto">
              <a:xfrm>
                <a:off x="1202" y="527"/>
                <a:ext cx="0" cy="1315"/>
              </a:xfrm>
              <a:prstGeom prst="line">
                <a:avLst/>
              </a:prstGeom>
              <a:noFill/>
              <a:ln w="9525">
                <a:solidFill>
                  <a:srgbClr val="FFCC00"/>
                </a:solidFill>
                <a:round/>
                <a:headEnd/>
                <a:tailEnd/>
              </a:ln>
            </p:spPr>
            <p:txBody>
              <a:bodyPr/>
              <a:lstStyle/>
              <a:p>
                <a:endParaRPr lang="zh-CN" altLang="en-US"/>
              </a:p>
            </p:txBody>
          </p:sp>
          <p:sp>
            <p:nvSpPr>
              <p:cNvPr id="38949" name="Line 137"/>
              <p:cNvSpPr>
                <a:spLocks noChangeShapeType="1"/>
              </p:cNvSpPr>
              <p:nvPr/>
            </p:nvSpPr>
            <p:spPr bwMode="auto">
              <a:xfrm>
                <a:off x="793" y="1162"/>
                <a:ext cx="817" cy="0"/>
              </a:xfrm>
              <a:prstGeom prst="line">
                <a:avLst/>
              </a:prstGeom>
              <a:noFill/>
              <a:ln w="9525">
                <a:solidFill>
                  <a:srgbClr val="FFCC00"/>
                </a:solidFill>
                <a:round/>
                <a:headEnd/>
                <a:tailEnd/>
              </a:ln>
            </p:spPr>
            <p:txBody>
              <a:bodyPr/>
              <a:lstStyle/>
              <a:p>
                <a:endParaRPr lang="zh-CN" altLang="en-US"/>
              </a:p>
            </p:txBody>
          </p:sp>
        </p:grpSp>
        <p:sp>
          <p:nvSpPr>
            <p:cNvPr id="38945" name="Freeform 143"/>
            <p:cNvSpPr>
              <a:spLocks/>
            </p:cNvSpPr>
            <p:nvPr/>
          </p:nvSpPr>
          <p:spPr bwMode="auto">
            <a:xfrm>
              <a:off x="3561" y="2885"/>
              <a:ext cx="136" cy="227"/>
            </a:xfrm>
            <a:custGeom>
              <a:avLst/>
              <a:gdLst>
                <a:gd name="T0" fmla="*/ 0 w 136"/>
                <a:gd name="T1" fmla="*/ 227 h 227"/>
                <a:gd name="T2" fmla="*/ 61 w 136"/>
                <a:gd name="T3" fmla="*/ 157 h 227"/>
                <a:gd name="T4" fmla="*/ 86 w 136"/>
                <a:gd name="T5" fmla="*/ 112 h 227"/>
                <a:gd name="T6" fmla="*/ 136 w 136"/>
                <a:gd name="T7" fmla="*/ 0 h 227"/>
                <a:gd name="T8" fmla="*/ 0 60000 65536"/>
                <a:gd name="T9" fmla="*/ 0 60000 65536"/>
                <a:gd name="T10" fmla="*/ 0 60000 65536"/>
                <a:gd name="T11" fmla="*/ 0 60000 65536"/>
                <a:gd name="T12" fmla="*/ 0 w 136"/>
                <a:gd name="T13" fmla="*/ 0 h 227"/>
                <a:gd name="T14" fmla="*/ 136 w 136"/>
                <a:gd name="T15" fmla="*/ 227 h 227"/>
              </a:gdLst>
              <a:ahLst/>
              <a:cxnLst>
                <a:cxn ang="T8">
                  <a:pos x="T0" y="T1"/>
                </a:cxn>
                <a:cxn ang="T9">
                  <a:pos x="T2" y="T3"/>
                </a:cxn>
                <a:cxn ang="T10">
                  <a:pos x="T4" y="T5"/>
                </a:cxn>
                <a:cxn ang="T11">
                  <a:pos x="T6" y="T7"/>
                </a:cxn>
              </a:cxnLst>
              <a:rect l="T12" t="T13" r="T14" b="T15"/>
              <a:pathLst>
                <a:path w="136" h="227">
                  <a:moveTo>
                    <a:pt x="0" y="227"/>
                  </a:moveTo>
                  <a:lnTo>
                    <a:pt x="61" y="157"/>
                  </a:lnTo>
                  <a:lnTo>
                    <a:pt x="86" y="112"/>
                  </a:lnTo>
                  <a:lnTo>
                    <a:pt x="136" y="0"/>
                  </a:lnTo>
                </a:path>
              </a:pathLst>
            </a:custGeom>
            <a:noFill/>
            <a:ln w="9525">
              <a:solidFill>
                <a:schemeClr val="tx1"/>
              </a:solidFill>
              <a:round/>
              <a:headEnd/>
              <a:tailEnd type="triangle" w="med" len="med"/>
            </a:ln>
          </p:spPr>
          <p:txBody>
            <a:bodyPr/>
            <a:lstStyle/>
            <a:p>
              <a:endParaRPr lang="zh-CN" altLang="en-US"/>
            </a:p>
          </p:txBody>
        </p:sp>
        <p:sp>
          <p:nvSpPr>
            <p:cNvPr id="38946" name="Rectangle 155"/>
            <p:cNvSpPr>
              <a:spLocks noChangeArrowheads="1"/>
            </p:cNvSpPr>
            <p:nvPr/>
          </p:nvSpPr>
          <p:spPr bwMode="auto">
            <a:xfrm>
              <a:off x="3016" y="1743"/>
              <a:ext cx="888" cy="275"/>
            </a:xfrm>
            <a:prstGeom prst="rect">
              <a:avLst/>
            </a:prstGeom>
            <a:noFill/>
            <a:ln w="6350">
              <a:noFill/>
              <a:miter lim="800000"/>
              <a:headEnd/>
              <a:tailEnd/>
            </a:ln>
          </p:spPr>
          <p:txBody>
            <a:bodyPr lIns="12700" tIns="12700" rIns="12700" bIns="12700"/>
            <a:lstStyle/>
            <a:p>
              <a:pPr algn="just"/>
              <a:r>
                <a:rPr lang="en-US" altLang="zh-CN" sz="2400" b="1">
                  <a:solidFill>
                    <a:schemeClr val="tx2"/>
                  </a:solidFill>
                  <a:sym typeface="Symbol" pitchFamily="18" charset="2"/>
                </a:rPr>
                <a:t></a:t>
              </a:r>
              <a:r>
                <a:rPr lang="en-US" altLang="zh-CN" sz="2400" b="1" i="1">
                  <a:solidFill>
                    <a:schemeClr val="tx2"/>
                  </a:solidFill>
                  <a:sym typeface="Symbol" pitchFamily="18" charset="2"/>
                </a:rPr>
                <a:t></a:t>
              </a:r>
              <a:r>
                <a:rPr lang="en-US" altLang="zh-CN" sz="2400" b="1">
                  <a:solidFill>
                    <a:schemeClr val="tx2"/>
                  </a:solidFill>
                </a:rPr>
                <a:t> = 3</a:t>
              </a:r>
              <a:r>
                <a:rPr lang="en-US" altLang="zh-CN" sz="2400" b="1">
                  <a:solidFill>
                    <a:schemeClr val="tx2"/>
                  </a:solidFill>
                  <a:sym typeface="Symbol" pitchFamily="18" charset="2"/>
                </a:rPr>
                <a:t></a:t>
              </a:r>
              <a:r>
                <a:rPr lang="en-US" altLang="zh-CN" sz="2400" b="1">
                  <a:solidFill>
                    <a:schemeClr val="tx2"/>
                  </a:solidFill>
                </a:rPr>
                <a:t>/2</a:t>
              </a:r>
              <a:endParaRPr lang="en-US" altLang="zh-CN" sz="2400"/>
            </a:p>
          </p:txBody>
        </p:sp>
      </p:grpSp>
      <p:grpSp>
        <p:nvGrpSpPr>
          <p:cNvPr id="15" name="Group 175"/>
          <p:cNvGrpSpPr>
            <a:grpSpLocks/>
          </p:cNvGrpSpPr>
          <p:nvPr/>
        </p:nvGrpSpPr>
        <p:grpSpPr bwMode="auto">
          <a:xfrm>
            <a:off x="6732588" y="2781300"/>
            <a:ext cx="1370012" cy="2579688"/>
            <a:chOff x="4241" y="1752"/>
            <a:chExt cx="863" cy="1625"/>
          </a:xfrm>
        </p:grpSpPr>
        <p:sp>
          <p:nvSpPr>
            <p:cNvPr id="38936" name="Oval 103"/>
            <p:cNvSpPr>
              <a:spLocks noChangeArrowheads="1"/>
            </p:cNvSpPr>
            <p:nvPr/>
          </p:nvSpPr>
          <p:spPr bwMode="auto">
            <a:xfrm rot="1290943">
              <a:off x="4332" y="2023"/>
              <a:ext cx="635" cy="1354"/>
            </a:xfrm>
            <a:prstGeom prst="ellipse">
              <a:avLst/>
            </a:prstGeom>
            <a:noFill/>
            <a:ln w="28575">
              <a:solidFill>
                <a:srgbClr val="FF0000"/>
              </a:solidFill>
              <a:round/>
              <a:headEnd/>
              <a:tailEnd/>
            </a:ln>
          </p:spPr>
          <p:txBody>
            <a:bodyPr wrap="none" anchor="ctr"/>
            <a:lstStyle/>
            <a:p>
              <a:endParaRPr lang="zh-CN" altLang="en-US"/>
            </a:p>
          </p:txBody>
        </p:sp>
        <p:grpSp>
          <p:nvGrpSpPr>
            <p:cNvPr id="38937" name="Group 138"/>
            <p:cNvGrpSpPr>
              <a:grpSpLocks/>
            </p:cNvGrpSpPr>
            <p:nvPr/>
          </p:nvGrpSpPr>
          <p:grpSpPr bwMode="auto">
            <a:xfrm>
              <a:off x="4241" y="2069"/>
              <a:ext cx="817" cy="1269"/>
              <a:chOff x="793" y="527"/>
              <a:chExt cx="817" cy="1315"/>
            </a:xfrm>
          </p:grpSpPr>
          <p:sp>
            <p:nvSpPr>
              <p:cNvPr id="38940" name="Rectangle 139"/>
              <p:cNvSpPr>
                <a:spLocks noChangeArrowheads="1"/>
              </p:cNvSpPr>
              <p:nvPr/>
            </p:nvSpPr>
            <p:spPr bwMode="auto">
              <a:xfrm>
                <a:off x="793" y="527"/>
                <a:ext cx="817" cy="1315"/>
              </a:xfrm>
              <a:prstGeom prst="rect">
                <a:avLst/>
              </a:prstGeom>
              <a:noFill/>
              <a:ln w="9525">
                <a:solidFill>
                  <a:srgbClr val="FFCC00"/>
                </a:solidFill>
                <a:miter lim="800000"/>
                <a:headEnd/>
                <a:tailEnd/>
              </a:ln>
            </p:spPr>
            <p:txBody>
              <a:bodyPr wrap="none" anchor="ctr"/>
              <a:lstStyle/>
              <a:p>
                <a:endParaRPr lang="zh-CN" altLang="en-US"/>
              </a:p>
            </p:txBody>
          </p:sp>
          <p:sp>
            <p:nvSpPr>
              <p:cNvPr id="38941" name="Line 140"/>
              <p:cNvSpPr>
                <a:spLocks noChangeShapeType="1"/>
              </p:cNvSpPr>
              <p:nvPr/>
            </p:nvSpPr>
            <p:spPr bwMode="auto">
              <a:xfrm>
                <a:off x="1202" y="527"/>
                <a:ext cx="0" cy="1315"/>
              </a:xfrm>
              <a:prstGeom prst="line">
                <a:avLst/>
              </a:prstGeom>
              <a:noFill/>
              <a:ln w="9525">
                <a:solidFill>
                  <a:srgbClr val="FFCC00"/>
                </a:solidFill>
                <a:round/>
                <a:headEnd/>
                <a:tailEnd/>
              </a:ln>
            </p:spPr>
            <p:txBody>
              <a:bodyPr/>
              <a:lstStyle/>
              <a:p>
                <a:endParaRPr lang="zh-CN" altLang="en-US"/>
              </a:p>
            </p:txBody>
          </p:sp>
          <p:sp>
            <p:nvSpPr>
              <p:cNvPr id="38942" name="Line 141"/>
              <p:cNvSpPr>
                <a:spLocks noChangeShapeType="1"/>
              </p:cNvSpPr>
              <p:nvPr/>
            </p:nvSpPr>
            <p:spPr bwMode="auto">
              <a:xfrm>
                <a:off x="793" y="1162"/>
                <a:ext cx="817" cy="0"/>
              </a:xfrm>
              <a:prstGeom prst="line">
                <a:avLst/>
              </a:prstGeom>
              <a:noFill/>
              <a:ln w="9525">
                <a:solidFill>
                  <a:srgbClr val="FFCC00"/>
                </a:solidFill>
                <a:round/>
                <a:headEnd/>
                <a:tailEnd/>
              </a:ln>
            </p:spPr>
            <p:txBody>
              <a:bodyPr/>
              <a:lstStyle/>
              <a:p>
                <a:endParaRPr lang="zh-CN" altLang="en-US"/>
              </a:p>
            </p:txBody>
          </p:sp>
        </p:grpSp>
        <p:sp>
          <p:nvSpPr>
            <p:cNvPr id="38938" name="Freeform 144"/>
            <p:cNvSpPr>
              <a:spLocks/>
            </p:cNvSpPr>
            <p:nvPr/>
          </p:nvSpPr>
          <p:spPr bwMode="auto">
            <a:xfrm>
              <a:off x="4765" y="2749"/>
              <a:ext cx="156" cy="248"/>
            </a:xfrm>
            <a:custGeom>
              <a:avLst/>
              <a:gdLst>
                <a:gd name="T0" fmla="*/ 0 w 156"/>
                <a:gd name="T1" fmla="*/ 248 h 248"/>
                <a:gd name="T2" fmla="*/ 56 w 156"/>
                <a:gd name="T3" fmla="*/ 188 h 248"/>
                <a:gd name="T4" fmla="*/ 89 w 156"/>
                <a:gd name="T5" fmla="*/ 134 h 248"/>
                <a:gd name="T6" fmla="*/ 156 w 156"/>
                <a:gd name="T7" fmla="*/ 0 h 248"/>
                <a:gd name="T8" fmla="*/ 0 60000 65536"/>
                <a:gd name="T9" fmla="*/ 0 60000 65536"/>
                <a:gd name="T10" fmla="*/ 0 60000 65536"/>
                <a:gd name="T11" fmla="*/ 0 60000 65536"/>
                <a:gd name="T12" fmla="*/ 0 w 156"/>
                <a:gd name="T13" fmla="*/ 0 h 248"/>
                <a:gd name="T14" fmla="*/ 156 w 156"/>
                <a:gd name="T15" fmla="*/ 248 h 248"/>
              </a:gdLst>
              <a:ahLst/>
              <a:cxnLst>
                <a:cxn ang="T8">
                  <a:pos x="T0" y="T1"/>
                </a:cxn>
                <a:cxn ang="T9">
                  <a:pos x="T2" y="T3"/>
                </a:cxn>
                <a:cxn ang="T10">
                  <a:pos x="T4" y="T5"/>
                </a:cxn>
                <a:cxn ang="T11">
                  <a:pos x="T6" y="T7"/>
                </a:cxn>
              </a:cxnLst>
              <a:rect l="T12" t="T13" r="T14" b="T15"/>
              <a:pathLst>
                <a:path w="156" h="248">
                  <a:moveTo>
                    <a:pt x="0" y="248"/>
                  </a:moveTo>
                  <a:lnTo>
                    <a:pt x="56" y="188"/>
                  </a:lnTo>
                  <a:lnTo>
                    <a:pt x="89" y="134"/>
                  </a:lnTo>
                  <a:lnTo>
                    <a:pt x="156" y="0"/>
                  </a:lnTo>
                </a:path>
              </a:pathLst>
            </a:custGeom>
            <a:noFill/>
            <a:ln w="9525">
              <a:solidFill>
                <a:schemeClr val="tx1"/>
              </a:solidFill>
              <a:round/>
              <a:headEnd/>
              <a:tailEnd type="triangle" w="med" len="med"/>
            </a:ln>
          </p:spPr>
          <p:txBody>
            <a:bodyPr/>
            <a:lstStyle/>
            <a:p>
              <a:endParaRPr lang="zh-CN" altLang="en-US"/>
            </a:p>
          </p:txBody>
        </p:sp>
        <p:sp>
          <p:nvSpPr>
            <p:cNvPr id="38939" name="Rectangle 156"/>
            <p:cNvSpPr>
              <a:spLocks noChangeArrowheads="1"/>
            </p:cNvSpPr>
            <p:nvPr/>
          </p:nvSpPr>
          <p:spPr bwMode="auto">
            <a:xfrm>
              <a:off x="4241" y="1752"/>
              <a:ext cx="863" cy="277"/>
            </a:xfrm>
            <a:prstGeom prst="rect">
              <a:avLst/>
            </a:prstGeom>
            <a:noFill/>
            <a:ln w="6350">
              <a:noFill/>
              <a:miter lim="800000"/>
              <a:headEnd/>
              <a:tailEnd/>
            </a:ln>
          </p:spPr>
          <p:txBody>
            <a:bodyPr lIns="12700" tIns="12700" rIns="12700" bIns="12700"/>
            <a:lstStyle/>
            <a:p>
              <a:pPr algn="just"/>
              <a:r>
                <a:rPr lang="en-US" altLang="zh-CN" sz="2400" b="1">
                  <a:solidFill>
                    <a:schemeClr val="tx2"/>
                  </a:solidFill>
                  <a:sym typeface="Symbol" pitchFamily="18" charset="2"/>
                </a:rPr>
                <a:t></a:t>
              </a:r>
              <a:r>
                <a:rPr lang="en-US" altLang="zh-CN" sz="2400" b="1" i="1">
                  <a:solidFill>
                    <a:schemeClr val="tx2"/>
                  </a:solidFill>
                  <a:sym typeface="Symbol" pitchFamily="18" charset="2"/>
                </a:rPr>
                <a:t></a:t>
              </a:r>
              <a:r>
                <a:rPr lang="en-US" altLang="zh-CN" sz="2400" b="1">
                  <a:solidFill>
                    <a:schemeClr val="tx2"/>
                  </a:solidFill>
                </a:rPr>
                <a:t> = 7</a:t>
              </a:r>
              <a:r>
                <a:rPr lang="en-US" altLang="zh-CN" sz="2400" b="1">
                  <a:solidFill>
                    <a:schemeClr val="tx2"/>
                  </a:solidFill>
                  <a:sym typeface="Symbol" pitchFamily="18" charset="2"/>
                </a:rPr>
                <a:t></a:t>
              </a:r>
              <a:r>
                <a:rPr lang="en-US" altLang="zh-CN" sz="2400" b="1">
                  <a:solidFill>
                    <a:schemeClr val="tx2"/>
                  </a:solidFill>
                </a:rPr>
                <a:t>/4</a:t>
              </a:r>
              <a:endParaRPr lang="en-US" altLang="zh-CN" sz="2400"/>
            </a:p>
          </p:txBody>
        </p:sp>
      </p:grpSp>
      <p:grpSp>
        <p:nvGrpSpPr>
          <p:cNvPr id="17" name="Group 158"/>
          <p:cNvGrpSpPr>
            <a:grpSpLocks/>
          </p:cNvGrpSpPr>
          <p:nvPr/>
        </p:nvGrpSpPr>
        <p:grpSpPr bwMode="auto">
          <a:xfrm>
            <a:off x="1258888" y="5589588"/>
            <a:ext cx="5534025" cy="481012"/>
            <a:chOff x="384" y="3633"/>
            <a:chExt cx="3486" cy="303"/>
          </a:xfrm>
        </p:grpSpPr>
        <p:sp>
          <p:nvSpPr>
            <p:cNvPr id="38934" name="AutoShape 159"/>
            <p:cNvSpPr>
              <a:spLocks noChangeArrowheads="1"/>
            </p:cNvSpPr>
            <p:nvPr/>
          </p:nvSpPr>
          <p:spPr bwMode="auto">
            <a:xfrm>
              <a:off x="384" y="3696"/>
              <a:ext cx="192" cy="192"/>
            </a:xfrm>
            <a:prstGeom prst="star4">
              <a:avLst>
                <a:gd name="adj" fmla="val 12500"/>
              </a:avLst>
            </a:prstGeom>
            <a:gradFill rotWithShape="1">
              <a:gsLst>
                <a:gs pos="0">
                  <a:srgbClr val="FF6600"/>
                </a:gs>
                <a:gs pos="100000">
                  <a:srgbClr val="762F00"/>
                </a:gs>
              </a:gsLst>
              <a:path path="shape">
                <a:fillToRect l="50000" t="50000" r="50000" b="50000"/>
              </a:path>
            </a:gradFill>
            <a:ln w="9525">
              <a:solidFill>
                <a:schemeClr val="tx2"/>
              </a:solidFill>
              <a:miter lim="800000"/>
              <a:headEnd/>
              <a:tailEnd/>
            </a:ln>
          </p:spPr>
          <p:txBody>
            <a:bodyPr wrap="none" anchor="ctr"/>
            <a:lstStyle/>
            <a:p>
              <a:endParaRPr lang="zh-CN" altLang="en-US"/>
            </a:p>
          </p:txBody>
        </p:sp>
        <p:graphicFrame>
          <p:nvGraphicFramePr>
            <p:cNvPr id="38915" name="Object 4"/>
            <p:cNvGraphicFramePr>
              <a:graphicFrameLocks noChangeAspect="1"/>
            </p:cNvGraphicFramePr>
            <p:nvPr/>
          </p:nvGraphicFramePr>
          <p:xfrm>
            <a:off x="672" y="3661"/>
            <a:ext cx="1152" cy="275"/>
          </p:xfrm>
          <a:graphic>
            <a:graphicData uri="http://schemas.openxmlformats.org/presentationml/2006/ole">
              <p:oleObj spid="_x0000_s38915" name="公式" r:id="rId3" imgW="850680" imgH="203040" progId="Equation.3">
                <p:embed/>
              </p:oleObj>
            </a:graphicData>
          </a:graphic>
        </p:graphicFrame>
        <p:sp>
          <p:nvSpPr>
            <p:cNvPr id="38935" name="Text Box 161"/>
            <p:cNvSpPr txBox="1">
              <a:spLocks noChangeArrowheads="1"/>
            </p:cNvSpPr>
            <p:nvPr/>
          </p:nvSpPr>
          <p:spPr bwMode="auto">
            <a:xfrm>
              <a:off x="1824" y="3633"/>
              <a:ext cx="2046" cy="288"/>
            </a:xfrm>
            <a:prstGeom prst="rect">
              <a:avLst/>
            </a:prstGeom>
            <a:noFill/>
            <a:ln w="9525">
              <a:noFill/>
              <a:miter lim="800000"/>
              <a:headEnd/>
              <a:tailEnd/>
            </a:ln>
          </p:spPr>
          <p:txBody>
            <a:bodyPr wrap="none">
              <a:spAutoFit/>
            </a:bodyPr>
            <a:lstStyle/>
            <a:p>
              <a:pPr algn="l"/>
              <a:r>
                <a:rPr lang="zh-CN" altLang="en-US" sz="2400" b="1">
                  <a:solidFill>
                    <a:schemeClr val="tx2"/>
                  </a:solidFill>
                </a:rPr>
                <a:t>时，逆时针方向转动。</a:t>
              </a:r>
              <a:endParaRPr lang="zh-CN" altLang="en-US" sz="2400">
                <a:solidFill>
                  <a:schemeClr val="tx2"/>
                </a:solidFill>
              </a:endParaRPr>
            </a:p>
          </p:txBody>
        </p:sp>
      </p:grpSp>
      <p:grpSp>
        <p:nvGrpSpPr>
          <p:cNvPr id="18" name="Group 162"/>
          <p:cNvGrpSpPr>
            <a:grpSpLocks/>
          </p:cNvGrpSpPr>
          <p:nvPr/>
        </p:nvGrpSpPr>
        <p:grpSpPr bwMode="auto">
          <a:xfrm>
            <a:off x="1258888" y="6165850"/>
            <a:ext cx="5495925" cy="481013"/>
            <a:chOff x="384" y="3921"/>
            <a:chExt cx="3462" cy="303"/>
          </a:xfrm>
        </p:grpSpPr>
        <p:sp>
          <p:nvSpPr>
            <p:cNvPr id="38932" name="AutoShape 163"/>
            <p:cNvSpPr>
              <a:spLocks noChangeArrowheads="1"/>
            </p:cNvSpPr>
            <p:nvPr/>
          </p:nvSpPr>
          <p:spPr bwMode="auto">
            <a:xfrm>
              <a:off x="384" y="3984"/>
              <a:ext cx="192" cy="192"/>
            </a:xfrm>
            <a:prstGeom prst="star4">
              <a:avLst>
                <a:gd name="adj" fmla="val 12500"/>
              </a:avLst>
            </a:prstGeom>
            <a:gradFill rotWithShape="1">
              <a:gsLst>
                <a:gs pos="0">
                  <a:srgbClr val="FF6600"/>
                </a:gs>
                <a:gs pos="100000">
                  <a:srgbClr val="762F00"/>
                </a:gs>
              </a:gsLst>
              <a:path path="shape">
                <a:fillToRect l="50000" t="50000" r="50000" b="50000"/>
              </a:path>
            </a:gradFill>
            <a:ln w="9525">
              <a:solidFill>
                <a:schemeClr val="tx2"/>
              </a:solidFill>
              <a:miter lim="800000"/>
              <a:headEnd/>
              <a:tailEnd/>
            </a:ln>
          </p:spPr>
          <p:txBody>
            <a:bodyPr wrap="none" anchor="ctr"/>
            <a:lstStyle/>
            <a:p>
              <a:endParaRPr lang="zh-CN" altLang="en-US"/>
            </a:p>
          </p:txBody>
        </p:sp>
        <p:graphicFrame>
          <p:nvGraphicFramePr>
            <p:cNvPr id="38914" name="Object 3"/>
            <p:cNvGraphicFramePr>
              <a:graphicFrameLocks noChangeAspect="1"/>
            </p:cNvGraphicFramePr>
            <p:nvPr/>
          </p:nvGraphicFramePr>
          <p:xfrm>
            <a:off x="827" y="3949"/>
            <a:ext cx="997" cy="275"/>
          </p:xfrm>
          <a:graphic>
            <a:graphicData uri="http://schemas.openxmlformats.org/presentationml/2006/ole">
              <p:oleObj spid="_x0000_s38914" name="公式" r:id="rId4" imgW="736560" imgH="203040" progId="Equation.3">
                <p:embed/>
              </p:oleObj>
            </a:graphicData>
          </a:graphic>
        </p:graphicFrame>
        <p:sp>
          <p:nvSpPr>
            <p:cNvPr id="38933" name="Text Box 165"/>
            <p:cNvSpPr txBox="1">
              <a:spLocks noChangeArrowheads="1"/>
            </p:cNvSpPr>
            <p:nvPr/>
          </p:nvSpPr>
          <p:spPr bwMode="auto">
            <a:xfrm>
              <a:off x="1800" y="3921"/>
              <a:ext cx="2046" cy="288"/>
            </a:xfrm>
            <a:prstGeom prst="rect">
              <a:avLst/>
            </a:prstGeom>
            <a:noFill/>
            <a:ln w="9525">
              <a:noFill/>
              <a:miter lim="800000"/>
              <a:headEnd/>
              <a:tailEnd/>
            </a:ln>
          </p:spPr>
          <p:txBody>
            <a:bodyPr wrap="none">
              <a:spAutoFit/>
            </a:bodyPr>
            <a:lstStyle/>
            <a:p>
              <a:pPr algn="l"/>
              <a:r>
                <a:rPr lang="zh-CN" altLang="en-US" sz="2400" b="1">
                  <a:solidFill>
                    <a:schemeClr val="tx2"/>
                  </a:solidFill>
                </a:rPr>
                <a:t>时，顺时针方向转动。</a:t>
              </a:r>
              <a:endParaRPr lang="zh-CN" altLang="en-US" sz="2400">
                <a:solidFill>
                  <a:schemeClr val="tx2"/>
                </a:solidFill>
              </a:endParaRPr>
            </a:p>
          </p:txBody>
        </p:sp>
      </p:grpSp>
      <p:grpSp>
        <p:nvGrpSpPr>
          <p:cNvPr id="19" name="Group 171"/>
          <p:cNvGrpSpPr>
            <a:grpSpLocks/>
          </p:cNvGrpSpPr>
          <p:nvPr/>
        </p:nvGrpSpPr>
        <p:grpSpPr bwMode="auto">
          <a:xfrm>
            <a:off x="1258888" y="2852738"/>
            <a:ext cx="1350962" cy="2447925"/>
            <a:chOff x="793" y="1797"/>
            <a:chExt cx="851" cy="1542"/>
          </a:xfrm>
        </p:grpSpPr>
        <p:sp>
          <p:nvSpPr>
            <p:cNvPr id="38926" name="Line 108"/>
            <p:cNvSpPr>
              <a:spLocks noChangeShapeType="1"/>
            </p:cNvSpPr>
            <p:nvPr/>
          </p:nvSpPr>
          <p:spPr bwMode="auto">
            <a:xfrm>
              <a:off x="794" y="2069"/>
              <a:ext cx="800" cy="1270"/>
            </a:xfrm>
            <a:prstGeom prst="line">
              <a:avLst/>
            </a:prstGeom>
            <a:noFill/>
            <a:ln w="28575">
              <a:solidFill>
                <a:srgbClr val="FF0000"/>
              </a:solidFill>
              <a:round/>
              <a:headEnd type="stealth" w="med" len="lg"/>
              <a:tailEnd type="stealth" w="med" len="lg"/>
            </a:ln>
          </p:spPr>
          <p:txBody>
            <a:bodyPr/>
            <a:lstStyle/>
            <a:p>
              <a:endParaRPr lang="zh-CN" altLang="en-US"/>
            </a:p>
          </p:txBody>
        </p:sp>
        <p:grpSp>
          <p:nvGrpSpPr>
            <p:cNvPr id="38927" name="Group 126"/>
            <p:cNvGrpSpPr>
              <a:grpSpLocks/>
            </p:cNvGrpSpPr>
            <p:nvPr/>
          </p:nvGrpSpPr>
          <p:grpSpPr bwMode="auto">
            <a:xfrm>
              <a:off x="794" y="2069"/>
              <a:ext cx="771" cy="1270"/>
              <a:chOff x="793" y="527"/>
              <a:chExt cx="817" cy="1315"/>
            </a:xfrm>
          </p:grpSpPr>
          <p:sp>
            <p:nvSpPr>
              <p:cNvPr id="38929" name="Rectangle 127"/>
              <p:cNvSpPr>
                <a:spLocks noChangeArrowheads="1"/>
              </p:cNvSpPr>
              <p:nvPr/>
            </p:nvSpPr>
            <p:spPr bwMode="auto">
              <a:xfrm>
                <a:off x="793" y="527"/>
                <a:ext cx="817" cy="1315"/>
              </a:xfrm>
              <a:prstGeom prst="rect">
                <a:avLst/>
              </a:prstGeom>
              <a:noFill/>
              <a:ln w="9525">
                <a:solidFill>
                  <a:srgbClr val="FFCC00"/>
                </a:solidFill>
                <a:miter lim="800000"/>
                <a:headEnd/>
                <a:tailEnd/>
              </a:ln>
            </p:spPr>
            <p:txBody>
              <a:bodyPr wrap="none" anchor="ctr"/>
              <a:lstStyle/>
              <a:p>
                <a:endParaRPr lang="zh-CN" altLang="en-US"/>
              </a:p>
            </p:txBody>
          </p:sp>
          <p:sp>
            <p:nvSpPr>
              <p:cNvPr id="38930" name="Line 128"/>
              <p:cNvSpPr>
                <a:spLocks noChangeShapeType="1"/>
              </p:cNvSpPr>
              <p:nvPr/>
            </p:nvSpPr>
            <p:spPr bwMode="auto">
              <a:xfrm>
                <a:off x="1202" y="527"/>
                <a:ext cx="0" cy="1315"/>
              </a:xfrm>
              <a:prstGeom prst="line">
                <a:avLst/>
              </a:prstGeom>
              <a:noFill/>
              <a:ln w="9525">
                <a:solidFill>
                  <a:srgbClr val="FFCC00"/>
                </a:solidFill>
                <a:round/>
                <a:headEnd/>
                <a:tailEnd/>
              </a:ln>
            </p:spPr>
            <p:txBody>
              <a:bodyPr/>
              <a:lstStyle/>
              <a:p>
                <a:endParaRPr lang="zh-CN" altLang="en-US"/>
              </a:p>
            </p:txBody>
          </p:sp>
          <p:sp>
            <p:nvSpPr>
              <p:cNvPr id="38931" name="Line 129"/>
              <p:cNvSpPr>
                <a:spLocks noChangeShapeType="1"/>
              </p:cNvSpPr>
              <p:nvPr/>
            </p:nvSpPr>
            <p:spPr bwMode="auto">
              <a:xfrm>
                <a:off x="793" y="1162"/>
                <a:ext cx="817" cy="0"/>
              </a:xfrm>
              <a:prstGeom prst="line">
                <a:avLst/>
              </a:prstGeom>
              <a:noFill/>
              <a:ln w="9525">
                <a:solidFill>
                  <a:srgbClr val="FFCC00"/>
                </a:solidFill>
                <a:round/>
                <a:headEnd/>
                <a:tailEnd/>
              </a:ln>
            </p:spPr>
            <p:txBody>
              <a:bodyPr/>
              <a:lstStyle/>
              <a:p>
                <a:endParaRPr lang="zh-CN" altLang="en-US"/>
              </a:p>
            </p:txBody>
          </p:sp>
        </p:grpSp>
        <p:sp>
          <p:nvSpPr>
            <p:cNvPr id="38928" name="Rectangle 157"/>
            <p:cNvSpPr>
              <a:spLocks noChangeArrowheads="1"/>
            </p:cNvSpPr>
            <p:nvPr/>
          </p:nvSpPr>
          <p:spPr bwMode="auto">
            <a:xfrm>
              <a:off x="793" y="1797"/>
              <a:ext cx="851" cy="253"/>
            </a:xfrm>
            <a:prstGeom prst="rect">
              <a:avLst/>
            </a:prstGeom>
            <a:noFill/>
            <a:ln w="6350">
              <a:noFill/>
              <a:miter lim="800000"/>
              <a:headEnd/>
              <a:tailEnd/>
            </a:ln>
          </p:spPr>
          <p:txBody>
            <a:bodyPr lIns="12700" tIns="12700" rIns="12700" bIns="12700"/>
            <a:lstStyle/>
            <a:p>
              <a:pPr algn="just"/>
              <a:r>
                <a:rPr lang="en-US" altLang="zh-CN" sz="2400" b="1">
                  <a:solidFill>
                    <a:schemeClr val="tx2"/>
                  </a:solidFill>
                  <a:sym typeface="Symbol" pitchFamily="18" charset="2"/>
                </a:rPr>
                <a:t></a:t>
              </a:r>
              <a:r>
                <a:rPr lang="en-US" altLang="zh-CN" sz="2400" b="1" i="1">
                  <a:solidFill>
                    <a:schemeClr val="tx2"/>
                  </a:solidFill>
                  <a:sym typeface="Symbol" pitchFamily="18" charset="2"/>
                </a:rPr>
                <a:t></a:t>
              </a:r>
              <a:r>
                <a:rPr lang="en-US" altLang="zh-CN" sz="2400" b="1">
                  <a:solidFill>
                    <a:schemeClr val="tx2"/>
                  </a:solidFill>
                </a:rPr>
                <a:t> = </a:t>
              </a:r>
              <a:r>
                <a:rPr lang="en-US" altLang="zh-CN" sz="2400" b="1">
                  <a:solidFill>
                    <a:schemeClr val="tx2"/>
                  </a:solidFill>
                  <a:sym typeface="Symbol" pitchFamily="18" charset="2"/>
                </a:rPr>
                <a:t></a:t>
              </a:r>
              <a:endParaRPr lang="en-US" altLang="zh-CN"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2" name="Text Box 4"/>
          <p:cNvSpPr txBox="1">
            <a:spLocks noChangeArrowheads="1"/>
          </p:cNvSpPr>
          <p:nvPr/>
        </p:nvSpPr>
        <p:spPr bwMode="auto">
          <a:xfrm>
            <a:off x="609600" y="914400"/>
            <a:ext cx="8001000" cy="457200"/>
          </a:xfrm>
          <a:prstGeom prst="rect">
            <a:avLst/>
          </a:prstGeom>
          <a:noFill/>
          <a:ln w="9525">
            <a:noFill/>
            <a:miter lim="800000"/>
            <a:headEnd/>
            <a:tailEnd/>
          </a:ln>
        </p:spPr>
        <p:txBody>
          <a:bodyPr lIns="90000" tIns="46800" rIns="90000" bIns="46800">
            <a:spAutoFit/>
          </a:bodyPr>
          <a:lstStyle/>
          <a:p>
            <a:pPr algn="l" eaLnBrk="0" hangingPunct="0"/>
            <a:r>
              <a:rPr kumimoji="0" lang="zh-CN" altLang="en-US" sz="2400" b="1">
                <a:solidFill>
                  <a:srgbClr val="FF0000"/>
                </a:solidFill>
                <a:latin typeface="宋体" pitchFamily="2" charset="-122"/>
              </a:rPr>
              <a:t>相互垂直、</a:t>
            </a:r>
            <a:r>
              <a:rPr kumimoji="0" lang="zh-CN" altLang="en-US" sz="2400" b="1">
                <a:solidFill>
                  <a:srgbClr val="FF0000"/>
                </a:solidFill>
                <a:latin typeface="隶书" pitchFamily="49" charset="-122"/>
              </a:rPr>
              <a:t>频率相同</a:t>
            </a:r>
            <a:r>
              <a:rPr kumimoji="0" lang="zh-CN" altLang="en-US" sz="2400" b="1">
                <a:latin typeface="宋体" pitchFamily="2" charset="-122"/>
              </a:rPr>
              <a:t>的两列谐振的合振动轨迹有如下规律</a:t>
            </a:r>
            <a:r>
              <a:rPr kumimoji="0" lang="en-US" altLang="zh-CN" sz="2400" b="1">
                <a:latin typeface="宋体" pitchFamily="2" charset="-122"/>
              </a:rPr>
              <a:t>:</a:t>
            </a:r>
            <a:endParaRPr kumimoji="0" lang="en-US" altLang="zh-CN" sz="2400" b="1">
              <a:latin typeface="Garamond" pitchFamily="18" charset="0"/>
            </a:endParaRPr>
          </a:p>
        </p:txBody>
      </p:sp>
      <p:grpSp>
        <p:nvGrpSpPr>
          <p:cNvPr id="39943" name="Group 5"/>
          <p:cNvGrpSpPr>
            <a:grpSpLocks/>
          </p:cNvGrpSpPr>
          <p:nvPr/>
        </p:nvGrpSpPr>
        <p:grpSpPr bwMode="auto">
          <a:xfrm>
            <a:off x="0" y="1500188"/>
            <a:ext cx="9286875" cy="4711700"/>
            <a:chOff x="155" y="748"/>
            <a:chExt cx="5241" cy="2968"/>
          </a:xfrm>
        </p:grpSpPr>
        <p:sp>
          <p:nvSpPr>
            <p:cNvPr id="39944" name="Text Box 6"/>
            <p:cNvSpPr txBox="1">
              <a:spLocks noChangeArrowheads="1"/>
            </p:cNvSpPr>
            <p:nvPr/>
          </p:nvSpPr>
          <p:spPr bwMode="auto">
            <a:xfrm>
              <a:off x="155" y="748"/>
              <a:ext cx="5241" cy="2968"/>
            </a:xfrm>
            <a:prstGeom prst="rect">
              <a:avLst/>
            </a:prstGeom>
            <a:noFill/>
            <a:ln w="9525">
              <a:noFill/>
              <a:miter lim="800000"/>
              <a:headEnd/>
              <a:tailEnd/>
            </a:ln>
          </p:spPr>
          <p:txBody>
            <a:bodyPr lIns="90000" tIns="46800" rIns="90000" bIns="46800">
              <a:spAutoFit/>
            </a:bodyPr>
            <a:lstStyle/>
            <a:p>
              <a:pPr algn="l" eaLnBrk="0" hangingPunct="0">
                <a:lnSpc>
                  <a:spcPct val="125000"/>
                </a:lnSpc>
              </a:pPr>
              <a:r>
                <a:rPr kumimoji="0" lang="en-US" altLang="zh-CN" sz="2400" b="1">
                  <a:latin typeface="宋体" pitchFamily="2" charset="-122"/>
                </a:rPr>
                <a:t>   (1)</a:t>
              </a:r>
              <a:r>
                <a:rPr kumimoji="0" lang="zh-CN" altLang="en-US" sz="2400" b="1">
                  <a:latin typeface="宋体" pitchFamily="2" charset="-122"/>
                </a:rPr>
                <a:t>一般情况下轨迹为</a:t>
              </a:r>
              <a:r>
                <a:rPr kumimoji="0" lang="zh-CN" altLang="en-US" sz="2400" b="1">
                  <a:solidFill>
                    <a:srgbClr val="FF6600"/>
                  </a:solidFill>
                  <a:latin typeface="宋体" pitchFamily="2" charset="-122"/>
                </a:rPr>
                <a:t>椭圆</a:t>
              </a:r>
              <a:r>
                <a:rPr kumimoji="0" lang="en-US" altLang="zh-CN" sz="2400" b="1">
                  <a:latin typeface="宋体" pitchFamily="2" charset="-122"/>
                </a:rPr>
                <a:t>;</a:t>
              </a:r>
            </a:p>
            <a:p>
              <a:pPr algn="l" eaLnBrk="0" hangingPunct="0">
                <a:lnSpc>
                  <a:spcPct val="125000"/>
                </a:lnSpc>
              </a:pPr>
              <a:endParaRPr kumimoji="0" lang="en-US" altLang="zh-CN" sz="2400" b="1">
                <a:latin typeface="宋体" pitchFamily="2" charset="-122"/>
              </a:endParaRPr>
            </a:p>
            <a:p>
              <a:pPr algn="l" eaLnBrk="0" hangingPunct="0">
                <a:lnSpc>
                  <a:spcPct val="125000"/>
                </a:lnSpc>
              </a:pPr>
              <a:r>
                <a:rPr kumimoji="0" lang="en-US" altLang="zh-CN" sz="2400" b="1">
                  <a:latin typeface="宋体" pitchFamily="2" charset="-122"/>
                </a:rPr>
                <a:t>   (2)                         </a:t>
              </a:r>
              <a:r>
                <a:rPr kumimoji="0" lang="zh-CN" altLang="en-US" sz="2400" b="1">
                  <a:latin typeface="宋体" pitchFamily="2" charset="-122"/>
                </a:rPr>
                <a:t>时</a:t>
              </a:r>
              <a:r>
                <a:rPr kumimoji="0" lang="en-US" altLang="zh-CN" sz="2400" b="1">
                  <a:latin typeface="宋体" pitchFamily="2" charset="-122"/>
                </a:rPr>
                <a:t>,</a:t>
              </a:r>
              <a:r>
                <a:rPr kumimoji="0" lang="zh-CN" altLang="en-US" sz="2400" b="1">
                  <a:latin typeface="宋体" pitchFamily="2" charset="-122"/>
                </a:rPr>
                <a:t>退化为</a:t>
              </a:r>
              <a:r>
                <a:rPr kumimoji="0" lang="zh-CN" altLang="en-US" sz="2400" b="1">
                  <a:solidFill>
                    <a:srgbClr val="FF6600"/>
                  </a:solidFill>
                  <a:latin typeface="宋体" pitchFamily="2" charset="-122"/>
                </a:rPr>
                <a:t>直线</a:t>
              </a:r>
              <a:r>
                <a:rPr kumimoji="0" lang="en-US" altLang="zh-CN" sz="2400" b="1">
                  <a:latin typeface="宋体" pitchFamily="2" charset="-122"/>
                </a:rPr>
                <a:t>;</a:t>
              </a:r>
            </a:p>
            <a:p>
              <a:pPr algn="l" eaLnBrk="0" hangingPunct="0">
                <a:lnSpc>
                  <a:spcPct val="125000"/>
                </a:lnSpc>
              </a:pPr>
              <a:endParaRPr kumimoji="0" lang="en-US" altLang="zh-CN" sz="2400" b="1">
                <a:latin typeface="宋体" pitchFamily="2" charset="-122"/>
              </a:endParaRPr>
            </a:p>
            <a:p>
              <a:pPr algn="l" eaLnBrk="0" hangingPunct="0">
                <a:lnSpc>
                  <a:spcPct val="125000"/>
                </a:lnSpc>
              </a:pPr>
              <a:r>
                <a:rPr kumimoji="0" lang="en-US" altLang="zh-CN" sz="2400" b="1">
                  <a:latin typeface="宋体" pitchFamily="2" charset="-122"/>
                </a:rPr>
                <a:t>   (3)                     </a:t>
              </a:r>
              <a:r>
                <a:rPr kumimoji="0" lang="zh-CN" altLang="en-US" sz="2400" b="1">
                  <a:latin typeface="宋体" pitchFamily="2" charset="-122"/>
                </a:rPr>
                <a:t>时</a:t>
              </a:r>
              <a:r>
                <a:rPr kumimoji="0" lang="en-US" altLang="zh-CN" sz="2400" b="1">
                  <a:latin typeface="宋体" pitchFamily="2" charset="-122"/>
                </a:rPr>
                <a:t>,</a:t>
              </a:r>
              <a:r>
                <a:rPr kumimoji="0" lang="zh-CN" altLang="en-US" sz="2400" b="1">
                  <a:latin typeface="宋体" pitchFamily="2" charset="-122"/>
                </a:rPr>
                <a:t>为正椭圆</a:t>
              </a:r>
              <a:r>
                <a:rPr kumimoji="0" lang="en-US" altLang="zh-CN" sz="2400" b="1">
                  <a:latin typeface="宋体" pitchFamily="2" charset="-122"/>
                </a:rPr>
                <a:t>,</a:t>
              </a:r>
              <a:r>
                <a:rPr kumimoji="0" lang="zh-CN" altLang="en-US" sz="2400" b="1">
                  <a:latin typeface="宋体" pitchFamily="2" charset="-122"/>
                </a:rPr>
                <a:t>若</a:t>
              </a:r>
              <a:r>
                <a:rPr kumimoji="0" lang="en-US" altLang="zh-CN" sz="2400" b="1" i="1">
                  <a:latin typeface="宋体" pitchFamily="2" charset="-122"/>
                </a:rPr>
                <a:t>A</a:t>
              </a:r>
              <a:r>
                <a:rPr kumimoji="0" lang="en-US" altLang="zh-CN" sz="2400" b="1" baseline="-25000">
                  <a:latin typeface="宋体" pitchFamily="2" charset="-122"/>
                </a:rPr>
                <a:t>1</a:t>
              </a:r>
              <a:r>
                <a:rPr kumimoji="0" lang="en-US" altLang="zh-CN" sz="2400" b="1">
                  <a:latin typeface="宋体" pitchFamily="2" charset="-122"/>
                </a:rPr>
                <a:t>=</a:t>
              </a:r>
              <a:r>
                <a:rPr kumimoji="0" lang="en-US" altLang="zh-CN" sz="2400" b="1" i="1">
                  <a:latin typeface="宋体" pitchFamily="2" charset="-122"/>
                </a:rPr>
                <a:t>A</a:t>
              </a:r>
              <a:r>
                <a:rPr kumimoji="0" lang="en-US" altLang="zh-CN" sz="2400" b="1" baseline="-25000">
                  <a:latin typeface="宋体" pitchFamily="2" charset="-122"/>
                </a:rPr>
                <a:t>2</a:t>
              </a:r>
              <a:r>
                <a:rPr kumimoji="0" lang="en-US" altLang="zh-CN" sz="2400" b="1">
                  <a:latin typeface="宋体" pitchFamily="2" charset="-122"/>
                </a:rPr>
                <a:t>,</a:t>
              </a:r>
              <a:r>
                <a:rPr kumimoji="0" lang="zh-CN" altLang="en-US" sz="2400" b="1">
                  <a:latin typeface="宋体" pitchFamily="2" charset="-122"/>
                </a:rPr>
                <a:t>则退化为</a:t>
              </a:r>
              <a:r>
                <a:rPr kumimoji="0" lang="zh-CN" altLang="en-US" sz="2400" b="1">
                  <a:solidFill>
                    <a:srgbClr val="FF6600"/>
                  </a:solidFill>
                  <a:latin typeface="宋体" pitchFamily="2" charset="-122"/>
                </a:rPr>
                <a:t>圆。</a:t>
              </a:r>
              <a:endParaRPr kumimoji="0" lang="en-US" altLang="zh-CN" sz="2400" b="1">
                <a:solidFill>
                  <a:srgbClr val="FF6600"/>
                </a:solidFill>
                <a:latin typeface="宋体" pitchFamily="2" charset="-122"/>
              </a:endParaRPr>
            </a:p>
            <a:p>
              <a:pPr algn="l" eaLnBrk="0" hangingPunct="0">
                <a:lnSpc>
                  <a:spcPct val="125000"/>
                </a:lnSpc>
              </a:pPr>
              <a:endParaRPr kumimoji="0" lang="en-US" altLang="zh-CN" sz="2400" b="1">
                <a:solidFill>
                  <a:srgbClr val="FF6600"/>
                </a:solidFill>
                <a:latin typeface="宋体" pitchFamily="2" charset="-122"/>
              </a:endParaRPr>
            </a:p>
            <a:p>
              <a:pPr algn="l" eaLnBrk="0" hangingPunct="0">
                <a:lnSpc>
                  <a:spcPct val="125000"/>
                </a:lnSpc>
              </a:pPr>
              <a:r>
                <a:rPr kumimoji="0" lang="en-US" altLang="zh-CN" sz="2400" b="1">
                  <a:latin typeface="宋体" pitchFamily="2" charset="-122"/>
                </a:rPr>
                <a:t>   (</a:t>
              </a:r>
              <a:r>
                <a:rPr kumimoji="0" lang="en-US" altLang="zh-CN" sz="2400">
                  <a:latin typeface="宋体" pitchFamily="2" charset="-122"/>
                </a:rPr>
                <a:t>4</a:t>
              </a:r>
              <a:r>
                <a:rPr kumimoji="0" lang="en-US" altLang="zh-CN" sz="2400" b="1">
                  <a:latin typeface="宋体" pitchFamily="2" charset="-122"/>
                </a:rPr>
                <a:t>) </a:t>
              </a:r>
              <a:r>
                <a:rPr kumimoji="0" lang="zh-CN" altLang="en-US" sz="2400" b="1">
                  <a:latin typeface="宋体" pitchFamily="2" charset="-122"/>
                </a:rPr>
                <a:t>椭圆轨迹</a:t>
              </a:r>
              <a:r>
                <a:rPr kumimoji="0" lang="zh-CN" altLang="en-US" sz="2400" b="1">
                  <a:solidFill>
                    <a:srgbClr val="FF6600"/>
                  </a:solidFill>
                  <a:latin typeface="宋体" pitchFamily="2" charset="-122"/>
                </a:rPr>
                <a:t>内切于</a:t>
              </a:r>
              <a:r>
                <a:rPr kumimoji="0" lang="zh-CN" altLang="en-US" sz="2400" b="1">
                  <a:latin typeface="宋体" pitchFamily="2" charset="-122"/>
                </a:rPr>
                <a:t>边长为</a:t>
              </a:r>
              <a:r>
                <a:rPr kumimoji="0" lang="en-US" altLang="zh-CN" sz="2400" b="1">
                  <a:latin typeface="宋体" pitchFamily="2" charset="-122"/>
                </a:rPr>
                <a:t>2</a:t>
              </a:r>
              <a:r>
                <a:rPr kumimoji="0" lang="en-US" altLang="zh-CN" sz="2400" b="1" i="1">
                  <a:latin typeface="宋体" pitchFamily="2" charset="-122"/>
                </a:rPr>
                <a:t>A</a:t>
              </a:r>
              <a:r>
                <a:rPr kumimoji="0" lang="en-US" altLang="zh-CN" sz="2400" b="1" baseline="-25000">
                  <a:latin typeface="宋体" pitchFamily="2" charset="-122"/>
                </a:rPr>
                <a:t>1</a:t>
              </a:r>
              <a:r>
                <a:rPr kumimoji="0" lang="zh-CN" altLang="en-US" sz="2400" b="1">
                  <a:latin typeface="宋体" pitchFamily="2" charset="-122"/>
                </a:rPr>
                <a:t>和</a:t>
              </a:r>
              <a:r>
                <a:rPr kumimoji="0" lang="en-US" altLang="zh-CN" sz="2400" b="1">
                  <a:latin typeface="宋体" pitchFamily="2" charset="-122"/>
                </a:rPr>
                <a:t>2</a:t>
              </a:r>
              <a:r>
                <a:rPr kumimoji="0" lang="en-US" altLang="zh-CN" sz="2400" b="1" i="1">
                  <a:latin typeface="宋体" pitchFamily="2" charset="-122"/>
                </a:rPr>
                <a:t>A</a:t>
              </a:r>
              <a:r>
                <a:rPr kumimoji="0" lang="en-US" altLang="zh-CN" sz="2400" b="1" baseline="-25000">
                  <a:latin typeface="宋体" pitchFamily="2" charset="-122"/>
                </a:rPr>
                <a:t>2</a:t>
              </a:r>
              <a:r>
                <a:rPr kumimoji="0" lang="zh-CN" altLang="en-US" sz="2400" b="1">
                  <a:latin typeface="宋体" pitchFamily="2" charset="-122"/>
                </a:rPr>
                <a:t>的</a:t>
              </a:r>
              <a:r>
                <a:rPr kumimoji="0" lang="zh-CN" altLang="en-US" sz="2400" b="1">
                  <a:solidFill>
                    <a:srgbClr val="FF6600"/>
                  </a:solidFill>
                  <a:latin typeface="宋体" pitchFamily="2" charset="-122"/>
                </a:rPr>
                <a:t>矩形</a:t>
              </a:r>
              <a:r>
                <a:rPr kumimoji="0" lang="en-US" altLang="zh-CN" sz="2400" b="1">
                  <a:latin typeface="宋体" pitchFamily="2" charset="-122"/>
                </a:rPr>
                <a:t>;</a:t>
              </a:r>
            </a:p>
            <a:p>
              <a:pPr algn="l" eaLnBrk="0" hangingPunct="0">
                <a:lnSpc>
                  <a:spcPct val="125000"/>
                </a:lnSpc>
              </a:pPr>
              <a:endParaRPr kumimoji="0" lang="en-US" altLang="zh-CN" sz="2400" b="1">
                <a:latin typeface="宋体" pitchFamily="2" charset="-122"/>
              </a:endParaRPr>
            </a:p>
            <a:p>
              <a:pPr algn="l" eaLnBrk="0" hangingPunct="0">
                <a:lnSpc>
                  <a:spcPct val="125000"/>
                </a:lnSpc>
              </a:pPr>
              <a:r>
                <a:rPr kumimoji="0" lang="en-US" altLang="zh-CN" sz="2400" b="1">
                  <a:latin typeface="宋体" pitchFamily="2" charset="-122"/>
                </a:rPr>
                <a:t>   (5)            </a:t>
              </a:r>
              <a:r>
                <a:rPr kumimoji="0" lang="zh-CN" altLang="en-US" sz="2400" b="1">
                  <a:latin typeface="宋体" pitchFamily="2" charset="-122"/>
                </a:rPr>
                <a:t>时</a:t>
              </a:r>
              <a:r>
                <a:rPr kumimoji="0" lang="en-US" altLang="zh-CN" sz="2400" b="1">
                  <a:latin typeface="宋体" pitchFamily="2" charset="-122"/>
                </a:rPr>
                <a:t>,</a:t>
              </a:r>
              <a:r>
                <a:rPr kumimoji="0" lang="zh-CN" altLang="en-US" sz="2400" b="1">
                  <a:latin typeface="宋体" pitchFamily="2" charset="-122"/>
                </a:rPr>
                <a:t>椭圆</a:t>
              </a:r>
              <a:r>
                <a:rPr kumimoji="0" lang="zh-CN" altLang="en-US" sz="2400" b="1">
                  <a:solidFill>
                    <a:srgbClr val="FF6600"/>
                  </a:solidFill>
                  <a:latin typeface="宋体" pitchFamily="2" charset="-122"/>
                </a:rPr>
                <a:t>顺时针方向转</a:t>
              </a:r>
              <a:r>
                <a:rPr kumimoji="0" lang="en-US" altLang="zh-CN" sz="2400" b="1">
                  <a:latin typeface="宋体" pitchFamily="2" charset="-122"/>
                </a:rPr>
                <a:t>;     </a:t>
              </a:r>
            </a:p>
            <a:p>
              <a:pPr algn="l" eaLnBrk="0" hangingPunct="0">
                <a:lnSpc>
                  <a:spcPct val="125000"/>
                </a:lnSpc>
              </a:pPr>
              <a:r>
                <a:rPr kumimoji="0" lang="en-US" altLang="zh-CN" sz="2400" b="1">
                  <a:latin typeface="宋体" pitchFamily="2" charset="-122"/>
                </a:rPr>
                <a:t>                                 </a:t>
              </a:r>
              <a:r>
                <a:rPr kumimoji="0" lang="zh-CN" altLang="en-US" sz="2400" b="1">
                  <a:latin typeface="宋体" pitchFamily="2" charset="-122"/>
                </a:rPr>
                <a:t>椭圆</a:t>
              </a:r>
              <a:r>
                <a:rPr kumimoji="0" lang="zh-CN" altLang="en-US" sz="2400" b="1">
                  <a:solidFill>
                    <a:srgbClr val="FF6600"/>
                  </a:solidFill>
                  <a:latin typeface="宋体" pitchFamily="2" charset="-122"/>
                </a:rPr>
                <a:t>逆时针方向转</a:t>
              </a:r>
              <a:r>
                <a:rPr kumimoji="0" lang="en-US" altLang="zh-CN" sz="2400" b="1">
                  <a:latin typeface="宋体" pitchFamily="2" charset="-122"/>
                </a:rPr>
                <a:t>.</a:t>
              </a:r>
            </a:p>
          </p:txBody>
        </p:sp>
        <p:graphicFrame>
          <p:nvGraphicFramePr>
            <p:cNvPr id="39938" name="Object 7"/>
            <p:cNvGraphicFramePr>
              <a:graphicFrameLocks noChangeAspect="1"/>
            </p:cNvGraphicFramePr>
            <p:nvPr/>
          </p:nvGraphicFramePr>
          <p:xfrm>
            <a:off x="823" y="1333"/>
            <a:ext cx="2056" cy="269"/>
          </p:xfrm>
          <a:graphic>
            <a:graphicData uri="http://schemas.openxmlformats.org/presentationml/2006/ole">
              <p:oleObj spid="_x0000_s39938" name="Equation" r:id="rId3" imgW="1650960" imgH="215640" progId="Equation.3">
                <p:embed/>
              </p:oleObj>
            </a:graphicData>
          </a:graphic>
        </p:graphicFrame>
        <p:graphicFrame>
          <p:nvGraphicFramePr>
            <p:cNvPr id="39939" name="Object 8"/>
            <p:cNvGraphicFramePr>
              <a:graphicFrameLocks noChangeAspect="1"/>
            </p:cNvGraphicFramePr>
            <p:nvPr/>
          </p:nvGraphicFramePr>
          <p:xfrm>
            <a:off x="857" y="1866"/>
            <a:ext cx="1728" cy="412"/>
          </p:xfrm>
          <a:graphic>
            <a:graphicData uri="http://schemas.openxmlformats.org/presentationml/2006/ole">
              <p:oleObj spid="_x0000_s39939" name="Equation" r:id="rId4" imgW="1650960" imgH="393480" progId="Equation.3">
                <p:embed/>
              </p:oleObj>
            </a:graphicData>
          </a:graphic>
        </p:graphicFrame>
        <p:graphicFrame>
          <p:nvGraphicFramePr>
            <p:cNvPr id="39940" name="Object 9"/>
            <p:cNvGraphicFramePr>
              <a:graphicFrameLocks noChangeAspect="1"/>
            </p:cNvGraphicFramePr>
            <p:nvPr/>
          </p:nvGraphicFramePr>
          <p:xfrm>
            <a:off x="856" y="3106"/>
            <a:ext cx="912" cy="252"/>
          </p:xfrm>
          <a:graphic>
            <a:graphicData uri="http://schemas.openxmlformats.org/presentationml/2006/ole">
              <p:oleObj spid="_x0000_s39940" name="Equation" r:id="rId5" imgW="736560" imgH="203040" progId="Equation.3">
                <p:embed/>
              </p:oleObj>
            </a:graphicData>
          </a:graphic>
        </p:graphicFrame>
        <p:graphicFrame>
          <p:nvGraphicFramePr>
            <p:cNvPr id="39941" name="Object 10"/>
            <p:cNvGraphicFramePr>
              <a:graphicFrameLocks noChangeAspect="1"/>
            </p:cNvGraphicFramePr>
            <p:nvPr/>
          </p:nvGraphicFramePr>
          <p:xfrm>
            <a:off x="628" y="3358"/>
            <a:ext cx="2430" cy="281"/>
          </p:xfrm>
          <a:graphic>
            <a:graphicData uri="http://schemas.openxmlformats.org/presentationml/2006/ole">
              <p:oleObj spid="_x0000_s39941" name="Equation" r:id="rId6" imgW="1866600" imgH="215640" progId="Equation.3">
                <p:embed/>
              </p:oleObj>
            </a:graphicData>
          </a:graphic>
        </p:graphicFrame>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Text Box 4"/>
          <p:cNvSpPr txBox="1">
            <a:spLocks noChangeArrowheads="1"/>
          </p:cNvSpPr>
          <p:nvPr/>
        </p:nvSpPr>
        <p:spPr bwMode="auto">
          <a:xfrm>
            <a:off x="1219200" y="1447800"/>
            <a:ext cx="6858000" cy="1920875"/>
          </a:xfrm>
          <a:prstGeom prst="rect">
            <a:avLst/>
          </a:prstGeom>
          <a:noFill/>
          <a:ln w="9525">
            <a:noFill/>
            <a:miter lim="800000"/>
            <a:headEnd/>
            <a:tailEnd/>
          </a:ln>
        </p:spPr>
        <p:txBody>
          <a:bodyPr>
            <a:spAutoFit/>
          </a:bodyPr>
          <a:lstStyle/>
          <a:p>
            <a:pPr algn="l">
              <a:lnSpc>
                <a:spcPct val="125000"/>
              </a:lnSpc>
              <a:spcBef>
                <a:spcPct val="50000"/>
              </a:spcBef>
              <a:defRPr/>
            </a:pPr>
            <a:r>
              <a:rPr lang="en-US" altLang="zh-CN" sz="2400" b="1" dirty="0">
                <a:latin typeface="宋体" pitchFamily="2" charset="-122"/>
              </a:rPr>
              <a:t>    </a:t>
            </a:r>
            <a:r>
              <a:rPr lang="zh-CN" altLang="en-US" sz="2400" b="1" dirty="0">
                <a:latin typeface="宋体" pitchFamily="2" charset="-122"/>
              </a:rPr>
              <a:t>当两列相互垂直、频率成整数比关系的简谐振动合成时，合振动的轨迹是闭合的，运动是周期性的，这些图形称为</a:t>
            </a:r>
            <a:r>
              <a:rPr lang="zh-CN" altLang="en-US" sz="2400" b="1" dirty="0">
                <a:solidFill>
                  <a:srgbClr val="FF6600"/>
                </a:solidFill>
                <a:latin typeface="宋体" pitchFamily="2" charset="-122"/>
              </a:rPr>
              <a:t>李萨如（</a:t>
            </a:r>
            <a:r>
              <a:rPr lang="en-US" altLang="zh-CN" sz="2400" b="1" dirty="0">
                <a:solidFill>
                  <a:srgbClr val="FF6600"/>
                </a:solidFill>
                <a:latin typeface="+mn-lt"/>
              </a:rPr>
              <a:t>J. A. </a:t>
            </a:r>
            <a:r>
              <a:rPr lang="en-US" altLang="zh-CN" sz="2400" b="1" dirty="0" err="1">
                <a:solidFill>
                  <a:srgbClr val="FF6600"/>
                </a:solidFill>
                <a:latin typeface="+mn-lt"/>
              </a:rPr>
              <a:t>Lissajous</a:t>
            </a:r>
            <a:r>
              <a:rPr lang="en-US" altLang="zh-CN" sz="2400" b="1" dirty="0">
                <a:solidFill>
                  <a:srgbClr val="FF6600"/>
                </a:solidFill>
                <a:latin typeface="+mn-lt"/>
              </a:rPr>
              <a:t>  1822-1880 </a:t>
            </a:r>
            <a:r>
              <a:rPr lang="zh-CN" altLang="en-US" sz="2400" b="1" dirty="0">
                <a:solidFill>
                  <a:srgbClr val="FF6600"/>
                </a:solidFill>
                <a:latin typeface="宋体" pitchFamily="2" charset="-122"/>
              </a:rPr>
              <a:t>法国）图形</a:t>
            </a:r>
            <a:r>
              <a:rPr lang="zh-CN" altLang="en-US" sz="2400" b="1" dirty="0">
                <a:latin typeface="宋体" pitchFamily="2" charset="-122"/>
              </a:rPr>
              <a:t>。</a:t>
            </a:r>
          </a:p>
        </p:txBody>
      </p:sp>
      <p:graphicFrame>
        <p:nvGraphicFramePr>
          <p:cNvPr id="67589" name="Object 5"/>
          <p:cNvGraphicFramePr>
            <a:graphicFrameLocks noChangeAspect="1"/>
          </p:cNvGraphicFramePr>
          <p:nvPr/>
        </p:nvGraphicFramePr>
        <p:xfrm>
          <a:off x="1908175" y="4149725"/>
          <a:ext cx="1752600" cy="1350963"/>
        </p:xfrm>
        <a:graphic>
          <a:graphicData uri="http://schemas.openxmlformats.org/presentationml/2006/ole">
            <p:oleObj spid="_x0000_s40962" name="Equation" r:id="rId3" imgW="609480" imgH="469800" progId="Equation.3">
              <p:embed/>
            </p:oleObj>
          </a:graphicData>
        </a:graphic>
      </p:graphicFrame>
      <p:sp>
        <p:nvSpPr>
          <p:cNvPr id="67591" name="Text Box 7"/>
          <p:cNvSpPr txBox="1">
            <a:spLocks noChangeArrowheads="1"/>
          </p:cNvSpPr>
          <p:nvPr/>
        </p:nvSpPr>
        <p:spPr bwMode="auto">
          <a:xfrm>
            <a:off x="900113" y="739775"/>
            <a:ext cx="5689600" cy="457200"/>
          </a:xfrm>
          <a:prstGeom prst="rect">
            <a:avLst/>
          </a:prstGeom>
          <a:noFill/>
          <a:ln w="9525">
            <a:noFill/>
            <a:miter lim="800000"/>
            <a:headEnd/>
            <a:tailEnd/>
          </a:ln>
        </p:spPr>
        <p:txBody>
          <a:bodyPr>
            <a:spAutoFit/>
          </a:bodyPr>
          <a:lstStyle/>
          <a:p>
            <a:pPr algn="l"/>
            <a:r>
              <a:rPr lang="zh-CN" altLang="en-US" sz="2400" b="1">
                <a:solidFill>
                  <a:srgbClr val="FF0000"/>
                </a:solidFill>
                <a:latin typeface="楷体_GB2312" pitchFamily="49" charset="-122"/>
              </a:rPr>
              <a:t>相互垂直但频率不同的简谐振动的合成</a:t>
            </a:r>
          </a:p>
        </p:txBody>
      </p:sp>
      <p:sp>
        <p:nvSpPr>
          <p:cNvPr id="67592" name="AutoShape 8"/>
          <p:cNvSpPr>
            <a:spLocks noChangeArrowheads="1"/>
          </p:cNvSpPr>
          <p:nvPr/>
        </p:nvSpPr>
        <p:spPr bwMode="auto">
          <a:xfrm>
            <a:off x="468313" y="692150"/>
            <a:ext cx="360362" cy="576263"/>
          </a:xfrm>
          <a:prstGeom prst="star4">
            <a:avLst>
              <a:gd name="adj" fmla="val 18519"/>
            </a:avLst>
          </a:prstGeom>
          <a:gradFill rotWithShape="1">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pic>
        <p:nvPicPr>
          <p:cNvPr id="67595" name="Picture 11"/>
          <p:cNvPicPr>
            <a:picLocks noChangeAspect="1" noChangeArrowheads="1"/>
          </p:cNvPicPr>
          <p:nvPr/>
        </p:nvPicPr>
        <p:blipFill>
          <a:blip r:embed="rId4"/>
          <a:srcRect/>
          <a:stretch>
            <a:fillRect/>
          </a:stretch>
        </p:blipFill>
        <p:spPr bwMode="auto">
          <a:xfrm>
            <a:off x="5003800" y="3197225"/>
            <a:ext cx="3794125" cy="29845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7592"/>
                                        </p:tgtEl>
                                        <p:attrNameLst>
                                          <p:attrName>style.visibility</p:attrName>
                                        </p:attrNameLst>
                                      </p:cBhvr>
                                      <p:to>
                                        <p:strVal val="visible"/>
                                      </p:to>
                                    </p:set>
                                    <p:animEffect transition="in" filter="dissolve">
                                      <p:cBhvr>
                                        <p:cTn id="7" dur="500"/>
                                        <p:tgtEl>
                                          <p:spTgt spid="675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91"/>
                                        </p:tgtEl>
                                        <p:attrNameLst>
                                          <p:attrName>style.visibility</p:attrName>
                                        </p:attrNameLst>
                                      </p:cBhvr>
                                      <p:to>
                                        <p:strVal val="visible"/>
                                      </p:to>
                                    </p:set>
                                    <p:animEffect transition="in" filter="wipe(left)">
                                      <p:cBhvr>
                                        <p:cTn id="12" dur="500"/>
                                        <p:tgtEl>
                                          <p:spTgt spid="675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588"/>
                                        </p:tgtEl>
                                        <p:attrNameLst>
                                          <p:attrName>style.visibility</p:attrName>
                                        </p:attrNameLst>
                                      </p:cBhvr>
                                      <p:to>
                                        <p:strVal val="visible"/>
                                      </p:to>
                                    </p:set>
                                    <p:animEffect transition="in" filter="wipe(left)">
                                      <p:cBhvr>
                                        <p:cTn id="17" dur="500"/>
                                        <p:tgtEl>
                                          <p:spTgt spid="6758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7589"/>
                                        </p:tgtEl>
                                        <p:attrNameLst>
                                          <p:attrName>style.visibility</p:attrName>
                                        </p:attrNameLst>
                                      </p:cBhvr>
                                      <p:to>
                                        <p:strVal val="visible"/>
                                      </p:to>
                                    </p:set>
                                    <p:anim calcmode="lin" valueType="num">
                                      <p:cBhvr additive="base">
                                        <p:cTn id="22" dur="500" fill="hold"/>
                                        <p:tgtEl>
                                          <p:spTgt spid="67589"/>
                                        </p:tgtEl>
                                        <p:attrNameLst>
                                          <p:attrName>ppt_x</p:attrName>
                                        </p:attrNameLst>
                                      </p:cBhvr>
                                      <p:tavLst>
                                        <p:tav tm="0">
                                          <p:val>
                                            <p:strVal val="0-#ppt_w/2"/>
                                          </p:val>
                                        </p:tav>
                                        <p:tav tm="100000">
                                          <p:val>
                                            <p:strVal val="#ppt_x"/>
                                          </p:val>
                                        </p:tav>
                                      </p:tavLst>
                                    </p:anim>
                                    <p:anim calcmode="lin" valueType="num">
                                      <p:cBhvr additive="base">
                                        <p:cTn id="23" dur="500" fill="hold"/>
                                        <p:tgtEl>
                                          <p:spTgt spid="6758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67595"/>
                                        </p:tgtEl>
                                        <p:attrNameLst>
                                          <p:attrName>style.visibility</p:attrName>
                                        </p:attrNameLst>
                                      </p:cBhvr>
                                      <p:to>
                                        <p:strVal val="visible"/>
                                      </p:to>
                                    </p:set>
                                    <p:animEffect transition="in" filter="checkerboard(across)">
                                      <p:cBhvr>
                                        <p:cTn id="28" dur="500"/>
                                        <p:tgtEl>
                                          <p:spTgt spid="67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p:bldP spid="67591" grpId="0" autoUpdateAnimBg="0"/>
      <p:bldP spid="6759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0" name="Rectangle 4"/>
          <p:cNvSpPr>
            <a:spLocks noChangeArrowheads="1"/>
          </p:cNvSpPr>
          <p:nvPr/>
        </p:nvSpPr>
        <p:spPr bwMode="auto">
          <a:xfrm>
            <a:off x="557213" y="404813"/>
            <a:ext cx="8047037" cy="6119812"/>
          </a:xfrm>
          <a:prstGeom prst="rect">
            <a:avLst/>
          </a:prstGeom>
          <a:solidFill>
            <a:schemeClr val="bg1"/>
          </a:solidFill>
          <a:ln w="9525">
            <a:noFill/>
            <a:miter lim="800000"/>
            <a:headEnd/>
            <a:tailEnd/>
          </a:ln>
        </p:spPr>
        <p:txBody>
          <a:bodyPr wrap="none" anchor="ctr"/>
          <a:lstStyle/>
          <a:p>
            <a:endParaRPr lang="zh-CN" altLang="en-US"/>
          </a:p>
        </p:txBody>
      </p:sp>
      <p:grpSp>
        <p:nvGrpSpPr>
          <p:cNvPr id="2" name="Group 5"/>
          <p:cNvGrpSpPr>
            <a:grpSpLocks/>
          </p:cNvGrpSpPr>
          <p:nvPr/>
        </p:nvGrpSpPr>
        <p:grpSpPr bwMode="auto">
          <a:xfrm>
            <a:off x="620713" y="414338"/>
            <a:ext cx="7747000" cy="5976937"/>
            <a:chOff x="120" y="72"/>
            <a:chExt cx="5284" cy="4074"/>
          </a:xfrm>
        </p:grpSpPr>
        <p:grpSp>
          <p:nvGrpSpPr>
            <p:cNvPr id="41993" name="Group 6"/>
            <p:cNvGrpSpPr>
              <a:grpSpLocks/>
            </p:cNvGrpSpPr>
            <p:nvPr/>
          </p:nvGrpSpPr>
          <p:grpSpPr bwMode="auto">
            <a:xfrm>
              <a:off x="985" y="431"/>
              <a:ext cx="4406" cy="943"/>
              <a:chOff x="829" y="443"/>
              <a:chExt cx="4406" cy="943"/>
            </a:xfrm>
          </p:grpSpPr>
          <p:grpSp>
            <p:nvGrpSpPr>
              <p:cNvPr id="42313" name="Group 7"/>
              <p:cNvGrpSpPr>
                <a:grpSpLocks/>
              </p:cNvGrpSpPr>
              <p:nvPr/>
            </p:nvGrpSpPr>
            <p:grpSpPr bwMode="auto">
              <a:xfrm>
                <a:off x="829" y="443"/>
                <a:ext cx="677" cy="943"/>
                <a:chOff x="829" y="443"/>
                <a:chExt cx="677" cy="943"/>
              </a:xfrm>
            </p:grpSpPr>
            <p:sp>
              <p:nvSpPr>
                <p:cNvPr id="42422" name="Freeform 8"/>
                <p:cNvSpPr>
                  <a:spLocks/>
                </p:cNvSpPr>
                <p:nvPr/>
              </p:nvSpPr>
              <p:spPr bwMode="auto">
                <a:xfrm>
                  <a:off x="829" y="443"/>
                  <a:ext cx="28" cy="94"/>
                </a:xfrm>
                <a:custGeom>
                  <a:avLst/>
                  <a:gdLst>
                    <a:gd name="T0" fmla="*/ 2 w 55"/>
                    <a:gd name="T1" fmla="*/ 0 h 189"/>
                    <a:gd name="T2" fmla="*/ 1 w 55"/>
                    <a:gd name="T3" fmla="*/ 0 h 189"/>
                    <a:gd name="T4" fmla="*/ 1 w 55"/>
                    <a:gd name="T5" fmla="*/ 1 h 189"/>
                    <a:gd name="T6" fmla="*/ 4 w 55"/>
                    <a:gd name="T7" fmla="*/ 1 h 189"/>
                    <a:gd name="T8" fmla="*/ 4 w 55"/>
                    <a:gd name="T9" fmla="*/ 0 h 189"/>
                    <a:gd name="T10" fmla="*/ 1 w 55"/>
                    <a:gd name="T11" fmla="*/ 0 h 189"/>
                    <a:gd name="T12" fmla="*/ 0 w 55"/>
                    <a:gd name="T13" fmla="*/ 0 h 189"/>
                    <a:gd name="T14" fmla="*/ 0 w 55"/>
                    <a:gd name="T15" fmla="*/ 0 h 189"/>
                    <a:gd name="T16" fmla="*/ 0 w 55"/>
                    <a:gd name="T17" fmla="*/ 11 h 189"/>
                    <a:gd name="T18" fmla="*/ 2 w 55"/>
                    <a:gd name="T19" fmla="*/ 11 h 189"/>
                    <a:gd name="T20" fmla="*/ 2 w 55"/>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9"/>
                    <a:gd name="T35" fmla="*/ 55 w 55"/>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9">
                      <a:moveTo>
                        <a:pt x="22" y="11"/>
                      </a:moveTo>
                      <a:lnTo>
                        <a:pt x="11" y="11"/>
                      </a:lnTo>
                      <a:lnTo>
                        <a:pt x="11" y="22"/>
                      </a:lnTo>
                      <a:lnTo>
                        <a:pt x="55" y="22"/>
                      </a:lnTo>
                      <a:lnTo>
                        <a:pt x="55" y="0"/>
                      </a:lnTo>
                      <a:lnTo>
                        <a:pt x="11" y="0"/>
                      </a:lnTo>
                      <a:lnTo>
                        <a:pt x="0" y="0"/>
                      </a:lnTo>
                      <a:lnTo>
                        <a:pt x="0" y="11"/>
                      </a:lnTo>
                      <a:lnTo>
                        <a:pt x="0" y="189"/>
                      </a:lnTo>
                      <a:lnTo>
                        <a:pt x="22" y="189"/>
                      </a:lnTo>
                      <a:lnTo>
                        <a:pt x="22" y="11"/>
                      </a:lnTo>
                      <a:close/>
                    </a:path>
                  </a:pathLst>
                </a:custGeom>
                <a:solidFill>
                  <a:srgbClr val="FF00FF"/>
                </a:solidFill>
                <a:ln w="9525">
                  <a:noFill/>
                  <a:round/>
                  <a:headEnd/>
                  <a:tailEnd/>
                </a:ln>
              </p:spPr>
              <p:txBody>
                <a:bodyPr/>
                <a:lstStyle/>
                <a:p>
                  <a:endParaRPr lang="zh-CN" altLang="en-US"/>
                </a:p>
              </p:txBody>
            </p:sp>
            <p:sp>
              <p:nvSpPr>
                <p:cNvPr id="42423" name="Rectangle 9"/>
                <p:cNvSpPr>
                  <a:spLocks noChangeArrowheads="1"/>
                </p:cNvSpPr>
                <p:nvPr/>
              </p:nvSpPr>
              <p:spPr bwMode="auto">
                <a:xfrm>
                  <a:off x="829" y="571"/>
                  <a:ext cx="11" cy="88"/>
                </a:xfrm>
                <a:prstGeom prst="rect">
                  <a:avLst/>
                </a:prstGeom>
                <a:solidFill>
                  <a:srgbClr val="FF00FF"/>
                </a:solidFill>
                <a:ln w="9525">
                  <a:noFill/>
                  <a:miter lim="800000"/>
                  <a:headEnd/>
                  <a:tailEnd/>
                </a:ln>
              </p:spPr>
              <p:txBody>
                <a:bodyPr/>
                <a:lstStyle/>
                <a:p>
                  <a:endParaRPr lang="zh-CN" altLang="en-US"/>
                </a:p>
              </p:txBody>
            </p:sp>
            <p:sp>
              <p:nvSpPr>
                <p:cNvPr id="42424" name="Rectangle 10"/>
                <p:cNvSpPr>
                  <a:spLocks noChangeArrowheads="1"/>
                </p:cNvSpPr>
                <p:nvPr/>
              </p:nvSpPr>
              <p:spPr bwMode="auto">
                <a:xfrm>
                  <a:off x="829" y="693"/>
                  <a:ext cx="11" cy="89"/>
                </a:xfrm>
                <a:prstGeom prst="rect">
                  <a:avLst/>
                </a:prstGeom>
                <a:solidFill>
                  <a:srgbClr val="FF00FF"/>
                </a:solidFill>
                <a:ln w="9525">
                  <a:noFill/>
                  <a:miter lim="800000"/>
                  <a:headEnd/>
                  <a:tailEnd/>
                </a:ln>
              </p:spPr>
              <p:txBody>
                <a:bodyPr/>
                <a:lstStyle/>
                <a:p>
                  <a:endParaRPr lang="zh-CN" altLang="en-US"/>
                </a:p>
              </p:txBody>
            </p:sp>
            <p:sp>
              <p:nvSpPr>
                <p:cNvPr id="42425" name="Rectangle 11"/>
                <p:cNvSpPr>
                  <a:spLocks noChangeArrowheads="1"/>
                </p:cNvSpPr>
                <p:nvPr/>
              </p:nvSpPr>
              <p:spPr bwMode="auto">
                <a:xfrm>
                  <a:off x="829" y="815"/>
                  <a:ext cx="11" cy="89"/>
                </a:xfrm>
                <a:prstGeom prst="rect">
                  <a:avLst/>
                </a:prstGeom>
                <a:solidFill>
                  <a:srgbClr val="FF00FF"/>
                </a:solidFill>
                <a:ln w="9525">
                  <a:noFill/>
                  <a:miter lim="800000"/>
                  <a:headEnd/>
                  <a:tailEnd/>
                </a:ln>
              </p:spPr>
              <p:txBody>
                <a:bodyPr/>
                <a:lstStyle/>
                <a:p>
                  <a:endParaRPr lang="zh-CN" altLang="en-US"/>
                </a:p>
              </p:txBody>
            </p:sp>
            <p:sp>
              <p:nvSpPr>
                <p:cNvPr id="42426" name="Rectangle 12"/>
                <p:cNvSpPr>
                  <a:spLocks noChangeArrowheads="1"/>
                </p:cNvSpPr>
                <p:nvPr/>
              </p:nvSpPr>
              <p:spPr bwMode="auto">
                <a:xfrm>
                  <a:off x="829" y="937"/>
                  <a:ext cx="11" cy="89"/>
                </a:xfrm>
                <a:prstGeom prst="rect">
                  <a:avLst/>
                </a:prstGeom>
                <a:solidFill>
                  <a:srgbClr val="FF00FF"/>
                </a:solidFill>
                <a:ln w="9525">
                  <a:noFill/>
                  <a:miter lim="800000"/>
                  <a:headEnd/>
                  <a:tailEnd/>
                </a:ln>
              </p:spPr>
              <p:txBody>
                <a:bodyPr/>
                <a:lstStyle/>
                <a:p>
                  <a:endParaRPr lang="zh-CN" altLang="en-US"/>
                </a:p>
              </p:txBody>
            </p:sp>
            <p:sp>
              <p:nvSpPr>
                <p:cNvPr id="42427" name="Rectangle 13"/>
                <p:cNvSpPr>
                  <a:spLocks noChangeArrowheads="1"/>
                </p:cNvSpPr>
                <p:nvPr/>
              </p:nvSpPr>
              <p:spPr bwMode="auto">
                <a:xfrm>
                  <a:off x="829" y="1059"/>
                  <a:ext cx="11" cy="89"/>
                </a:xfrm>
                <a:prstGeom prst="rect">
                  <a:avLst/>
                </a:prstGeom>
                <a:solidFill>
                  <a:srgbClr val="FF00FF"/>
                </a:solidFill>
                <a:ln w="9525">
                  <a:noFill/>
                  <a:miter lim="800000"/>
                  <a:headEnd/>
                  <a:tailEnd/>
                </a:ln>
              </p:spPr>
              <p:txBody>
                <a:bodyPr/>
                <a:lstStyle/>
                <a:p>
                  <a:endParaRPr lang="zh-CN" altLang="en-US"/>
                </a:p>
              </p:txBody>
            </p:sp>
            <p:sp>
              <p:nvSpPr>
                <p:cNvPr id="42428" name="Rectangle 14"/>
                <p:cNvSpPr>
                  <a:spLocks noChangeArrowheads="1"/>
                </p:cNvSpPr>
                <p:nvPr/>
              </p:nvSpPr>
              <p:spPr bwMode="auto">
                <a:xfrm>
                  <a:off x="829" y="1181"/>
                  <a:ext cx="11" cy="89"/>
                </a:xfrm>
                <a:prstGeom prst="rect">
                  <a:avLst/>
                </a:prstGeom>
                <a:solidFill>
                  <a:srgbClr val="FF00FF"/>
                </a:solidFill>
                <a:ln w="9525">
                  <a:noFill/>
                  <a:miter lim="800000"/>
                  <a:headEnd/>
                  <a:tailEnd/>
                </a:ln>
              </p:spPr>
              <p:txBody>
                <a:bodyPr/>
                <a:lstStyle/>
                <a:p>
                  <a:endParaRPr lang="zh-CN" altLang="en-US"/>
                </a:p>
              </p:txBody>
            </p:sp>
            <p:sp>
              <p:nvSpPr>
                <p:cNvPr id="42429" name="Freeform 15"/>
                <p:cNvSpPr>
                  <a:spLocks/>
                </p:cNvSpPr>
                <p:nvPr/>
              </p:nvSpPr>
              <p:spPr bwMode="auto">
                <a:xfrm>
                  <a:off x="829" y="1303"/>
                  <a:ext cx="17" cy="83"/>
                </a:xfrm>
                <a:custGeom>
                  <a:avLst/>
                  <a:gdLst>
                    <a:gd name="T0" fmla="*/ 2 w 33"/>
                    <a:gd name="T1" fmla="*/ 0 h 167"/>
                    <a:gd name="T2" fmla="*/ 0 w 33"/>
                    <a:gd name="T3" fmla="*/ 0 h 167"/>
                    <a:gd name="T4" fmla="*/ 0 w 33"/>
                    <a:gd name="T5" fmla="*/ 9 h 167"/>
                    <a:gd name="T6" fmla="*/ 0 w 33"/>
                    <a:gd name="T7" fmla="*/ 10 h 167"/>
                    <a:gd name="T8" fmla="*/ 1 w 33"/>
                    <a:gd name="T9" fmla="*/ 10 h 167"/>
                    <a:gd name="T10" fmla="*/ 3 w 33"/>
                    <a:gd name="T11" fmla="*/ 10 h 167"/>
                    <a:gd name="T12" fmla="*/ 3 w 33"/>
                    <a:gd name="T13" fmla="*/ 9 h 167"/>
                    <a:gd name="T14" fmla="*/ 1 w 33"/>
                    <a:gd name="T15" fmla="*/ 9 h 167"/>
                    <a:gd name="T16" fmla="*/ 1 w 33"/>
                    <a:gd name="T17" fmla="*/ 9 h 167"/>
                    <a:gd name="T18" fmla="*/ 2 w 33"/>
                    <a:gd name="T19" fmla="*/ 9 h 167"/>
                    <a:gd name="T20" fmla="*/ 2 w 33"/>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22" y="0"/>
                      </a:moveTo>
                      <a:lnTo>
                        <a:pt x="0" y="0"/>
                      </a:lnTo>
                      <a:lnTo>
                        <a:pt x="0" y="156"/>
                      </a:lnTo>
                      <a:lnTo>
                        <a:pt x="0" y="167"/>
                      </a:lnTo>
                      <a:lnTo>
                        <a:pt x="11" y="167"/>
                      </a:lnTo>
                      <a:lnTo>
                        <a:pt x="33" y="167"/>
                      </a:lnTo>
                      <a:lnTo>
                        <a:pt x="33" y="144"/>
                      </a:lnTo>
                      <a:lnTo>
                        <a:pt x="11" y="144"/>
                      </a:lnTo>
                      <a:lnTo>
                        <a:pt x="11" y="156"/>
                      </a:lnTo>
                      <a:lnTo>
                        <a:pt x="22" y="156"/>
                      </a:lnTo>
                      <a:lnTo>
                        <a:pt x="22" y="0"/>
                      </a:lnTo>
                      <a:close/>
                    </a:path>
                  </a:pathLst>
                </a:custGeom>
                <a:solidFill>
                  <a:srgbClr val="FF00FF"/>
                </a:solidFill>
                <a:ln w="9525">
                  <a:noFill/>
                  <a:round/>
                  <a:headEnd/>
                  <a:tailEnd/>
                </a:ln>
              </p:spPr>
              <p:txBody>
                <a:bodyPr/>
                <a:lstStyle/>
                <a:p>
                  <a:endParaRPr lang="zh-CN" altLang="en-US"/>
                </a:p>
              </p:txBody>
            </p:sp>
            <p:sp>
              <p:nvSpPr>
                <p:cNvPr id="42430" name="Rectangle 16"/>
                <p:cNvSpPr>
                  <a:spLocks noChangeArrowheads="1"/>
                </p:cNvSpPr>
                <p:nvPr/>
              </p:nvSpPr>
              <p:spPr bwMode="auto">
                <a:xfrm>
                  <a:off x="879" y="1375"/>
                  <a:ext cx="89" cy="11"/>
                </a:xfrm>
                <a:prstGeom prst="rect">
                  <a:avLst/>
                </a:prstGeom>
                <a:solidFill>
                  <a:srgbClr val="FF00FF"/>
                </a:solidFill>
                <a:ln w="9525">
                  <a:noFill/>
                  <a:miter lim="800000"/>
                  <a:headEnd/>
                  <a:tailEnd/>
                </a:ln>
              </p:spPr>
              <p:txBody>
                <a:bodyPr/>
                <a:lstStyle/>
                <a:p>
                  <a:endParaRPr lang="zh-CN" altLang="en-US"/>
                </a:p>
              </p:txBody>
            </p:sp>
            <p:sp>
              <p:nvSpPr>
                <p:cNvPr id="42431" name="Rectangle 17"/>
                <p:cNvSpPr>
                  <a:spLocks noChangeArrowheads="1"/>
                </p:cNvSpPr>
                <p:nvPr/>
              </p:nvSpPr>
              <p:spPr bwMode="auto">
                <a:xfrm>
                  <a:off x="1001" y="1375"/>
                  <a:ext cx="89" cy="11"/>
                </a:xfrm>
                <a:prstGeom prst="rect">
                  <a:avLst/>
                </a:prstGeom>
                <a:solidFill>
                  <a:srgbClr val="FF00FF"/>
                </a:solidFill>
                <a:ln w="9525">
                  <a:noFill/>
                  <a:miter lim="800000"/>
                  <a:headEnd/>
                  <a:tailEnd/>
                </a:ln>
              </p:spPr>
              <p:txBody>
                <a:bodyPr/>
                <a:lstStyle/>
                <a:p>
                  <a:endParaRPr lang="zh-CN" altLang="en-US"/>
                </a:p>
              </p:txBody>
            </p:sp>
            <p:sp>
              <p:nvSpPr>
                <p:cNvPr id="42432" name="Rectangle 18"/>
                <p:cNvSpPr>
                  <a:spLocks noChangeArrowheads="1"/>
                </p:cNvSpPr>
                <p:nvPr/>
              </p:nvSpPr>
              <p:spPr bwMode="auto">
                <a:xfrm>
                  <a:off x="1123" y="1375"/>
                  <a:ext cx="89" cy="11"/>
                </a:xfrm>
                <a:prstGeom prst="rect">
                  <a:avLst/>
                </a:prstGeom>
                <a:solidFill>
                  <a:srgbClr val="FF00FF"/>
                </a:solidFill>
                <a:ln w="9525">
                  <a:noFill/>
                  <a:miter lim="800000"/>
                  <a:headEnd/>
                  <a:tailEnd/>
                </a:ln>
              </p:spPr>
              <p:txBody>
                <a:bodyPr/>
                <a:lstStyle/>
                <a:p>
                  <a:endParaRPr lang="zh-CN" altLang="en-US"/>
                </a:p>
              </p:txBody>
            </p:sp>
            <p:sp>
              <p:nvSpPr>
                <p:cNvPr id="42433" name="Rectangle 19"/>
                <p:cNvSpPr>
                  <a:spLocks noChangeArrowheads="1"/>
                </p:cNvSpPr>
                <p:nvPr/>
              </p:nvSpPr>
              <p:spPr bwMode="auto">
                <a:xfrm>
                  <a:off x="1245" y="1375"/>
                  <a:ext cx="89" cy="11"/>
                </a:xfrm>
                <a:prstGeom prst="rect">
                  <a:avLst/>
                </a:prstGeom>
                <a:solidFill>
                  <a:srgbClr val="FF00FF"/>
                </a:solidFill>
                <a:ln w="9525">
                  <a:noFill/>
                  <a:miter lim="800000"/>
                  <a:headEnd/>
                  <a:tailEnd/>
                </a:ln>
              </p:spPr>
              <p:txBody>
                <a:bodyPr/>
                <a:lstStyle/>
                <a:p>
                  <a:endParaRPr lang="zh-CN" altLang="en-US"/>
                </a:p>
              </p:txBody>
            </p:sp>
            <p:sp>
              <p:nvSpPr>
                <p:cNvPr id="42434" name="Rectangle 20"/>
                <p:cNvSpPr>
                  <a:spLocks noChangeArrowheads="1"/>
                </p:cNvSpPr>
                <p:nvPr/>
              </p:nvSpPr>
              <p:spPr bwMode="auto">
                <a:xfrm>
                  <a:off x="1367" y="1375"/>
                  <a:ext cx="89" cy="11"/>
                </a:xfrm>
                <a:prstGeom prst="rect">
                  <a:avLst/>
                </a:prstGeom>
                <a:solidFill>
                  <a:srgbClr val="FF00FF"/>
                </a:solidFill>
                <a:ln w="9525">
                  <a:noFill/>
                  <a:miter lim="800000"/>
                  <a:headEnd/>
                  <a:tailEnd/>
                </a:ln>
              </p:spPr>
              <p:txBody>
                <a:bodyPr/>
                <a:lstStyle/>
                <a:p>
                  <a:endParaRPr lang="zh-CN" altLang="en-US"/>
                </a:p>
              </p:txBody>
            </p:sp>
            <p:sp>
              <p:nvSpPr>
                <p:cNvPr id="42435" name="Freeform 21"/>
                <p:cNvSpPr>
                  <a:spLocks/>
                </p:cNvSpPr>
                <p:nvPr/>
              </p:nvSpPr>
              <p:spPr bwMode="auto">
                <a:xfrm>
                  <a:off x="1489" y="1303"/>
                  <a:ext cx="17" cy="83"/>
                </a:xfrm>
                <a:custGeom>
                  <a:avLst/>
                  <a:gdLst>
                    <a:gd name="T0" fmla="*/ 0 w 33"/>
                    <a:gd name="T1" fmla="*/ 9 h 167"/>
                    <a:gd name="T2" fmla="*/ 0 w 33"/>
                    <a:gd name="T3" fmla="*/ 10 h 167"/>
                    <a:gd name="T4" fmla="*/ 2 w 33"/>
                    <a:gd name="T5" fmla="*/ 10 h 167"/>
                    <a:gd name="T6" fmla="*/ 3 w 33"/>
                    <a:gd name="T7" fmla="*/ 10 h 167"/>
                    <a:gd name="T8" fmla="*/ 3 w 33"/>
                    <a:gd name="T9" fmla="*/ 9 h 167"/>
                    <a:gd name="T10" fmla="*/ 3 w 33"/>
                    <a:gd name="T11" fmla="*/ 0 h 167"/>
                    <a:gd name="T12" fmla="*/ 1 w 33"/>
                    <a:gd name="T13" fmla="*/ 0 h 167"/>
                    <a:gd name="T14" fmla="*/ 1 w 33"/>
                    <a:gd name="T15" fmla="*/ 9 h 167"/>
                    <a:gd name="T16" fmla="*/ 2 w 33"/>
                    <a:gd name="T17" fmla="*/ 9 h 167"/>
                    <a:gd name="T18" fmla="*/ 2 w 33"/>
                    <a:gd name="T19" fmla="*/ 9 h 167"/>
                    <a:gd name="T20" fmla="*/ 0 w 33"/>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0" y="144"/>
                      </a:moveTo>
                      <a:lnTo>
                        <a:pt x="0" y="167"/>
                      </a:lnTo>
                      <a:lnTo>
                        <a:pt x="22" y="167"/>
                      </a:lnTo>
                      <a:lnTo>
                        <a:pt x="33" y="167"/>
                      </a:lnTo>
                      <a:lnTo>
                        <a:pt x="33" y="156"/>
                      </a:lnTo>
                      <a:lnTo>
                        <a:pt x="33" y="0"/>
                      </a:lnTo>
                      <a:lnTo>
                        <a:pt x="11" y="0"/>
                      </a:lnTo>
                      <a:lnTo>
                        <a:pt x="11" y="156"/>
                      </a:lnTo>
                      <a:lnTo>
                        <a:pt x="22" y="156"/>
                      </a:lnTo>
                      <a:lnTo>
                        <a:pt x="22" y="144"/>
                      </a:lnTo>
                      <a:lnTo>
                        <a:pt x="0" y="144"/>
                      </a:lnTo>
                      <a:close/>
                    </a:path>
                  </a:pathLst>
                </a:custGeom>
                <a:solidFill>
                  <a:srgbClr val="FF00FF"/>
                </a:solidFill>
                <a:ln w="9525">
                  <a:noFill/>
                  <a:round/>
                  <a:headEnd/>
                  <a:tailEnd/>
                </a:ln>
              </p:spPr>
              <p:txBody>
                <a:bodyPr/>
                <a:lstStyle/>
                <a:p>
                  <a:endParaRPr lang="zh-CN" altLang="en-US"/>
                </a:p>
              </p:txBody>
            </p:sp>
            <p:sp>
              <p:nvSpPr>
                <p:cNvPr id="42436" name="Rectangle 22"/>
                <p:cNvSpPr>
                  <a:spLocks noChangeArrowheads="1"/>
                </p:cNvSpPr>
                <p:nvPr/>
              </p:nvSpPr>
              <p:spPr bwMode="auto">
                <a:xfrm>
                  <a:off x="1495" y="1181"/>
                  <a:ext cx="11" cy="89"/>
                </a:xfrm>
                <a:prstGeom prst="rect">
                  <a:avLst/>
                </a:prstGeom>
                <a:solidFill>
                  <a:srgbClr val="FF00FF"/>
                </a:solidFill>
                <a:ln w="9525">
                  <a:noFill/>
                  <a:miter lim="800000"/>
                  <a:headEnd/>
                  <a:tailEnd/>
                </a:ln>
              </p:spPr>
              <p:txBody>
                <a:bodyPr/>
                <a:lstStyle/>
                <a:p>
                  <a:endParaRPr lang="zh-CN" altLang="en-US"/>
                </a:p>
              </p:txBody>
            </p:sp>
            <p:sp>
              <p:nvSpPr>
                <p:cNvPr id="42437" name="Rectangle 23"/>
                <p:cNvSpPr>
                  <a:spLocks noChangeArrowheads="1"/>
                </p:cNvSpPr>
                <p:nvPr/>
              </p:nvSpPr>
              <p:spPr bwMode="auto">
                <a:xfrm>
                  <a:off x="1495" y="1059"/>
                  <a:ext cx="11" cy="89"/>
                </a:xfrm>
                <a:prstGeom prst="rect">
                  <a:avLst/>
                </a:prstGeom>
                <a:solidFill>
                  <a:srgbClr val="FF00FF"/>
                </a:solidFill>
                <a:ln w="9525">
                  <a:noFill/>
                  <a:miter lim="800000"/>
                  <a:headEnd/>
                  <a:tailEnd/>
                </a:ln>
              </p:spPr>
              <p:txBody>
                <a:bodyPr/>
                <a:lstStyle/>
                <a:p>
                  <a:endParaRPr lang="zh-CN" altLang="en-US"/>
                </a:p>
              </p:txBody>
            </p:sp>
            <p:sp>
              <p:nvSpPr>
                <p:cNvPr id="42438" name="Rectangle 24"/>
                <p:cNvSpPr>
                  <a:spLocks noChangeArrowheads="1"/>
                </p:cNvSpPr>
                <p:nvPr/>
              </p:nvSpPr>
              <p:spPr bwMode="auto">
                <a:xfrm>
                  <a:off x="1495" y="937"/>
                  <a:ext cx="11" cy="89"/>
                </a:xfrm>
                <a:prstGeom prst="rect">
                  <a:avLst/>
                </a:prstGeom>
                <a:solidFill>
                  <a:srgbClr val="FF00FF"/>
                </a:solidFill>
                <a:ln w="9525">
                  <a:noFill/>
                  <a:miter lim="800000"/>
                  <a:headEnd/>
                  <a:tailEnd/>
                </a:ln>
              </p:spPr>
              <p:txBody>
                <a:bodyPr/>
                <a:lstStyle/>
                <a:p>
                  <a:endParaRPr lang="zh-CN" altLang="en-US"/>
                </a:p>
              </p:txBody>
            </p:sp>
            <p:sp>
              <p:nvSpPr>
                <p:cNvPr id="42439" name="Rectangle 25"/>
                <p:cNvSpPr>
                  <a:spLocks noChangeArrowheads="1"/>
                </p:cNvSpPr>
                <p:nvPr/>
              </p:nvSpPr>
              <p:spPr bwMode="auto">
                <a:xfrm>
                  <a:off x="1495" y="815"/>
                  <a:ext cx="11" cy="89"/>
                </a:xfrm>
                <a:prstGeom prst="rect">
                  <a:avLst/>
                </a:prstGeom>
                <a:solidFill>
                  <a:srgbClr val="FF00FF"/>
                </a:solidFill>
                <a:ln w="9525">
                  <a:noFill/>
                  <a:miter lim="800000"/>
                  <a:headEnd/>
                  <a:tailEnd/>
                </a:ln>
              </p:spPr>
              <p:txBody>
                <a:bodyPr/>
                <a:lstStyle/>
                <a:p>
                  <a:endParaRPr lang="zh-CN" altLang="en-US"/>
                </a:p>
              </p:txBody>
            </p:sp>
            <p:sp>
              <p:nvSpPr>
                <p:cNvPr id="42440" name="Rectangle 26"/>
                <p:cNvSpPr>
                  <a:spLocks noChangeArrowheads="1"/>
                </p:cNvSpPr>
                <p:nvPr/>
              </p:nvSpPr>
              <p:spPr bwMode="auto">
                <a:xfrm>
                  <a:off x="1495" y="693"/>
                  <a:ext cx="11" cy="89"/>
                </a:xfrm>
                <a:prstGeom prst="rect">
                  <a:avLst/>
                </a:prstGeom>
                <a:solidFill>
                  <a:srgbClr val="FF00FF"/>
                </a:solidFill>
                <a:ln w="9525">
                  <a:noFill/>
                  <a:miter lim="800000"/>
                  <a:headEnd/>
                  <a:tailEnd/>
                </a:ln>
              </p:spPr>
              <p:txBody>
                <a:bodyPr/>
                <a:lstStyle/>
                <a:p>
                  <a:endParaRPr lang="zh-CN" altLang="en-US"/>
                </a:p>
              </p:txBody>
            </p:sp>
            <p:sp>
              <p:nvSpPr>
                <p:cNvPr id="42441" name="Rectangle 27"/>
                <p:cNvSpPr>
                  <a:spLocks noChangeArrowheads="1"/>
                </p:cNvSpPr>
                <p:nvPr/>
              </p:nvSpPr>
              <p:spPr bwMode="auto">
                <a:xfrm>
                  <a:off x="1495" y="571"/>
                  <a:ext cx="11" cy="88"/>
                </a:xfrm>
                <a:prstGeom prst="rect">
                  <a:avLst/>
                </a:prstGeom>
                <a:solidFill>
                  <a:srgbClr val="FF00FF"/>
                </a:solidFill>
                <a:ln w="9525">
                  <a:noFill/>
                  <a:miter lim="800000"/>
                  <a:headEnd/>
                  <a:tailEnd/>
                </a:ln>
              </p:spPr>
              <p:txBody>
                <a:bodyPr/>
                <a:lstStyle/>
                <a:p>
                  <a:endParaRPr lang="zh-CN" altLang="en-US"/>
                </a:p>
              </p:txBody>
            </p:sp>
            <p:sp>
              <p:nvSpPr>
                <p:cNvPr id="42442" name="Rectangle 28"/>
                <p:cNvSpPr>
                  <a:spLocks noChangeArrowheads="1"/>
                </p:cNvSpPr>
                <p:nvPr/>
              </p:nvSpPr>
              <p:spPr bwMode="auto">
                <a:xfrm>
                  <a:off x="1495" y="449"/>
                  <a:ext cx="11" cy="88"/>
                </a:xfrm>
                <a:prstGeom prst="rect">
                  <a:avLst/>
                </a:prstGeom>
                <a:solidFill>
                  <a:srgbClr val="FF00FF"/>
                </a:solidFill>
                <a:ln w="9525">
                  <a:noFill/>
                  <a:miter lim="800000"/>
                  <a:headEnd/>
                  <a:tailEnd/>
                </a:ln>
              </p:spPr>
              <p:txBody>
                <a:bodyPr/>
                <a:lstStyle/>
                <a:p>
                  <a:endParaRPr lang="zh-CN" altLang="en-US"/>
                </a:p>
              </p:txBody>
            </p:sp>
            <p:sp>
              <p:nvSpPr>
                <p:cNvPr id="42443" name="Rectangle 29"/>
                <p:cNvSpPr>
                  <a:spLocks noChangeArrowheads="1"/>
                </p:cNvSpPr>
                <p:nvPr/>
              </p:nvSpPr>
              <p:spPr bwMode="auto">
                <a:xfrm>
                  <a:off x="1378" y="443"/>
                  <a:ext cx="89" cy="11"/>
                </a:xfrm>
                <a:prstGeom prst="rect">
                  <a:avLst/>
                </a:prstGeom>
                <a:solidFill>
                  <a:srgbClr val="FF00FF"/>
                </a:solidFill>
                <a:ln w="9525">
                  <a:noFill/>
                  <a:miter lim="800000"/>
                  <a:headEnd/>
                  <a:tailEnd/>
                </a:ln>
              </p:spPr>
              <p:txBody>
                <a:bodyPr/>
                <a:lstStyle/>
                <a:p>
                  <a:endParaRPr lang="zh-CN" altLang="en-US"/>
                </a:p>
              </p:txBody>
            </p:sp>
            <p:sp>
              <p:nvSpPr>
                <p:cNvPr id="42444" name="Rectangle 30"/>
                <p:cNvSpPr>
                  <a:spLocks noChangeArrowheads="1"/>
                </p:cNvSpPr>
                <p:nvPr/>
              </p:nvSpPr>
              <p:spPr bwMode="auto">
                <a:xfrm>
                  <a:off x="1256" y="443"/>
                  <a:ext cx="89" cy="11"/>
                </a:xfrm>
                <a:prstGeom prst="rect">
                  <a:avLst/>
                </a:prstGeom>
                <a:solidFill>
                  <a:srgbClr val="FF00FF"/>
                </a:solidFill>
                <a:ln w="9525">
                  <a:noFill/>
                  <a:miter lim="800000"/>
                  <a:headEnd/>
                  <a:tailEnd/>
                </a:ln>
              </p:spPr>
              <p:txBody>
                <a:bodyPr/>
                <a:lstStyle/>
                <a:p>
                  <a:endParaRPr lang="zh-CN" altLang="en-US"/>
                </a:p>
              </p:txBody>
            </p:sp>
            <p:sp>
              <p:nvSpPr>
                <p:cNvPr id="42445" name="Rectangle 31"/>
                <p:cNvSpPr>
                  <a:spLocks noChangeArrowheads="1"/>
                </p:cNvSpPr>
                <p:nvPr/>
              </p:nvSpPr>
              <p:spPr bwMode="auto">
                <a:xfrm>
                  <a:off x="1134" y="443"/>
                  <a:ext cx="89" cy="11"/>
                </a:xfrm>
                <a:prstGeom prst="rect">
                  <a:avLst/>
                </a:prstGeom>
                <a:solidFill>
                  <a:srgbClr val="FF00FF"/>
                </a:solidFill>
                <a:ln w="9525">
                  <a:noFill/>
                  <a:miter lim="800000"/>
                  <a:headEnd/>
                  <a:tailEnd/>
                </a:ln>
              </p:spPr>
              <p:txBody>
                <a:bodyPr/>
                <a:lstStyle/>
                <a:p>
                  <a:endParaRPr lang="zh-CN" altLang="en-US"/>
                </a:p>
              </p:txBody>
            </p:sp>
            <p:sp>
              <p:nvSpPr>
                <p:cNvPr id="42446" name="Rectangle 32"/>
                <p:cNvSpPr>
                  <a:spLocks noChangeArrowheads="1"/>
                </p:cNvSpPr>
                <p:nvPr/>
              </p:nvSpPr>
              <p:spPr bwMode="auto">
                <a:xfrm>
                  <a:off x="1012" y="443"/>
                  <a:ext cx="89" cy="11"/>
                </a:xfrm>
                <a:prstGeom prst="rect">
                  <a:avLst/>
                </a:prstGeom>
                <a:solidFill>
                  <a:srgbClr val="FF00FF"/>
                </a:solidFill>
                <a:ln w="9525">
                  <a:noFill/>
                  <a:miter lim="800000"/>
                  <a:headEnd/>
                  <a:tailEnd/>
                </a:ln>
              </p:spPr>
              <p:txBody>
                <a:bodyPr/>
                <a:lstStyle/>
                <a:p>
                  <a:endParaRPr lang="zh-CN" altLang="en-US"/>
                </a:p>
              </p:txBody>
            </p:sp>
            <p:sp>
              <p:nvSpPr>
                <p:cNvPr id="42447" name="Rectangle 33"/>
                <p:cNvSpPr>
                  <a:spLocks noChangeArrowheads="1"/>
                </p:cNvSpPr>
                <p:nvPr/>
              </p:nvSpPr>
              <p:spPr bwMode="auto">
                <a:xfrm>
                  <a:off x="890" y="443"/>
                  <a:ext cx="89" cy="11"/>
                </a:xfrm>
                <a:prstGeom prst="rect">
                  <a:avLst/>
                </a:prstGeom>
                <a:solidFill>
                  <a:srgbClr val="FF00FF"/>
                </a:solidFill>
                <a:ln w="9525">
                  <a:noFill/>
                  <a:miter lim="800000"/>
                  <a:headEnd/>
                  <a:tailEnd/>
                </a:ln>
              </p:spPr>
              <p:txBody>
                <a:bodyPr/>
                <a:lstStyle/>
                <a:p>
                  <a:endParaRPr lang="zh-CN" altLang="en-US"/>
                </a:p>
              </p:txBody>
            </p:sp>
          </p:grpSp>
          <p:grpSp>
            <p:nvGrpSpPr>
              <p:cNvPr id="42314" name="Group 34"/>
              <p:cNvGrpSpPr>
                <a:grpSpLocks/>
              </p:cNvGrpSpPr>
              <p:nvPr/>
            </p:nvGrpSpPr>
            <p:grpSpPr bwMode="auto">
              <a:xfrm>
                <a:off x="1761" y="443"/>
                <a:ext cx="677" cy="943"/>
                <a:chOff x="1761" y="443"/>
                <a:chExt cx="677" cy="943"/>
              </a:xfrm>
            </p:grpSpPr>
            <p:sp>
              <p:nvSpPr>
                <p:cNvPr id="42396" name="Freeform 35"/>
                <p:cNvSpPr>
                  <a:spLocks/>
                </p:cNvSpPr>
                <p:nvPr/>
              </p:nvSpPr>
              <p:spPr bwMode="auto">
                <a:xfrm>
                  <a:off x="1761" y="443"/>
                  <a:ext cx="28" cy="94"/>
                </a:xfrm>
                <a:custGeom>
                  <a:avLst/>
                  <a:gdLst>
                    <a:gd name="T0" fmla="*/ 2 w 56"/>
                    <a:gd name="T1" fmla="*/ 0 h 189"/>
                    <a:gd name="T2" fmla="*/ 1 w 56"/>
                    <a:gd name="T3" fmla="*/ 0 h 189"/>
                    <a:gd name="T4" fmla="*/ 1 w 56"/>
                    <a:gd name="T5" fmla="*/ 1 h 189"/>
                    <a:gd name="T6" fmla="*/ 4 w 56"/>
                    <a:gd name="T7" fmla="*/ 1 h 189"/>
                    <a:gd name="T8" fmla="*/ 4 w 56"/>
                    <a:gd name="T9" fmla="*/ 0 h 189"/>
                    <a:gd name="T10" fmla="*/ 1 w 56"/>
                    <a:gd name="T11" fmla="*/ 0 h 189"/>
                    <a:gd name="T12" fmla="*/ 0 w 56"/>
                    <a:gd name="T13" fmla="*/ 0 h 189"/>
                    <a:gd name="T14" fmla="*/ 0 w 56"/>
                    <a:gd name="T15" fmla="*/ 0 h 189"/>
                    <a:gd name="T16" fmla="*/ 0 w 56"/>
                    <a:gd name="T17" fmla="*/ 11 h 189"/>
                    <a:gd name="T18" fmla="*/ 2 w 56"/>
                    <a:gd name="T19" fmla="*/ 11 h 189"/>
                    <a:gd name="T20" fmla="*/ 2 w 56"/>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189"/>
                    <a:gd name="T35" fmla="*/ 56 w 56"/>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189">
                      <a:moveTo>
                        <a:pt x="23" y="11"/>
                      </a:moveTo>
                      <a:lnTo>
                        <a:pt x="11" y="11"/>
                      </a:lnTo>
                      <a:lnTo>
                        <a:pt x="11" y="22"/>
                      </a:lnTo>
                      <a:lnTo>
                        <a:pt x="56" y="22"/>
                      </a:lnTo>
                      <a:lnTo>
                        <a:pt x="56" y="0"/>
                      </a:lnTo>
                      <a:lnTo>
                        <a:pt x="11" y="0"/>
                      </a:lnTo>
                      <a:lnTo>
                        <a:pt x="0" y="0"/>
                      </a:lnTo>
                      <a:lnTo>
                        <a:pt x="0" y="11"/>
                      </a:lnTo>
                      <a:lnTo>
                        <a:pt x="0" y="189"/>
                      </a:lnTo>
                      <a:lnTo>
                        <a:pt x="23" y="189"/>
                      </a:lnTo>
                      <a:lnTo>
                        <a:pt x="23" y="11"/>
                      </a:lnTo>
                      <a:close/>
                    </a:path>
                  </a:pathLst>
                </a:custGeom>
                <a:solidFill>
                  <a:srgbClr val="FF00FF"/>
                </a:solidFill>
                <a:ln w="9525">
                  <a:noFill/>
                  <a:round/>
                  <a:headEnd/>
                  <a:tailEnd/>
                </a:ln>
              </p:spPr>
              <p:txBody>
                <a:bodyPr/>
                <a:lstStyle/>
                <a:p>
                  <a:endParaRPr lang="zh-CN" altLang="en-US"/>
                </a:p>
              </p:txBody>
            </p:sp>
            <p:sp>
              <p:nvSpPr>
                <p:cNvPr id="42397" name="Rectangle 36"/>
                <p:cNvSpPr>
                  <a:spLocks noChangeArrowheads="1"/>
                </p:cNvSpPr>
                <p:nvPr/>
              </p:nvSpPr>
              <p:spPr bwMode="auto">
                <a:xfrm>
                  <a:off x="1761" y="571"/>
                  <a:ext cx="11" cy="88"/>
                </a:xfrm>
                <a:prstGeom prst="rect">
                  <a:avLst/>
                </a:prstGeom>
                <a:solidFill>
                  <a:srgbClr val="FF00FF"/>
                </a:solidFill>
                <a:ln w="9525">
                  <a:noFill/>
                  <a:miter lim="800000"/>
                  <a:headEnd/>
                  <a:tailEnd/>
                </a:ln>
              </p:spPr>
              <p:txBody>
                <a:bodyPr/>
                <a:lstStyle/>
                <a:p>
                  <a:endParaRPr lang="zh-CN" altLang="en-US"/>
                </a:p>
              </p:txBody>
            </p:sp>
            <p:sp>
              <p:nvSpPr>
                <p:cNvPr id="42398" name="Rectangle 37"/>
                <p:cNvSpPr>
                  <a:spLocks noChangeArrowheads="1"/>
                </p:cNvSpPr>
                <p:nvPr/>
              </p:nvSpPr>
              <p:spPr bwMode="auto">
                <a:xfrm>
                  <a:off x="1761" y="693"/>
                  <a:ext cx="11" cy="89"/>
                </a:xfrm>
                <a:prstGeom prst="rect">
                  <a:avLst/>
                </a:prstGeom>
                <a:solidFill>
                  <a:srgbClr val="FF00FF"/>
                </a:solidFill>
                <a:ln w="9525">
                  <a:noFill/>
                  <a:miter lim="800000"/>
                  <a:headEnd/>
                  <a:tailEnd/>
                </a:ln>
              </p:spPr>
              <p:txBody>
                <a:bodyPr/>
                <a:lstStyle/>
                <a:p>
                  <a:endParaRPr lang="zh-CN" altLang="en-US"/>
                </a:p>
              </p:txBody>
            </p:sp>
            <p:sp>
              <p:nvSpPr>
                <p:cNvPr id="42399" name="Rectangle 38"/>
                <p:cNvSpPr>
                  <a:spLocks noChangeArrowheads="1"/>
                </p:cNvSpPr>
                <p:nvPr/>
              </p:nvSpPr>
              <p:spPr bwMode="auto">
                <a:xfrm>
                  <a:off x="1761" y="815"/>
                  <a:ext cx="11" cy="89"/>
                </a:xfrm>
                <a:prstGeom prst="rect">
                  <a:avLst/>
                </a:prstGeom>
                <a:solidFill>
                  <a:srgbClr val="FF00FF"/>
                </a:solidFill>
                <a:ln w="9525">
                  <a:noFill/>
                  <a:miter lim="800000"/>
                  <a:headEnd/>
                  <a:tailEnd/>
                </a:ln>
              </p:spPr>
              <p:txBody>
                <a:bodyPr/>
                <a:lstStyle/>
                <a:p>
                  <a:endParaRPr lang="zh-CN" altLang="en-US"/>
                </a:p>
              </p:txBody>
            </p:sp>
            <p:sp>
              <p:nvSpPr>
                <p:cNvPr id="42400" name="Rectangle 39"/>
                <p:cNvSpPr>
                  <a:spLocks noChangeArrowheads="1"/>
                </p:cNvSpPr>
                <p:nvPr/>
              </p:nvSpPr>
              <p:spPr bwMode="auto">
                <a:xfrm>
                  <a:off x="1761" y="937"/>
                  <a:ext cx="11" cy="89"/>
                </a:xfrm>
                <a:prstGeom prst="rect">
                  <a:avLst/>
                </a:prstGeom>
                <a:solidFill>
                  <a:srgbClr val="FF00FF"/>
                </a:solidFill>
                <a:ln w="9525">
                  <a:noFill/>
                  <a:miter lim="800000"/>
                  <a:headEnd/>
                  <a:tailEnd/>
                </a:ln>
              </p:spPr>
              <p:txBody>
                <a:bodyPr/>
                <a:lstStyle/>
                <a:p>
                  <a:endParaRPr lang="zh-CN" altLang="en-US"/>
                </a:p>
              </p:txBody>
            </p:sp>
            <p:sp>
              <p:nvSpPr>
                <p:cNvPr id="42401" name="Rectangle 40"/>
                <p:cNvSpPr>
                  <a:spLocks noChangeArrowheads="1"/>
                </p:cNvSpPr>
                <p:nvPr/>
              </p:nvSpPr>
              <p:spPr bwMode="auto">
                <a:xfrm>
                  <a:off x="1761" y="1059"/>
                  <a:ext cx="11" cy="89"/>
                </a:xfrm>
                <a:prstGeom prst="rect">
                  <a:avLst/>
                </a:prstGeom>
                <a:solidFill>
                  <a:srgbClr val="FF00FF"/>
                </a:solidFill>
                <a:ln w="9525">
                  <a:noFill/>
                  <a:miter lim="800000"/>
                  <a:headEnd/>
                  <a:tailEnd/>
                </a:ln>
              </p:spPr>
              <p:txBody>
                <a:bodyPr/>
                <a:lstStyle/>
                <a:p>
                  <a:endParaRPr lang="zh-CN" altLang="en-US"/>
                </a:p>
              </p:txBody>
            </p:sp>
            <p:sp>
              <p:nvSpPr>
                <p:cNvPr id="42402" name="Rectangle 41"/>
                <p:cNvSpPr>
                  <a:spLocks noChangeArrowheads="1"/>
                </p:cNvSpPr>
                <p:nvPr/>
              </p:nvSpPr>
              <p:spPr bwMode="auto">
                <a:xfrm>
                  <a:off x="1761" y="1181"/>
                  <a:ext cx="11" cy="89"/>
                </a:xfrm>
                <a:prstGeom prst="rect">
                  <a:avLst/>
                </a:prstGeom>
                <a:solidFill>
                  <a:srgbClr val="FF00FF"/>
                </a:solidFill>
                <a:ln w="9525">
                  <a:noFill/>
                  <a:miter lim="800000"/>
                  <a:headEnd/>
                  <a:tailEnd/>
                </a:ln>
              </p:spPr>
              <p:txBody>
                <a:bodyPr/>
                <a:lstStyle/>
                <a:p>
                  <a:endParaRPr lang="zh-CN" altLang="en-US"/>
                </a:p>
              </p:txBody>
            </p:sp>
            <p:sp>
              <p:nvSpPr>
                <p:cNvPr id="42403" name="Freeform 42"/>
                <p:cNvSpPr>
                  <a:spLocks/>
                </p:cNvSpPr>
                <p:nvPr/>
              </p:nvSpPr>
              <p:spPr bwMode="auto">
                <a:xfrm>
                  <a:off x="1761" y="1303"/>
                  <a:ext cx="17" cy="83"/>
                </a:xfrm>
                <a:custGeom>
                  <a:avLst/>
                  <a:gdLst>
                    <a:gd name="T0" fmla="*/ 1 w 34"/>
                    <a:gd name="T1" fmla="*/ 0 h 167"/>
                    <a:gd name="T2" fmla="*/ 0 w 34"/>
                    <a:gd name="T3" fmla="*/ 0 h 167"/>
                    <a:gd name="T4" fmla="*/ 0 w 34"/>
                    <a:gd name="T5" fmla="*/ 9 h 167"/>
                    <a:gd name="T6" fmla="*/ 0 w 34"/>
                    <a:gd name="T7" fmla="*/ 10 h 167"/>
                    <a:gd name="T8" fmla="*/ 1 w 34"/>
                    <a:gd name="T9" fmla="*/ 10 h 167"/>
                    <a:gd name="T10" fmla="*/ 2 w 34"/>
                    <a:gd name="T11" fmla="*/ 10 h 167"/>
                    <a:gd name="T12" fmla="*/ 2 w 34"/>
                    <a:gd name="T13" fmla="*/ 9 h 167"/>
                    <a:gd name="T14" fmla="*/ 1 w 34"/>
                    <a:gd name="T15" fmla="*/ 9 h 167"/>
                    <a:gd name="T16" fmla="*/ 1 w 34"/>
                    <a:gd name="T17" fmla="*/ 9 h 167"/>
                    <a:gd name="T18" fmla="*/ 1 w 34"/>
                    <a:gd name="T19" fmla="*/ 9 h 167"/>
                    <a:gd name="T20" fmla="*/ 1 w 34"/>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7"/>
                    <a:gd name="T35" fmla="*/ 34 w 34"/>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7">
                      <a:moveTo>
                        <a:pt x="23" y="0"/>
                      </a:moveTo>
                      <a:lnTo>
                        <a:pt x="0" y="0"/>
                      </a:lnTo>
                      <a:lnTo>
                        <a:pt x="0" y="156"/>
                      </a:lnTo>
                      <a:lnTo>
                        <a:pt x="0" y="167"/>
                      </a:lnTo>
                      <a:lnTo>
                        <a:pt x="11" y="167"/>
                      </a:lnTo>
                      <a:lnTo>
                        <a:pt x="34" y="167"/>
                      </a:lnTo>
                      <a:lnTo>
                        <a:pt x="34" y="144"/>
                      </a:lnTo>
                      <a:lnTo>
                        <a:pt x="11" y="144"/>
                      </a:lnTo>
                      <a:lnTo>
                        <a:pt x="11" y="156"/>
                      </a:lnTo>
                      <a:lnTo>
                        <a:pt x="23" y="156"/>
                      </a:lnTo>
                      <a:lnTo>
                        <a:pt x="23" y="0"/>
                      </a:lnTo>
                      <a:close/>
                    </a:path>
                  </a:pathLst>
                </a:custGeom>
                <a:solidFill>
                  <a:srgbClr val="FF00FF"/>
                </a:solidFill>
                <a:ln w="9525">
                  <a:noFill/>
                  <a:round/>
                  <a:headEnd/>
                  <a:tailEnd/>
                </a:ln>
              </p:spPr>
              <p:txBody>
                <a:bodyPr/>
                <a:lstStyle/>
                <a:p>
                  <a:endParaRPr lang="zh-CN" altLang="en-US"/>
                </a:p>
              </p:txBody>
            </p:sp>
            <p:sp>
              <p:nvSpPr>
                <p:cNvPr id="42404" name="Rectangle 43"/>
                <p:cNvSpPr>
                  <a:spLocks noChangeArrowheads="1"/>
                </p:cNvSpPr>
                <p:nvPr/>
              </p:nvSpPr>
              <p:spPr bwMode="auto">
                <a:xfrm>
                  <a:off x="1811" y="1375"/>
                  <a:ext cx="89" cy="11"/>
                </a:xfrm>
                <a:prstGeom prst="rect">
                  <a:avLst/>
                </a:prstGeom>
                <a:solidFill>
                  <a:srgbClr val="FF00FF"/>
                </a:solidFill>
                <a:ln w="9525">
                  <a:noFill/>
                  <a:miter lim="800000"/>
                  <a:headEnd/>
                  <a:tailEnd/>
                </a:ln>
              </p:spPr>
              <p:txBody>
                <a:bodyPr/>
                <a:lstStyle/>
                <a:p>
                  <a:endParaRPr lang="zh-CN" altLang="en-US"/>
                </a:p>
              </p:txBody>
            </p:sp>
            <p:sp>
              <p:nvSpPr>
                <p:cNvPr id="42405" name="Rectangle 44"/>
                <p:cNvSpPr>
                  <a:spLocks noChangeArrowheads="1"/>
                </p:cNvSpPr>
                <p:nvPr/>
              </p:nvSpPr>
              <p:spPr bwMode="auto">
                <a:xfrm>
                  <a:off x="1933" y="1375"/>
                  <a:ext cx="89" cy="11"/>
                </a:xfrm>
                <a:prstGeom prst="rect">
                  <a:avLst/>
                </a:prstGeom>
                <a:solidFill>
                  <a:srgbClr val="FF00FF"/>
                </a:solidFill>
                <a:ln w="9525">
                  <a:noFill/>
                  <a:miter lim="800000"/>
                  <a:headEnd/>
                  <a:tailEnd/>
                </a:ln>
              </p:spPr>
              <p:txBody>
                <a:bodyPr/>
                <a:lstStyle/>
                <a:p>
                  <a:endParaRPr lang="zh-CN" altLang="en-US"/>
                </a:p>
              </p:txBody>
            </p:sp>
            <p:sp>
              <p:nvSpPr>
                <p:cNvPr id="42406" name="Rectangle 45"/>
                <p:cNvSpPr>
                  <a:spLocks noChangeArrowheads="1"/>
                </p:cNvSpPr>
                <p:nvPr/>
              </p:nvSpPr>
              <p:spPr bwMode="auto">
                <a:xfrm>
                  <a:off x="2055" y="1375"/>
                  <a:ext cx="89" cy="11"/>
                </a:xfrm>
                <a:prstGeom prst="rect">
                  <a:avLst/>
                </a:prstGeom>
                <a:solidFill>
                  <a:srgbClr val="FF00FF"/>
                </a:solidFill>
                <a:ln w="9525">
                  <a:noFill/>
                  <a:miter lim="800000"/>
                  <a:headEnd/>
                  <a:tailEnd/>
                </a:ln>
              </p:spPr>
              <p:txBody>
                <a:bodyPr/>
                <a:lstStyle/>
                <a:p>
                  <a:endParaRPr lang="zh-CN" altLang="en-US"/>
                </a:p>
              </p:txBody>
            </p:sp>
            <p:sp>
              <p:nvSpPr>
                <p:cNvPr id="42407" name="Rectangle 46"/>
                <p:cNvSpPr>
                  <a:spLocks noChangeArrowheads="1"/>
                </p:cNvSpPr>
                <p:nvPr/>
              </p:nvSpPr>
              <p:spPr bwMode="auto">
                <a:xfrm>
                  <a:off x="2177" y="1375"/>
                  <a:ext cx="89" cy="11"/>
                </a:xfrm>
                <a:prstGeom prst="rect">
                  <a:avLst/>
                </a:prstGeom>
                <a:solidFill>
                  <a:srgbClr val="FF00FF"/>
                </a:solidFill>
                <a:ln w="9525">
                  <a:noFill/>
                  <a:miter lim="800000"/>
                  <a:headEnd/>
                  <a:tailEnd/>
                </a:ln>
              </p:spPr>
              <p:txBody>
                <a:bodyPr/>
                <a:lstStyle/>
                <a:p>
                  <a:endParaRPr lang="zh-CN" altLang="en-US"/>
                </a:p>
              </p:txBody>
            </p:sp>
            <p:sp>
              <p:nvSpPr>
                <p:cNvPr id="42408" name="Rectangle 47"/>
                <p:cNvSpPr>
                  <a:spLocks noChangeArrowheads="1"/>
                </p:cNvSpPr>
                <p:nvPr/>
              </p:nvSpPr>
              <p:spPr bwMode="auto">
                <a:xfrm>
                  <a:off x="2299" y="1375"/>
                  <a:ext cx="89" cy="11"/>
                </a:xfrm>
                <a:prstGeom prst="rect">
                  <a:avLst/>
                </a:prstGeom>
                <a:solidFill>
                  <a:srgbClr val="FF00FF"/>
                </a:solidFill>
                <a:ln w="9525">
                  <a:noFill/>
                  <a:miter lim="800000"/>
                  <a:headEnd/>
                  <a:tailEnd/>
                </a:ln>
              </p:spPr>
              <p:txBody>
                <a:bodyPr/>
                <a:lstStyle/>
                <a:p>
                  <a:endParaRPr lang="zh-CN" altLang="en-US"/>
                </a:p>
              </p:txBody>
            </p:sp>
            <p:sp>
              <p:nvSpPr>
                <p:cNvPr id="42409" name="Freeform 48"/>
                <p:cNvSpPr>
                  <a:spLocks/>
                </p:cNvSpPr>
                <p:nvPr/>
              </p:nvSpPr>
              <p:spPr bwMode="auto">
                <a:xfrm>
                  <a:off x="2421" y="1303"/>
                  <a:ext cx="17" cy="83"/>
                </a:xfrm>
                <a:custGeom>
                  <a:avLst/>
                  <a:gdLst>
                    <a:gd name="T0" fmla="*/ 0 w 33"/>
                    <a:gd name="T1" fmla="*/ 9 h 167"/>
                    <a:gd name="T2" fmla="*/ 0 w 33"/>
                    <a:gd name="T3" fmla="*/ 10 h 167"/>
                    <a:gd name="T4" fmla="*/ 2 w 33"/>
                    <a:gd name="T5" fmla="*/ 10 h 167"/>
                    <a:gd name="T6" fmla="*/ 3 w 33"/>
                    <a:gd name="T7" fmla="*/ 10 h 167"/>
                    <a:gd name="T8" fmla="*/ 3 w 33"/>
                    <a:gd name="T9" fmla="*/ 9 h 167"/>
                    <a:gd name="T10" fmla="*/ 3 w 33"/>
                    <a:gd name="T11" fmla="*/ 0 h 167"/>
                    <a:gd name="T12" fmla="*/ 1 w 33"/>
                    <a:gd name="T13" fmla="*/ 0 h 167"/>
                    <a:gd name="T14" fmla="*/ 1 w 33"/>
                    <a:gd name="T15" fmla="*/ 9 h 167"/>
                    <a:gd name="T16" fmla="*/ 2 w 33"/>
                    <a:gd name="T17" fmla="*/ 9 h 167"/>
                    <a:gd name="T18" fmla="*/ 2 w 33"/>
                    <a:gd name="T19" fmla="*/ 9 h 167"/>
                    <a:gd name="T20" fmla="*/ 0 w 33"/>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0" y="144"/>
                      </a:moveTo>
                      <a:lnTo>
                        <a:pt x="0" y="167"/>
                      </a:lnTo>
                      <a:lnTo>
                        <a:pt x="22" y="167"/>
                      </a:lnTo>
                      <a:lnTo>
                        <a:pt x="33" y="167"/>
                      </a:lnTo>
                      <a:lnTo>
                        <a:pt x="33" y="156"/>
                      </a:lnTo>
                      <a:lnTo>
                        <a:pt x="33" y="0"/>
                      </a:lnTo>
                      <a:lnTo>
                        <a:pt x="11" y="0"/>
                      </a:lnTo>
                      <a:lnTo>
                        <a:pt x="11" y="156"/>
                      </a:lnTo>
                      <a:lnTo>
                        <a:pt x="22" y="156"/>
                      </a:lnTo>
                      <a:lnTo>
                        <a:pt x="22" y="144"/>
                      </a:lnTo>
                      <a:lnTo>
                        <a:pt x="0" y="144"/>
                      </a:lnTo>
                      <a:close/>
                    </a:path>
                  </a:pathLst>
                </a:custGeom>
                <a:solidFill>
                  <a:srgbClr val="FF00FF"/>
                </a:solidFill>
                <a:ln w="9525">
                  <a:noFill/>
                  <a:round/>
                  <a:headEnd/>
                  <a:tailEnd/>
                </a:ln>
              </p:spPr>
              <p:txBody>
                <a:bodyPr/>
                <a:lstStyle/>
                <a:p>
                  <a:endParaRPr lang="zh-CN" altLang="en-US"/>
                </a:p>
              </p:txBody>
            </p:sp>
            <p:sp>
              <p:nvSpPr>
                <p:cNvPr id="42410" name="Rectangle 49"/>
                <p:cNvSpPr>
                  <a:spLocks noChangeArrowheads="1"/>
                </p:cNvSpPr>
                <p:nvPr/>
              </p:nvSpPr>
              <p:spPr bwMode="auto">
                <a:xfrm>
                  <a:off x="2427" y="1181"/>
                  <a:ext cx="11" cy="89"/>
                </a:xfrm>
                <a:prstGeom prst="rect">
                  <a:avLst/>
                </a:prstGeom>
                <a:solidFill>
                  <a:srgbClr val="FF00FF"/>
                </a:solidFill>
                <a:ln w="9525">
                  <a:noFill/>
                  <a:miter lim="800000"/>
                  <a:headEnd/>
                  <a:tailEnd/>
                </a:ln>
              </p:spPr>
              <p:txBody>
                <a:bodyPr/>
                <a:lstStyle/>
                <a:p>
                  <a:endParaRPr lang="zh-CN" altLang="en-US"/>
                </a:p>
              </p:txBody>
            </p:sp>
            <p:sp>
              <p:nvSpPr>
                <p:cNvPr id="42411" name="Rectangle 50"/>
                <p:cNvSpPr>
                  <a:spLocks noChangeArrowheads="1"/>
                </p:cNvSpPr>
                <p:nvPr/>
              </p:nvSpPr>
              <p:spPr bwMode="auto">
                <a:xfrm>
                  <a:off x="2427" y="1059"/>
                  <a:ext cx="11" cy="89"/>
                </a:xfrm>
                <a:prstGeom prst="rect">
                  <a:avLst/>
                </a:prstGeom>
                <a:solidFill>
                  <a:srgbClr val="FF00FF"/>
                </a:solidFill>
                <a:ln w="9525">
                  <a:noFill/>
                  <a:miter lim="800000"/>
                  <a:headEnd/>
                  <a:tailEnd/>
                </a:ln>
              </p:spPr>
              <p:txBody>
                <a:bodyPr/>
                <a:lstStyle/>
                <a:p>
                  <a:endParaRPr lang="zh-CN" altLang="en-US"/>
                </a:p>
              </p:txBody>
            </p:sp>
            <p:sp>
              <p:nvSpPr>
                <p:cNvPr id="42412" name="Rectangle 51"/>
                <p:cNvSpPr>
                  <a:spLocks noChangeArrowheads="1"/>
                </p:cNvSpPr>
                <p:nvPr/>
              </p:nvSpPr>
              <p:spPr bwMode="auto">
                <a:xfrm>
                  <a:off x="2427" y="937"/>
                  <a:ext cx="11" cy="89"/>
                </a:xfrm>
                <a:prstGeom prst="rect">
                  <a:avLst/>
                </a:prstGeom>
                <a:solidFill>
                  <a:srgbClr val="FF00FF"/>
                </a:solidFill>
                <a:ln w="9525">
                  <a:noFill/>
                  <a:miter lim="800000"/>
                  <a:headEnd/>
                  <a:tailEnd/>
                </a:ln>
              </p:spPr>
              <p:txBody>
                <a:bodyPr/>
                <a:lstStyle/>
                <a:p>
                  <a:endParaRPr lang="zh-CN" altLang="en-US"/>
                </a:p>
              </p:txBody>
            </p:sp>
            <p:sp>
              <p:nvSpPr>
                <p:cNvPr id="42413" name="Rectangle 52"/>
                <p:cNvSpPr>
                  <a:spLocks noChangeArrowheads="1"/>
                </p:cNvSpPr>
                <p:nvPr/>
              </p:nvSpPr>
              <p:spPr bwMode="auto">
                <a:xfrm>
                  <a:off x="2427" y="815"/>
                  <a:ext cx="11" cy="89"/>
                </a:xfrm>
                <a:prstGeom prst="rect">
                  <a:avLst/>
                </a:prstGeom>
                <a:solidFill>
                  <a:srgbClr val="FF00FF"/>
                </a:solidFill>
                <a:ln w="9525">
                  <a:noFill/>
                  <a:miter lim="800000"/>
                  <a:headEnd/>
                  <a:tailEnd/>
                </a:ln>
              </p:spPr>
              <p:txBody>
                <a:bodyPr/>
                <a:lstStyle/>
                <a:p>
                  <a:endParaRPr lang="zh-CN" altLang="en-US"/>
                </a:p>
              </p:txBody>
            </p:sp>
            <p:sp>
              <p:nvSpPr>
                <p:cNvPr id="42414" name="Rectangle 53"/>
                <p:cNvSpPr>
                  <a:spLocks noChangeArrowheads="1"/>
                </p:cNvSpPr>
                <p:nvPr/>
              </p:nvSpPr>
              <p:spPr bwMode="auto">
                <a:xfrm>
                  <a:off x="2427" y="693"/>
                  <a:ext cx="11" cy="89"/>
                </a:xfrm>
                <a:prstGeom prst="rect">
                  <a:avLst/>
                </a:prstGeom>
                <a:solidFill>
                  <a:srgbClr val="FF00FF"/>
                </a:solidFill>
                <a:ln w="9525">
                  <a:noFill/>
                  <a:miter lim="800000"/>
                  <a:headEnd/>
                  <a:tailEnd/>
                </a:ln>
              </p:spPr>
              <p:txBody>
                <a:bodyPr/>
                <a:lstStyle/>
                <a:p>
                  <a:endParaRPr lang="zh-CN" altLang="en-US"/>
                </a:p>
              </p:txBody>
            </p:sp>
            <p:sp>
              <p:nvSpPr>
                <p:cNvPr id="42415" name="Rectangle 54"/>
                <p:cNvSpPr>
                  <a:spLocks noChangeArrowheads="1"/>
                </p:cNvSpPr>
                <p:nvPr/>
              </p:nvSpPr>
              <p:spPr bwMode="auto">
                <a:xfrm>
                  <a:off x="2427" y="571"/>
                  <a:ext cx="11" cy="88"/>
                </a:xfrm>
                <a:prstGeom prst="rect">
                  <a:avLst/>
                </a:prstGeom>
                <a:solidFill>
                  <a:srgbClr val="FF00FF"/>
                </a:solidFill>
                <a:ln w="9525">
                  <a:noFill/>
                  <a:miter lim="800000"/>
                  <a:headEnd/>
                  <a:tailEnd/>
                </a:ln>
              </p:spPr>
              <p:txBody>
                <a:bodyPr/>
                <a:lstStyle/>
                <a:p>
                  <a:endParaRPr lang="zh-CN" altLang="en-US"/>
                </a:p>
              </p:txBody>
            </p:sp>
            <p:sp>
              <p:nvSpPr>
                <p:cNvPr id="42416" name="Rectangle 55"/>
                <p:cNvSpPr>
                  <a:spLocks noChangeArrowheads="1"/>
                </p:cNvSpPr>
                <p:nvPr/>
              </p:nvSpPr>
              <p:spPr bwMode="auto">
                <a:xfrm>
                  <a:off x="2427" y="449"/>
                  <a:ext cx="11" cy="88"/>
                </a:xfrm>
                <a:prstGeom prst="rect">
                  <a:avLst/>
                </a:prstGeom>
                <a:solidFill>
                  <a:srgbClr val="FF00FF"/>
                </a:solidFill>
                <a:ln w="9525">
                  <a:noFill/>
                  <a:miter lim="800000"/>
                  <a:headEnd/>
                  <a:tailEnd/>
                </a:ln>
              </p:spPr>
              <p:txBody>
                <a:bodyPr/>
                <a:lstStyle/>
                <a:p>
                  <a:endParaRPr lang="zh-CN" altLang="en-US"/>
                </a:p>
              </p:txBody>
            </p:sp>
            <p:sp>
              <p:nvSpPr>
                <p:cNvPr id="42417" name="Rectangle 56"/>
                <p:cNvSpPr>
                  <a:spLocks noChangeArrowheads="1"/>
                </p:cNvSpPr>
                <p:nvPr/>
              </p:nvSpPr>
              <p:spPr bwMode="auto">
                <a:xfrm>
                  <a:off x="2311" y="443"/>
                  <a:ext cx="88" cy="11"/>
                </a:xfrm>
                <a:prstGeom prst="rect">
                  <a:avLst/>
                </a:prstGeom>
                <a:solidFill>
                  <a:srgbClr val="FF00FF"/>
                </a:solidFill>
                <a:ln w="9525">
                  <a:noFill/>
                  <a:miter lim="800000"/>
                  <a:headEnd/>
                  <a:tailEnd/>
                </a:ln>
              </p:spPr>
              <p:txBody>
                <a:bodyPr/>
                <a:lstStyle/>
                <a:p>
                  <a:endParaRPr lang="zh-CN" altLang="en-US"/>
                </a:p>
              </p:txBody>
            </p:sp>
            <p:sp>
              <p:nvSpPr>
                <p:cNvPr id="42418" name="Rectangle 57"/>
                <p:cNvSpPr>
                  <a:spLocks noChangeArrowheads="1"/>
                </p:cNvSpPr>
                <p:nvPr/>
              </p:nvSpPr>
              <p:spPr bwMode="auto">
                <a:xfrm>
                  <a:off x="2188" y="443"/>
                  <a:ext cx="89" cy="11"/>
                </a:xfrm>
                <a:prstGeom prst="rect">
                  <a:avLst/>
                </a:prstGeom>
                <a:solidFill>
                  <a:srgbClr val="FF00FF"/>
                </a:solidFill>
                <a:ln w="9525">
                  <a:noFill/>
                  <a:miter lim="800000"/>
                  <a:headEnd/>
                  <a:tailEnd/>
                </a:ln>
              </p:spPr>
              <p:txBody>
                <a:bodyPr/>
                <a:lstStyle/>
                <a:p>
                  <a:endParaRPr lang="zh-CN" altLang="en-US"/>
                </a:p>
              </p:txBody>
            </p:sp>
            <p:sp>
              <p:nvSpPr>
                <p:cNvPr id="42419" name="Rectangle 58"/>
                <p:cNvSpPr>
                  <a:spLocks noChangeArrowheads="1"/>
                </p:cNvSpPr>
                <p:nvPr/>
              </p:nvSpPr>
              <p:spPr bwMode="auto">
                <a:xfrm>
                  <a:off x="2066" y="443"/>
                  <a:ext cx="89" cy="11"/>
                </a:xfrm>
                <a:prstGeom prst="rect">
                  <a:avLst/>
                </a:prstGeom>
                <a:solidFill>
                  <a:srgbClr val="FF00FF"/>
                </a:solidFill>
                <a:ln w="9525">
                  <a:noFill/>
                  <a:miter lim="800000"/>
                  <a:headEnd/>
                  <a:tailEnd/>
                </a:ln>
              </p:spPr>
              <p:txBody>
                <a:bodyPr/>
                <a:lstStyle/>
                <a:p>
                  <a:endParaRPr lang="zh-CN" altLang="en-US"/>
                </a:p>
              </p:txBody>
            </p:sp>
            <p:sp>
              <p:nvSpPr>
                <p:cNvPr id="42420" name="Rectangle 59"/>
                <p:cNvSpPr>
                  <a:spLocks noChangeArrowheads="1"/>
                </p:cNvSpPr>
                <p:nvPr/>
              </p:nvSpPr>
              <p:spPr bwMode="auto">
                <a:xfrm>
                  <a:off x="1944" y="443"/>
                  <a:ext cx="89" cy="11"/>
                </a:xfrm>
                <a:prstGeom prst="rect">
                  <a:avLst/>
                </a:prstGeom>
                <a:solidFill>
                  <a:srgbClr val="FF00FF"/>
                </a:solidFill>
                <a:ln w="9525">
                  <a:noFill/>
                  <a:miter lim="800000"/>
                  <a:headEnd/>
                  <a:tailEnd/>
                </a:ln>
              </p:spPr>
              <p:txBody>
                <a:bodyPr/>
                <a:lstStyle/>
                <a:p>
                  <a:endParaRPr lang="zh-CN" altLang="en-US"/>
                </a:p>
              </p:txBody>
            </p:sp>
            <p:sp>
              <p:nvSpPr>
                <p:cNvPr id="42421" name="Rectangle 60"/>
                <p:cNvSpPr>
                  <a:spLocks noChangeArrowheads="1"/>
                </p:cNvSpPr>
                <p:nvPr/>
              </p:nvSpPr>
              <p:spPr bwMode="auto">
                <a:xfrm>
                  <a:off x="1822" y="443"/>
                  <a:ext cx="89" cy="11"/>
                </a:xfrm>
                <a:prstGeom prst="rect">
                  <a:avLst/>
                </a:prstGeom>
                <a:solidFill>
                  <a:srgbClr val="FF00FF"/>
                </a:solidFill>
                <a:ln w="9525">
                  <a:noFill/>
                  <a:miter lim="800000"/>
                  <a:headEnd/>
                  <a:tailEnd/>
                </a:ln>
              </p:spPr>
              <p:txBody>
                <a:bodyPr/>
                <a:lstStyle/>
                <a:p>
                  <a:endParaRPr lang="zh-CN" altLang="en-US"/>
                </a:p>
              </p:txBody>
            </p:sp>
          </p:grpSp>
          <p:grpSp>
            <p:nvGrpSpPr>
              <p:cNvPr id="42315" name="Group 61"/>
              <p:cNvGrpSpPr>
                <a:grpSpLocks/>
              </p:cNvGrpSpPr>
              <p:nvPr/>
            </p:nvGrpSpPr>
            <p:grpSpPr bwMode="auto">
              <a:xfrm>
                <a:off x="2693" y="443"/>
                <a:ext cx="677" cy="943"/>
                <a:chOff x="2693" y="443"/>
                <a:chExt cx="677" cy="943"/>
              </a:xfrm>
            </p:grpSpPr>
            <p:sp>
              <p:nvSpPr>
                <p:cNvPr id="42370" name="Freeform 62"/>
                <p:cNvSpPr>
                  <a:spLocks/>
                </p:cNvSpPr>
                <p:nvPr/>
              </p:nvSpPr>
              <p:spPr bwMode="auto">
                <a:xfrm>
                  <a:off x="2693" y="443"/>
                  <a:ext cx="28" cy="94"/>
                </a:xfrm>
                <a:custGeom>
                  <a:avLst/>
                  <a:gdLst>
                    <a:gd name="T0" fmla="*/ 2 w 55"/>
                    <a:gd name="T1" fmla="*/ 0 h 189"/>
                    <a:gd name="T2" fmla="*/ 1 w 55"/>
                    <a:gd name="T3" fmla="*/ 0 h 189"/>
                    <a:gd name="T4" fmla="*/ 1 w 55"/>
                    <a:gd name="T5" fmla="*/ 1 h 189"/>
                    <a:gd name="T6" fmla="*/ 4 w 55"/>
                    <a:gd name="T7" fmla="*/ 1 h 189"/>
                    <a:gd name="T8" fmla="*/ 4 w 55"/>
                    <a:gd name="T9" fmla="*/ 0 h 189"/>
                    <a:gd name="T10" fmla="*/ 1 w 55"/>
                    <a:gd name="T11" fmla="*/ 0 h 189"/>
                    <a:gd name="T12" fmla="*/ 0 w 55"/>
                    <a:gd name="T13" fmla="*/ 0 h 189"/>
                    <a:gd name="T14" fmla="*/ 0 w 55"/>
                    <a:gd name="T15" fmla="*/ 0 h 189"/>
                    <a:gd name="T16" fmla="*/ 0 w 55"/>
                    <a:gd name="T17" fmla="*/ 11 h 189"/>
                    <a:gd name="T18" fmla="*/ 2 w 55"/>
                    <a:gd name="T19" fmla="*/ 11 h 189"/>
                    <a:gd name="T20" fmla="*/ 2 w 55"/>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9"/>
                    <a:gd name="T35" fmla="*/ 55 w 55"/>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9">
                      <a:moveTo>
                        <a:pt x="22" y="11"/>
                      </a:moveTo>
                      <a:lnTo>
                        <a:pt x="11" y="11"/>
                      </a:lnTo>
                      <a:lnTo>
                        <a:pt x="11" y="22"/>
                      </a:lnTo>
                      <a:lnTo>
                        <a:pt x="55" y="22"/>
                      </a:lnTo>
                      <a:lnTo>
                        <a:pt x="55" y="0"/>
                      </a:lnTo>
                      <a:lnTo>
                        <a:pt x="11" y="0"/>
                      </a:lnTo>
                      <a:lnTo>
                        <a:pt x="0" y="0"/>
                      </a:lnTo>
                      <a:lnTo>
                        <a:pt x="0" y="11"/>
                      </a:lnTo>
                      <a:lnTo>
                        <a:pt x="0" y="189"/>
                      </a:lnTo>
                      <a:lnTo>
                        <a:pt x="22" y="189"/>
                      </a:lnTo>
                      <a:lnTo>
                        <a:pt x="22" y="11"/>
                      </a:lnTo>
                      <a:close/>
                    </a:path>
                  </a:pathLst>
                </a:custGeom>
                <a:solidFill>
                  <a:srgbClr val="FF00FF"/>
                </a:solidFill>
                <a:ln w="9525">
                  <a:noFill/>
                  <a:round/>
                  <a:headEnd/>
                  <a:tailEnd/>
                </a:ln>
              </p:spPr>
              <p:txBody>
                <a:bodyPr/>
                <a:lstStyle/>
                <a:p>
                  <a:endParaRPr lang="zh-CN" altLang="en-US"/>
                </a:p>
              </p:txBody>
            </p:sp>
            <p:sp>
              <p:nvSpPr>
                <p:cNvPr id="42371" name="Rectangle 63"/>
                <p:cNvSpPr>
                  <a:spLocks noChangeArrowheads="1"/>
                </p:cNvSpPr>
                <p:nvPr/>
              </p:nvSpPr>
              <p:spPr bwMode="auto">
                <a:xfrm>
                  <a:off x="2693" y="571"/>
                  <a:ext cx="11" cy="88"/>
                </a:xfrm>
                <a:prstGeom prst="rect">
                  <a:avLst/>
                </a:prstGeom>
                <a:solidFill>
                  <a:srgbClr val="FF00FF"/>
                </a:solidFill>
                <a:ln w="9525">
                  <a:noFill/>
                  <a:miter lim="800000"/>
                  <a:headEnd/>
                  <a:tailEnd/>
                </a:ln>
              </p:spPr>
              <p:txBody>
                <a:bodyPr/>
                <a:lstStyle/>
                <a:p>
                  <a:endParaRPr lang="zh-CN" altLang="en-US"/>
                </a:p>
              </p:txBody>
            </p:sp>
            <p:sp>
              <p:nvSpPr>
                <p:cNvPr id="42372" name="Rectangle 64"/>
                <p:cNvSpPr>
                  <a:spLocks noChangeArrowheads="1"/>
                </p:cNvSpPr>
                <p:nvPr/>
              </p:nvSpPr>
              <p:spPr bwMode="auto">
                <a:xfrm>
                  <a:off x="2693" y="693"/>
                  <a:ext cx="11" cy="89"/>
                </a:xfrm>
                <a:prstGeom prst="rect">
                  <a:avLst/>
                </a:prstGeom>
                <a:solidFill>
                  <a:srgbClr val="FF00FF"/>
                </a:solidFill>
                <a:ln w="9525">
                  <a:noFill/>
                  <a:miter lim="800000"/>
                  <a:headEnd/>
                  <a:tailEnd/>
                </a:ln>
              </p:spPr>
              <p:txBody>
                <a:bodyPr/>
                <a:lstStyle/>
                <a:p>
                  <a:endParaRPr lang="zh-CN" altLang="en-US"/>
                </a:p>
              </p:txBody>
            </p:sp>
            <p:sp>
              <p:nvSpPr>
                <p:cNvPr id="42373" name="Rectangle 65"/>
                <p:cNvSpPr>
                  <a:spLocks noChangeArrowheads="1"/>
                </p:cNvSpPr>
                <p:nvPr/>
              </p:nvSpPr>
              <p:spPr bwMode="auto">
                <a:xfrm>
                  <a:off x="2693" y="815"/>
                  <a:ext cx="11" cy="89"/>
                </a:xfrm>
                <a:prstGeom prst="rect">
                  <a:avLst/>
                </a:prstGeom>
                <a:solidFill>
                  <a:srgbClr val="FF00FF"/>
                </a:solidFill>
                <a:ln w="9525">
                  <a:noFill/>
                  <a:miter lim="800000"/>
                  <a:headEnd/>
                  <a:tailEnd/>
                </a:ln>
              </p:spPr>
              <p:txBody>
                <a:bodyPr/>
                <a:lstStyle/>
                <a:p>
                  <a:endParaRPr lang="zh-CN" altLang="en-US"/>
                </a:p>
              </p:txBody>
            </p:sp>
            <p:sp>
              <p:nvSpPr>
                <p:cNvPr id="42374" name="Rectangle 66"/>
                <p:cNvSpPr>
                  <a:spLocks noChangeArrowheads="1"/>
                </p:cNvSpPr>
                <p:nvPr/>
              </p:nvSpPr>
              <p:spPr bwMode="auto">
                <a:xfrm>
                  <a:off x="2693" y="937"/>
                  <a:ext cx="11" cy="89"/>
                </a:xfrm>
                <a:prstGeom prst="rect">
                  <a:avLst/>
                </a:prstGeom>
                <a:solidFill>
                  <a:srgbClr val="FF00FF"/>
                </a:solidFill>
                <a:ln w="9525">
                  <a:noFill/>
                  <a:miter lim="800000"/>
                  <a:headEnd/>
                  <a:tailEnd/>
                </a:ln>
              </p:spPr>
              <p:txBody>
                <a:bodyPr/>
                <a:lstStyle/>
                <a:p>
                  <a:endParaRPr lang="zh-CN" altLang="en-US"/>
                </a:p>
              </p:txBody>
            </p:sp>
            <p:sp>
              <p:nvSpPr>
                <p:cNvPr id="42375" name="Rectangle 67"/>
                <p:cNvSpPr>
                  <a:spLocks noChangeArrowheads="1"/>
                </p:cNvSpPr>
                <p:nvPr/>
              </p:nvSpPr>
              <p:spPr bwMode="auto">
                <a:xfrm>
                  <a:off x="2693" y="1059"/>
                  <a:ext cx="11" cy="89"/>
                </a:xfrm>
                <a:prstGeom prst="rect">
                  <a:avLst/>
                </a:prstGeom>
                <a:solidFill>
                  <a:srgbClr val="FF00FF"/>
                </a:solidFill>
                <a:ln w="9525">
                  <a:noFill/>
                  <a:miter lim="800000"/>
                  <a:headEnd/>
                  <a:tailEnd/>
                </a:ln>
              </p:spPr>
              <p:txBody>
                <a:bodyPr/>
                <a:lstStyle/>
                <a:p>
                  <a:endParaRPr lang="zh-CN" altLang="en-US"/>
                </a:p>
              </p:txBody>
            </p:sp>
            <p:sp>
              <p:nvSpPr>
                <p:cNvPr id="42376" name="Rectangle 68"/>
                <p:cNvSpPr>
                  <a:spLocks noChangeArrowheads="1"/>
                </p:cNvSpPr>
                <p:nvPr/>
              </p:nvSpPr>
              <p:spPr bwMode="auto">
                <a:xfrm>
                  <a:off x="2693" y="1181"/>
                  <a:ext cx="11" cy="89"/>
                </a:xfrm>
                <a:prstGeom prst="rect">
                  <a:avLst/>
                </a:prstGeom>
                <a:solidFill>
                  <a:srgbClr val="FF00FF"/>
                </a:solidFill>
                <a:ln w="9525">
                  <a:noFill/>
                  <a:miter lim="800000"/>
                  <a:headEnd/>
                  <a:tailEnd/>
                </a:ln>
              </p:spPr>
              <p:txBody>
                <a:bodyPr/>
                <a:lstStyle/>
                <a:p>
                  <a:endParaRPr lang="zh-CN" altLang="en-US"/>
                </a:p>
              </p:txBody>
            </p:sp>
            <p:sp>
              <p:nvSpPr>
                <p:cNvPr id="42377" name="Freeform 69"/>
                <p:cNvSpPr>
                  <a:spLocks/>
                </p:cNvSpPr>
                <p:nvPr/>
              </p:nvSpPr>
              <p:spPr bwMode="auto">
                <a:xfrm>
                  <a:off x="2693" y="1303"/>
                  <a:ext cx="17" cy="83"/>
                </a:xfrm>
                <a:custGeom>
                  <a:avLst/>
                  <a:gdLst>
                    <a:gd name="T0" fmla="*/ 2 w 33"/>
                    <a:gd name="T1" fmla="*/ 0 h 167"/>
                    <a:gd name="T2" fmla="*/ 0 w 33"/>
                    <a:gd name="T3" fmla="*/ 0 h 167"/>
                    <a:gd name="T4" fmla="*/ 0 w 33"/>
                    <a:gd name="T5" fmla="*/ 9 h 167"/>
                    <a:gd name="T6" fmla="*/ 0 w 33"/>
                    <a:gd name="T7" fmla="*/ 10 h 167"/>
                    <a:gd name="T8" fmla="*/ 1 w 33"/>
                    <a:gd name="T9" fmla="*/ 10 h 167"/>
                    <a:gd name="T10" fmla="*/ 3 w 33"/>
                    <a:gd name="T11" fmla="*/ 10 h 167"/>
                    <a:gd name="T12" fmla="*/ 3 w 33"/>
                    <a:gd name="T13" fmla="*/ 9 h 167"/>
                    <a:gd name="T14" fmla="*/ 1 w 33"/>
                    <a:gd name="T15" fmla="*/ 9 h 167"/>
                    <a:gd name="T16" fmla="*/ 1 w 33"/>
                    <a:gd name="T17" fmla="*/ 9 h 167"/>
                    <a:gd name="T18" fmla="*/ 2 w 33"/>
                    <a:gd name="T19" fmla="*/ 9 h 167"/>
                    <a:gd name="T20" fmla="*/ 2 w 33"/>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22" y="0"/>
                      </a:moveTo>
                      <a:lnTo>
                        <a:pt x="0" y="0"/>
                      </a:lnTo>
                      <a:lnTo>
                        <a:pt x="0" y="156"/>
                      </a:lnTo>
                      <a:lnTo>
                        <a:pt x="0" y="167"/>
                      </a:lnTo>
                      <a:lnTo>
                        <a:pt x="11" y="167"/>
                      </a:lnTo>
                      <a:lnTo>
                        <a:pt x="33" y="167"/>
                      </a:lnTo>
                      <a:lnTo>
                        <a:pt x="33" y="144"/>
                      </a:lnTo>
                      <a:lnTo>
                        <a:pt x="11" y="144"/>
                      </a:lnTo>
                      <a:lnTo>
                        <a:pt x="11" y="156"/>
                      </a:lnTo>
                      <a:lnTo>
                        <a:pt x="22" y="156"/>
                      </a:lnTo>
                      <a:lnTo>
                        <a:pt x="22" y="0"/>
                      </a:lnTo>
                      <a:close/>
                    </a:path>
                  </a:pathLst>
                </a:custGeom>
                <a:solidFill>
                  <a:srgbClr val="FF00FF"/>
                </a:solidFill>
                <a:ln w="9525">
                  <a:noFill/>
                  <a:round/>
                  <a:headEnd/>
                  <a:tailEnd/>
                </a:ln>
              </p:spPr>
              <p:txBody>
                <a:bodyPr/>
                <a:lstStyle/>
                <a:p>
                  <a:endParaRPr lang="zh-CN" altLang="en-US"/>
                </a:p>
              </p:txBody>
            </p:sp>
            <p:sp>
              <p:nvSpPr>
                <p:cNvPr id="42378" name="Rectangle 70"/>
                <p:cNvSpPr>
                  <a:spLocks noChangeArrowheads="1"/>
                </p:cNvSpPr>
                <p:nvPr/>
              </p:nvSpPr>
              <p:spPr bwMode="auto">
                <a:xfrm>
                  <a:off x="2743" y="1375"/>
                  <a:ext cx="89" cy="11"/>
                </a:xfrm>
                <a:prstGeom prst="rect">
                  <a:avLst/>
                </a:prstGeom>
                <a:solidFill>
                  <a:srgbClr val="FF00FF"/>
                </a:solidFill>
                <a:ln w="9525">
                  <a:noFill/>
                  <a:miter lim="800000"/>
                  <a:headEnd/>
                  <a:tailEnd/>
                </a:ln>
              </p:spPr>
              <p:txBody>
                <a:bodyPr/>
                <a:lstStyle/>
                <a:p>
                  <a:endParaRPr lang="zh-CN" altLang="en-US"/>
                </a:p>
              </p:txBody>
            </p:sp>
            <p:sp>
              <p:nvSpPr>
                <p:cNvPr id="42379" name="Rectangle 71"/>
                <p:cNvSpPr>
                  <a:spLocks noChangeArrowheads="1"/>
                </p:cNvSpPr>
                <p:nvPr/>
              </p:nvSpPr>
              <p:spPr bwMode="auto">
                <a:xfrm>
                  <a:off x="2865" y="1375"/>
                  <a:ext cx="89" cy="11"/>
                </a:xfrm>
                <a:prstGeom prst="rect">
                  <a:avLst/>
                </a:prstGeom>
                <a:solidFill>
                  <a:srgbClr val="FF00FF"/>
                </a:solidFill>
                <a:ln w="9525">
                  <a:noFill/>
                  <a:miter lim="800000"/>
                  <a:headEnd/>
                  <a:tailEnd/>
                </a:ln>
              </p:spPr>
              <p:txBody>
                <a:bodyPr/>
                <a:lstStyle/>
                <a:p>
                  <a:endParaRPr lang="zh-CN" altLang="en-US"/>
                </a:p>
              </p:txBody>
            </p:sp>
            <p:sp>
              <p:nvSpPr>
                <p:cNvPr id="42380" name="Rectangle 72"/>
                <p:cNvSpPr>
                  <a:spLocks noChangeArrowheads="1"/>
                </p:cNvSpPr>
                <p:nvPr/>
              </p:nvSpPr>
              <p:spPr bwMode="auto">
                <a:xfrm>
                  <a:off x="2987" y="1375"/>
                  <a:ext cx="89" cy="11"/>
                </a:xfrm>
                <a:prstGeom prst="rect">
                  <a:avLst/>
                </a:prstGeom>
                <a:solidFill>
                  <a:srgbClr val="FF00FF"/>
                </a:solidFill>
                <a:ln w="9525">
                  <a:noFill/>
                  <a:miter lim="800000"/>
                  <a:headEnd/>
                  <a:tailEnd/>
                </a:ln>
              </p:spPr>
              <p:txBody>
                <a:bodyPr/>
                <a:lstStyle/>
                <a:p>
                  <a:endParaRPr lang="zh-CN" altLang="en-US"/>
                </a:p>
              </p:txBody>
            </p:sp>
            <p:sp>
              <p:nvSpPr>
                <p:cNvPr id="42381" name="Rectangle 73"/>
                <p:cNvSpPr>
                  <a:spLocks noChangeArrowheads="1"/>
                </p:cNvSpPr>
                <p:nvPr/>
              </p:nvSpPr>
              <p:spPr bwMode="auto">
                <a:xfrm>
                  <a:off x="3110" y="1375"/>
                  <a:ext cx="88" cy="11"/>
                </a:xfrm>
                <a:prstGeom prst="rect">
                  <a:avLst/>
                </a:prstGeom>
                <a:solidFill>
                  <a:srgbClr val="FF00FF"/>
                </a:solidFill>
                <a:ln w="9525">
                  <a:noFill/>
                  <a:miter lim="800000"/>
                  <a:headEnd/>
                  <a:tailEnd/>
                </a:ln>
              </p:spPr>
              <p:txBody>
                <a:bodyPr/>
                <a:lstStyle/>
                <a:p>
                  <a:endParaRPr lang="zh-CN" altLang="en-US"/>
                </a:p>
              </p:txBody>
            </p:sp>
            <p:sp>
              <p:nvSpPr>
                <p:cNvPr id="42382" name="Rectangle 74"/>
                <p:cNvSpPr>
                  <a:spLocks noChangeArrowheads="1"/>
                </p:cNvSpPr>
                <p:nvPr/>
              </p:nvSpPr>
              <p:spPr bwMode="auto">
                <a:xfrm>
                  <a:off x="3232" y="1375"/>
                  <a:ext cx="88" cy="11"/>
                </a:xfrm>
                <a:prstGeom prst="rect">
                  <a:avLst/>
                </a:prstGeom>
                <a:solidFill>
                  <a:srgbClr val="FF00FF"/>
                </a:solidFill>
                <a:ln w="9525">
                  <a:noFill/>
                  <a:miter lim="800000"/>
                  <a:headEnd/>
                  <a:tailEnd/>
                </a:ln>
              </p:spPr>
              <p:txBody>
                <a:bodyPr/>
                <a:lstStyle/>
                <a:p>
                  <a:endParaRPr lang="zh-CN" altLang="en-US"/>
                </a:p>
              </p:txBody>
            </p:sp>
            <p:sp>
              <p:nvSpPr>
                <p:cNvPr id="42383" name="Freeform 75"/>
                <p:cNvSpPr>
                  <a:spLocks/>
                </p:cNvSpPr>
                <p:nvPr/>
              </p:nvSpPr>
              <p:spPr bwMode="auto">
                <a:xfrm>
                  <a:off x="3354" y="1303"/>
                  <a:ext cx="16" cy="83"/>
                </a:xfrm>
                <a:custGeom>
                  <a:avLst/>
                  <a:gdLst>
                    <a:gd name="T0" fmla="*/ 0 w 34"/>
                    <a:gd name="T1" fmla="*/ 9 h 167"/>
                    <a:gd name="T2" fmla="*/ 0 w 34"/>
                    <a:gd name="T3" fmla="*/ 10 h 167"/>
                    <a:gd name="T4" fmla="*/ 1 w 34"/>
                    <a:gd name="T5" fmla="*/ 10 h 167"/>
                    <a:gd name="T6" fmla="*/ 2 w 34"/>
                    <a:gd name="T7" fmla="*/ 10 h 167"/>
                    <a:gd name="T8" fmla="*/ 2 w 34"/>
                    <a:gd name="T9" fmla="*/ 9 h 167"/>
                    <a:gd name="T10" fmla="*/ 2 w 34"/>
                    <a:gd name="T11" fmla="*/ 0 h 167"/>
                    <a:gd name="T12" fmla="*/ 0 w 34"/>
                    <a:gd name="T13" fmla="*/ 0 h 167"/>
                    <a:gd name="T14" fmla="*/ 0 w 34"/>
                    <a:gd name="T15" fmla="*/ 9 h 167"/>
                    <a:gd name="T16" fmla="*/ 1 w 34"/>
                    <a:gd name="T17" fmla="*/ 9 h 167"/>
                    <a:gd name="T18" fmla="*/ 1 w 34"/>
                    <a:gd name="T19" fmla="*/ 9 h 167"/>
                    <a:gd name="T20" fmla="*/ 0 w 34"/>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7"/>
                    <a:gd name="T35" fmla="*/ 34 w 34"/>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7">
                      <a:moveTo>
                        <a:pt x="0" y="144"/>
                      </a:moveTo>
                      <a:lnTo>
                        <a:pt x="0" y="167"/>
                      </a:lnTo>
                      <a:lnTo>
                        <a:pt x="23" y="167"/>
                      </a:lnTo>
                      <a:lnTo>
                        <a:pt x="34" y="167"/>
                      </a:lnTo>
                      <a:lnTo>
                        <a:pt x="34" y="156"/>
                      </a:lnTo>
                      <a:lnTo>
                        <a:pt x="34" y="0"/>
                      </a:lnTo>
                      <a:lnTo>
                        <a:pt x="12" y="0"/>
                      </a:lnTo>
                      <a:lnTo>
                        <a:pt x="12" y="156"/>
                      </a:lnTo>
                      <a:lnTo>
                        <a:pt x="23" y="156"/>
                      </a:lnTo>
                      <a:lnTo>
                        <a:pt x="23" y="144"/>
                      </a:lnTo>
                      <a:lnTo>
                        <a:pt x="0" y="144"/>
                      </a:lnTo>
                      <a:close/>
                    </a:path>
                  </a:pathLst>
                </a:custGeom>
                <a:solidFill>
                  <a:srgbClr val="FF00FF"/>
                </a:solidFill>
                <a:ln w="9525">
                  <a:noFill/>
                  <a:round/>
                  <a:headEnd/>
                  <a:tailEnd/>
                </a:ln>
              </p:spPr>
              <p:txBody>
                <a:bodyPr/>
                <a:lstStyle/>
                <a:p>
                  <a:endParaRPr lang="zh-CN" altLang="en-US"/>
                </a:p>
              </p:txBody>
            </p:sp>
            <p:sp>
              <p:nvSpPr>
                <p:cNvPr id="42384" name="Rectangle 76"/>
                <p:cNvSpPr>
                  <a:spLocks noChangeArrowheads="1"/>
                </p:cNvSpPr>
                <p:nvPr/>
              </p:nvSpPr>
              <p:spPr bwMode="auto">
                <a:xfrm>
                  <a:off x="3359" y="1181"/>
                  <a:ext cx="11" cy="89"/>
                </a:xfrm>
                <a:prstGeom prst="rect">
                  <a:avLst/>
                </a:prstGeom>
                <a:solidFill>
                  <a:srgbClr val="FF00FF"/>
                </a:solidFill>
                <a:ln w="9525">
                  <a:noFill/>
                  <a:miter lim="800000"/>
                  <a:headEnd/>
                  <a:tailEnd/>
                </a:ln>
              </p:spPr>
              <p:txBody>
                <a:bodyPr/>
                <a:lstStyle/>
                <a:p>
                  <a:endParaRPr lang="zh-CN" altLang="en-US"/>
                </a:p>
              </p:txBody>
            </p:sp>
            <p:sp>
              <p:nvSpPr>
                <p:cNvPr id="42385" name="Rectangle 77"/>
                <p:cNvSpPr>
                  <a:spLocks noChangeArrowheads="1"/>
                </p:cNvSpPr>
                <p:nvPr/>
              </p:nvSpPr>
              <p:spPr bwMode="auto">
                <a:xfrm>
                  <a:off x="3359" y="1059"/>
                  <a:ext cx="11" cy="89"/>
                </a:xfrm>
                <a:prstGeom prst="rect">
                  <a:avLst/>
                </a:prstGeom>
                <a:solidFill>
                  <a:srgbClr val="FF00FF"/>
                </a:solidFill>
                <a:ln w="9525">
                  <a:noFill/>
                  <a:miter lim="800000"/>
                  <a:headEnd/>
                  <a:tailEnd/>
                </a:ln>
              </p:spPr>
              <p:txBody>
                <a:bodyPr/>
                <a:lstStyle/>
                <a:p>
                  <a:endParaRPr lang="zh-CN" altLang="en-US"/>
                </a:p>
              </p:txBody>
            </p:sp>
            <p:sp>
              <p:nvSpPr>
                <p:cNvPr id="42386" name="Rectangle 78"/>
                <p:cNvSpPr>
                  <a:spLocks noChangeArrowheads="1"/>
                </p:cNvSpPr>
                <p:nvPr/>
              </p:nvSpPr>
              <p:spPr bwMode="auto">
                <a:xfrm>
                  <a:off x="3359" y="937"/>
                  <a:ext cx="11" cy="89"/>
                </a:xfrm>
                <a:prstGeom prst="rect">
                  <a:avLst/>
                </a:prstGeom>
                <a:solidFill>
                  <a:srgbClr val="FF00FF"/>
                </a:solidFill>
                <a:ln w="9525">
                  <a:noFill/>
                  <a:miter lim="800000"/>
                  <a:headEnd/>
                  <a:tailEnd/>
                </a:ln>
              </p:spPr>
              <p:txBody>
                <a:bodyPr/>
                <a:lstStyle/>
                <a:p>
                  <a:endParaRPr lang="zh-CN" altLang="en-US"/>
                </a:p>
              </p:txBody>
            </p:sp>
            <p:sp>
              <p:nvSpPr>
                <p:cNvPr id="42387" name="Rectangle 79"/>
                <p:cNvSpPr>
                  <a:spLocks noChangeArrowheads="1"/>
                </p:cNvSpPr>
                <p:nvPr/>
              </p:nvSpPr>
              <p:spPr bwMode="auto">
                <a:xfrm>
                  <a:off x="3359" y="815"/>
                  <a:ext cx="11" cy="89"/>
                </a:xfrm>
                <a:prstGeom prst="rect">
                  <a:avLst/>
                </a:prstGeom>
                <a:solidFill>
                  <a:srgbClr val="FF00FF"/>
                </a:solidFill>
                <a:ln w="9525">
                  <a:noFill/>
                  <a:miter lim="800000"/>
                  <a:headEnd/>
                  <a:tailEnd/>
                </a:ln>
              </p:spPr>
              <p:txBody>
                <a:bodyPr/>
                <a:lstStyle/>
                <a:p>
                  <a:endParaRPr lang="zh-CN" altLang="en-US"/>
                </a:p>
              </p:txBody>
            </p:sp>
            <p:sp>
              <p:nvSpPr>
                <p:cNvPr id="42388" name="Rectangle 80"/>
                <p:cNvSpPr>
                  <a:spLocks noChangeArrowheads="1"/>
                </p:cNvSpPr>
                <p:nvPr/>
              </p:nvSpPr>
              <p:spPr bwMode="auto">
                <a:xfrm>
                  <a:off x="3359" y="693"/>
                  <a:ext cx="11" cy="89"/>
                </a:xfrm>
                <a:prstGeom prst="rect">
                  <a:avLst/>
                </a:prstGeom>
                <a:solidFill>
                  <a:srgbClr val="FF00FF"/>
                </a:solidFill>
                <a:ln w="9525">
                  <a:noFill/>
                  <a:miter lim="800000"/>
                  <a:headEnd/>
                  <a:tailEnd/>
                </a:ln>
              </p:spPr>
              <p:txBody>
                <a:bodyPr/>
                <a:lstStyle/>
                <a:p>
                  <a:endParaRPr lang="zh-CN" altLang="en-US"/>
                </a:p>
              </p:txBody>
            </p:sp>
            <p:sp>
              <p:nvSpPr>
                <p:cNvPr id="42389" name="Rectangle 81"/>
                <p:cNvSpPr>
                  <a:spLocks noChangeArrowheads="1"/>
                </p:cNvSpPr>
                <p:nvPr/>
              </p:nvSpPr>
              <p:spPr bwMode="auto">
                <a:xfrm>
                  <a:off x="3359" y="571"/>
                  <a:ext cx="11" cy="88"/>
                </a:xfrm>
                <a:prstGeom prst="rect">
                  <a:avLst/>
                </a:prstGeom>
                <a:solidFill>
                  <a:srgbClr val="FF00FF"/>
                </a:solidFill>
                <a:ln w="9525">
                  <a:noFill/>
                  <a:miter lim="800000"/>
                  <a:headEnd/>
                  <a:tailEnd/>
                </a:ln>
              </p:spPr>
              <p:txBody>
                <a:bodyPr/>
                <a:lstStyle/>
                <a:p>
                  <a:endParaRPr lang="zh-CN" altLang="en-US"/>
                </a:p>
              </p:txBody>
            </p:sp>
            <p:sp>
              <p:nvSpPr>
                <p:cNvPr id="42390" name="Rectangle 82"/>
                <p:cNvSpPr>
                  <a:spLocks noChangeArrowheads="1"/>
                </p:cNvSpPr>
                <p:nvPr/>
              </p:nvSpPr>
              <p:spPr bwMode="auto">
                <a:xfrm>
                  <a:off x="3359" y="449"/>
                  <a:ext cx="11" cy="88"/>
                </a:xfrm>
                <a:prstGeom prst="rect">
                  <a:avLst/>
                </a:prstGeom>
                <a:solidFill>
                  <a:srgbClr val="FF00FF"/>
                </a:solidFill>
                <a:ln w="9525">
                  <a:noFill/>
                  <a:miter lim="800000"/>
                  <a:headEnd/>
                  <a:tailEnd/>
                </a:ln>
              </p:spPr>
              <p:txBody>
                <a:bodyPr/>
                <a:lstStyle/>
                <a:p>
                  <a:endParaRPr lang="zh-CN" altLang="en-US"/>
                </a:p>
              </p:txBody>
            </p:sp>
            <p:sp>
              <p:nvSpPr>
                <p:cNvPr id="42391" name="Rectangle 83"/>
                <p:cNvSpPr>
                  <a:spLocks noChangeArrowheads="1"/>
                </p:cNvSpPr>
                <p:nvPr/>
              </p:nvSpPr>
              <p:spPr bwMode="auto">
                <a:xfrm>
                  <a:off x="3243" y="443"/>
                  <a:ext cx="89" cy="11"/>
                </a:xfrm>
                <a:prstGeom prst="rect">
                  <a:avLst/>
                </a:prstGeom>
                <a:solidFill>
                  <a:srgbClr val="FF00FF"/>
                </a:solidFill>
                <a:ln w="9525">
                  <a:noFill/>
                  <a:miter lim="800000"/>
                  <a:headEnd/>
                  <a:tailEnd/>
                </a:ln>
              </p:spPr>
              <p:txBody>
                <a:bodyPr/>
                <a:lstStyle/>
                <a:p>
                  <a:endParaRPr lang="zh-CN" altLang="en-US"/>
                </a:p>
              </p:txBody>
            </p:sp>
            <p:sp>
              <p:nvSpPr>
                <p:cNvPr id="42392" name="Rectangle 84"/>
                <p:cNvSpPr>
                  <a:spLocks noChangeArrowheads="1"/>
                </p:cNvSpPr>
                <p:nvPr/>
              </p:nvSpPr>
              <p:spPr bwMode="auto">
                <a:xfrm>
                  <a:off x="3121" y="443"/>
                  <a:ext cx="88" cy="11"/>
                </a:xfrm>
                <a:prstGeom prst="rect">
                  <a:avLst/>
                </a:prstGeom>
                <a:solidFill>
                  <a:srgbClr val="FF00FF"/>
                </a:solidFill>
                <a:ln w="9525">
                  <a:noFill/>
                  <a:miter lim="800000"/>
                  <a:headEnd/>
                  <a:tailEnd/>
                </a:ln>
              </p:spPr>
              <p:txBody>
                <a:bodyPr/>
                <a:lstStyle/>
                <a:p>
                  <a:endParaRPr lang="zh-CN" altLang="en-US"/>
                </a:p>
              </p:txBody>
            </p:sp>
            <p:sp>
              <p:nvSpPr>
                <p:cNvPr id="42393" name="Rectangle 85"/>
                <p:cNvSpPr>
                  <a:spLocks noChangeArrowheads="1"/>
                </p:cNvSpPr>
                <p:nvPr/>
              </p:nvSpPr>
              <p:spPr bwMode="auto">
                <a:xfrm>
                  <a:off x="2999" y="443"/>
                  <a:ext cx="88" cy="11"/>
                </a:xfrm>
                <a:prstGeom prst="rect">
                  <a:avLst/>
                </a:prstGeom>
                <a:solidFill>
                  <a:srgbClr val="FF00FF"/>
                </a:solidFill>
                <a:ln w="9525">
                  <a:noFill/>
                  <a:miter lim="800000"/>
                  <a:headEnd/>
                  <a:tailEnd/>
                </a:ln>
              </p:spPr>
              <p:txBody>
                <a:bodyPr/>
                <a:lstStyle/>
                <a:p>
                  <a:endParaRPr lang="zh-CN" altLang="en-US"/>
                </a:p>
              </p:txBody>
            </p:sp>
            <p:sp>
              <p:nvSpPr>
                <p:cNvPr id="42394" name="Rectangle 86"/>
                <p:cNvSpPr>
                  <a:spLocks noChangeArrowheads="1"/>
                </p:cNvSpPr>
                <p:nvPr/>
              </p:nvSpPr>
              <p:spPr bwMode="auto">
                <a:xfrm>
                  <a:off x="2877" y="443"/>
                  <a:ext cx="88" cy="11"/>
                </a:xfrm>
                <a:prstGeom prst="rect">
                  <a:avLst/>
                </a:prstGeom>
                <a:solidFill>
                  <a:srgbClr val="FF00FF"/>
                </a:solidFill>
                <a:ln w="9525">
                  <a:noFill/>
                  <a:miter lim="800000"/>
                  <a:headEnd/>
                  <a:tailEnd/>
                </a:ln>
              </p:spPr>
              <p:txBody>
                <a:bodyPr/>
                <a:lstStyle/>
                <a:p>
                  <a:endParaRPr lang="zh-CN" altLang="en-US"/>
                </a:p>
              </p:txBody>
            </p:sp>
            <p:sp>
              <p:nvSpPr>
                <p:cNvPr id="42395" name="Rectangle 87"/>
                <p:cNvSpPr>
                  <a:spLocks noChangeArrowheads="1"/>
                </p:cNvSpPr>
                <p:nvPr/>
              </p:nvSpPr>
              <p:spPr bwMode="auto">
                <a:xfrm>
                  <a:off x="2754" y="443"/>
                  <a:ext cx="89" cy="11"/>
                </a:xfrm>
                <a:prstGeom prst="rect">
                  <a:avLst/>
                </a:prstGeom>
                <a:solidFill>
                  <a:srgbClr val="FF00FF"/>
                </a:solidFill>
                <a:ln w="9525">
                  <a:noFill/>
                  <a:miter lim="800000"/>
                  <a:headEnd/>
                  <a:tailEnd/>
                </a:ln>
              </p:spPr>
              <p:txBody>
                <a:bodyPr/>
                <a:lstStyle/>
                <a:p>
                  <a:endParaRPr lang="zh-CN" altLang="en-US"/>
                </a:p>
              </p:txBody>
            </p:sp>
          </p:grpSp>
          <p:grpSp>
            <p:nvGrpSpPr>
              <p:cNvPr id="42316" name="Group 88"/>
              <p:cNvGrpSpPr>
                <a:grpSpLocks/>
              </p:cNvGrpSpPr>
              <p:nvPr/>
            </p:nvGrpSpPr>
            <p:grpSpPr bwMode="auto">
              <a:xfrm>
                <a:off x="3626" y="443"/>
                <a:ext cx="677" cy="943"/>
                <a:chOff x="3626" y="443"/>
                <a:chExt cx="677" cy="943"/>
              </a:xfrm>
            </p:grpSpPr>
            <p:sp>
              <p:nvSpPr>
                <p:cNvPr id="42344" name="Freeform 89"/>
                <p:cNvSpPr>
                  <a:spLocks/>
                </p:cNvSpPr>
                <p:nvPr/>
              </p:nvSpPr>
              <p:spPr bwMode="auto">
                <a:xfrm>
                  <a:off x="3626" y="443"/>
                  <a:ext cx="27" cy="94"/>
                </a:xfrm>
                <a:custGeom>
                  <a:avLst/>
                  <a:gdLst>
                    <a:gd name="T0" fmla="*/ 1 w 56"/>
                    <a:gd name="T1" fmla="*/ 0 h 189"/>
                    <a:gd name="T2" fmla="*/ 0 w 56"/>
                    <a:gd name="T3" fmla="*/ 0 h 189"/>
                    <a:gd name="T4" fmla="*/ 0 w 56"/>
                    <a:gd name="T5" fmla="*/ 1 h 189"/>
                    <a:gd name="T6" fmla="*/ 3 w 56"/>
                    <a:gd name="T7" fmla="*/ 1 h 189"/>
                    <a:gd name="T8" fmla="*/ 3 w 56"/>
                    <a:gd name="T9" fmla="*/ 0 h 189"/>
                    <a:gd name="T10" fmla="*/ 0 w 56"/>
                    <a:gd name="T11" fmla="*/ 0 h 189"/>
                    <a:gd name="T12" fmla="*/ 0 w 56"/>
                    <a:gd name="T13" fmla="*/ 0 h 189"/>
                    <a:gd name="T14" fmla="*/ 0 w 56"/>
                    <a:gd name="T15" fmla="*/ 0 h 189"/>
                    <a:gd name="T16" fmla="*/ 0 w 56"/>
                    <a:gd name="T17" fmla="*/ 11 h 189"/>
                    <a:gd name="T18" fmla="*/ 1 w 56"/>
                    <a:gd name="T19" fmla="*/ 11 h 189"/>
                    <a:gd name="T20" fmla="*/ 1 w 56"/>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189"/>
                    <a:gd name="T35" fmla="*/ 56 w 56"/>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189">
                      <a:moveTo>
                        <a:pt x="22" y="11"/>
                      </a:moveTo>
                      <a:lnTo>
                        <a:pt x="11" y="11"/>
                      </a:lnTo>
                      <a:lnTo>
                        <a:pt x="11" y="22"/>
                      </a:lnTo>
                      <a:lnTo>
                        <a:pt x="56" y="22"/>
                      </a:lnTo>
                      <a:lnTo>
                        <a:pt x="56" y="0"/>
                      </a:lnTo>
                      <a:lnTo>
                        <a:pt x="11" y="0"/>
                      </a:lnTo>
                      <a:lnTo>
                        <a:pt x="0" y="0"/>
                      </a:lnTo>
                      <a:lnTo>
                        <a:pt x="0" y="11"/>
                      </a:lnTo>
                      <a:lnTo>
                        <a:pt x="0" y="189"/>
                      </a:lnTo>
                      <a:lnTo>
                        <a:pt x="22" y="189"/>
                      </a:lnTo>
                      <a:lnTo>
                        <a:pt x="22" y="11"/>
                      </a:lnTo>
                      <a:close/>
                    </a:path>
                  </a:pathLst>
                </a:custGeom>
                <a:solidFill>
                  <a:srgbClr val="FF00FF"/>
                </a:solidFill>
                <a:ln w="9525">
                  <a:noFill/>
                  <a:round/>
                  <a:headEnd/>
                  <a:tailEnd/>
                </a:ln>
              </p:spPr>
              <p:txBody>
                <a:bodyPr/>
                <a:lstStyle/>
                <a:p>
                  <a:endParaRPr lang="zh-CN" altLang="en-US"/>
                </a:p>
              </p:txBody>
            </p:sp>
            <p:sp>
              <p:nvSpPr>
                <p:cNvPr id="42345" name="Rectangle 90"/>
                <p:cNvSpPr>
                  <a:spLocks noChangeArrowheads="1"/>
                </p:cNvSpPr>
                <p:nvPr/>
              </p:nvSpPr>
              <p:spPr bwMode="auto">
                <a:xfrm>
                  <a:off x="3626" y="571"/>
                  <a:ext cx="11" cy="88"/>
                </a:xfrm>
                <a:prstGeom prst="rect">
                  <a:avLst/>
                </a:prstGeom>
                <a:solidFill>
                  <a:srgbClr val="FF00FF"/>
                </a:solidFill>
                <a:ln w="9525">
                  <a:noFill/>
                  <a:miter lim="800000"/>
                  <a:headEnd/>
                  <a:tailEnd/>
                </a:ln>
              </p:spPr>
              <p:txBody>
                <a:bodyPr/>
                <a:lstStyle/>
                <a:p>
                  <a:endParaRPr lang="zh-CN" altLang="en-US"/>
                </a:p>
              </p:txBody>
            </p:sp>
            <p:sp>
              <p:nvSpPr>
                <p:cNvPr id="42346" name="Rectangle 91"/>
                <p:cNvSpPr>
                  <a:spLocks noChangeArrowheads="1"/>
                </p:cNvSpPr>
                <p:nvPr/>
              </p:nvSpPr>
              <p:spPr bwMode="auto">
                <a:xfrm>
                  <a:off x="3626" y="693"/>
                  <a:ext cx="11" cy="89"/>
                </a:xfrm>
                <a:prstGeom prst="rect">
                  <a:avLst/>
                </a:prstGeom>
                <a:solidFill>
                  <a:srgbClr val="FF00FF"/>
                </a:solidFill>
                <a:ln w="9525">
                  <a:noFill/>
                  <a:miter lim="800000"/>
                  <a:headEnd/>
                  <a:tailEnd/>
                </a:ln>
              </p:spPr>
              <p:txBody>
                <a:bodyPr/>
                <a:lstStyle/>
                <a:p>
                  <a:endParaRPr lang="zh-CN" altLang="en-US"/>
                </a:p>
              </p:txBody>
            </p:sp>
            <p:sp>
              <p:nvSpPr>
                <p:cNvPr id="42347" name="Rectangle 92"/>
                <p:cNvSpPr>
                  <a:spLocks noChangeArrowheads="1"/>
                </p:cNvSpPr>
                <p:nvPr/>
              </p:nvSpPr>
              <p:spPr bwMode="auto">
                <a:xfrm>
                  <a:off x="3626" y="815"/>
                  <a:ext cx="11" cy="89"/>
                </a:xfrm>
                <a:prstGeom prst="rect">
                  <a:avLst/>
                </a:prstGeom>
                <a:solidFill>
                  <a:srgbClr val="FF00FF"/>
                </a:solidFill>
                <a:ln w="9525">
                  <a:noFill/>
                  <a:miter lim="800000"/>
                  <a:headEnd/>
                  <a:tailEnd/>
                </a:ln>
              </p:spPr>
              <p:txBody>
                <a:bodyPr/>
                <a:lstStyle/>
                <a:p>
                  <a:endParaRPr lang="zh-CN" altLang="en-US"/>
                </a:p>
              </p:txBody>
            </p:sp>
            <p:sp>
              <p:nvSpPr>
                <p:cNvPr id="42348" name="Rectangle 93"/>
                <p:cNvSpPr>
                  <a:spLocks noChangeArrowheads="1"/>
                </p:cNvSpPr>
                <p:nvPr/>
              </p:nvSpPr>
              <p:spPr bwMode="auto">
                <a:xfrm>
                  <a:off x="3626" y="937"/>
                  <a:ext cx="11" cy="89"/>
                </a:xfrm>
                <a:prstGeom prst="rect">
                  <a:avLst/>
                </a:prstGeom>
                <a:solidFill>
                  <a:srgbClr val="FF00FF"/>
                </a:solidFill>
                <a:ln w="9525">
                  <a:noFill/>
                  <a:miter lim="800000"/>
                  <a:headEnd/>
                  <a:tailEnd/>
                </a:ln>
              </p:spPr>
              <p:txBody>
                <a:bodyPr/>
                <a:lstStyle/>
                <a:p>
                  <a:endParaRPr lang="zh-CN" altLang="en-US"/>
                </a:p>
              </p:txBody>
            </p:sp>
            <p:sp>
              <p:nvSpPr>
                <p:cNvPr id="42349" name="Rectangle 94"/>
                <p:cNvSpPr>
                  <a:spLocks noChangeArrowheads="1"/>
                </p:cNvSpPr>
                <p:nvPr/>
              </p:nvSpPr>
              <p:spPr bwMode="auto">
                <a:xfrm>
                  <a:off x="3626" y="1059"/>
                  <a:ext cx="11" cy="89"/>
                </a:xfrm>
                <a:prstGeom prst="rect">
                  <a:avLst/>
                </a:prstGeom>
                <a:solidFill>
                  <a:srgbClr val="FF00FF"/>
                </a:solidFill>
                <a:ln w="9525">
                  <a:noFill/>
                  <a:miter lim="800000"/>
                  <a:headEnd/>
                  <a:tailEnd/>
                </a:ln>
              </p:spPr>
              <p:txBody>
                <a:bodyPr/>
                <a:lstStyle/>
                <a:p>
                  <a:endParaRPr lang="zh-CN" altLang="en-US"/>
                </a:p>
              </p:txBody>
            </p:sp>
            <p:sp>
              <p:nvSpPr>
                <p:cNvPr id="42350" name="Rectangle 95"/>
                <p:cNvSpPr>
                  <a:spLocks noChangeArrowheads="1"/>
                </p:cNvSpPr>
                <p:nvPr/>
              </p:nvSpPr>
              <p:spPr bwMode="auto">
                <a:xfrm>
                  <a:off x="3626" y="1181"/>
                  <a:ext cx="11" cy="89"/>
                </a:xfrm>
                <a:prstGeom prst="rect">
                  <a:avLst/>
                </a:prstGeom>
                <a:solidFill>
                  <a:srgbClr val="FF00FF"/>
                </a:solidFill>
                <a:ln w="9525">
                  <a:noFill/>
                  <a:miter lim="800000"/>
                  <a:headEnd/>
                  <a:tailEnd/>
                </a:ln>
              </p:spPr>
              <p:txBody>
                <a:bodyPr/>
                <a:lstStyle/>
                <a:p>
                  <a:endParaRPr lang="zh-CN" altLang="en-US"/>
                </a:p>
              </p:txBody>
            </p:sp>
            <p:sp>
              <p:nvSpPr>
                <p:cNvPr id="42351" name="Freeform 96"/>
                <p:cNvSpPr>
                  <a:spLocks/>
                </p:cNvSpPr>
                <p:nvPr/>
              </p:nvSpPr>
              <p:spPr bwMode="auto">
                <a:xfrm>
                  <a:off x="3626" y="1303"/>
                  <a:ext cx="16" cy="83"/>
                </a:xfrm>
                <a:custGeom>
                  <a:avLst/>
                  <a:gdLst>
                    <a:gd name="T0" fmla="*/ 1 w 33"/>
                    <a:gd name="T1" fmla="*/ 0 h 167"/>
                    <a:gd name="T2" fmla="*/ 0 w 33"/>
                    <a:gd name="T3" fmla="*/ 0 h 167"/>
                    <a:gd name="T4" fmla="*/ 0 w 33"/>
                    <a:gd name="T5" fmla="*/ 9 h 167"/>
                    <a:gd name="T6" fmla="*/ 0 w 33"/>
                    <a:gd name="T7" fmla="*/ 10 h 167"/>
                    <a:gd name="T8" fmla="*/ 0 w 33"/>
                    <a:gd name="T9" fmla="*/ 10 h 167"/>
                    <a:gd name="T10" fmla="*/ 2 w 33"/>
                    <a:gd name="T11" fmla="*/ 10 h 167"/>
                    <a:gd name="T12" fmla="*/ 2 w 33"/>
                    <a:gd name="T13" fmla="*/ 9 h 167"/>
                    <a:gd name="T14" fmla="*/ 0 w 33"/>
                    <a:gd name="T15" fmla="*/ 9 h 167"/>
                    <a:gd name="T16" fmla="*/ 0 w 33"/>
                    <a:gd name="T17" fmla="*/ 9 h 167"/>
                    <a:gd name="T18" fmla="*/ 1 w 33"/>
                    <a:gd name="T19" fmla="*/ 9 h 167"/>
                    <a:gd name="T20" fmla="*/ 1 w 33"/>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22" y="0"/>
                      </a:moveTo>
                      <a:lnTo>
                        <a:pt x="0" y="0"/>
                      </a:lnTo>
                      <a:lnTo>
                        <a:pt x="0" y="156"/>
                      </a:lnTo>
                      <a:lnTo>
                        <a:pt x="0" y="167"/>
                      </a:lnTo>
                      <a:lnTo>
                        <a:pt x="11" y="167"/>
                      </a:lnTo>
                      <a:lnTo>
                        <a:pt x="33" y="167"/>
                      </a:lnTo>
                      <a:lnTo>
                        <a:pt x="33" y="144"/>
                      </a:lnTo>
                      <a:lnTo>
                        <a:pt x="11" y="144"/>
                      </a:lnTo>
                      <a:lnTo>
                        <a:pt x="11" y="156"/>
                      </a:lnTo>
                      <a:lnTo>
                        <a:pt x="22" y="156"/>
                      </a:lnTo>
                      <a:lnTo>
                        <a:pt x="22" y="0"/>
                      </a:lnTo>
                      <a:close/>
                    </a:path>
                  </a:pathLst>
                </a:custGeom>
                <a:solidFill>
                  <a:srgbClr val="FF00FF"/>
                </a:solidFill>
                <a:ln w="9525">
                  <a:noFill/>
                  <a:round/>
                  <a:headEnd/>
                  <a:tailEnd/>
                </a:ln>
              </p:spPr>
              <p:txBody>
                <a:bodyPr/>
                <a:lstStyle/>
                <a:p>
                  <a:endParaRPr lang="zh-CN" altLang="en-US"/>
                </a:p>
              </p:txBody>
            </p:sp>
            <p:sp>
              <p:nvSpPr>
                <p:cNvPr id="42352" name="Rectangle 97"/>
                <p:cNvSpPr>
                  <a:spLocks noChangeArrowheads="1"/>
                </p:cNvSpPr>
                <p:nvPr/>
              </p:nvSpPr>
              <p:spPr bwMode="auto">
                <a:xfrm>
                  <a:off x="3676" y="1375"/>
                  <a:ext cx="88" cy="11"/>
                </a:xfrm>
                <a:prstGeom prst="rect">
                  <a:avLst/>
                </a:prstGeom>
                <a:solidFill>
                  <a:srgbClr val="FF00FF"/>
                </a:solidFill>
                <a:ln w="9525">
                  <a:noFill/>
                  <a:miter lim="800000"/>
                  <a:headEnd/>
                  <a:tailEnd/>
                </a:ln>
              </p:spPr>
              <p:txBody>
                <a:bodyPr/>
                <a:lstStyle/>
                <a:p>
                  <a:endParaRPr lang="zh-CN" altLang="en-US"/>
                </a:p>
              </p:txBody>
            </p:sp>
            <p:sp>
              <p:nvSpPr>
                <p:cNvPr id="42353" name="Rectangle 98"/>
                <p:cNvSpPr>
                  <a:spLocks noChangeArrowheads="1"/>
                </p:cNvSpPr>
                <p:nvPr/>
              </p:nvSpPr>
              <p:spPr bwMode="auto">
                <a:xfrm>
                  <a:off x="3798" y="1375"/>
                  <a:ext cx="88" cy="11"/>
                </a:xfrm>
                <a:prstGeom prst="rect">
                  <a:avLst/>
                </a:prstGeom>
                <a:solidFill>
                  <a:srgbClr val="FF00FF"/>
                </a:solidFill>
                <a:ln w="9525">
                  <a:noFill/>
                  <a:miter lim="800000"/>
                  <a:headEnd/>
                  <a:tailEnd/>
                </a:ln>
              </p:spPr>
              <p:txBody>
                <a:bodyPr/>
                <a:lstStyle/>
                <a:p>
                  <a:endParaRPr lang="zh-CN" altLang="en-US"/>
                </a:p>
              </p:txBody>
            </p:sp>
            <p:sp>
              <p:nvSpPr>
                <p:cNvPr id="42354" name="Rectangle 99"/>
                <p:cNvSpPr>
                  <a:spLocks noChangeArrowheads="1"/>
                </p:cNvSpPr>
                <p:nvPr/>
              </p:nvSpPr>
              <p:spPr bwMode="auto">
                <a:xfrm>
                  <a:off x="3920" y="1375"/>
                  <a:ext cx="88" cy="11"/>
                </a:xfrm>
                <a:prstGeom prst="rect">
                  <a:avLst/>
                </a:prstGeom>
                <a:solidFill>
                  <a:srgbClr val="FF00FF"/>
                </a:solidFill>
                <a:ln w="9525">
                  <a:noFill/>
                  <a:miter lim="800000"/>
                  <a:headEnd/>
                  <a:tailEnd/>
                </a:ln>
              </p:spPr>
              <p:txBody>
                <a:bodyPr/>
                <a:lstStyle/>
                <a:p>
                  <a:endParaRPr lang="zh-CN" altLang="en-US"/>
                </a:p>
              </p:txBody>
            </p:sp>
            <p:sp>
              <p:nvSpPr>
                <p:cNvPr id="42355" name="Rectangle 100"/>
                <p:cNvSpPr>
                  <a:spLocks noChangeArrowheads="1"/>
                </p:cNvSpPr>
                <p:nvPr/>
              </p:nvSpPr>
              <p:spPr bwMode="auto">
                <a:xfrm>
                  <a:off x="4042" y="1375"/>
                  <a:ext cx="89" cy="11"/>
                </a:xfrm>
                <a:prstGeom prst="rect">
                  <a:avLst/>
                </a:prstGeom>
                <a:solidFill>
                  <a:srgbClr val="FF00FF"/>
                </a:solidFill>
                <a:ln w="9525">
                  <a:noFill/>
                  <a:miter lim="800000"/>
                  <a:headEnd/>
                  <a:tailEnd/>
                </a:ln>
              </p:spPr>
              <p:txBody>
                <a:bodyPr/>
                <a:lstStyle/>
                <a:p>
                  <a:endParaRPr lang="zh-CN" altLang="en-US"/>
                </a:p>
              </p:txBody>
            </p:sp>
            <p:sp>
              <p:nvSpPr>
                <p:cNvPr id="42356" name="Rectangle 101"/>
                <p:cNvSpPr>
                  <a:spLocks noChangeArrowheads="1"/>
                </p:cNvSpPr>
                <p:nvPr/>
              </p:nvSpPr>
              <p:spPr bwMode="auto">
                <a:xfrm>
                  <a:off x="4164" y="1375"/>
                  <a:ext cx="89" cy="11"/>
                </a:xfrm>
                <a:prstGeom prst="rect">
                  <a:avLst/>
                </a:prstGeom>
                <a:solidFill>
                  <a:srgbClr val="FF00FF"/>
                </a:solidFill>
                <a:ln w="9525">
                  <a:noFill/>
                  <a:miter lim="800000"/>
                  <a:headEnd/>
                  <a:tailEnd/>
                </a:ln>
              </p:spPr>
              <p:txBody>
                <a:bodyPr/>
                <a:lstStyle/>
                <a:p>
                  <a:endParaRPr lang="zh-CN" altLang="en-US"/>
                </a:p>
              </p:txBody>
            </p:sp>
            <p:sp>
              <p:nvSpPr>
                <p:cNvPr id="42357" name="Freeform 102"/>
                <p:cNvSpPr>
                  <a:spLocks/>
                </p:cNvSpPr>
                <p:nvPr/>
              </p:nvSpPr>
              <p:spPr bwMode="auto">
                <a:xfrm>
                  <a:off x="4286" y="1303"/>
                  <a:ext cx="17" cy="83"/>
                </a:xfrm>
                <a:custGeom>
                  <a:avLst/>
                  <a:gdLst>
                    <a:gd name="T0" fmla="*/ 0 w 33"/>
                    <a:gd name="T1" fmla="*/ 9 h 167"/>
                    <a:gd name="T2" fmla="*/ 0 w 33"/>
                    <a:gd name="T3" fmla="*/ 10 h 167"/>
                    <a:gd name="T4" fmla="*/ 2 w 33"/>
                    <a:gd name="T5" fmla="*/ 10 h 167"/>
                    <a:gd name="T6" fmla="*/ 3 w 33"/>
                    <a:gd name="T7" fmla="*/ 10 h 167"/>
                    <a:gd name="T8" fmla="*/ 3 w 33"/>
                    <a:gd name="T9" fmla="*/ 9 h 167"/>
                    <a:gd name="T10" fmla="*/ 3 w 33"/>
                    <a:gd name="T11" fmla="*/ 0 h 167"/>
                    <a:gd name="T12" fmla="*/ 1 w 33"/>
                    <a:gd name="T13" fmla="*/ 0 h 167"/>
                    <a:gd name="T14" fmla="*/ 1 w 33"/>
                    <a:gd name="T15" fmla="*/ 9 h 167"/>
                    <a:gd name="T16" fmla="*/ 2 w 33"/>
                    <a:gd name="T17" fmla="*/ 9 h 167"/>
                    <a:gd name="T18" fmla="*/ 2 w 33"/>
                    <a:gd name="T19" fmla="*/ 9 h 167"/>
                    <a:gd name="T20" fmla="*/ 0 w 33"/>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0" y="144"/>
                      </a:moveTo>
                      <a:lnTo>
                        <a:pt x="0" y="167"/>
                      </a:lnTo>
                      <a:lnTo>
                        <a:pt x="22" y="167"/>
                      </a:lnTo>
                      <a:lnTo>
                        <a:pt x="33" y="167"/>
                      </a:lnTo>
                      <a:lnTo>
                        <a:pt x="33" y="156"/>
                      </a:lnTo>
                      <a:lnTo>
                        <a:pt x="33" y="0"/>
                      </a:lnTo>
                      <a:lnTo>
                        <a:pt x="11" y="0"/>
                      </a:lnTo>
                      <a:lnTo>
                        <a:pt x="11" y="156"/>
                      </a:lnTo>
                      <a:lnTo>
                        <a:pt x="22" y="156"/>
                      </a:lnTo>
                      <a:lnTo>
                        <a:pt x="22" y="144"/>
                      </a:lnTo>
                      <a:lnTo>
                        <a:pt x="0" y="144"/>
                      </a:lnTo>
                      <a:close/>
                    </a:path>
                  </a:pathLst>
                </a:custGeom>
                <a:solidFill>
                  <a:srgbClr val="FF00FF"/>
                </a:solidFill>
                <a:ln w="9525">
                  <a:noFill/>
                  <a:round/>
                  <a:headEnd/>
                  <a:tailEnd/>
                </a:ln>
              </p:spPr>
              <p:txBody>
                <a:bodyPr/>
                <a:lstStyle/>
                <a:p>
                  <a:endParaRPr lang="zh-CN" altLang="en-US"/>
                </a:p>
              </p:txBody>
            </p:sp>
            <p:sp>
              <p:nvSpPr>
                <p:cNvPr id="42358" name="Rectangle 103"/>
                <p:cNvSpPr>
                  <a:spLocks noChangeArrowheads="1"/>
                </p:cNvSpPr>
                <p:nvPr/>
              </p:nvSpPr>
              <p:spPr bwMode="auto">
                <a:xfrm>
                  <a:off x="4291" y="1181"/>
                  <a:ext cx="12" cy="89"/>
                </a:xfrm>
                <a:prstGeom prst="rect">
                  <a:avLst/>
                </a:prstGeom>
                <a:solidFill>
                  <a:srgbClr val="FF00FF"/>
                </a:solidFill>
                <a:ln w="9525">
                  <a:noFill/>
                  <a:miter lim="800000"/>
                  <a:headEnd/>
                  <a:tailEnd/>
                </a:ln>
              </p:spPr>
              <p:txBody>
                <a:bodyPr/>
                <a:lstStyle/>
                <a:p>
                  <a:endParaRPr lang="zh-CN" altLang="en-US"/>
                </a:p>
              </p:txBody>
            </p:sp>
            <p:sp>
              <p:nvSpPr>
                <p:cNvPr id="42359" name="Rectangle 104"/>
                <p:cNvSpPr>
                  <a:spLocks noChangeArrowheads="1"/>
                </p:cNvSpPr>
                <p:nvPr/>
              </p:nvSpPr>
              <p:spPr bwMode="auto">
                <a:xfrm>
                  <a:off x="4291" y="1059"/>
                  <a:ext cx="12" cy="89"/>
                </a:xfrm>
                <a:prstGeom prst="rect">
                  <a:avLst/>
                </a:prstGeom>
                <a:solidFill>
                  <a:srgbClr val="FF00FF"/>
                </a:solidFill>
                <a:ln w="9525">
                  <a:noFill/>
                  <a:miter lim="800000"/>
                  <a:headEnd/>
                  <a:tailEnd/>
                </a:ln>
              </p:spPr>
              <p:txBody>
                <a:bodyPr/>
                <a:lstStyle/>
                <a:p>
                  <a:endParaRPr lang="zh-CN" altLang="en-US"/>
                </a:p>
              </p:txBody>
            </p:sp>
            <p:sp>
              <p:nvSpPr>
                <p:cNvPr id="42360" name="Rectangle 105"/>
                <p:cNvSpPr>
                  <a:spLocks noChangeArrowheads="1"/>
                </p:cNvSpPr>
                <p:nvPr/>
              </p:nvSpPr>
              <p:spPr bwMode="auto">
                <a:xfrm>
                  <a:off x="4291" y="937"/>
                  <a:ext cx="12" cy="89"/>
                </a:xfrm>
                <a:prstGeom prst="rect">
                  <a:avLst/>
                </a:prstGeom>
                <a:solidFill>
                  <a:srgbClr val="FF00FF"/>
                </a:solidFill>
                <a:ln w="9525">
                  <a:noFill/>
                  <a:miter lim="800000"/>
                  <a:headEnd/>
                  <a:tailEnd/>
                </a:ln>
              </p:spPr>
              <p:txBody>
                <a:bodyPr/>
                <a:lstStyle/>
                <a:p>
                  <a:endParaRPr lang="zh-CN" altLang="en-US"/>
                </a:p>
              </p:txBody>
            </p:sp>
            <p:sp>
              <p:nvSpPr>
                <p:cNvPr id="42361" name="Rectangle 106"/>
                <p:cNvSpPr>
                  <a:spLocks noChangeArrowheads="1"/>
                </p:cNvSpPr>
                <p:nvPr/>
              </p:nvSpPr>
              <p:spPr bwMode="auto">
                <a:xfrm>
                  <a:off x="4291" y="815"/>
                  <a:ext cx="12" cy="89"/>
                </a:xfrm>
                <a:prstGeom prst="rect">
                  <a:avLst/>
                </a:prstGeom>
                <a:solidFill>
                  <a:srgbClr val="FF00FF"/>
                </a:solidFill>
                <a:ln w="9525">
                  <a:noFill/>
                  <a:miter lim="800000"/>
                  <a:headEnd/>
                  <a:tailEnd/>
                </a:ln>
              </p:spPr>
              <p:txBody>
                <a:bodyPr/>
                <a:lstStyle/>
                <a:p>
                  <a:endParaRPr lang="zh-CN" altLang="en-US"/>
                </a:p>
              </p:txBody>
            </p:sp>
            <p:sp>
              <p:nvSpPr>
                <p:cNvPr id="42362" name="Rectangle 107"/>
                <p:cNvSpPr>
                  <a:spLocks noChangeArrowheads="1"/>
                </p:cNvSpPr>
                <p:nvPr/>
              </p:nvSpPr>
              <p:spPr bwMode="auto">
                <a:xfrm>
                  <a:off x="4291" y="693"/>
                  <a:ext cx="12" cy="89"/>
                </a:xfrm>
                <a:prstGeom prst="rect">
                  <a:avLst/>
                </a:prstGeom>
                <a:solidFill>
                  <a:srgbClr val="FF00FF"/>
                </a:solidFill>
                <a:ln w="9525">
                  <a:noFill/>
                  <a:miter lim="800000"/>
                  <a:headEnd/>
                  <a:tailEnd/>
                </a:ln>
              </p:spPr>
              <p:txBody>
                <a:bodyPr/>
                <a:lstStyle/>
                <a:p>
                  <a:endParaRPr lang="zh-CN" altLang="en-US"/>
                </a:p>
              </p:txBody>
            </p:sp>
            <p:sp>
              <p:nvSpPr>
                <p:cNvPr id="42363" name="Rectangle 108"/>
                <p:cNvSpPr>
                  <a:spLocks noChangeArrowheads="1"/>
                </p:cNvSpPr>
                <p:nvPr/>
              </p:nvSpPr>
              <p:spPr bwMode="auto">
                <a:xfrm>
                  <a:off x="4291" y="571"/>
                  <a:ext cx="12" cy="88"/>
                </a:xfrm>
                <a:prstGeom prst="rect">
                  <a:avLst/>
                </a:prstGeom>
                <a:solidFill>
                  <a:srgbClr val="FF00FF"/>
                </a:solidFill>
                <a:ln w="9525">
                  <a:noFill/>
                  <a:miter lim="800000"/>
                  <a:headEnd/>
                  <a:tailEnd/>
                </a:ln>
              </p:spPr>
              <p:txBody>
                <a:bodyPr/>
                <a:lstStyle/>
                <a:p>
                  <a:endParaRPr lang="zh-CN" altLang="en-US"/>
                </a:p>
              </p:txBody>
            </p:sp>
            <p:sp>
              <p:nvSpPr>
                <p:cNvPr id="42364" name="Rectangle 109"/>
                <p:cNvSpPr>
                  <a:spLocks noChangeArrowheads="1"/>
                </p:cNvSpPr>
                <p:nvPr/>
              </p:nvSpPr>
              <p:spPr bwMode="auto">
                <a:xfrm>
                  <a:off x="4291" y="449"/>
                  <a:ext cx="12" cy="88"/>
                </a:xfrm>
                <a:prstGeom prst="rect">
                  <a:avLst/>
                </a:prstGeom>
                <a:solidFill>
                  <a:srgbClr val="FF00FF"/>
                </a:solidFill>
                <a:ln w="9525">
                  <a:noFill/>
                  <a:miter lim="800000"/>
                  <a:headEnd/>
                  <a:tailEnd/>
                </a:ln>
              </p:spPr>
              <p:txBody>
                <a:bodyPr/>
                <a:lstStyle/>
                <a:p>
                  <a:endParaRPr lang="zh-CN" altLang="en-US"/>
                </a:p>
              </p:txBody>
            </p:sp>
            <p:sp>
              <p:nvSpPr>
                <p:cNvPr id="42365" name="Rectangle 110"/>
                <p:cNvSpPr>
                  <a:spLocks noChangeArrowheads="1"/>
                </p:cNvSpPr>
                <p:nvPr/>
              </p:nvSpPr>
              <p:spPr bwMode="auto">
                <a:xfrm>
                  <a:off x="4175" y="443"/>
                  <a:ext cx="89" cy="11"/>
                </a:xfrm>
                <a:prstGeom prst="rect">
                  <a:avLst/>
                </a:prstGeom>
                <a:solidFill>
                  <a:srgbClr val="FF00FF"/>
                </a:solidFill>
                <a:ln w="9525">
                  <a:noFill/>
                  <a:miter lim="800000"/>
                  <a:headEnd/>
                  <a:tailEnd/>
                </a:ln>
              </p:spPr>
              <p:txBody>
                <a:bodyPr/>
                <a:lstStyle/>
                <a:p>
                  <a:endParaRPr lang="zh-CN" altLang="en-US"/>
                </a:p>
              </p:txBody>
            </p:sp>
            <p:sp>
              <p:nvSpPr>
                <p:cNvPr id="42366" name="Rectangle 111"/>
                <p:cNvSpPr>
                  <a:spLocks noChangeArrowheads="1"/>
                </p:cNvSpPr>
                <p:nvPr/>
              </p:nvSpPr>
              <p:spPr bwMode="auto">
                <a:xfrm>
                  <a:off x="4053" y="443"/>
                  <a:ext cx="89" cy="11"/>
                </a:xfrm>
                <a:prstGeom prst="rect">
                  <a:avLst/>
                </a:prstGeom>
                <a:solidFill>
                  <a:srgbClr val="FF00FF"/>
                </a:solidFill>
                <a:ln w="9525">
                  <a:noFill/>
                  <a:miter lim="800000"/>
                  <a:headEnd/>
                  <a:tailEnd/>
                </a:ln>
              </p:spPr>
              <p:txBody>
                <a:bodyPr/>
                <a:lstStyle/>
                <a:p>
                  <a:endParaRPr lang="zh-CN" altLang="en-US"/>
                </a:p>
              </p:txBody>
            </p:sp>
            <p:sp>
              <p:nvSpPr>
                <p:cNvPr id="42367" name="Rectangle 112"/>
                <p:cNvSpPr>
                  <a:spLocks noChangeArrowheads="1"/>
                </p:cNvSpPr>
                <p:nvPr/>
              </p:nvSpPr>
              <p:spPr bwMode="auto">
                <a:xfrm>
                  <a:off x="3931" y="443"/>
                  <a:ext cx="89" cy="11"/>
                </a:xfrm>
                <a:prstGeom prst="rect">
                  <a:avLst/>
                </a:prstGeom>
                <a:solidFill>
                  <a:srgbClr val="FF00FF"/>
                </a:solidFill>
                <a:ln w="9525">
                  <a:noFill/>
                  <a:miter lim="800000"/>
                  <a:headEnd/>
                  <a:tailEnd/>
                </a:ln>
              </p:spPr>
              <p:txBody>
                <a:bodyPr/>
                <a:lstStyle/>
                <a:p>
                  <a:endParaRPr lang="zh-CN" altLang="en-US"/>
                </a:p>
              </p:txBody>
            </p:sp>
            <p:sp>
              <p:nvSpPr>
                <p:cNvPr id="42368" name="Rectangle 113"/>
                <p:cNvSpPr>
                  <a:spLocks noChangeArrowheads="1"/>
                </p:cNvSpPr>
                <p:nvPr/>
              </p:nvSpPr>
              <p:spPr bwMode="auto">
                <a:xfrm>
                  <a:off x="3809" y="443"/>
                  <a:ext cx="88" cy="11"/>
                </a:xfrm>
                <a:prstGeom prst="rect">
                  <a:avLst/>
                </a:prstGeom>
                <a:solidFill>
                  <a:srgbClr val="FF00FF"/>
                </a:solidFill>
                <a:ln w="9525">
                  <a:noFill/>
                  <a:miter lim="800000"/>
                  <a:headEnd/>
                  <a:tailEnd/>
                </a:ln>
              </p:spPr>
              <p:txBody>
                <a:bodyPr/>
                <a:lstStyle/>
                <a:p>
                  <a:endParaRPr lang="zh-CN" altLang="en-US"/>
                </a:p>
              </p:txBody>
            </p:sp>
            <p:sp>
              <p:nvSpPr>
                <p:cNvPr id="42369" name="Rectangle 114"/>
                <p:cNvSpPr>
                  <a:spLocks noChangeArrowheads="1"/>
                </p:cNvSpPr>
                <p:nvPr/>
              </p:nvSpPr>
              <p:spPr bwMode="auto">
                <a:xfrm>
                  <a:off x="3687" y="443"/>
                  <a:ext cx="88" cy="11"/>
                </a:xfrm>
                <a:prstGeom prst="rect">
                  <a:avLst/>
                </a:prstGeom>
                <a:solidFill>
                  <a:srgbClr val="FF00FF"/>
                </a:solidFill>
                <a:ln w="9525">
                  <a:noFill/>
                  <a:miter lim="800000"/>
                  <a:headEnd/>
                  <a:tailEnd/>
                </a:ln>
              </p:spPr>
              <p:txBody>
                <a:bodyPr/>
                <a:lstStyle/>
                <a:p>
                  <a:endParaRPr lang="zh-CN" altLang="en-US"/>
                </a:p>
              </p:txBody>
            </p:sp>
          </p:grpSp>
          <p:grpSp>
            <p:nvGrpSpPr>
              <p:cNvPr id="42317" name="Group 115"/>
              <p:cNvGrpSpPr>
                <a:grpSpLocks/>
              </p:cNvGrpSpPr>
              <p:nvPr/>
            </p:nvGrpSpPr>
            <p:grpSpPr bwMode="auto">
              <a:xfrm>
                <a:off x="4558" y="443"/>
                <a:ext cx="677" cy="943"/>
                <a:chOff x="4558" y="443"/>
                <a:chExt cx="677" cy="943"/>
              </a:xfrm>
            </p:grpSpPr>
            <p:sp>
              <p:nvSpPr>
                <p:cNvPr id="42318" name="Freeform 116"/>
                <p:cNvSpPr>
                  <a:spLocks/>
                </p:cNvSpPr>
                <p:nvPr/>
              </p:nvSpPr>
              <p:spPr bwMode="auto">
                <a:xfrm>
                  <a:off x="4558" y="443"/>
                  <a:ext cx="28" cy="94"/>
                </a:xfrm>
                <a:custGeom>
                  <a:avLst/>
                  <a:gdLst>
                    <a:gd name="T0" fmla="*/ 2 w 55"/>
                    <a:gd name="T1" fmla="*/ 0 h 189"/>
                    <a:gd name="T2" fmla="*/ 1 w 55"/>
                    <a:gd name="T3" fmla="*/ 0 h 189"/>
                    <a:gd name="T4" fmla="*/ 1 w 55"/>
                    <a:gd name="T5" fmla="*/ 1 h 189"/>
                    <a:gd name="T6" fmla="*/ 4 w 55"/>
                    <a:gd name="T7" fmla="*/ 1 h 189"/>
                    <a:gd name="T8" fmla="*/ 4 w 55"/>
                    <a:gd name="T9" fmla="*/ 0 h 189"/>
                    <a:gd name="T10" fmla="*/ 1 w 55"/>
                    <a:gd name="T11" fmla="*/ 0 h 189"/>
                    <a:gd name="T12" fmla="*/ 0 w 55"/>
                    <a:gd name="T13" fmla="*/ 0 h 189"/>
                    <a:gd name="T14" fmla="*/ 0 w 55"/>
                    <a:gd name="T15" fmla="*/ 0 h 189"/>
                    <a:gd name="T16" fmla="*/ 0 w 55"/>
                    <a:gd name="T17" fmla="*/ 11 h 189"/>
                    <a:gd name="T18" fmla="*/ 2 w 55"/>
                    <a:gd name="T19" fmla="*/ 11 h 189"/>
                    <a:gd name="T20" fmla="*/ 2 w 55"/>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9"/>
                    <a:gd name="T35" fmla="*/ 55 w 55"/>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9">
                      <a:moveTo>
                        <a:pt x="22" y="11"/>
                      </a:moveTo>
                      <a:lnTo>
                        <a:pt x="11" y="11"/>
                      </a:lnTo>
                      <a:lnTo>
                        <a:pt x="11" y="22"/>
                      </a:lnTo>
                      <a:lnTo>
                        <a:pt x="55" y="22"/>
                      </a:lnTo>
                      <a:lnTo>
                        <a:pt x="55" y="0"/>
                      </a:lnTo>
                      <a:lnTo>
                        <a:pt x="11" y="0"/>
                      </a:lnTo>
                      <a:lnTo>
                        <a:pt x="0" y="0"/>
                      </a:lnTo>
                      <a:lnTo>
                        <a:pt x="0" y="11"/>
                      </a:lnTo>
                      <a:lnTo>
                        <a:pt x="0" y="189"/>
                      </a:lnTo>
                      <a:lnTo>
                        <a:pt x="22" y="189"/>
                      </a:lnTo>
                      <a:lnTo>
                        <a:pt x="22" y="11"/>
                      </a:lnTo>
                      <a:close/>
                    </a:path>
                  </a:pathLst>
                </a:custGeom>
                <a:solidFill>
                  <a:srgbClr val="FF00FF"/>
                </a:solidFill>
                <a:ln w="9525">
                  <a:noFill/>
                  <a:round/>
                  <a:headEnd/>
                  <a:tailEnd/>
                </a:ln>
              </p:spPr>
              <p:txBody>
                <a:bodyPr/>
                <a:lstStyle/>
                <a:p>
                  <a:endParaRPr lang="zh-CN" altLang="en-US"/>
                </a:p>
              </p:txBody>
            </p:sp>
            <p:sp>
              <p:nvSpPr>
                <p:cNvPr id="42319" name="Rectangle 117"/>
                <p:cNvSpPr>
                  <a:spLocks noChangeArrowheads="1"/>
                </p:cNvSpPr>
                <p:nvPr/>
              </p:nvSpPr>
              <p:spPr bwMode="auto">
                <a:xfrm>
                  <a:off x="4558" y="571"/>
                  <a:ext cx="11" cy="88"/>
                </a:xfrm>
                <a:prstGeom prst="rect">
                  <a:avLst/>
                </a:prstGeom>
                <a:solidFill>
                  <a:srgbClr val="FF00FF"/>
                </a:solidFill>
                <a:ln w="9525">
                  <a:noFill/>
                  <a:miter lim="800000"/>
                  <a:headEnd/>
                  <a:tailEnd/>
                </a:ln>
              </p:spPr>
              <p:txBody>
                <a:bodyPr/>
                <a:lstStyle/>
                <a:p>
                  <a:endParaRPr lang="zh-CN" altLang="en-US"/>
                </a:p>
              </p:txBody>
            </p:sp>
            <p:sp>
              <p:nvSpPr>
                <p:cNvPr id="42320" name="Rectangle 118"/>
                <p:cNvSpPr>
                  <a:spLocks noChangeArrowheads="1"/>
                </p:cNvSpPr>
                <p:nvPr/>
              </p:nvSpPr>
              <p:spPr bwMode="auto">
                <a:xfrm>
                  <a:off x="4558" y="693"/>
                  <a:ext cx="11" cy="89"/>
                </a:xfrm>
                <a:prstGeom prst="rect">
                  <a:avLst/>
                </a:prstGeom>
                <a:solidFill>
                  <a:srgbClr val="FF00FF"/>
                </a:solidFill>
                <a:ln w="9525">
                  <a:noFill/>
                  <a:miter lim="800000"/>
                  <a:headEnd/>
                  <a:tailEnd/>
                </a:ln>
              </p:spPr>
              <p:txBody>
                <a:bodyPr/>
                <a:lstStyle/>
                <a:p>
                  <a:endParaRPr lang="zh-CN" altLang="en-US"/>
                </a:p>
              </p:txBody>
            </p:sp>
            <p:sp>
              <p:nvSpPr>
                <p:cNvPr id="42321" name="Rectangle 119"/>
                <p:cNvSpPr>
                  <a:spLocks noChangeArrowheads="1"/>
                </p:cNvSpPr>
                <p:nvPr/>
              </p:nvSpPr>
              <p:spPr bwMode="auto">
                <a:xfrm>
                  <a:off x="4558" y="815"/>
                  <a:ext cx="11" cy="89"/>
                </a:xfrm>
                <a:prstGeom prst="rect">
                  <a:avLst/>
                </a:prstGeom>
                <a:solidFill>
                  <a:srgbClr val="FF00FF"/>
                </a:solidFill>
                <a:ln w="9525">
                  <a:noFill/>
                  <a:miter lim="800000"/>
                  <a:headEnd/>
                  <a:tailEnd/>
                </a:ln>
              </p:spPr>
              <p:txBody>
                <a:bodyPr/>
                <a:lstStyle/>
                <a:p>
                  <a:endParaRPr lang="zh-CN" altLang="en-US"/>
                </a:p>
              </p:txBody>
            </p:sp>
            <p:sp>
              <p:nvSpPr>
                <p:cNvPr id="42322" name="Rectangle 120"/>
                <p:cNvSpPr>
                  <a:spLocks noChangeArrowheads="1"/>
                </p:cNvSpPr>
                <p:nvPr/>
              </p:nvSpPr>
              <p:spPr bwMode="auto">
                <a:xfrm>
                  <a:off x="4558" y="937"/>
                  <a:ext cx="11" cy="89"/>
                </a:xfrm>
                <a:prstGeom prst="rect">
                  <a:avLst/>
                </a:prstGeom>
                <a:solidFill>
                  <a:srgbClr val="FF00FF"/>
                </a:solidFill>
                <a:ln w="9525">
                  <a:noFill/>
                  <a:miter lim="800000"/>
                  <a:headEnd/>
                  <a:tailEnd/>
                </a:ln>
              </p:spPr>
              <p:txBody>
                <a:bodyPr/>
                <a:lstStyle/>
                <a:p>
                  <a:endParaRPr lang="zh-CN" altLang="en-US"/>
                </a:p>
              </p:txBody>
            </p:sp>
            <p:sp>
              <p:nvSpPr>
                <p:cNvPr id="42323" name="Rectangle 121"/>
                <p:cNvSpPr>
                  <a:spLocks noChangeArrowheads="1"/>
                </p:cNvSpPr>
                <p:nvPr/>
              </p:nvSpPr>
              <p:spPr bwMode="auto">
                <a:xfrm>
                  <a:off x="4558" y="1059"/>
                  <a:ext cx="11" cy="89"/>
                </a:xfrm>
                <a:prstGeom prst="rect">
                  <a:avLst/>
                </a:prstGeom>
                <a:solidFill>
                  <a:srgbClr val="FF00FF"/>
                </a:solidFill>
                <a:ln w="9525">
                  <a:noFill/>
                  <a:miter lim="800000"/>
                  <a:headEnd/>
                  <a:tailEnd/>
                </a:ln>
              </p:spPr>
              <p:txBody>
                <a:bodyPr/>
                <a:lstStyle/>
                <a:p>
                  <a:endParaRPr lang="zh-CN" altLang="en-US"/>
                </a:p>
              </p:txBody>
            </p:sp>
            <p:sp>
              <p:nvSpPr>
                <p:cNvPr id="42324" name="Rectangle 122"/>
                <p:cNvSpPr>
                  <a:spLocks noChangeArrowheads="1"/>
                </p:cNvSpPr>
                <p:nvPr/>
              </p:nvSpPr>
              <p:spPr bwMode="auto">
                <a:xfrm>
                  <a:off x="4558" y="1181"/>
                  <a:ext cx="11" cy="89"/>
                </a:xfrm>
                <a:prstGeom prst="rect">
                  <a:avLst/>
                </a:prstGeom>
                <a:solidFill>
                  <a:srgbClr val="FF00FF"/>
                </a:solidFill>
                <a:ln w="9525">
                  <a:noFill/>
                  <a:miter lim="800000"/>
                  <a:headEnd/>
                  <a:tailEnd/>
                </a:ln>
              </p:spPr>
              <p:txBody>
                <a:bodyPr/>
                <a:lstStyle/>
                <a:p>
                  <a:endParaRPr lang="zh-CN" altLang="en-US"/>
                </a:p>
              </p:txBody>
            </p:sp>
            <p:sp>
              <p:nvSpPr>
                <p:cNvPr id="42325" name="Freeform 123"/>
                <p:cNvSpPr>
                  <a:spLocks/>
                </p:cNvSpPr>
                <p:nvPr/>
              </p:nvSpPr>
              <p:spPr bwMode="auto">
                <a:xfrm>
                  <a:off x="4558" y="1303"/>
                  <a:ext cx="16" cy="83"/>
                </a:xfrm>
                <a:custGeom>
                  <a:avLst/>
                  <a:gdLst>
                    <a:gd name="T0" fmla="*/ 1 w 33"/>
                    <a:gd name="T1" fmla="*/ 0 h 167"/>
                    <a:gd name="T2" fmla="*/ 0 w 33"/>
                    <a:gd name="T3" fmla="*/ 0 h 167"/>
                    <a:gd name="T4" fmla="*/ 0 w 33"/>
                    <a:gd name="T5" fmla="*/ 9 h 167"/>
                    <a:gd name="T6" fmla="*/ 0 w 33"/>
                    <a:gd name="T7" fmla="*/ 10 h 167"/>
                    <a:gd name="T8" fmla="*/ 0 w 33"/>
                    <a:gd name="T9" fmla="*/ 10 h 167"/>
                    <a:gd name="T10" fmla="*/ 2 w 33"/>
                    <a:gd name="T11" fmla="*/ 10 h 167"/>
                    <a:gd name="T12" fmla="*/ 2 w 33"/>
                    <a:gd name="T13" fmla="*/ 9 h 167"/>
                    <a:gd name="T14" fmla="*/ 0 w 33"/>
                    <a:gd name="T15" fmla="*/ 9 h 167"/>
                    <a:gd name="T16" fmla="*/ 0 w 33"/>
                    <a:gd name="T17" fmla="*/ 9 h 167"/>
                    <a:gd name="T18" fmla="*/ 1 w 33"/>
                    <a:gd name="T19" fmla="*/ 9 h 167"/>
                    <a:gd name="T20" fmla="*/ 1 w 33"/>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22" y="0"/>
                      </a:moveTo>
                      <a:lnTo>
                        <a:pt x="0" y="0"/>
                      </a:lnTo>
                      <a:lnTo>
                        <a:pt x="0" y="156"/>
                      </a:lnTo>
                      <a:lnTo>
                        <a:pt x="0" y="167"/>
                      </a:lnTo>
                      <a:lnTo>
                        <a:pt x="11" y="167"/>
                      </a:lnTo>
                      <a:lnTo>
                        <a:pt x="33" y="167"/>
                      </a:lnTo>
                      <a:lnTo>
                        <a:pt x="33" y="144"/>
                      </a:lnTo>
                      <a:lnTo>
                        <a:pt x="11" y="144"/>
                      </a:lnTo>
                      <a:lnTo>
                        <a:pt x="11" y="156"/>
                      </a:lnTo>
                      <a:lnTo>
                        <a:pt x="22" y="156"/>
                      </a:lnTo>
                      <a:lnTo>
                        <a:pt x="22" y="0"/>
                      </a:lnTo>
                      <a:close/>
                    </a:path>
                  </a:pathLst>
                </a:custGeom>
                <a:solidFill>
                  <a:srgbClr val="FF00FF"/>
                </a:solidFill>
                <a:ln w="9525">
                  <a:noFill/>
                  <a:round/>
                  <a:headEnd/>
                  <a:tailEnd/>
                </a:ln>
              </p:spPr>
              <p:txBody>
                <a:bodyPr/>
                <a:lstStyle/>
                <a:p>
                  <a:endParaRPr lang="zh-CN" altLang="en-US"/>
                </a:p>
              </p:txBody>
            </p:sp>
            <p:sp>
              <p:nvSpPr>
                <p:cNvPr id="42326" name="Rectangle 124"/>
                <p:cNvSpPr>
                  <a:spLocks noChangeArrowheads="1"/>
                </p:cNvSpPr>
                <p:nvPr/>
              </p:nvSpPr>
              <p:spPr bwMode="auto">
                <a:xfrm>
                  <a:off x="4608" y="1375"/>
                  <a:ext cx="89" cy="11"/>
                </a:xfrm>
                <a:prstGeom prst="rect">
                  <a:avLst/>
                </a:prstGeom>
                <a:solidFill>
                  <a:srgbClr val="FF00FF"/>
                </a:solidFill>
                <a:ln w="9525">
                  <a:noFill/>
                  <a:miter lim="800000"/>
                  <a:headEnd/>
                  <a:tailEnd/>
                </a:ln>
              </p:spPr>
              <p:txBody>
                <a:bodyPr/>
                <a:lstStyle/>
                <a:p>
                  <a:endParaRPr lang="zh-CN" altLang="en-US"/>
                </a:p>
              </p:txBody>
            </p:sp>
            <p:sp>
              <p:nvSpPr>
                <p:cNvPr id="42327" name="Rectangle 125"/>
                <p:cNvSpPr>
                  <a:spLocks noChangeArrowheads="1"/>
                </p:cNvSpPr>
                <p:nvPr/>
              </p:nvSpPr>
              <p:spPr bwMode="auto">
                <a:xfrm>
                  <a:off x="4730" y="1375"/>
                  <a:ext cx="89" cy="11"/>
                </a:xfrm>
                <a:prstGeom prst="rect">
                  <a:avLst/>
                </a:prstGeom>
                <a:solidFill>
                  <a:srgbClr val="FF00FF"/>
                </a:solidFill>
                <a:ln w="9525">
                  <a:noFill/>
                  <a:miter lim="800000"/>
                  <a:headEnd/>
                  <a:tailEnd/>
                </a:ln>
              </p:spPr>
              <p:txBody>
                <a:bodyPr/>
                <a:lstStyle/>
                <a:p>
                  <a:endParaRPr lang="zh-CN" altLang="en-US"/>
                </a:p>
              </p:txBody>
            </p:sp>
            <p:sp>
              <p:nvSpPr>
                <p:cNvPr id="42328" name="Rectangle 126"/>
                <p:cNvSpPr>
                  <a:spLocks noChangeArrowheads="1"/>
                </p:cNvSpPr>
                <p:nvPr/>
              </p:nvSpPr>
              <p:spPr bwMode="auto">
                <a:xfrm>
                  <a:off x="4852" y="1375"/>
                  <a:ext cx="89" cy="11"/>
                </a:xfrm>
                <a:prstGeom prst="rect">
                  <a:avLst/>
                </a:prstGeom>
                <a:solidFill>
                  <a:srgbClr val="FF00FF"/>
                </a:solidFill>
                <a:ln w="9525">
                  <a:noFill/>
                  <a:miter lim="800000"/>
                  <a:headEnd/>
                  <a:tailEnd/>
                </a:ln>
              </p:spPr>
              <p:txBody>
                <a:bodyPr/>
                <a:lstStyle/>
                <a:p>
                  <a:endParaRPr lang="zh-CN" altLang="en-US"/>
                </a:p>
              </p:txBody>
            </p:sp>
            <p:sp>
              <p:nvSpPr>
                <p:cNvPr id="42329" name="Rectangle 127"/>
                <p:cNvSpPr>
                  <a:spLocks noChangeArrowheads="1"/>
                </p:cNvSpPr>
                <p:nvPr/>
              </p:nvSpPr>
              <p:spPr bwMode="auto">
                <a:xfrm>
                  <a:off x="4974" y="1375"/>
                  <a:ext cx="89" cy="11"/>
                </a:xfrm>
                <a:prstGeom prst="rect">
                  <a:avLst/>
                </a:prstGeom>
                <a:solidFill>
                  <a:srgbClr val="FF00FF"/>
                </a:solidFill>
                <a:ln w="9525">
                  <a:noFill/>
                  <a:miter lim="800000"/>
                  <a:headEnd/>
                  <a:tailEnd/>
                </a:ln>
              </p:spPr>
              <p:txBody>
                <a:bodyPr/>
                <a:lstStyle/>
                <a:p>
                  <a:endParaRPr lang="zh-CN" altLang="en-US"/>
                </a:p>
              </p:txBody>
            </p:sp>
            <p:sp>
              <p:nvSpPr>
                <p:cNvPr id="42330" name="Rectangle 128"/>
                <p:cNvSpPr>
                  <a:spLocks noChangeArrowheads="1"/>
                </p:cNvSpPr>
                <p:nvPr/>
              </p:nvSpPr>
              <p:spPr bwMode="auto">
                <a:xfrm>
                  <a:off x="5096" y="1375"/>
                  <a:ext cx="89" cy="11"/>
                </a:xfrm>
                <a:prstGeom prst="rect">
                  <a:avLst/>
                </a:prstGeom>
                <a:solidFill>
                  <a:srgbClr val="FF00FF"/>
                </a:solidFill>
                <a:ln w="9525">
                  <a:noFill/>
                  <a:miter lim="800000"/>
                  <a:headEnd/>
                  <a:tailEnd/>
                </a:ln>
              </p:spPr>
              <p:txBody>
                <a:bodyPr/>
                <a:lstStyle/>
                <a:p>
                  <a:endParaRPr lang="zh-CN" altLang="en-US"/>
                </a:p>
              </p:txBody>
            </p:sp>
            <p:sp>
              <p:nvSpPr>
                <p:cNvPr id="42331" name="Freeform 129"/>
                <p:cNvSpPr>
                  <a:spLocks/>
                </p:cNvSpPr>
                <p:nvPr/>
              </p:nvSpPr>
              <p:spPr bwMode="auto">
                <a:xfrm>
                  <a:off x="5218" y="1303"/>
                  <a:ext cx="17" cy="83"/>
                </a:xfrm>
                <a:custGeom>
                  <a:avLst/>
                  <a:gdLst>
                    <a:gd name="T0" fmla="*/ 0 w 34"/>
                    <a:gd name="T1" fmla="*/ 9 h 167"/>
                    <a:gd name="T2" fmla="*/ 0 w 34"/>
                    <a:gd name="T3" fmla="*/ 10 h 167"/>
                    <a:gd name="T4" fmla="*/ 1 w 34"/>
                    <a:gd name="T5" fmla="*/ 10 h 167"/>
                    <a:gd name="T6" fmla="*/ 2 w 34"/>
                    <a:gd name="T7" fmla="*/ 10 h 167"/>
                    <a:gd name="T8" fmla="*/ 2 w 34"/>
                    <a:gd name="T9" fmla="*/ 9 h 167"/>
                    <a:gd name="T10" fmla="*/ 2 w 34"/>
                    <a:gd name="T11" fmla="*/ 0 h 167"/>
                    <a:gd name="T12" fmla="*/ 1 w 34"/>
                    <a:gd name="T13" fmla="*/ 0 h 167"/>
                    <a:gd name="T14" fmla="*/ 1 w 34"/>
                    <a:gd name="T15" fmla="*/ 9 h 167"/>
                    <a:gd name="T16" fmla="*/ 1 w 34"/>
                    <a:gd name="T17" fmla="*/ 9 h 167"/>
                    <a:gd name="T18" fmla="*/ 1 w 34"/>
                    <a:gd name="T19" fmla="*/ 9 h 167"/>
                    <a:gd name="T20" fmla="*/ 0 w 34"/>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7"/>
                    <a:gd name="T35" fmla="*/ 34 w 34"/>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7">
                      <a:moveTo>
                        <a:pt x="0" y="144"/>
                      </a:moveTo>
                      <a:lnTo>
                        <a:pt x="0" y="167"/>
                      </a:lnTo>
                      <a:lnTo>
                        <a:pt x="22" y="167"/>
                      </a:lnTo>
                      <a:lnTo>
                        <a:pt x="34" y="167"/>
                      </a:lnTo>
                      <a:lnTo>
                        <a:pt x="34" y="156"/>
                      </a:lnTo>
                      <a:lnTo>
                        <a:pt x="34" y="0"/>
                      </a:lnTo>
                      <a:lnTo>
                        <a:pt x="11" y="0"/>
                      </a:lnTo>
                      <a:lnTo>
                        <a:pt x="11" y="156"/>
                      </a:lnTo>
                      <a:lnTo>
                        <a:pt x="22" y="156"/>
                      </a:lnTo>
                      <a:lnTo>
                        <a:pt x="22" y="144"/>
                      </a:lnTo>
                      <a:lnTo>
                        <a:pt x="0" y="144"/>
                      </a:lnTo>
                      <a:close/>
                    </a:path>
                  </a:pathLst>
                </a:custGeom>
                <a:solidFill>
                  <a:srgbClr val="FF00FF"/>
                </a:solidFill>
                <a:ln w="9525">
                  <a:noFill/>
                  <a:round/>
                  <a:headEnd/>
                  <a:tailEnd/>
                </a:ln>
              </p:spPr>
              <p:txBody>
                <a:bodyPr/>
                <a:lstStyle/>
                <a:p>
                  <a:endParaRPr lang="zh-CN" altLang="en-US"/>
                </a:p>
              </p:txBody>
            </p:sp>
            <p:sp>
              <p:nvSpPr>
                <p:cNvPr id="42332" name="Rectangle 130"/>
                <p:cNvSpPr>
                  <a:spLocks noChangeArrowheads="1"/>
                </p:cNvSpPr>
                <p:nvPr/>
              </p:nvSpPr>
              <p:spPr bwMode="auto">
                <a:xfrm>
                  <a:off x="5224" y="1181"/>
                  <a:ext cx="11" cy="89"/>
                </a:xfrm>
                <a:prstGeom prst="rect">
                  <a:avLst/>
                </a:prstGeom>
                <a:solidFill>
                  <a:srgbClr val="FF00FF"/>
                </a:solidFill>
                <a:ln w="9525">
                  <a:noFill/>
                  <a:miter lim="800000"/>
                  <a:headEnd/>
                  <a:tailEnd/>
                </a:ln>
              </p:spPr>
              <p:txBody>
                <a:bodyPr/>
                <a:lstStyle/>
                <a:p>
                  <a:endParaRPr lang="zh-CN" altLang="en-US"/>
                </a:p>
              </p:txBody>
            </p:sp>
            <p:sp>
              <p:nvSpPr>
                <p:cNvPr id="42333" name="Rectangle 131"/>
                <p:cNvSpPr>
                  <a:spLocks noChangeArrowheads="1"/>
                </p:cNvSpPr>
                <p:nvPr/>
              </p:nvSpPr>
              <p:spPr bwMode="auto">
                <a:xfrm>
                  <a:off x="5224" y="1059"/>
                  <a:ext cx="11" cy="89"/>
                </a:xfrm>
                <a:prstGeom prst="rect">
                  <a:avLst/>
                </a:prstGeom>
                <a:solidFill>
                  <a:srgbClr val="FF00FF"/>
                </a:solidFill>
                <a:ln w="9525">
                  <a:noFill/>
                  <a:miter lim="800000"/>
                  <a:headEnd/>
                  <a:tailEnd/>
                </a:ln>
              </p:spPr>
              <p:txBody>
                <a:bodyPr/>
                <a:lstStyle/>
                <a:p>
                  <a:endParaRPr lang="zh-CN" altLang="en-US"/>
                </a:p>
              </p:txBody>
            </p:sp>
            <p:sp>
              <p:nvSpPr>
                <p:cNvPr id="42334" name="Rectangle 132"/>
                <p:cNvSpPr>
                  <a:spLocks noChangeArrowheads="1"/>
                </p:cNvSpPr>
                <p:nvPr/>
              </p:nvSpPr>
              <p:spPr bwMode="auto">
                <a:xfrm>
                  <a:off x="5224" y="937"/>
                  <a:ext cx="11" cy="89"/>
                </a:xfrm>
                <a:prstGeom prst="rect">
                  <a:avLst/>
                </a:prstGeom>
                <a:solidFill>
                  <a:srgbClr val="FF00FF"/>
                </a:solidFill>
                <a:ln w="9525">
                  <a:noFill/>
                  <a:miter lim="800000"/>
                  <a:headEnd/>
                  <a:tailEnd/>
                </a:ln>
              </p:spPr>
              <p:txBody>
                <a:bodyPr/>
                <a:lstStyle/>
                <a:p>
                  <a:endParaRPr lang="zh-CN" altLang="en-US"/>
                </a:p>
              </p:txBody>
            </p:sp>
            <p:sp>
              <p:nvSpPr>
                <p:cNvPr id="42335" name="Rectangle 133"/>
                <p:cNvSpPr>
                  <a:spLocks noChangeArrowheads="1"/>
                </p:cNvSpPr>
                <p:nvPr/>
              </p:nvSpPr>
              <p:spPr bwMode="auto">
                <a:xfrm>
                  <a:off x="5224" y="815"/>
                  <a:ext cx="11" cy="89"/>
                </a:xfrm>
                <a:prstGeom prst="rect">
                  <a:avLst/>
                </a:prstGeom>
                <a:solidFill>
                  <a:srgbClr val="FF00FF"/>
                </a:solidFill>
                <a:ln w="9525">
                  <a:noFill/>
                  <a:miter lim="800000"/>
                  <a:headEnd/>
                  <a:tailEnd/>
                </a:ln>
              </p:spPr>
              <p:txBody>
                <a:bodyPr/>
                <a:lstStyle/>
                <a:p>
                  <a:endParaRPr lang="zh-CN" altLang="en-US"/>
                </a:p>
              </p:txBody>
            </p:sp>
            <p:sp>
              <p:nvSpPr>
                <p:cNvPr id="42336" name="Rectangle 134"/>
                <p:cNvSpPr>
                  <a:spLocks noChangeArrowheads="1"/>
                </p:cNvSpPr>
                <p:nvPr/>
              </p:nvSpPr>
              <p:spPr bwMode="auto">
                <a:xfrm>
                  <a:off x="5224" y="693"/>
                  <a:ext cx="11" cy="89"/>
                </a:xfrm>
                <a:prstGeom prst="rect">
                  <a:avLst/>
                </a:prstGeom>
                <a:solidFill>
                  <a:srgbClr val="FF00FF"/>
                </a:solidFill>
                <a:ln w="9525">
                  <a:noFill/>
                  <a:miter lim="800000"/>
                  <a:headEnd/>
                  <a:tailEnd/>
                </a:ln>
              </p:spPr>
              <p:txBody>
                <a:bodyPr/>
                <a:lstStyle/>
                <a:p>
                  <a:endParaRPr lang="zh-CN" altLang="en-US"/>
                </a:p>
              </p:txBody>
            </p:sp>
            <p:sp>
              <p:nvSpPr>
                <p:cNvPr id="42337" name="Rectangle 135"/>
                <p:cNvSpPr>
                  <a:spLocks noChangeArrowheads="1"/>
                </p:cNvSpPr>
                <p:nvPr/>
              </p:nvSpPr>
              <p:spPr bwMode="auto">
                <a:xfrm>
                  <a:off x="5224" y="571"/>
                  <a:ext cx="11" cy="88"/>
                </a:xfrm>
                <a:prstGeom prst="rect">
                  <a:avLst/>
                </a:prstGeom>
                <a:solidFill>
                  <a:srgbClr val="FF00FF"/>
                </a:solidFill>
                <a:ln w="9525">
                  <a:noFill/>
                  <a:miter lim="800000"/>
                  <a:headEnd/>
                  <a:tailEnd/>
                </a:ln>
              </p:spPr>
              <p:txBody>
                <a:bodyPr/>
                <a:lstStyle/>
                <a:p>
                  <a:endParaRPr lang="zh-CN" altLang="en-US"/>
                </a:p>
              </p:txBody>
            </p:sp>
            <p:sp>
              <p:nvSpPr>
                <p:cNvPr id="42338" name="Rectangle 136"/>
                <p:cNvSpPr>
                  <a:spLocks noChangeArrowheads="1"/>
                </p:cNvSpPr>
                <p:nvPr/>
              </p:nvSpPr>
              <p:spPr bwMode="auto">
                <a:xfrm>
                  <a:off x="5224" y="449"/>
                  <a:ext cx="11" cy="88"/>
                </a:xfrm>
                <a:prstGeom prst="rect">
                  <a:avLst/>
                </a:prstGeom>
                <a:solidFill>
                  <a:srgbClr val="FF00FF"/>
                </a:solidFill>
                <a:ln w="9525">
                  <a:noFill/>
                  <a:miter lim="800000"/>
                  <a:headEnd/>
                  <a:tailEnd/>
                </a:ln>
              </p:spPr>
              <p:txBody>
                <a:bodyPr/>
                <a:lstStyle/>
                <a:p>
                  <a:endParaRPr lang="zh-CN" altLang="en-US"/>
                </a:p>
              </p:txBody>
            </p:sp>
            <p:sp>
              <p:nvSpPr>
                <p:cNvPr id="42339" name="Rectangle 137"/>
                <p:cNvSpPr>
                  <a:spLocks noChangeArrowheads="1"/>
                </p:cNvSpPr>
                <p:nvPr/>
              </p:nvSpPr>
              <p:spPr bwMode="auto">
                <a:xfrm>
                  <a:off x="5107" y="443"/>
                  <a:ext cx="89" cy="11"/>
                </a:xfrm>
                <a:prstGeom prst="rect">
                  <a:avLst/>
                </a:prstGeom>
                <a:solidFill>
                  <a:srgbClr val="FF00FF"/>
                </a:solidFill>
                <a:ln w="9525">
                  <a:noFill/>
                  <a:miter lim="800000"/>
                  <a:headEnd/>
                  <a:tailEnd/>
                </a:ln>
              </p:spPr>
              <p:txBody>
                <a:bodyPr/>
                <a:lstStyle/>
                <a:p>
                  <a:endParaRPr lang="zh-CN" altLang="en-US"/>
                </a:p>
              </p:txBody>
            </p:sp>
            <p:sp>
              <p:nvSpPr>
                <p:cNvPr id="42340" name="Rectangle 138"/>
                <p:cNvSpPr>
                  <a:spLocks noChangeArrowheads="1"/>
                </p:cNvSpPr>
                <p:nvPr/>
              </p:nvSpPr>
              <p:spPr bwMode="auto">
                <a:xfrm>
                  <a:off x="4985" y="443"/>
                  <a:ext cx="89" cy="11"/>
                </a:xfrm>
                <a:prstGeom prst="rect">
                  <a:avLst/>
                </a:prstGeom>
                <a:solidFill>
                  <a:srgbClr val="FF00FF"/>
                </a:solidFill>
                <a:ln w="9525">
                  <a:noFill/>
                  <a:miter lim="800000"/>
                  <a:headEnd/>
                  <a:tailEnd/>
                </a:ln>
              </p:spPr>
              <p:txBody>
                <a:bodyPr/>
                <a:lstStyle/>
                <a:p>
                  <a:endParaRPr lang="zh-CN" altLang="en-US"/>
                </a:p>
              </p:txBody>
            </p:sp>
            <p:sp>
              <p:nvSpPr>
                <p:cNvPr id="42341" name="Rectangle 139"/>
                <p:cNvSpPr>
                  <a:spLocks noChangeArrowheads="1"/>
                </p:cNvSpPr>
                <p:nvPr/>
              </p:nvSpPr>
              <p:spPr bwMode="auto">
                <a:xfrm>
                  <a:off x="4863" y="443"/>
                  <a:ext cx="89" cy="11"/>
                </a:xfrm>
                <a:prstGeom prst="rect">
                  <a:avLst/>
                </a:prstGeom>
                <a:solidFill>
                  <a:srgbClr val="FF00FF"/>
                </a:solidFill>
                <a:ln w="9525">
                  <a:noFill/>
                  <a:miter lim="800000"/>
                  <a:headEnd/>
                  <a:tailEnd/>
                </a:ln>
              </p:spPr>
              <p:txBody>
                <a:bodyPr/>
                <a:lstStyle/>
                <a:p>
                  <a:endParaRPr lang="zh-CN" altLang="en-US"/>
                </a:p>
              </p:txBody>
            </p:sp>
            <p:sp>
              <p:nvSpPr>
                <p:cNvPr id="42342" name="Rectangle 140"/>
                <p:cNvSpPr>
                  <a:spLocks noChangeArrowheads="1"/>
                </p:cNvSpPr>
                <p:nvPr/>
              </p:nvSpPr>
              <p:spPr bwMode="auto">
                <a:xfrm>
                  <a:off x="4741" y="443"/>
                  <a:ext cx="89" cy="11"/>
                </a:xfrm>
                <a:prstGeom prst="rect">
                  <a:avLst/>
                </a:prstGeom>
                <a:solidFill>
                  <a:srgbClr val="FF00FF"/>
                </a:solidFill>
                <a:ln w="9525">
                  <a:noFill/>
                  <a:miter lim="800000"/>
                  <a:headEnd/>
                  <a:tailEnd/>
                </a:ln>
              </p:spPr>
              <p:txBody>
                <a:bodyPr/>
                <a:lstStyle/>
                <a:p>
                  <a:endParaRPr lang="zh-CN" altLang="en-US"/>
                </a:p>
              </p:txBody>
            </p:sp>
            <p:sp>
              <p:nvSpPr>
                <p:cNvPr id="42343" name="Rectangle 141"/>
                <p:cNvSpPr>
                  <a:spLocks noChangeArrowheads="1"/>
                </p:cNvSpPr>
                <p:nvPr/>
              </p:nvSpPr>
              <p:spPr bwMode="auto">
                <a:xfrm>
                  <a:off x="4619" y="443"/>
                  <a:ext cx="89" cy="11"/>
                </a:xfrm>
                <a:prstGeom prst="rect">
                  <a:avLst/>
                </a:prstGeom>
                <a:solidFill>
                  <a:srgbClr val="FF00FF"/>
                </a:solidFill>
                <a:ln w="9525">
                  <a:noFill/>
                  <a:miter lim="800000"/>
                  <a:headEnd/>
                  <a:tailEnd/>
                </a:ln>
              </p:spPr>
              <p:txBody>
                <a:bodyPr/>
                <a:lstStyle/>
                <a:p>
                  <a:endParaRPr lang="zh-CN" altLang="en-US"/>
                </a:p>
              </p:txBody>
            </p:sp>
          </p:grpSp>
        </p:grpSp>
        <p:grpSp>
          <p:nvGrpSpPr>
            <p:cNvPr id="41994" name="Group 142"/>
            <p:cNvGrpSpPr>
              <a:grpSpLocks/>
            </p:cNvGrpSpPr>
            <p:nvPr/>
          </p:nvGrpSpPr>
          <p:grpSpPr bwMode="auto">
            <a:xfrm>
              <a:off x="985" y="1496"/>
              <a:ext cx="4406" cy="944"/>
              <a:chOff x="829" y="1508"/>
              <a:chExt cx="4406" cy="944"/>
            </a:xfrm>
          </p:grpSpPr>
          <p:grpSp>
            <p:nvGrpSpPr>
              <p:cNvPr id="42178" name="Group 143"/>
              <p:cNvGrpSpPr>
                <a:grpSpLocks/>
              </p:cNvGrpSpPr>
              <p:nvPr/>
            </p:nvGrpSpPr>
            <p:grpSpPr bwMode="auto">
              <a:xfrm>
                <a:off x="829" y="1508"/>
                <a:ext cx="677" cy="944"/>
                <a:chOff x="829" y="1508"/>
                <a:chExt cx="677" cy="944"/>
              </a:xfrm>
            </p:grpSpPr>
            <p:sp>
              <p:nvSpPr>
                <p:cNvPr id="42287" name="Freeform 144"/>
                <p:cNvSpPr>
                  <a:spLocks/>
                </p:cNvSpPr>
                <p:nvPr/>
              </p:nvSpPr>
              <p:spPr bwMode="auto">
                <a:xfrm>
                  <a:off x="829" y="1508"/>
                  <a:ext cx="28" cy="95"/>
                </a:xfrm>
                <a:custGeom>
                  <a:avLst/>
                  <a:gdLst>
                    <a:gd name="T0" fmla="*/ 2 w 55"/>
                    <a:gd name="T1" fmla="*/ 1 h 188"/>
                    <a:gd name="T2" fmla="*/ 1 w 55"/>
                    <a:gd name="T3" fmla="*/ 1 h 188"/>
                    <a:gd name="T4" fmla="*/ 1 w 55"/>
                    <a:gd name="T5" fmla="*/ 2 h 188"/>
                    <a:gd name="T6" fmla="*/ 4 w 55"/>
                    <a:gd name="T7" fmla="*/ 2 h 188"/>
                    <a:gd name="T8" fmla="*/ 4 w 55"/>
                    <a:gd name="T9" fmla="*/ 0 h 188"/>
                    <a:gd name="T10" fmla="*/ 1 w 55"/>
                    <a:gd name="T11" fmla="*/ 0 h 188"/>
                    <a:gd name="T12" fmla="*/ 0 w 55"/>
                    <a:gd name="T13" fmla="*/ 0 h 188"/>
                    <a:gd name="T14" fmla="*/ 0 w 55"/>
                    <a:gd name="T15" fmla="*/ 1 h 188"/>
                    <a:gd name="T16" fmla="*/ 0 w 55"/>
                    <a:gd name="T17" fmla="*/ 12 h 188"/>
                    <a:gd name="T18" fmla="*/ 2 w 55"/>
                    <a:gd name="T19" fmla="*/ 12 h 188"/>
                    <a:gd name="T20" fmla="*/ 2 w 55"/>
                    <a:gd name="T21" fmla="*/ 1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8"/>
                    <a:gd name="T35" fmla="*/ 55 w 55"/>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8">
                      <a:moveTo>
                        <a:pt x="22" y="11"/>
                      </a:moveTo>
                      <a:lnTo>
                        <a:pt x="11" y="11"/>
                      </a:lnTo>
                      <a:lnTo>
                        <a:pt x="11" y="22"/>
                      </a:lnTo>
                      <a:lnTo>
                        <a:pt x="55" y="22"/>
                      </a:lnTo>
                      <a:lnTo>
                        <a:pt x="55" y="0"/>
                      </a:lnTo>
                      <a:lnTo>
                        <a:pt x="11" y="0"/>
                      </a:lnTo>
                      <a:lnTo>
                        <a:pt x="0" y="0"/>
                      </a:lnTo>
                      <a:lnTo>
                        <a:pt x="0" y="11"/>
                      </a:lnTo>
                      <a:lnTo>
                        <a:pt x="0" y="188"/>
                      </a:lnTo>
                      <a:lnTo>
                        <a:pt x="22" y="188"/>
                      </a:lnTo>
                      <a:lnTo>
                        <a:pt x="22" y="11"/>
                      </a:lnTo>
                      <a:close/>
                    </a:path>
                  </a:pathLst>
                </a:custGeom>
                <a:solidFill>
                  <a:srgbClr val="FF00FF"/>
                </a:solidFill>
                <a:ln w="9525">
                  <a:noFill/>
                  <a:round/>
                  <a:headEnd/>
                  <a:tailEnd/>
                </a:ln>
              </p:spPr>
              <p:txBody>
                <a:bodyPr/>
                <a:lstStyle/>
                <a:p>
                  <a:endParaRPr lang="zh-CN" altLang="en-US"/>
                </a:p>
              </p:txBody>
            </p:sp>
            <p:sp>
              <p:nvSpPr>
                <p:cNvPr id="42288" name="Rectangle 145"/>
                <p:cNvSpPr>
                  <a:spLocks noChangeArrowheads="1"/>
                </p:cNvSpPr>
                <p:nvPr/>
              </p:nvSpPr>
              <p:spPr bwMode="auto">
                <a:xfrm>
                  <a:off x="829" y="1636"/>
                  <a:ext cx="11" cy="89"/>
                </a:xfrm>
                <a:prstGeom prst="rect">
                  <a:avLst/>
                </a:prstGeom>
                <a:solidFill>
                  <a:srgbClr val="FF00FF"/>
                </a:solidFill>
                <a:ln w="9525">
                  <a:noFill/>
                  <a:miter lim="800000"/>
                  <a:headEnd/>
                  <a:tailEnd/>
                </a:ln>
              </p:spPr>
              <p:txBody>
                <a:bodyPr/>
                <a:lstStyle/>
                <a:p>
                  <a:endParaRPr lang="zh-CN" altLang="en-US"/>
                </a:p>
              </p:txBody>
            </p:sp>
            <p:sp>
              <p:nvSpPr>
                <p:cNvPr id="42289" name="Rectangle 146"/>
                <p:cNvSpPr>
                  <a:spLocks noChangeArrowheads="1"/>
                </p:cNvSpPr>
                <p:nvPr/>
              </p:nvSpPr>
              <p:spPr bwMode="auto">
                <a:xfrm>
                  <a:off x="829" y="1758"/>
                  <a:ext cx="11" cy="89"/>
                </a:xfrm>
                <a:prstGeom prst="rect">
                  <a:avLst/>
                </a:prstGeom>
                <a:solidFill>
                  <a:srgbClr val="FF00FF"/>
                </a:solidFill>
                <a:ln w="9525">
                  <a:noFill/>
                  <a:miter lim="800000"/>
                  <a:headEnd/>
                  <a:tailEnd/>
                </a:ln>
              </p:spPr>
              <p:txBody>
                <a:bodyPr/>
                <a:lstStyle/>
                <a:p>
                  <a:endParaRPr lang="zh-CN" altLang="en-US"/>
                </a:p>
              </p:txBody>
            </p:sp>
            <p:sp>
              <p:nvSpPr>
                <p:cNvPr id="42290" name="Rectangle 147"/>
                <p:cNvSpPr>
                  <a:spLocks noChangeArrowheads="1"/>
                </p:cNvSpPr>
                <p:nvPr/>
              </p:nvSpPr>
              <p:spPr bwMode="auto">
                <a:xfrm>
                  <a:off x="829" y="1880"/>
                  <a:ext cx="11" cy="89"/>
                </a:xfrm>
                <a:prstGeom prst="rect">
                  <a:avLst/>
                </a:prstGeom>
                <a:solidFill>
                  <a:srgbClr val="FF00FF"/>
                </a:solidFill>
                <a:ln w="9525">
                  <a:noFill/>
                  <a:miter lim="800000"/>
                  <a:headEnd/>
                  <a:tailEnd/>
                </a:ln>
              </p:spPr>
              <p:txBody>
                <a:bodyPr/>
                <a:lstStyle/>
                <a:p>
                  <a:endParaRPr lang="zh-CN" altLang="en-US"/>
                </a:p>
              </p:txBody>
            </p:sp>
            <p:sp>
              <p:nvSpPr>
                <p:cNvPr id="42291" name="Rectangle 148"/>
                <p:cNvSpPr>
                  <a:spLocks noChangeArrowheads="1"/>
                </p:cNvSpPr>
                <p:nvPr/>
              </p:nvSpPr>
              <p:spPr bwMode="auto">
                <a:xfrm>
                  <a:off x="829" y="2002"/>
                  <a:ext cx="11" cy="89"/>
                </a:xfrm>
                <a:prstGeom prst="rect">
                  <a:avLst/>
                </a:prstGeom>
                <a:solidFill>
                  <a:srgbClr val="FF00FF"/>
                </a:solidFill>
                <a:ln w="9525">
                  <a:noFill/>
                  <a:miter lim="800000"/>
                  <a:headEnd/>
                  <a:tailEnd/>
                </a:ln>
              </p:spPr>
              <p:txBody>
                <a:bodyPr/>
                <a:lstStyle/>
                <a:p>
                  <a:endParaRPr lang="zh-CN" altLang="en-US"/>
                </a:p>
              </p:txBody>
            </p:sp>
            <p:sp>
              <p:nvSpPr>
                <p:cNvPr id="42292" name="Rectangle 149"/>
                <p:cNvSpPr>
                  <a:spLocks noChangeArrowheads="1"/>
                </p:cNvSpPr>
                <p:nvPr/>
              </p:nvSpPr>
              <p:spPr bwMode="auto">
                <a:xfrm>
                  <a:off x="829" y="2124"/>
                  <a:ext cx="11" cy="89"/>
                </a:xfrm>
                <a:prstGeom prst="rect">
                  <a:avLst/>
                </a:prstGeom>
                <a:solidFill>
                  <a:srgbClr val="FF00FF"/>
                </a:solidFill>
                <a:ln w="9525">
                  <a:noFill/>
                  <a:miter lim="800000"/>
                  <a:headEnd/>
                  <a:tailEnd/>
                </a:ln>
              </p:spPr>
              <p:txBody>
                <a:bodyPr/>
                <a:lstStyle/>
                <a:p>
                  <a:endParaRPr lang="zh-CN" altLang="en-US"/>
                </a:p>
              </p:txBody>
            </p:sp>
            <p:sp>
              <p:nvSpPr>
                <p:cNvPr id="42293" name="Rectangle 150"/>
                <p:cNvSpPr>
                  <a:spLocks noChangeArrowheads="1"/>
                </p:cNvSpPr>
                <p:nvPr/>
              </p:nvSpPr>
              <p:spPr bwMode="auto">
                <a:xfrm>
                  <a:off x="829" y="2246"/>
                  <a:ext cx="11" cy="89"/>
                </a:xfrm>
                <a:prstGeom prst="rect">
                  <a:avLst/>
                </a:prstGeom>
                <a:solidFill>
                  <a:srgbClr val="FF00FF"/>
                </a:solidFill>
                <a:ln w="9525">
                  <a:noFill/>
                  <a:miter lim="800000"/>
                  <a:headEnd/>
                  <a:tailEnd/>
                </a:ln>
              </p:spPr>
              <p:txBody>
                <a:bodyPr/>
                <a:lstStyle/>
                <a:p>
                  <a:endParaRPr lang="zh-CN" altLang="en-US"/>
                </a:p>
              </p:txBody>
            </p:sp>
            <p:sp>
              <p:nvSpPr>
                <p:cNvPr id="42294" name="Freeform 151"/>
                <p:cNvSpPr>
                  <a:spLocks/>
                </p:cNvSpPr>
                <p:nvPr/>
              </p:nvSpPr>
              <p:spPr bwMode="auto">
                <a:xfrm>
                  <a:off x="829" y="2368"/>
                  <a:ext cx="17" cy="84"/>
                </a:xfrm>
                <a:custGeom>
                  <a:avLst/>
                  <a:gdLst>
                    <a:gd name="T0" fmla="*/ 2 w 33"/>
                    <a:gd name="T1" fmla="*/ 0 h 166"/>
                    <a:gd name="T2" fmla="*/ 0 w 33"/>
                    <a:gd name="T3" fmla="*/ 0 h 166"/>
                    <a:gd name="T4" fmla="*/ 0 w 33"/>
                    <a:gd name="T5" fmla="*/ 10 h 166"/>
                    <a:gd name="T6" fmla="*/ 0 w 33"/>
                    <a:gd name="T7" fmla="*/ 11 h 166"/>
                    <a:gd name="T8" fmla="*/ 1 w 33"/>
                    <a:gd name="T9" fmla="*/ 11 h 166"/>
                    <a:gd name="T10" fmla="*/ 3 w 33"/>
                    <a:gd name="T11" fmla="*/ 11 h 166"/>
                    <a:gd name="T12" fmla="*/ 3 w 33"/>
                    <a:gd name="T13" fmla="*/ 10 h 166"/>
                    <a:gd name="T14" fmla="*/ 1 w 33"/>
                    <a:gd name="T15" fmla="*/ 10 h 166"/>
                    <a:gd name="T16" fmla="*/ 1 w 33"/>
                    <a:gd name="T17" fmla="*/ 10 h 166"/>
                    <a:gd name="T18" fmla="*/ 2 w 33"/>
                    <a:gd name="T19" fmla="*/ 10 h 166"/>
                    <a:gd name="T20" fmla="*/ 2 w 33"/>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6"/>
                    <a:gd name="T35" fmla="*/ 33 w 33"/>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6">
                      <a:moveTo>
                        <a:pt x="22" y="0"/>
                      </a:moveTo>
                      <a:lnTo>
                        <a:pt x="0" y="0"/>
                      </a:lnTo>
                      <a:lnTo>
                        <a:pt x="0" y="155"/>
                      </a:lnTo>
                      <a:lnTo>
                        <a:pt x="0" y="166"/>
                      </a:lnTo>
                      <a:lnTo>
                        <a:pt x="11" y="166"/>
                      </a:lnTo>
                      <a:lnTo>
                        <a:pt x="33" y="166"/>
                      </a:lnTo>
                      <a:lnTo>
                        <a:pt x="33" y="144"/>
                      </a:lnTo>
                      <a:lnTo>
                        <a:pt x="11" y="144"/>
                      </a:lnTo>
                      <a:lnTo>
                        <a:pt x="11" y="155"/>
                      </a:lnTo>
                      <a:lnTo>
                        <a:pt x="22" y="155"/>
                      </a:lnTo>
                      <a:lnTo>
                        <a:pt x="22" y="0"/>
                      </a:lnTo>
                      <a:close/>
                    </a:path>
                  </a:pathLst>
                </a:custGeom>
                <a:solidFill>
                  <a:srgbClr val="FF00FF"/>
                </a:solidFill>
                <a:ln w="9525">
                  <a:noFill/>
                  <a:round/>
                  <a:headEnd/>
                  <a:tailEnd/>
                </a:ln>
              </p:spPr>
              <p:txBody>
                <a:bodyPr/>
                <a:lstStyle/>
                <a:p>
                  <a:endParaRPr lang="zh-CN" altLang="en-US"/>
                </a:p>
              </p:txBody>
            </p:sp>
            <p:sp>
              <p:nvSpPr>
                <p:cNvPr id="42295" name="Rectangle 152"/>
                <p:cNvSpPr>
                  <a:spLocks noChangeArrowheads="1"/>
                </p:cNvSpPr>
                <p:nvPr/>
              </p:nvSpPr>
              <p:spPr bwMode="auto">
                <a:xfrm>
                  <a:off x="879" y="2441"/>
                  <a:ext cx="89" cy="11"/>
                </a:xfrm>
                <a:prstGeom prst="rect">
                  <a:avLst/>
                </a:prstGeom>
                <a:solidFill>
                  <a:srgbClr val="FF00FF"/>
                </a:solidFill>
                <a:ln w="9525">
                  <a:noFill/>
                  <a:miter lim="800000"/>
                  <a:headEnd/>
                  <a:tailEnd/>
                </a:ln>
              </p:spPr>
              <p:txBody>
                <a:bodyPr/>
                <a:lstStyle/>
                <a:p>
                  <a:endParaRPr lang="zh-CN" altLang="en-US"/>
                </a:p>
              </p:txBody>
            </p:sp>
            <p:sp>
              <p:nvSpPr>
                <p:cNvPr id="42296" name="Rectangle 153"/>
                <p:cNvSpPr>
                  <a:spLocks noChangeArrowheads="1"/>
                </p:cNvSpPr>
                <p:nvPr/>
              </p:nvSpPr>
              <p:spPr bwMode="auto">
                <a:xfrm>
                  <a:off x="1001" y="2441"/>
                  <a:ext cx="89" cy="11"/>
                </a:xfrm>
                <a:prstGeom prst="rect">
                  <a:avLst/>
                </a:prstGeom>
                <a:solidFill>
                  <a:srgbClr val="FF00FF"/>
                </a:solidFill>
                <a:ln w="9525">
                  <a:noFill/>
                  <a:miter lim="800000"/>
                  <a:headEnd/>
                  <a:tailEnd/>
                </a:ln>
              </p:spPr>
              <p:txBody>
                <a:bodyPr/>
                <a:lstStyle/>
                <a:p>
                  <a:endParaRPr lang="zh-CN" altLang="en-US"/>
                </a:p>
              </p:txBody>
            </p:sp>
            <p:sp>
              <p:nvSpPr>
                <p:cNvPr id="42297" name="Rectangle 154"/>
                <p:cNvSpPr>
                  <a:spLocks noChangeArrowheads="1"/>
                </p:cNvSpPr>
                <p:nvPr/>
              </p:nvSpPr>
              <p:spPr bwMode="auto">
                <a:xfrm>
                  <a:off x="1123" y="2441"/>
                  <a:ext cx="89" cy="11"/>
                </a:xfrm>
                <a:prstGeom prst="rect">
                  <a:avLst/>
                </a:prstGeom>
                <a:solidFill>
                  <a:srgbClr val="FF00FF"/>
                </a:solidFill>
                <a:ln w="9525">
                  <a:noFill/>
                  <a:miter lim="800000"/>
                  <a:headEnd/>
                  <a:tailEnd/>
                </a:ln>
              </p:spPr>
              <p:txBody>
                <a:bodyPr/>
                <a:lstStyle/>
                <a:p>
                  <a:endParaRPr lang="zh-CN" altLang="en-US"/>
                </a:p>
              </p:txBody>
            </p:sp>
            <p:sp>
              <p:nvSpPr>
                <p:cNvPr id="42298" name="Rectangle 155"/>
                <p:cNvSpPr>
                  <a:spLocks noChangeArrowheads="1"/>
                </p:cNvSpPr>
                <p:nvPr/>
              </p:nvSpPr>
              <p:spPr bwMode="auto">
                <a:xfrm>
                  <a:off x="1245" y="2441"/>
                  <a:ext cx="89" cy="11"/>
                </a:xfrm>
                <a:prstGeom prst="rect">
                  <a:avLst/>
                </a:prstGeom>
                <a:solidFill>
                  <a:srgbClr val="FF00FF"/>
                </a:solidFill>
                <a:ln w="9525">
                  <a:noFill/>
                  <a:miter lim="800000"/>
                  <a:headEnd/>
                  <a:tailEnd/>
                </a:ln>
              </p:spPr>
              <p:txBody>
                <a:bodyPr/>
                <a:lstStyle/>
                <a:p>
                  <a:endParaRPr lang="zh-CN" altLang="en-US"/>
                </a:p>
              </p:txBody>
            </p:sp>
            <p:sp>
              <p:nvSpPr>
                <p:cNvPr id="42299" name="Rectangle 156"/>
                <p:cNvSpPr>
                  <a:spLocks noChangeArrowheads="1"/>
                </p:cNvSpPr>
                <p:nvPr/>
              </p:nvSpPr>
              <p:spPr bwMode="auto">
                <a:xfrm>
                  <a:off x="1367" y="2441"/>
                  <a:ext cx="89" cy="11"/>
                </a:xfrm>
                <a:prstGeom prst="rect">
                  <a:avLst/>
                </a:prstGeom>
                <a:solidFill>
                  <a:srgbClr val="FF00FF"/>
                </a:solidFill>
                <a:ln w="9525">
                  <a:noFill/>
                  <a:miter lim="800000"/>
                  <a:headEnd/>
                  <a:tailEnd/>
                </a:ln>
              </p:spPr>
              <p:txBody>
                <a:bodyPr/>
                <a:lstStyle/>
                <a:p>
                  <a:endParaRPr lang="zh-CN" altLang="en-US"/>
                </a:p>
              </p:txBody>
            </p:sp>
            <p:sp>
              <p:nvSpPr>
                <p:cNvPr id="42300" name="Freeform 157"/>
                <p:cNvSpPr>
                  <a:spLocks/>
                </p:cNvSpPr>
                <p:nvPr/>
              </p:nvSpPr>
              <p:spPr bwMode="auto">
                <a:xfrm>
                  <a:off x="1489" y="2368"/>
                  <a:ext cx="17" cy="84"/>
                </a:xfrm>
                <a:custGeom>
                  <a:avLst/>
                  <a:gdLst>
                    <a:gd name="T0" fmla="*/ 0 w 33"/>
                    <a:gd name="T1" fmla="*/ 10 h 166"/>
                    <a:gd name="T2" fmla="*/ 0 w 33"/>
                    <a:gd name="T3" fmla="*/ 11 h 166"/>
                    <a:gd name="T4" fmla="*/ 2 w 33"/>
                    <a:gd name="T5" fmla="*/ 11 h 166"/>
                    <a:gd name="T6" fmla="*/ 3 w 33"/>
                    <a:gd name="T7" fmla="*/ 11 h 166"/>
                    <a:gd name="T8" fmla="*/ 3 w 33"/>
                    <a:gd name="T9" fmla="*/ 10 h 166"/>
                    <a:gd name="T10" fmla="*/ 3 w 33"/>
                    <a:gd name="T11" fmla="*/ 0 h 166"/>
                    <a:gd name="T12" fmla="*/ 1 w 33"/>
                    <a:gd name="T13" fmla="*/ 0 h 166"/>
                    <a:gd name="T14" fmla="*/ 1 w 33"/>
                    <a:gd name="T15" fmla="*/ 10 h 166"/>
                    <a:gd name="T16" fmla="*/ 2 w 33"/>
                    <a:gd name="T17" fmla="*/ 10 h 166"/>
                    <a:gd name="T18" fmla="*/ 2 w 33"/>
                    <a:gd name="T19" fmla="*/ 10 h 166"/>
                    <a:gd name="T20" fmla="*/ 0 w 33"/>
                    <a:gd name="T21" fmla="*/ 1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6"/>
                    <a:gd name="T35" fmla="*/ 33 w 33"/>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6">
                      <a:moveTo>
                        <a:pt x="0" y="144"/>
                      </a:moveTo>
                      <a:lnTo>
                        <a:pt x="0" y="166"/>
                      </a:lnTo>
                      <a:lnTo>
                        <a:pt x="22" y="166"/>
                      </a:lnTo>
                      <a:lnTo>
                        <a:pt x="33" y="166"/>
                      </a:lnTo>
                      <a:lnTo>
                        <a:pt x="33" y="155"/>
                      </a:lnTo>
                      <a:lnTo>
                        <a:pt x="33" y="0"/>
                      </a:lnTo>
                      <a:lnTo>
                        <a:pt x="11" y="0"/>
                      </a:lnTo>
                      <a:lnTo>
                        <a:pt x="11" y="155"/>
                      </a:lnTo>
                      <a:lnTo>
                        <a:pt x="22" y="155"/>
                      </a:lnTo>
                      <a:lnTo>
                        <a:pt x="22" y="144"/>
                      </a:lnTo>
                      <a:lnTo>
                        <a:pt x="0" y="144"/>
                      </a:lnTo>
                      <a:close/>
                    </a:path>
                  </a:pathLst>
                </a:custGeom>
                <a:solidFill>
                  <a:srgbClr val="FF00FF"/>
                </a:solidFill>
                <a:ln w="9525">
                  <a:noFill/>
                  <a:round/>
                  <a:headEnd/>
                  <a:tailEnd/>
                </a:ln>
              </p:spPr>
              <p:txBody>
                <a:bodyPr/>
                <a:lstStyle/>
                <a:p>
                  <a:endParaRPr lang="zh-CN" altLang="en-US"/>
                </a:p>
              </p:txBody>
            </p:sp>
            <p:sp>
              <p:nvSpPr>
                <p:cNvPr id="42301" name="Rectangle 158"/>
                <p:cNvSpPr>
                  <a:spLocks noChangeArrowheads="1"/>
                </p:cNvSpPr>
                <p:nvPr/>
              </p:nvSpPr>
              <p:spPr bwMode="auto">
                <a:xfrm>
                  <a:off x="1495" y="2246"/>
                  <a:ext cx="11" cy="89"/>
                </a:xfrm>
                <a:prstGeom prst="rect">
                  <a:avLst/>
                </a:prstGeom>
                <a:solidFill>
                  <a:srgbClr val="FF00FF"/>
                </a:solidFill>
                <a:ln w="9525">
                  <a:noFill/>
                  <a:miter lim="800000"/>
                  <a:headEnd/>
                  <a:tailEnd/>
                </a:ln>
              </p:spPr>
              <p:txBody>
                <a:bodyPr/>
                <a:lstStyle/>
                <a:p>
                  <a:endParaRPr lang="zh-CN" altLang="en-US"/>
                </a:p>
              </p:txBody>
            </p:sp>
            <p:sp>
              <p:nvSpPr>
                <p:cNvPr id="42302" name="Rectangle 159"/>
                <p:cNvSpPr>
                  <a:spLocks noChangeArrowheads="1"/>
                </p:cNvSpPr>
                <p:nvPr/>
              </p:nvSpPr>
              <p:spPr bwMode="auto">
                <a:xfrm>
                  <a:off x="1495" y="2124"/>
                  <a:ext cx="11" cy="89"/>
                </a:xfrm>
                <a:prstGeom prst="rect">
                  <a:avLst/>
                </a:prstGeom>
                <a:solidFill>
                  <a:srgbClr val="FF00FF"/>
                </a:solidFill>
                <a:ln w="9525">
                  <a:noFill/>
                  <a:miter lim="800000"/>
                  <a:headEnd/>
                  <a:tailEnd/>
                </a:ln>
              </p:spPr>
              <p:txBody>
                <a:bodyPr/>
                <a:lstStyle/>
                <a:p>
                  <a:endParaRPr lang="zh-CN" altLang="en-US"/>
                </a:p>
              </p:txBody>
            </p:sp>
            <p:sp>
              <p:nvSpPr>
                <p:cNvPr id="42303" name="Rectangle 160"/>
                <p:cNvSpPr>
                  <a:spLocks noChangeArrowheads="1"/>
                </p:cNvSpPr>
                <p:nvPr/>
              </p:nvSpPr>
              <p:spPr bwMode="auto">
                <a:xfrm>
                  <a:off x="1495" y="2002"/>
                  <a:ext cx="11" cy="89"/>
                </a:xfrm>
                <a:prstGeom prst="rect">
                  <a:avLst/>
                </a:prstGeom>
                <a:solidFill>
                  <a:srgbClr val="FF00FF"/>
                </a:solidFill>
                <a:ln w="9525">
                  <a:noFill/>
                  <a:miter lim="800000"/>
                  <a:headEnd/>
                  <a:tailEnd/>
                </a:ln>
              </p:spPr>
              <p:txBody>
                <a:bodyPr/>
                <a:lstStyle/>
                <a:p>
                  <a:endParaRPr lang="zh-CN" altLang="en-US"/>
                </a:p>
              </p:txBody>
            </p:sp>
            <p:sp>
              <p:nvSpPr>
                <p:cNvPr id="42304" name="Rectangle 161"/>
                <p:cNvSpPr>
                  <a:spLocks noChangeArrowheads="1"/>
                </p:cNvSpPr>
                <p:nvPr/>
              </p:nvSpPr>
              <p:spPr bwMode="auto">
                <a:xfrm>
                  <a:off x="1495" y="1880"/>
                  <a:ext cx="11" cy="89"/>
                </a:xfrm>
                <a:prstGeom prst="rect">
                  <a:avLst/>
                </a:prstGeom>
                <a:solidFill>
                  <a:srgbClr val="FF00FF"/>
                </a:solidFill>
                <a:ln w="9525">
                  <a:noFill/>
                  <a:miter lim="800000"/>
                  <a:headEnd/>
                  <a:tailEnd/>
                </a:ln>
              </p:spPr>
              <p:txBody>
                <a:bodyPr/>
                <a:lstStyle/>
                <a:p>
                  <a:endParaRPr lang="zh-CN" altLang="en-US"/>
                </a:p>
              </p:txBody>
            </p:sp>
            <p:sp>
              <p:nvSpPr>
                <p:cNvPr id="42305" name="Rectangle 162"/>
                <p:cNvSpPr>
                  <a:spLocks noChangeArrowheads="1"/>
                </p:cNvSpPr>
                <p:nvPr/>
              </p:nvSpPr>
              <p:spPr bwMode="auto">
                <a:xfrm>
                  <a:off x="1495" y="1758"/>
                  <a:ext cx="11" cy="89"/>
                </a:xfrm>
                <a:prstGeom prst="rect">
                  <a:avLst/>
                </a:prstGeom>
                <a:solidFill>
                  <a:srgbClr val="FF00FF"/>
                </a:solidFill>
                <a:ln w="9525">
                  <a:noFill/>
                  <a:miter lim="800000"/>
                  <a:headEnd/>
                  <a:tailEnd/>
                </a:ln>
              </p:spPr>
              <p:txBody>
                <a:bodyPr/>
                <a:lstStyle/>
                <a:p>
                  <a:endParaRPr lang="zh-CN" altLang="en-US"/>
                </a:p>
              </p:txBody>
            </p:sp>
            <p:sp>
              <p:nvSpPr>
                <p:cNvPr id="42306" name="Rectangle 163"/>
                <p:cNvSpPr>
                  <a:spLocks noChangeArrowheads="1"/>
                </p:cNvSpPr>
                <p:nvPr/>
              </p:nvSpPr>
              <p:spPr bwMode="auto">
                <a:xfrm>
                  <a:off x="1495" y="1636"/>
                  <a:ext cx="11" cy="89"/>
                </a:xfrm>
                <a:prstGeom prst="rect">
                  <a:avLst/>
                </a:prstGeom>
                <a:solidFill>
                  <a:srgbClr val="FF00FF"/>
                </a:solidFill>
                <a:ln w="9525">
                  <a:noFill/>
                  <a:miter lim="800000"/>
                  <a:headEnd/>
                  <a:tailEnd/>
                </a:ln>
              </p:spPr>
              <p:txBody>
                <a:bodyPr/>
                <a:lstStyle/>
                <a:p>
                  <a:endParaRPr lang="zh-CN" altLang="en-US"/>
                </a:p>
              </p:txBody>
            </p:sp>
            <p:sp>
              <p:nvSpPr>
                <p:cNvPr id="42307" name="Rectangle 164"/>
                <p:cNvSpPr>
                  <a:spLocks noChangeArrowheads="1"/>
                </p:cNvSpPr>
                <p:nvPr/>
              </p:nvSpPr>
              <p:spPr bwMode="auto">
                <a:xfrm>
                  <a:off x="1495" y="1514"/>
                  <a:ext cx="11" cy="89"/>
                </a:xfrm>
                <a:prstGeom prst="rect">
                  <a:avLst/>
                </a:prstGeom>
                <a:solidFill>
                  <a:srgbClr val="FF00FF"/>
                </a:solidFill>
                <a:ln w="9525">
                  <a:noFill/>
                  <a:miter lim="800000"/>
                  <a:headEnd/>
                  <a:tailEnd/>
                </a:ln>
              </p:spPr>
              <p:txBody>
                <a:bodyPr/>
                <a:lstStyle/>
                <a:p>
                  <a:endParaRPr lang="zh-CN" altLang="en-US"/>
                </a:p>
              </p:txBody>
            </p:sp>
            <p:sp>
              <p:nvSpPr>
                <p:cNvPr id="42308" name="Rectangle 165"/>
                <p:cNvSpPr>
                  <a:spLocks noChangeArrowheads="1"/>
                </p:cNvSpPr>
                <p:nvPr/>
              </p:nvSpPr>
              <p:spPr bwMode="auto">
                <a:xfrm>
                  <a:off x="1378" y="1508"/>
                  <a:ext cx="89" cy="11"/>
                </a:xfrm>
                <a:prstGeom prst="rect">
                  <a:avLst/>
                </a:prstGeom>
                <a:solidFill>
                  <a:srgbClr val="FF00FF"/>
                </a:solidFill>
                <a:ln w="9525">
                  <a:noFill/>
                  <a:miter lim="800000"/>
                  <a:headEnd/>
                  <a:tailEnd/>
                </a:ln>
              </p:spPr>
              <p:txBody>
                <a:bodyPr/>
                <a:lstStyle/>
                <a:p>
                  <a:endParaRPr lang="zh-CN" altLang="en-US"/>
                </a:p>
              </p:txBody>
            </p:sp>
            <p:sp>
              <p:nvSpPr>
                <p:cNvPr id="42309" name="Rectangle 166"/>
                <p:cNvSpPr>
                  <a:spLocks noChangeArrowheads="1"/>
                </p:cNvSpPr>
                <p:nvPr/>
              </p:nvSpPr>
              <p:spPr bwMode="auto">
                <a:xfrm>
                  <a:off x="1256" y="1508"/>
                  <a:ext cx="89" cy="11"/>
                </a:xfrm>
                <a:prstGeom prst="rect">
                  <a:avLst/>
                </a:prstGeom>
                <a:solidFill>
                  <a:srgbClr val="FF00FF"/>
                </a:solidFill>
                <a:ln w="9525">
                  <a:noFill/>
                  <a:miter lim="800000"/>
                  <a:headEnd/>
                  <a:tailEnd/>
                </a:ln>
              </p:spPr>
              <p:txBody>
                <a:bodyPr/>
                <a:lstStyle/>
                <a:p>
                  <a:endParaRPr lang="zh-CN" altLang="en-US"/>
                </a:p>
              </p:txBody>
            </p:sp>
            <p:sp>
              <p:nvSpPr>
                <p:cNvPr id="42310" name="Rectangle 167"/>
                <p:cNvSpPr>
                  <a:spLocks noChangeArrowheads="1"/>
                </p:cNvSpPr>
                <p:nvPr/>
              </p:nvSpPr>
              <p:spPr bwMode="auto">
                <a:xfrm>
                  <a:off x="1134" y="1508"/>
                  <a:ext cx="89" cy="11"/>
                </a:xfrm>
                <a:prstGeom prst="rect">
                  <a:avLst/>
                </a:prstGeom>
                <a:solidFill>
                  <a:srgbClr val="FF00FF"/>
                </a:solidFill>
                <a:ln w="9525">
                  <a:noFill/>
                  <a:miter lim="800000"/>
                  <a:headEnd/>
                  <a:tailEnd/>
                </a:ln>
              </p:spPr>
              <p:txBody>
                <a:bodyPr/>
                <a:lstStyle/>
                <a:p>
                  <a:endParaRPr lang="zh-CN" altLang="en-US"/>
                </a:p>
              </p:txBody>
            </p:sp>
            <p:sp>
              <p:nvSpPr>
                <p:cNvPr id="42311" name="Rectangle 168"/>
                <p:cNvSpPr>
                  <a:spLocks noChangeArrowheads="1"/>
                </p:cNvSpPr>
                <p:nvPr/>
              </p:nvSpPr>
              <p:spPr bwMode="auto">
                <a:xfrm>
                  <a:off x="1012" y="1508"/>
                  <a:ext cx="89" cy="11"/>
                </a:xfrm>
                <a:prstGeom prst="rect">
                  <a:avLst/>
                </a:prstGeom>
                <a:solidFill>
                  <a:srgbClr val="FF00FF"/>
                </a:solidFill>
                <a:ln w="9525">
                  <a:noFill/>
                  <a:miter lim="800000"/>
                  <a:headEnd/>
                  <a:tailEnd/>
                </a:ln>
              </p:spPr>
              <p:txBody>
                <a:bodyPr/>
                <a:lstStyle/>
                <a:p>
                  <a:endParaRPr lang="zh-CN" altLang="en-US"/>
                </a:p>
              </p:txBody>
            </p:sp>
            <p:sp>
              <p:nvSpPr>
                <p:cNvPr id="42312" name="Rectangle 169"/>
                <p:cNvSpPr>
                  <a:spLocks noChangeArrowheads="1"/>
                </p:cNvSpPr>
                <p:nvPr/>
              </p:nvSpPr>
              <p:spPr bwMode="auto">
                <a:xfrm>
                  <a:off x="890" y="1508"/>
                  <a:ext cx="89" cy="11"/>
                </a:xfrm>
                <a:prstGeom prst="rect">
                  <a:avLst/>
                </a:prstGeom>
                <a:solidFill>
                  <a:srgbClr val="FF00FF"/>
                </a:solidFill>
                <a:ln w="9525">
                  <a:noFill/>
                  <a:miter lim="800000"/>
                  <a:headEnd/>
                  <a:tailEnd/>
                </a:ln>
              </p:spPr>
              <p:txBody>
                <a:bodyPr/>
                <a:lstStyle/>
                <a:p>
                  <a:endParaRPr lang="zh-CN" altLang="en-US"/>
                </a:p>
              </p:txBody>
            </p:sp>
          </p:grpSp>
          <p:grpSp>
            <p:nvGrpSpPr>
              <p:cNvPr id="42179" name="Group 170"/>
              <p:cNvGrpSpPr>
                <a:grpSpLocks/>
              </p:cNvGrpSpPr>
              <p:nvPr/>
            </p:nvGrpSpPr>
            <p:grpSpPr bwMode="auto">
              <a:xfrm>
                <a:off x="1761" y="1508"/>
                <a:ext cx="677" cy="944"/>
                <a:chOff x="1761" y="1508"/>
                <a:chExt cx="677" cy="944"/>
              </a:xfrm>
            </p:grpSpPr>
            <p:sp>
              <p:nvSpPr>
                <p:cNvPr id="42261" name="Freeform 171"/>
                <p:cNvSpPr>
                  <a:spLocks/>
                </p:cNvSpPr>
                <p:nvPr/>
              </p:nvSpPr>
              <p:spPr bwMode="auto">
                <a:xfrm>
                  <a:off x="1761" y="1508"/>
                  <a:ext cx="28" cy="95"/>
                </a:xfrm>
                <a:custGeom>
                  <a:avLst/>
                  <a:gdLst>
                    <a:gd name="T0" fmla="*/ 2 w 56"/>
                    <a:gd name="T1" fmla="*/ 1 h 188"/>
                    <a:gd name="T2" fmla="*/ 1 w 56"/>
                    <a:gd name="T3" fmla="*/ 1 h 188"/>
                    <a:gd name="T4" fmla="*/ 1 w 56"/>
                    <a:gd name="T5" fmla="*/ 2 h 188"/>
                    <a:gd name="T6" fmla="*/ 4 w 56"/>
                    <a:gd name="T7" fmla="*/ 2 h 188"/>
                    <a:gd name="T8" fmla="*/ 4 w 56"/>
                    <a:gd name="T9" fmla="*/ 0 h 188"/>
                    <a:gd name="T10" fmla="*/ 1 w 56"/>
                    <a:gd name="T11" fmla="*/ 0 h 188"/>
                    <a:gd name="T12" fmla="*/ 0 w 56"/>
                    <a:gd name="T13" fmla="*/ 0 h 188"/>
                    <a:gd name="T14" fmla="*/ 0 w 56"/>
                    <a:gd name="T15" fmla="*/ 1 h 188"/>
                    <a:gd name="T16" fmla="*/ 0 w 56"/>
                    <a:gd name="T17" fmla="*/ 12 h 188"/>
                    <a:gd name="T18" fmla="*/ 2 w 56"/>
                    <a:gd name="T19" fmla="*/ 12 h 188"/>
                    <a:gd name="T20" fmla="*/ 2 w 56"/>
                    <a:gd name="T21" fmla="*/ 1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188"/>
                    <a:gd name="T35" fmla="*/ 56 w 56"/>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188">
                      <a:moveTo>
                        <a:pt x="23" y="11"/>
                      </a:moveTo>
                      <a:lnTo>
                        <a:pt x="11" y="11"/>
                      </a:lnTo>
                      <a:lnTo>
                        <a:pt x="11" y="22"/>
                      </a:lnTo>
                      <a:lnTo>
                        <a:pt x="56" y="22"/>
                      </a:lnTo>
                      <a:lnTo>
                        <a:pt x="56" y="0"/>
                      </a:lnTo>
                      <a:lnTo>
                        <a:pt x="11" y="0"/>
                      </a:lnTo>
                      <a:lnTo>
                        <a:pt x="0" y="0"/>
                      </a:lnTo>
                      <a:lnTo>
                        <a:pt x="0" y="11"/>
                      </a:lnTo>
                      <a:lnTo>
                        <a:pt x="0" y="188"/>
                      </a:lnTo>
                      <a:lnTo>
                        <a:pt x="23" y="188"/>
                      </a:lnTo>
                      <a:lnTo>
                        <a:pt x="23" y="11"/>
                      </a:lnTo>
                      <a:close/>
                    </a:path>
                  </a:pathLst>
                </a:custGeom>
                <a:solidFill>
                  <a:srgbClr val="FF00FF"/>
                </a:solidFill>
                <a:ln w="9525">
                  <a:noFill/>
                  <a:round/>
                  <a:headEnd/>
                  <a:tailEnd/>
                </a:ln>
              </p:spPr>
              <p:txBody>
                <a:bodyPr/>
                <a:lstStyle/>
                <a:p>
                  <a:endParaRPr lang="zh-CN" altLang="en-US"/>
                </a:p>
              </p:txBody>
            </p:sp>
            <p:sp>
              <p:nvSpPr>
                <p:cNvPr id="42262" name="Rectangle 172"/>
                <p:cNvSpPr>
                  <a:spLocks noChangeArrowheads="1"/>
                </p:cNvSpPr>
                <p:nvPr/>
              </p:nvSpPr>
              <p:spPr bwMode="auto">
                <a:xfrm>
                  <a:off x="1761" y="1636"/>
                  <a:ext cx="11" cy="89"/>
                </a:xfrm>
                <a:prstGeom prst="rect">
                  <a:avLst/>
                </a:prstGeom>
                <a:solidFill>
                  <a:srgbClr val="FF00FF"/>
                </a:solidFill>
                <a:ln w="9525">
                  <a:noFill/>
                  <a:miter lim="800000"/>
                  <a:headEnd/>
                  <a:tailEnd/>
                </a:ln>
              </p:spPr>
              <p:txBody>
                <a:bodyPr/>
                <a:lstStyle/>
                <a:p>
                  <a:endParaRPr lang="zh-CN" altLang="en-US"/>
                </a:p>
              </p:txBody>
            </p:sp>
            <p:sp>
              <p:nvSpPr>
                <p:cNvPr id="42263" name="Rectangle 173"/>
                <p:cNvSpPr>
                  <a:spLocks noChangeArrowheads="1"/>
                </p:cNvSpPr>
                <p:nvPr/>
              </p:nvSpPr>
              <p:spPr bwMode="auto">
                <a:xfrm>
                  <a:off x="1761" y="1758"/>
                  <a:ext cx="11" cy="89"/>
                </a:xfrm>
                <a:prstGeom prst="rect">
                  <a:avLst/>
                </a:prstGeom>
                <a:solidFill>
                  <a:srgbClr val="FF00FF"/>
                </a:solidFill>
                <a:ln w="9525">
                  <a:noFill/>
                  <a:miter lim="800000"/>
                  <a:headEnd/>
                  <a:tailEnd/>
                </a:ln>
              </p:spPr>
              <p:txBody>
                <a:bodyPr/>
                <a:lstStyle/>
                <a:p>
                  <a:endParaRPr lang="zh-CN" altLang="en-US"/>
                </a:p>
              </p:txBody>
            </p:sp>
            <p:sp>
              <p:nvSpPr>
                <p:cNvPr id="42264" name="Rectangle 174"/>
                <p:cNvSpPr>
                  <a:spLocks noChangeArrowheads="1"/>
                </p:cNvSpPr>
                <p:nvPr/>
              </p:nvSpPr>
              <p:spPr bwMode="auto">
                <a:xfrm>
                  <a:off x="1761" y="1880"/>
                  <a:ext cx="11" cy="89"/>
                </a:xfrm>
                <a:prstGeom prst="rect">
                  <a:avLst/>
                </a:prstGeom>
                <a:solidFill>
                  <a:srgbClr val="FF00FF"/>
                </a:solidFill>
                <a:ln w="9525">
                  <a:noFill/>
                  <a:miter lim="800000"/>
                  <a:headEnd/>
                  <a:tailEnd/>
                </a:ln>
              </p:spPr>
              <p:txBody>
                <a:bodyPr/>
                <a:lstStyle/>
                <a:p>
                  <a:endParaRPr lang="zh-CN" altLang="en-US"/>
                </a:p>
              </p:txBody>
            </p:sp>
            <p:sp>
              <p:nvSpPr>
                <p:cNvPr id="42265" name="Rectangle 175"/>
                <p:cNvSpPr>
                  <a:spLocks noChangeArrowheads="1"/>
                </p:cNvSpPr>
                <p:nvPr/>
              </p:nvSpPr>
              <p:spPr bwMode="auto">
                <a:xfrm>
                  <a:off x="1761" y="2002"/>
                  <a:ext cx="11" cy="89"/>
                </a:xfrm>
                <a:prstGeom prst="rect">
                  <a:avLst/>
                </a:prstGeom>
                <a:solidFill>
                  <a:srgbClr val="FF00FF"/>
                </a:solidFill>
                <a:ln w="9525">
                  <a:noFill/>
                  <a:miter lim="800000"/>
                  <a:headEnd/>
                  <a:tailEnd/>
                </a:ln>
              </p:spPr>
              <p:txBody>
                <a:bodyPr/>
                <a:lstStyle/>
                <a:p>
                  <a:endParaRPr lang="zh-CN" altLang="en-US"/>
                </a:p>
              </p:txBody>
            </p:sp>
            <p:sp>
              <p:nvSpPr>
                <p:cNvPr id="42266" name="Rectangle 176"/>
                <p:cNvSpPr>
                  <a:spLocks noChangeArrowheads="1"/>
                </p:cNvSpPr>
                <p:nvPr/>
              </p:nvSpPr>
              <p:spPr bwMode="auto">
                <a:xfrm>
                  <a:off x="1761" y="2124"/>
                  <a:ext cx="11" cy="89"/>
                </a:xfrm>
                <a:prstGeom prst="rect">
                  <a:avLst/>
                </a:prstGeom>
                <a:solidFill>
                  <a:srgbClr val="FF00FF"/>
                </a:solidFill>
                <a:ln w="9525">
                  <a:noFill/>
                  <a:miter lim="800000"/>
                  <a:headEnd/>
                  <a:tailEnd/>
                </a:ln>
              </p:spPr>
              <p:txBody>
                <a:bodyPr/>
                <a:lstStyle/>
                <a:p>
                  <a:endParaRPr lang="zh-CN" altLang="en-US"/>
                </a:p>
              </p:txBody>
            </p:sp>
            <p:sp>
              <p:nvSpPr>
                <p:cNvPr id="42267" name="Rectangle 177"/>
                <p:cNvSpPr>
                  <a:spLocks noChangeArrowheads="1"/>
                </p:cNvSpPr>
                <p:nvPr/>
              </p:nvSpPr>
              <p:spPr bwMode="auto">
                <a:xfrm>
                  <a:off x="1761" y="2246"/>
                  <a:ext cx="11" cy="89"/>
                </a:xfrm>
                <a:prstGeom prst="rect">
                  <a:avLst/>
                </a:prstGeom>
                <a:solidFill>
                  <a:srgbClr val="FF00FF"/>
                </a:solidFill>
                <a:ln w="9525">
                  <a:noFill/>
                  <a:miter lim="800000"/>
                  <a:headEnd/>
                  <a:tailEnd/>
                </a:ln>
              </p:spPr>
              <p:txBody>
                <a:bodyPr/>
                <a:lstStyle/>
                <a:p>
                  <a:endParaRPr lang="zh-CN" altLang="en-US"/>
                </a:p>
              </p:txBody>
            </p:sp>
            <p:sp>
              <p:nvSpPr>
                <p:cNvPr id="42268" name="Freeform 178"/>
                <p:cNvSpPr>
                  <a:spLocks/>
                </p:cNvSpPr>
                <p:nvPr/>
              </p:nvSpPr>
              <p:spPr bwMode="auto">
                <a:xfrm>
                  <a:off x="1761" y="2368"/>
                  <a:ext cx="17" cy="84"/>
                </a:xfrm>
                <a:custGeom>
                  <a:avLst/>
                  <a:gdLst>
                    <a:gd name="T0" fmla="*/ 1 w 34"/>
                    <a:gd name="T1" fmla="*/ 0 h 166"/>
                    <a:gd name="T2" fmla="*/ 0 w 34"/>
                    <a:gd name="T3" fmla="*/ 0 h 166"/>
                    <a:gd name="T4" fmla="*/ 0 w 34"/>
                    <a:gd name="T5" fmla="*/ 10 h 166"/>
                    <a:gd name="T6" fmla="*/ 0 w 34"/>
                    <a:gd name="T7" fmla="*/ 11 h 166"/>
                    <a:gd name="T8" fmla="*/ 1 w 34"/>
                    <a:gd name="T9" fmla="*/ 11 h 166"/>
                    <a:gd name="T10" fmla="*/ 2 w 34"/>
                    <a:gd name="T11" fmla="*/ 11 h 166"/>
                    <a:gd name="T12" fmla="*/ 2 w 34"/>
                    <a:gd name="T13" fmla="*/ 10 h 166"/>
                    <a:gd name="T14" fmla="*/ 1 w 34"/>
                    <a:gd name="T15" fmla="*/ 10 h 166"/>
                    <a:gd name="T16" fmla="*/ 1 w 34"/>
                    <a:gd name="T17" fmla="*/ 10 h 166"/>
                    <a:gd name="T18" fmla="*/ 1 w 34"/>
                    <a:gd name="T19" fmla="*/ 10 h 166"/>
                    <a:gd name="T20" fmla="*/ 1 w 34"/>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6"/>
                    <a:gd name="T35" fmla="*/ 34 w 34"/>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6">
                      <a:moveTo>
                        <a:pt x="23" y="0"/>
                      </a:moveTo>
                      <a:lnTo>
                        <a:pt x="0" y="0"/>
                      </a:lnTo>
                      <a:lnTo>
                        <a:pt x="0" y="155"/>
                      </a:lnTo>
                      <a:lnTo>
                        <a:pt x="0" y="166"/>
                      </a:lnTo>
                      <a:lnTo>
                        <a:pt x="11" y="166"/>
                      </a:lnTo>
                      <a:lnTo>
                        <a:pt x="34" y="166"/>
                      </a:lnTo>
                      <a:lnTo>
                        <a:pt x="34" y="144"/>
                      </a:lnTo>
                      <a:lnTo>
                        <a:pt x="11" y="144"/>
                      </a:lnTo>
                      <a:lnTo>
                        <a:pt x="11" y="155"/>
                      </a:lnTo>
                      <a:lnTo>
                        <a:pt x="23" y="155"/>
                      </a:lnTo>
                      <a:lnTo>
                        <a:pt x="23" y="0"/>
                      </a:lnTo>
                      <a:close/>
                    </a:path>
                  </a:pathLst>
                </a:custGeom>
                <a:solidFill>
                  <a:srgbClr val="FF00FF"/>
                </a:solidFill>
                <a:ln w="9525">
                  <a:noFill/>
                  <a:round/>
                  <a:headEnd/>
                  <a:tailEnd/>
                </a:ln>
              </p:spPr>
              <p:txBody>
                <a:bodyPr/>
                <a:lstStyle/>
                <a:p>
                  <a:endParaRPr lang="zh-CN" altLang="en-US"/>
                </a:p>
              </p:txBody>
            </p:sp>
            <p:sp>
              <p:nvSpPr>
                <p:cNvPr id="42269" name="Rectangle 179"/>
                <p:cNvSpPr>
                  <a:spLocks noChangeArrowheads="1"/>
                </p:cNvSpPr>
                <p:nvPr/>
              </p:nvSpPr>
              <p:spPr bwMode="auto">
                <a:xfrm>
                  <a:off x="1811" y="2441"/>
                  <a:ext cx="89" cy="11"/>
                </a:xfrm>
                <a:prstGeom prst="rect">
                  <a:avLst/>
                </a:prstGeom>
                <a:solidFill>
                  <a:srgbClr val="FF00FF"/>
                </a:solidFill>
                <a:ln w="9525">
                  <a:noFill/>
                  <a:miter lim="800000"/>
                  <a:headEnd/>
                  <a:tailEnd/>
                </a:ln>
              </p:spPr>
              <p:txBody>
                <a:bodyPr/>
                <a:lstStyle/>
                <a:p>
                  <a:endParaRPr lang="zh-CN" altLang="en-US"/>
                </a:p>
              </p:txBody>
            </p:sp>
            <p:sp>
              <p:nvSpPr>
                <p:cNvPr id="42270" name="Rectangle 180"/>
                <p:cNvSpPr>
                  <a:spLocks noChangeArrowheads="1"/>
                </p:cNvSpPr>
                <p:nvPr/>
              </p:nvSpPr>
              <p:spPr bwMode="auto">
                <a:xfrm>
                  <a:off x="1933" y="2441"/>
                  <a:ext cx="89" cy="11"/>
                </a:xfrm>
                <a:prstGeom prst="rect">
                  <a:avLst/>
                </a:prstGeom>
                <a:solidFill>
                  <a:srgbClr val="FF00FF"/>
                </a:solidFill>
                <a:ln w="9525">
                  <a:noFill/>
                  <a:miter lim="800000"/>
                  <a:headEnd/>
                  <a:tailEnd/>
                </a:ln>
              </p:spPr>
              <p:txBody>
                <a:bodyPr/>
                <a:lstStyle/>
                <a:p>
                  <a:endParaRPr lang="zh-CN" altLang="en-US"/>
                </a:p>
              </p:txBody>
            </p:sp>
            <p:sp>
              <p:nvSpPr>
                <p:cNvPr id="42271" name="Rectangle 181"/>
                <p:cNvSpPr>
                  <a:spLocks noChangeArrowheads="1"/>
                </p:cNvSpPr>
                <p:nvPr/>
              </p:nvSpPr>
              <p:spPr bwMode="auto">
                <a:xfrm>
                  <a:off x="2055" y="2441"/>
                  <a:ext cx="89" cy="11"/>
                </a:xfrm>
                <a:prstGeom prst="rect">
                  <a:avLst/>
                </a:prstGeom>
                <a:solidFill>
                  <a:srgbClr val="FF00FF"/>
                </a:solidFill>
                <a:ln w="9525">
                  <a:noFill/>
                  <a:miter lim="800000"/>
                  <a:headEnd/>
                  <a:tailEnd/>
                </a:ln>
              </p:spPr>
              <p:txBody>
                <a:bodyPr/>
                <a:lstStyle/>
                <a:p>
                  <a:endParaRPr lang="zh-CN" altLang="en-US"/>
                </a:p>
              </p:txBody>
            </p:sp>
            <p:sp>
              <p:nvSpPr>
                <p:cNvPr id="42272" name="Rectangle 182"/>
                <p:cNvSpPr>
                  <a:spLocks noChangeArrowheads="1"/>
                </p:cNvSpPr>
                <p:nvPr/>
              </p:nvSpPr>
              <p:spPr bwMode="auto">
                <a:xfrm>
                  <a:off x="2177" y="2441"/>
                  <a:ext cx="89" cy="11"/>
                </a:xfrm>
                <a:prstGeom prst="rect">
                  <a:avLst/>
                </a:prstGeom>
                <a:solidFill>
                  <a:srgbClr val="FF00FF"/>
                </a:solidFill>
                <a:ln w="9525">
                  <a:noFill/>
                  <a:miter lim="800000"/>
                  <a:headEnd/>
                  <a:tailEnd/>
                </a:ln>
              </p:spPr>
              <p:txBody>
                <a:bodyPr/>
                <a:lstStyle/>
                <a:p>
                  <a:endParaRPr lang="zh-CN" altLang="en-US"/>
                </a:p>
              </p:txBody>
            </p:sp>
            <p:sp>
              <p:nvSpPr>
                <p:cNvPr id="42273" name="Rectangle 183"/>
                <p:cNvSpPr>
                  <a:spLocks noChangeArrowheads="1"/>
                </p:cNvSpPr>
                <p:nvPr/>
              </p:nvSpPr>
              <p:spPr bwMode="auto">
                <a:xfrm>
                  <a:off x="2299" y="2441"/>
                  <a:ext cx="89" cy="11"/>
                </a:xfrm>
                <a:prstGeom prst="rect">
                  <a:avLst/>
                </a:prstGeom>
                <a:solidFill>
                  <a:srgbClr val="FF00FF"/>
                </a:solidFill>
                <a:ln w="9525">
                  <a:noFill/>
                  <a:miter lim="800000"/>
                  <a:headEnd/>
                  <a:tailEnd/>
                </a:ln>
              </p:spPr>
              <p:txBody>
                <a:bodyPr/>
                <a:lstStyle/>
                <a:p>
                  <a:endParaRPr lang="zh-CN" altLang="en-US"/>
                </a:p>
              </p:txBody>
            </p:sp>
            <p:sp>
              <p:nvSpPr>
                <p:cNvPr id="42274" name="Freeform 184"/>
                <p:cNvSpPr>
                  <a:spLocks/>
                </p:cNvSpPr>
                <p:nvPr/>
              </p:nvSpPr>
              <p:spPr bwMode="auto">
                <a:xfrm>
                  <a:off x="2421" y="2368"/>
                  <a:ext cx="17" cy="84"/>
                </a:xfrm>
                <a:custGeom>
                  <a:avLst/>
                  <a:gdLst>
                    <a:gd name="T0" fmla="*/ 0 w 33"/>
                    <a:gd name="T1" fmla="*/ 10 h 166"/>
                    <a:gd name="T2" fmla="*/ 0 w 33"/>
                    <a:gd name="T3" fmla="*/ 11 h 166"/>
                    <a:gd name="T4" fmla="*/ 2 w 33"/>
                    <a:gd name="T5" fmla="*/ 11 h 166"/>
                    <a:gd name="T6" fmla="*/ 3 w 33"/>
                    <a:gd name="T7" fmla="*/ 11 h 166"/>
                    <a:gd name="T8" fmla="*/ 3 w 33"/>
                    <a:gd name="T9" fmla="*/ 10 h 166"/>
                    <a:gd name="T10" fmla="*/ 3 w 33"/>
                    <a:gd name="T11" fmla="*/ 0 h 166"/>
                    <a:gd name="T12" fmla="*/ 1 w 33"/>
                    <a:gd name="T13" fmla="*/ 0 h 166"/>
                    <a:gd name="T14" fmla="*/ 1 w 33"/>
                    <a:gd name="T15" fmla="*/ 10 h 166"/>
                    <a:gd name="T16" fmla="*/ 2 w 33"/>
                    <a:gd name="T17" fmla="*/ 10 h 166"/>
                    <a:gd name="T18" fmla="*/ 2 w 33"/>
                    <a:gd name="T19" fmla="*/ 10 h 166"/>
                    <a:gd name="T20" fmla="*/ 0 w 33"/>
                    <a:gd name="T21" fmla="*/ 1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6"/>
                    <a:gd name="T35" fmla="*/ 33 w 33"/>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6">
                      <a:moveTo>
                        <a:pt x="0" y="144"/>
                      </a:moveTo>
                      <a:lnTo>
                        <a:pt x="0" y="166"/>
                      </a:lnTo>
                      <a:lnTo>
                        <a:pt x="22" y="166"/>
                      </a:lnTo>
                      <a:lnTo>
                        <a:pt x="33" y="166"/>
                      </a:lnTo>
                      <a:lnTo>
                        <a:pt x="33" y="155"/>
                      </a:lnTo>
                      <a:lnTo>
                        <a:pt x="33" y="0"/>
                      </a:lnTo>
                      <a:lnTo>
                        <a:pt x="11" y="0"/>
                      </a:lnTo>
                      <a:lnTo>
                        <a:pt x="11" y="155"/>
                      </a:lnTo>
                      <a:lnTo>
                        <a:pt x="22" y="155"/>
                      </a:lnTo>
                      <a:lnTo>
                        <a:pt x="22" y="144"/>
                      </a:lnTo>
                      <a:lnTo>
                        <a:pt x="0" y="144"/>
                      </a:lnTo>
                      <a:close/>
                    </a:path>
                  </a:pathLst>
                </a:custGeom>
                <a:solidFill>
                  <a:srgbClr val="FF00FF"/>
                </a:solidFill>
                <a:ln w="9525">
                  <a:noFill/>
                  <a:round/>
                  <a:headEnd/>
                  <a:tailEnd/>
                </a:ln>
              </p:spPr>
              <p:txBody>
                <a:bodyPr/>
                <a:lstStyle/>
                <a:p>
                  <a:endParaRPr lang="zh-CN" altLang="en-US"/>
                </a:p>
              </p:txBody>
            </p:sp>
            <p:sp>
              <p:nvSpPr>
                <p:cNvPr id="42275" name="Rectangle 185"/>
                <p:cNvSpPr>
                  <a:spLocks noChangeArrowheads="1"/>
                </p:cNvSpPr>
                <p:nvPr/>
              </p:nvSpPr>
              <p:spPr bwMode="auto">
                <a:xfrm>
                  <a:off x="2427" y="2246"/>
                  <a:ext cx="11" cy="89"/>
                </a:xfrm>
                <a:prstGeom prst="rect">
                  <a:avLst/>
                </a:prstGeom>
                <a:solidFill>
                  <a:srgbClr val="FF00FF"/>
                </a:solidFill>
                <a:ln w="9525">
                  <a:noFill/>
                  <a:miter lim="800000"/>
                  <a:headEnd/>
                  <a:tailEnd/>
                </a:ln>
              </p:spPr>
              <p:txBody>
                <a:bodyPr/>
                <a:lstStyle/>
                <a:p>
                  <a:endParaRPr lang="zh-CN" altLang="en-US"/>
                </a:p>
              </p:txBody>
            </p:sp>
            <p:sp>
              <p:nvSpPr>
                <p:cNvPr id="42276" name="Rectangle 186"/>
                <p:cNvSpPr>
                  <a:spLocks noChangeArrowheads="1"/>
                </p:cNvSpPr>
                <p:nvPr/>
              </p:nvSpPr>
              <p:spPr bwMode="auto">
                <a:xfrm>
                  <a:off x="2427" y="2124"/>
                  <a:ext cx="11" cy="89"/>
                </a:xfrm>
                <a:prstGeom prst="rect">
                  <a:avLst/>
                </a:prstGeom>
                <a:solidFill>
                  <a:srgbClr val="FF00FF"/>
                </a:solidFill>
                <a:ln w="9525">
                  <a:noFill/>
                  <a:miter lim="800000"/>
                  <a:headEnd/>
                  <a:tailEnd/>
                </a:ln>
              </p:spPr>
              <p:txBody>
                <a:bodyPr/>
                <a:lstStyle/>
                <a:p>
                  <a:endParaRPr lang="zh-CN" altLang="en-US"/>
                </a:p>
              </p:txBody>
            </p:sp>
            <p:sp>
              <p:nvSpPr>
                <p:cNvPr id="42277" name="Rectangle 187"/>
                <p:cNvSpPr>
                  <a:spLocks noChangeArrowheads="1"/>
                </p:cNvSpPr>
                <p:nvPr/>
              </p:nvSpPr>
              <p:spPr bwMode="auto">
                <a:xfrm>
                  <a:off x="2427" y="2002"/>
                  <a:ext cx="11" cy="89"/>
                </a:xfrm>
                <a:prstGeom prst="rect">
                  <a:avLst/>
                </a:prstGeom>
                <a:solidFill>
                  <a:srgbClr val="FF00FF"/>
                </a:solidFill>
                <a:ln w="9525">
                  <a:noFill/>
                  <a:miter lim="800000"/>
                  <a:headEnd/>
                  <a:tailEnd/>
                </a:ln>
              </p:spPr>
              <p:txBody>
                <a:bodyPr/>
                <a:lstStyle/>
                <a:p>
                  <a:endParaRPr lang="zh-CN" altLang="en-US"/>
                </a:p>
              </p:txBody>
            </p:sp>
            <p:sp>
              <p:nvSpPr>
                <p:cNvPr id="42278" name="Rectangle 188"/>
                <p:cNvSpPr>
                  <a:spLocks noChangeArrowheads="1"/>
                </p:cNvSpPr>
                <p:nvPr/>
              </p:nvSpPr>
              <p:spPr bwMode="auto">
                <a:xfrm>
                  <a:off x="2427" y="1880"/>
                  <a:ext cx="11" cy="89"/>
                </a:xfrm>
                <a:prstGeom prst="rect">
                  <a:avLst/>
                </a:prstGeom>
                <a:solidFill>
                  <a:srgbClr val="FF00FF"/>
                </a:solidFill>
                <a:ln w="9525">
                  <a:noFill/>
                  <a:miter lim="800000"/>
                  <a:headEnd/>
                  <a:tailEnd/>
                </a:ln>
              </p:spPr>
              <p:txBody>
                <a:bodyPr/>
                <a:lstStyle/>
                <a:p>
                  <a:endParaRPr lang="zh-CN" altLang="en-US"/>
                </a:p>
              </p:txBody>
            </p:sp>
            <p:sp>
              <p:nvSpPr>
                <p:cNvPr id="42279" name="Rectangle 189"/>
                <p:cNvSpPr>
                  <a:spLocks noChangeArrowheads="1"/>
                </p:cNvSpPr>
                <p:nvPr/>
              </p:nvSpPr>
              <p:spPr bwMode="auto">
                <a:xfrm>
                  <a:off x="2427" y="1758"/>
                  <a:ext cx="11" cy="89"/>
                </a:xfrm>
                <a:prstGeom prst="rect">
                  <a:avLst/>
                </a:prstGeom>
                <a:solidFill>
                  <a:srgbClr val="FF00FF"/>
                </a:solidFill>
                <a:ln w="9525">
                  <a:noFill/>
                  <a:miter lim="800000"/>
                  <a:headEnd/>
                  <a:tailEnd/>
                </a:ln>
              </p:spPr>
              <p:txBody>
                <a:bodyPr/>
                <a:lstStyle/>
                <a:p>
                  <a:endParaRPr lang="zh-CN" altLang="en-US"/>
                </a:p>
              </p:txBody>
            </p:sp>
            <p:sp>
              <p:nvSpPr>
                <p:cNvPr id="42280" name="Rectangle 190"/>
                <p:cNvSpPr>
                  <a:spLocks noChangeArrowheads="1"/>
                </p:cNvSpPr>
                <p:nvPr/>
              </p:nvSpPr>
              <p:spPr bwMode="auto">
                <a:xfrm>
                  <a:off x="2427" y="1636"/>
                  <a:ext cx="11" cy="89"/>
                </a:xfrm>
                <a:prstGeom prst="rect">
                  <a:avLst/>
                </a:prstGeom>
                <a:solidFill>
                  <a:srgbClr val="FF00FF"/>
                </a:solidFill>
                <a:ln w="9525">
                  <a:noFill/>
                  <a:miter lim="800000"/>
                  <a:headEnd/>
                  <a:tailEnd/>
                </a:ln>
              </p:spPr>
              <p:txBody>
                <a:bodyPr/>
                <a:lstStyle/>
                <a:p>
                  <a:endParaRPr lang="zh-CN" altLang="en-US"/>
                </a:p>
              </p:txBody>
            </p:sp>
            <p:sp>
              <p:nvSpPr>
                <p:cNvPr id="42281" name="Rectangle 191"/>
                <p:cNvSpPr>
                  <a:spLocks noChangeArrowheads="1"/>
                </p:cNvSpPr>
                <p:nvPr/>
              </p:nvSpPr>
              <p:spPr bwMode="auto">
                <a:xfrm>
                  <a:off x="2427" y="1514"/>
                  <a:ext cx="11" cy="89"/>
                </a:xfrm>
                <a:prstGeom prst="rect">
                  <a:avLst/>
                </a:prstGeom>
                <a:solidFill>
                  <a:srgbClr val="FF00FF"/>
                </a:solidFill>
                <a:ln w="9525">
                  <a:noFill/>
                  <a:miter lim="800000"/>
                  <a:headEnd/>
                  <a:tailEnd/>
                </a:ln>
              </p:spPr>
              <p:txBody>
                <a:bodyPr/>
                <a:lstStyle/>
                <a:p>
                  <a:endParaRPr lang="zh-CN" altLang="en-US"/>
                </a:p>
              </p:txBody>
            </p:sp>
            <p:sp>
              <p:nvSpPr>
                <p:cNvPr id="42282" name="Rectangle 192"/>
                <p:cNvSpPr>
                  <a:spLocks noChangeArrowheads="1"/>
                </p:cNvSpPr>
                <p:nvPr/>
              </p:nvSpPr>
              <p:spPr bwMode="auto">
                <a:xfrm>
                  <a:off x="2311" y="1508"/>
                  <a:ext cx="88" cy="11"/>
                </a:xfrm>
                <a:prstGeom prst="rect">
                  <a:avLst/>
                </a:prstGeom>
                <a:solidFill>
                  <a:srgbClr val="FF00FF"/>
                </a:solidFill>
                <a:ln w="9525">
                  <a:noFill/>
                  <a:miter lim="800000"/>
                  <a:headEnd/>
                  <a:tailEnd/>
                </a:ln>
              </p:spPr>
              <p:txBody>
                <a:bodyPr/>
                <a:lstStyle/>
                <a:p>
                  <a:endParaRPr lang="zh-CN" altLang="en-US"/>
                </a:p>
              </p:txBody>
            </p:sp>
            <p:sp>
              <p:nvSpPr>
                <p:cNvPr id="42283" name="Rectangle 193"/>
                <p:cNvSpPr>
                  <a:spLocks noChangeArrowheads="1"/>
                </p:cNvSpPr>
                <p:nvPr/>
              </p:nvSpPr>
              <p:spPr bwMode="auto">
                <a:xfrm>
                  <a:off x="2188" y="1508"/>
                  <a:ext cx="89" cy="11"/>
                </a:xfrm>
                <a:prstGeom prst="rect">
                  <a:avLst/>
                </a:prstGeom>
                <a:solidFill>
                  <a:srgbClr val="FF00FF"/>
                </a:solidFill>
                <a:ln w="9525">
                  <a:noFill/>
                  <a:miter lim="800000"/>
                  <a:headEnd/>
                  <a:tailEnd/>
                </a:ln>
              </p:spPr>
              <p:txBody>
                <a:bodyPr/>
                <a:lstStyle/>
                <a:p>
                  <a:endParaRPr lang="zh-CN" altLang="en-US"/>
                </a:p>
              </p:txBody>
            </p:sp>
            <p:sp>
              <p:nvSpPr>
                <p:cNvPr id="42284" name="Rectangle 194"/>
                <p:cNvSpPr>
                  <a:spLocks noChangeArrowheads="1"/>
                </p:cNvSpPr>
                <p:nvPr/>
              </p:nvSpPr>
              <p:spPr bwMode="auto">
                <a:xfrm>
                  <a:off x="2066" y="1508"/>
                  <a:ext cx="89" cy="11"/>
                </a:xfrm>
                <a:prstGeom prst="rect">
                  <a:avLst/>
                </a:prstGeom>
                <a:solidFill>
                  <a:srgbClr val="FF00FF"/>
                </a:solidFill>
                <a:ln w="9525">
                  <a:noFill/>
                  <a:miter lim="800000"/>
                  <a:headEnd/>
                  <a:tailEnd/>
                </a:ln>
              </p:spPr>
              <p:txBody>
                <a:bodyPr/>
                <a:lstStyle/>
                <a:p>
                  <a:endParaRPr lang="zh-CN" altLang="en-US"/>
                </a:p>
              </p:txBody>
            </p:sp>
            <p:sp>
              <p:nvSpPr>
                <p:cNvPr id="42285" name="Rectangle 195"/>
                <p:cNvSpPr>
                  <a:spLocks noChangeArrowheads="1"/>
                </p:cNvSpPr>
                <p:nvPr/>
              </p:nvSpPr>
              <p:spPr bwMode="auto">
                <a:xfrm>
                  <a:off x="1944" y="1508"/>
                  <a:ext cx="89" cy="11"/>
                </a:xfrm>
                <a:prstGeom prst="rect">
                  <a:avLst/>
                </a:prstGeom>
                <a:solidFill>
                  <a:srgbClr val="FF00FF"/>
                </a:solidFill>
                <a:ln w="9525">
                  <a:noFill/>
                  <a:miter lim="800000"/>
                  <a:headEnd/>
                  <a:tailEnd/>
                </a:ln>
              </p:spPr>
              <p:txBody>
                <a:bodyPr/>
                <a:lstStyle/>
                <a:p>
                  <a:endParaRPr lang="zh-CN" altLang="en-US"/>
                </a:p>
              </p:txBody>
            </p:sp>
            <p:sp>
              <p:nvSpPr>
                <p:cNvPr id="42286" name="Rectangle 196"/>
                <p:cNvSpPr>
                  <a:spLocks noChangeArrowheads="1"/>
                </p:cNvSpPr>
                <p:nvPr/>
              </p:nvSpPr>
              <p:spPr bwMode="auto">
                <a:xfrm>
                  <a:off x="1822" y="1508"/>
                  <a:ext cx="89" cy="11"/>
                </a:xfrm>
                <a:prstGeom prst="rect">
                  <a:avLst/>
                </a:prstGeom>
                <a:solidFill>
                  <a:srgbClr val="FF00FF"/>
                </a:solidFill>
                <a:ln w="9525">
                  <a:noFill/>
                  <a:miter lim="800000"/>
                  <a:headEnd/>
                  <a:tailEnd/>
                </a:ln>
              </p:spPr>
              <p:txBody>
                <a:bodyPr/>
                <a:lstStyle/>
                <a:p>
                  <a:endParaRPr lang="zh-CN" altLang="en-US"/>
                </a:p>
              </p:txBody>
            </p:sp>
          </p:grpSp>
          <p:grpSp>
            <p:nvGrpSpPr>
              <p:cNvPr id="42180" name="Group 197"/>
              <p:cNvGrpSpPr>
                <a:grpSpLocks/>
              </p:cNvGrpSpPr>
              <p:nvPr/>
            </p:nvGrpSpPr>
            <p:grpSpPr bwMode="auto">
              <a:xfrm>
                <a:off x="2693" y="1508"/>
                <a:ext cx="677" cy="944"/>
                <a:chOff x="2693" y="1508"/>
                <a:chExt cx="677" cy="944"/>
              </a:xfrm>
            </p:grpSpPr>
            <p:sp>
              <p:nvSpPr>
                <p:cNvPr id="42235" name="Freeform 198"/>
                <p:cNvSpPr>
                  <a:spLocks/>
                </p:cNvSpPr>
                <p:nvPr/>
              </p:nvSpPr>
              <p:spPr bwMode="auto">
                <a:xfrm>
                  <a:off x="2693" y="1508"/>
                  <a:ext cx="28" cy="95"/>
                </a:xfrm>
                <a:custGeom>
                  <a:avLst/>
                  <a:gdLst>
                    <a:gd name="T0" fmla="*/ 2 w 55"/>
                    <a:gd name="T1" fmla="*/ 1 h 188"/>
                    <a:gd name="T2" fmla="*/ 1 w 55"/>
                    <a:gd name="T3" fmla="*/ 1 h 188"/>
                    <a:gd name="T4" fmla="*/ 1 w 55"/>
                    <a:gd name="T5" fmla="*/ 2 h 188"/>
                    <a:gd name="T6" fmla="*/ 4 w 55"/>
                    <a:gd name="T7" fmla="*/ 2 h 188"/>
                    <a:gd name="T8" fmla="*/ 4 w 55"/>
                    <a:gd name="T9" fmla="*/ 0 h 188"/>
                    <a:gd name="T10" fmla="*/ 1 w 55"/>
                    <a:gd name="T11" fmla="*/ 0 h 188"/>
                    <a:gd name="T12" fmla="*/ 0 w 55"/>
                    <a:gd name="T13" fmla="*/ 0 h 188"/>
                    <a:gd name="T14" fmla="*/ 0 w 55"/>
                    <a:gd name="T15" fmla="*/ 1 h 188"/>
                    <a:gd name="T16" fmla="*/ 0 w 55"/>
                    <a:gd name="T17" fmla="*/ 12 h 188"/>
                    <a:gd name="T18" fmla="*/ 2 w 55"/>
                    <a:gd name="T19" fmla="*/ 12 h 188"/>
                    <a:gd name="T20" fmla="*/ 2 w 55"/>
                    <a:gd name="T21" fmla="*/ 1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8"/>
                    <a:gd name="T35" fmla="*/ 55 w 55"/>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8">
                      <a:moveTo>
                        <a:pt x="22" y="11"/>
                      </a:moveTo>
                      <a:lnTo>
                        <a:pt x="11" y="11"/>
                      </a:lnTo>
                      <a:lnTo>
                        <a:pt x="11" y="22"/>
                      </a:lnTo>
                      <a:lnTo>
                        <a:pt x="55" y="22"/>
                      </a:lnTo>
                      <a:lnTo>
                        <a:pt x="55" y="0"/>
                      </a:lnTo>
                      <a:lnTo>
                        <a:pt x="11" y="0"/>
                      </a:lnTo>
                      <a:lnTo>
                        <a:pt x="0" y="0"/>
                      </a:lnTo>
                      <a:lnTo>
                        <a:pt x="0" y="11"/>
                      </a:lnTo>
                      <a:lnTo>
                        <a:pt x="0" y="188"/>
                      </a:lnTo>
                      <a:lnTo>
                        <a:pt x="22" y="188"/>
                      </a:lnTo>
                      <a:lnTo>
                        <a:pt x="22" y="11"/>
                      </a:lnTo>
                      <a:close/>
                    </a:path>
                  </a:pathLst>
                </a:custGeom>
                <a:solidFill>
                  <a:srgbClr val="FF00FF"/>
                </a:solidFill>
                <a:ln w="9525">
                  <a:noFill/>
                  <a:round/>
                  <a:headEnd/>
                  <a:tailEnd/>
                </a:ln>
              </p:spPr>
              <p:txBody>
                <a:bodyPr/>
                <a:lstStyle/>
                <a:p>
                  <a:endParaRPr lang="zh-CN" altLang="en-US"/>
                </a:p>
              </p:txBody>
            </p:sp>
            <p:sp>
              <p:nvSpPr>
                <p:cNvPr id="42236" name="Rectangle 199"/>
                <p:cNvSpPr>
                  <a:spLocks noChangeArrowheads="1"/>
                </p:cNvSpPr>
                <p:nvPr/>
              </p:nvSpPr>
              <p:spPr bwMode="auto">
                <a:xfrm>
                  <a:off x="2693" y="1636"/>
                  <a:ext cx="11" cy="89"/>
                </a:xfrm>
                <a:prstGeom prst="rect">
                  <a:avLst/>
                </a:prstGeom>
                <a:solidFill>
                  <a:srgbClr val="FF00FF"/>
                </a:solidFill>
                <a:ln w="9525">
                  <a:noFill/>
                  <a:miter lim="800000"/>
                  <a:headEnd/>
                  <a:tailEnd/>
                </a:ln>
              </p:spPr>
              <p:txBody>
                <a:bodyPr/>
                <a:lstStyle/>
                <a:p>
                  <a:endParaRPr lang="zh-CN" altLang="en-US"/>
                </a:p>
              </p:txBody>
            </p:sp>
            <p:sp>
              <p:nvSpPr>
                <p:cNvPr id="42237" name="Rectangle 200"/>
                <p:cNvSpPr>
                  <a:spLocks noChangeArrowheads="1"/>
                </p:cNvSpPr>
                <p:nvPr/>
              </p:nvSpPr>
              <p:spPr bwMode="auto">
                <a:xfrm>
                  <a:off x="2693" y="1758"/>
                  <a:ext cx="11" cy="89"/>
                </a:xfrm>
                <a:prstGeom prst="rect">
                  <a:avLst/>
                </a:prstGeom>
                <a:solidFill>
                  <a:srgbClr val="FF00FF"/>
                </a:solidFill>
                <a:ln w="9525">
                  <a:noFill/>
                  <a:miter lim="800000"/>
                  <a:headEnd/>
                  <a:tailEnd/>
                </a:ln>
              </p:spPr>
              <p:txBody>
                <a:bodyPr/>
                <a:lstStyle/>
                <a:p>
                  <a:endParaRPr lang="zh-CN" altLang="en-US"/>
                </a:p>
              </p:txBody>
            </p:sp>
            <p:sp>
              <p:nvSpPr>
                <p:cNvPr id="42238" name="Rectangle 201"/>
                <p:cNvSpPr>
                  <a:spLocks noChangeArrowheads="1"/>
                </p:cNvSpPr>
                <p:nvPr/>
              </p:nvSpPr>
              <p:spPr bwMode="auto">
                <a:xfrm>
                  <a:off x="2693" y="1880"/>
                  <a:ext cx="11" cy="89"/>
                </a:xfrm>
                <a:prstGeom prst="rect">
                  <a:avLst/>
                </a:prstGeom>
                <a:solidFill>
                  <a:srgbClr val="FF00FF"/>
                </a:solidFill>
                <a:ln w="9525">
                  <a:noFill/>
                  <a:miter lim="800000"/>
                  <a:headEnd/>
                  <a:tailEnd/>
                </a:ln>
              </p:spPr>
              <p:txBody>
                <a:bodyPr/>
                <a:lstStyle/>
                <a:p>
                  <a:endParaRPr lang="zh-CN" altLang="en-US"/>
                </a:p>
              </p:txBody>
            </p:sp>
            <p:sp>
              <p:nvSpPr>
                <p:cNvPr id="42239" name="Rectangle 202"/>
                <p:cNvSpPr>
                  <a:spLocks noChangeArrowheads="1"/>
                </p:cNvSpPr>
                <p:nvPr/>
              </p:nvSpPr>
              <p:spPr bwMode="auto">
                <a:xfrm>
                  <a:off x="2693" y="2002"/>
                  <a:ext cx="11" cy="89"/>
                </a:xfrm>
                <a:prstGeom prst="rect">
                  <a:avLst/>
                </a:prstGeom>
                <a:solidFill>
                  <a:srgbClr val="FF00FF"/>
                </a:solidFill>
                <a:ln w="9525">
                  <a:noFill/>
                  <a:miter lim="800000"/>
                  <a:headEnd/>
                  <a:tailEnd/>
                </a:ln>
              </p:spPr>
              <p:txBody>
                <a:bodyPr/>
                <a:lstStyle/>
                <a:p>
                  <a:endParaRPr lang="zh-CN" altLang="en-US"/>
                </a:p>
              </p:txBody>
            </p:sp>
            <p:sp>
              <p:nvSpPr>
                <p:cNvPr id="42240" name="Rectangle 203"/>
                <p:cNvSpPr>
                  <a:spLocks noChangeArrowheads="1"/>
                </p:cNvSpPr>
                <p:nvPr/>
              </p:nvSpPr>
              <p:spPr bwMode="auto">
                <a:xfrm>
                  <a:off x="2693" y="2124"/>
                  <a:ext cx="11" cy="89"/>
                </a:xfrm>
                <a:prstGeom prst="rect">
                  <a:avLst/>
                </a:prstGeom>
                <a:solidFill>
                  <a:srgbClr val="FF00FF"/>
                </a:solidFill>
                <a:ln w="9525">
                  <a:noFill/>
                  <a:miter lim="800000"/>
                  <a:headEnd/>
                  <a:tailEnd/>
                </a:ln>
              </p:spPr>
              <p:txBody>
                <a:bodyPr/>
                <a:lstStyle/>
                <a:p>
                  <a:endParaRPr lang="zh-CN" altLang="en-US"/>
                </a:p>
              </p:txBody>
            </p:sp>
            <p:sp>
              <p:nvSpPr>
                <p:cNvPr id="42241" name="Rectangle 204"/>
                <p:cNvSpPr>
                  <a:spLocks noChangeArrowheads="1"/>
                </p:cNvSpPr>
                <p:nvPr/>
              </p:nvSpPr>
              <p:spPr bwMode="auto">
                <a:xfrm>
                  <a:off x="2693" y="2246"/>
                  <a:ext cx="11" cy="89"/>
                </a:xfrm>
                <a:prstGeom prst="rect">
                  <a:avLst/>
                </a:prstGeom>
                <a:solidFill>
                  <a:srgbClr val="FF00FF"/>
                </a:solidFill>
                <a:ln w="9525">
                  <a:noFill/>
                  <a:miter lim="800000"/>
                  <a:headEnd/>
                  <a:tailEnd/>
                </a:ln>
              </p:spPr>
              <p:txBody>
                <a:bodyPr/>
                <a:lstStyle/>
                <a:p>
                  <a:endParaRPr lang="zh-CN" altLang="en-US"/>
                </a:p>
              </p:txBody>
            </p:sp>
            <p:sp>
              <p:nvSpPr>
                <p:cNvPr id="42242" name="Freeform 205"/>
                <p:cNvSpPr>
                  <a:spLocks/>
                </p:cNvSpPr>
                <p:nvPr/>
              </p:nvSpPr>
              <p:spPr bwMode="auto">
                <a:xfrm>
                  <a:off x="2693" y="2368"/>
                  <a:ext cx="17" cy="84"/>
                </a:xfrm>
                <a:custGeom>
                  <a:avLst/>
                  <a:gdLst>
                    <a:gd name="T0" fmla="*/ 2 w 33"/>
                    <a:gd name="T1" fmla="*/ 0 h 166"/>
                    <a:gd name="T2" fmla="*/ 0 w 33"/>
                    <a:gd name="T3" fmla="*/ 0 h 166"/>
                    <a:gd name="T4" fmla="*/ 0 w 33"/>
                    <a:gd name="T5" fmla="*/ 10 h 166"/>
                    <a:gd name="T6" fmla="*/ 0 w 33"/>
                    <a:gd name="T7" fmla="*/ 11 h 166"/>
                    <a:gd name="T8" fmla="*/ 1 w 33"/>
                    <a:gd name="T9" fmla="*/ 11 h 166"/>
                    <a:gd name="T10" fmla="*/ 3 w 33"/>
                    <a:gd name="T11" fmla="*/ 11 h 166"/>
                    <a:gd name="T12" fmla="*/ 3 w 33"/>
                    <a:gd name="T13" fmla="*/ 10 h 166"/>
                    <a:gd name="T14" fmla="*/ 1 w 33"/>
                    <a:gd name="T15" fmla="*/ 10 h 166"/>
                    <a:gd name="T16" fmla="*/ 1 w 33"/>
                    <a:gd name="T17" fmla="*/ 10 h 166"/>
                    <a:gd name="T18" fmla="*/ 2 w 33"/>
                    <a:gd name="T19" fmla="*/ 10 h 166"/>
                    <a:gd name="T20" fmla="*/ 2 w 33"/>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6"/>
                    <a:gd name="T35" fmla="*/ 33 w 33"/>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6">
                      <a:moveTo>
                        <a:pt x="22" y="0"/>
                      </a:moveTo>
                      <a:lnTo>
                        <a:pt x="0" y="0"/>
                      </a:lnTo>
                      <a:lnTo>
                        <a:pt x="0" y="155"/>
                      </a:lnTo>
                      <a:lnTo>
                        <a:pt x="0" y="166"/>
                      </a:lnTo>
                      <a:lnTo>
                        <a:pt x="11" y="166"/>
                      </a:lnTo>
                      <a:lnTo>
                        <a:pt x="33" y="166"/>
                      </a:lnTo>
                      <a:lnTo>
                        <a:pt x="33" y="144"/>
                      </a:lnTo>
                      <a:lnTo>
                        <a:pt x="11" y="144"/>
                      </a:lnTo>
                      <a:lnTo>
                        <a:pt x="11" y="155"/>
                      </a:lnTo>
                      <a:lnTo>
                        <a:pt x="22" y="155"/>
                      </a:lnTo>
                      <a:lnTo>
                        <a:pt x="22" y="0"/>
                      </a:lnTo>
                      <a:close/>
                    </a:path>
                  </a:pathLst>
                </a:custGeom>
                <a:solidFill>
                  <a:srgbClr val="FF00FF"/>
                </a:solidFill>
                <a:ln w="9525">
                  <a:noFill/>
                  <a:round/>
                  <a:headEnd/>
                  <a:tailEnd/>
                </a:ln>
              </p:spPr>
              <p:txBody>
                <a:bodyPr/>
                <a:lstStyle/>
                <a:p>
                  <a:endParaRPr lang="zh-CN" altLang="en-US"/>
                </a:p>
              </p:txBody>
            </p:sp>
            <p:sp>
              <p:nvSpPr>
                <p:cNvPr id="42243" name="Rectangle 206"/>
                <p:cNvSpPr>
                  <a:spLocks noChangeArrowheads="1"/>
                </p:cNvSpPr>
                <p:nvPr/>
              </p:nvSpPr>
              <p:spPr bwMode="auto">
                <a:xfrm>
                  <a:off x="2743" y="2441"/>
                  <a:ext cx="89" cy="11"/>
                </a:xfrm>
                <a:prstGeom prst="rect">
                  <a:avLst/>
                </a:prstGeom>
                <a:solidFill>
                  <a:srgbClr val="FF00FF"/>
                </a:solidFill>
                <a:ln w="9525">
                  <a:noFill/>
                  <a:miter lim="800000"/>
                  <a:headEnd/>
                  <a:tailEnd/>
                </a:ln>
              </p:spPr>
              <p:txBody>
                <a:bodyPr/>
                <a:lstStyle/>
                <a:p>
                  <a:endParaRPr lang="zh-CN" altLang="en-US"/>
                </a:p>
              </p:txBody>
            </p:sp>
            <p:sp>
              <p:nvSpPr>
                <p:cNvPr id="42244" name="Rectangle 207"/>
                <p:cNvSpPr>
                  <a:spLocks noChangeArrowheads="1"/>
                </p:cNvSpPr>
                <p:nvPr/>
              </p:nvSpPr>
              <p:spPr bwMode="auto">
                <a:xfrm>
                  <a:off x="2865" y="2441"/>
                  <a:ext cx="89" cy="11"/>
                </a:xfrm>
                <a:prstGeom prst="rect">
                  <a:avLst/>
                </a:prstGeom>
                <a:solidFill>
                  <a:srgbClr val="FF00FF"/>
                </a:solidFill>
                <a:ln w="9525">
                  <a:noFill/>
                  <a:miter lim="800000"/>
                  <a:headEnd/>
                  <a:tailEnd/>
                </a:ln>
              </p:spPr>
              <p:txBody>
                <a:bodyPr/>
                <a:lstStyle/>
                <a:p>
                  <a:endParaRPr lang="zh-CN" altLang="en-US"/>
                </a:p>
              </p:txBody>
            </p:sp>
            <p:sp>
              <p:nvSpPr>
                <p:cNvPr id="42245" name="Rectangle 208"/>
                <p:cNvSpPr>
                  <a:spLocks noChangeArrowheads="1"/>
                </p:cNvSpPr>
                <p:nvPr/>
              </p:nvSpPr>
              <p:spPr bwMode="auto">
                <a:xfrm>
                  <a:off x="2987" y="2441"/>
                  <a:ext cx="89" cy="11"/>
                </a:xfrm>
                <a:prstGeom prst="rect">
                  <a:avLst/>
                </a:prstGeom>
                <a:solidFill>
                  <a:srgbClr val="FF00FF"/>
                </a:solidFill>
                <a:ln w="9525">
                  <a:noFill/>
                  <a:miter lim="800000"/>
                  <a:headEnd/>
                  <a:tailEnd/>
                </a:ln>
              </p:spPr>
              <p:txBody>
                <a:bodyPr/>
                <a:lstStyle/>
                <a:p>
                  <a:endParaRPr lang="zh-CN" altLang="en-US"/>
                </a:p>
              </p:txBody>
            </p:sp>
            <p:sp>
              <p:nvSpPr>
                <p:cNvPr id="42246" name="Rectangle 209"/>
                <p:cNvSpPr>
                  <a:spLocks noChangeArrowheads="1"/>
                </p:cNvSpPr>
                <p:nvPr/>
              </p:nvSpPr>
              <p:spPr bwMode="auto">
                <a:xfrm>
                  <a:off x="3110" y="2441"/>
                  <a:ext cx="88" cy="11"/>
                </a:xfrm>
                <a:prstGeom prst="rect">
                  <a:avLst/>
                </a:prstGeom>
                <a:solidFill>
                  <a:srgbClr val="FF00FF"/>
                </a:solidFill>
                <a:ln w="9525">
                  <a:noFill/>
                  <a:miter lim="800000"/>
                  <a:headEnd/>
                  <a:tailEnd/>
                </a:ln>
              </p:spPr>
              <p:txBody>
                <a:bodyPr/>
                <a:lstStyle/>
                <a:p>
                  <a:endParaRPr lang="zh-CN" altLang="en-US"/>
                </a:p>
              </p:txBody>
            </p:sp>
            <p:sp>
              <p:nvSpPr>
                <p:cNvPr id="42247" name="Rectangle 210"/>
                <p:cNvSpPr>
                  <a:spLocks noChangeArrowheads="1"/>
                </p:cNvSpPr>
                <p:nvPr/>
              </p:nvSpPr>
              <p:spPr bwMode="auto">
                <a:xfrm>
                  <a:off x="3232" y="2441"/>
                  <a:ext cx="88" cy="11"/>
                </a:xfrm>
                <a:prstGeom prst="rect">
                  <a:avLst/>
                </a:prstGeom>
                <a:solidFill>
                  <a:srgbClr val="FF00FF"/>
                </a:solidFill>
                <a:ln w="9525">
                  <a:noFill/>
                  <a:miter lim="800000"/>
                  <a:headEnd/>
                  <a:tailEnd/>
                </a:ln>
              </p:spPr>
              <p:txBody>
                <a:bodyPr/>
                <a:lstStyle/>
                <a:p>
                  <a:endParaRPr lang="zh-CN" altLang="en-US"/>
                </a:p>
              </p:txBody>
            </p:sp>
            <p:sp>
              <p:nvSpPr>
                <p:cNvPr id="42248" name="Freeform 211"/>
                <p:cNvSpPr>
                  <a:spLocks/>
                </p:cNvSpPr>
                <p:nvPr/>
              </p:nvSpPr>
              <p:spPr bwMode="auto">
                <a:xfrm>
                  <a:off x="3354" y="2368"/>
                  <a:ext cx="16" cy="84"/>
                </a:xfrm>
                <a:custGeom>
                  <a:avLst/>
                  <a:gdLst>
                    <a:gd name="T0" fmla="*/ 0 w 34"/>
                    <a:gd name="T1" fmla="*/ 10 h 166"/>
                    <a:gd name="T2" fmla="*/ 0 w 34"/>
                    <a:gd name="T3" fmla="*/ 11 h 166"/>
                    <a:gd name="T4" fmla="*/ 1 w 34"/>
                    <a:gd name="T5" fmla="*/ 11 h 166"/>
                    <a:gd name="T6" fmla="*/ 2 w 34"/>
                    <a:gd name="T7" fmla="*/ 11 h 166"/>
                    <a:gd name="T8" fmla="*/ 2 w 34"/>
                    <a:gd name="T9" fmla="*/ 10 h 166"/>
                    <a:gd name="T10" fmla="*/ 2 w 34"/>
                    <a:gd name="T11" fmla="*/ 0 h 166"/>
                    <a:gd name="T12" fmla="*/ 0 w 34"/>
                    <a:gd name="T13" fmla="*/ 0 h 166"/>
                    <a:gd name="T14" fmla="*/ 0 w 34"/>
                    <a:gd name="T15" fmla="*/ 10 h 166"/>
                    <a:gd name="T16" fmla="*/ 1 w 34"/>
                    <a:gd name="T17" fmla="*/ 10 h 166"/>
                    <a:gd name="T18" fmla="*/ 1 w 34"/>
                    <a:gd name="T19" fmla="*/ 10 h 166"/>
                    <a:gd name="T20" fmla="*/ 0 w 34"/>
                    <a:gd name="T21" fmla="*/ 1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6"/>
                    <a:gd name="T35" fmla="*/ 34 w 34"/>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6">
                      <a:moveTo>
                        <a:pt x="0" y="144"/>
                      </a:moveTo>
                      <a:lnTo>
                        <a:pt x="0" y="166"/>
                      </a:lnTo>
                      <a:lnTo>
                        <a:pt x="23" y="166"/>
                      </a:lnTo>
                      <a:lnTo>
                        <a:pt x="34" y="166"/>
                      </a:lnTo>
                      <a:lnTo>
                        <a:pt x="34" y="155"/>
                      </a:lnTo>
                      <a:lnTo>
                        <a:pt x="34" y="0"/>
                      </a:lnTo>
                      <a:lnTo>
                        <a:pt x="12" y="0"/>
                      </a:lnTo>
                      <a:lnTo>
                        <a:pt x="12" y="155"/>
                      </a:lnTo>
                      <a:lnTo>
                        <a:pt x="23" y="155"/>
                      </a:lnTo>
                      <a:lnTo>
                        <a:pt x="23" y="144"/>
                      </a:lnTo>
                      <a:lnTo>
                        <a:pt x="0" y="144"/>
                      </a:lnTo>
                      <a:close/>
                    </a:path>
                  </a:pathLst>
                </a:custGeom>
                <a:solidFill>
                  <a:srgbClr val="FF00FF"/>
                </a:solidFill>
                <a:ln w="9525">
                  <a:noFill/>
                  <a:round/>
                  <a:headEnd/>
                  <a:tailEnd/>
                </a:ln>
              </p:spPr>
              <p:txBody>
                <a:bodyPr/>
                <a:lstStyle/>
                <a:p>
                  <a:endParaRPr lang="zh-CN" altLang="en-US"/>
                </a:p>
              </p:txBody>
            </p:sp>
            <p:sp>
              <p:nvSpPr>
                <p:cNvPr id="42249" name="Rectangle 212"/>
                <p:cNvSpPr>
                  <a:spLocks noChangeArrowheads="1"/>
                </p:cNvSpPr>
                <p:nvPr/>
              </p:nvSpPr>
              <p:spPr bwMode="auto">
                <a:xfrm>
                  <a:off x="3359" y="2246"/>
                  <a:ext cx="11" cy="89"/>
                </a:xfrm>
                <a:prstGeom prst="rect">
                  <a:avLst/>
                </a:prstGeom>
                <a:solidFill>
                  <a:srgbClr val="FF00FF"/>
                </a:solidFill>
                <a:ln w="9525">
                  <a:noFill/>
                  <a:miter lim="800000"/>
                  <a:headEnd/>
                  <a:tailEnd/>
                </a:ln>
              </p:spPr>
              <p:txBody>
                <a:bodyPr/>
                <a:lstStyle/>
                <a:p>
                  <a:endParaRPr lang="zh-CN" altLang="en-US"/>
                </a:p>
              </p:txBody>
            </p:sp>
            <p:sp>
              <p:nvSpPr>
                <p:cNvPr id="42250" name="Rectangle 213"/>
                <p:cNvSpPr>
                  <a:spLocks noChangeArrowheads="1"/>
                </p:cNvSpPr>
                <p:nvPr/>
              </p:nvSpPr>
              <p:spPr bwMode="auto">
                <a:xfrm>
                  <a:off x="3359" y="2124"/>
                  <a:ext cx="11" cy="89"/>
                </a:xfrm>
                <a:prstGeom prst="rect">
                  <a:avLst/>
                </a:prstGeom>
                <a:solidFill>
                  <a:srgbClr val="FF00FF"/>
                </a:solidFill>
                <a:ln w="9525">
                  <a:noFill/>
                  <a:miter lim="800000"/>
                  <a:headEnd/>
                  <a:tailEnd/>
                </a:ln>
              </p:spPr>
              <p:txBody>
                <a:bodyPr/>
                <a:lstStyle/>
                <a:p>
                  <a:endParaRPr lang="zh-CN" altLang="en-US"/>
                </a:p>
              </p:txBody>
            </p:sp>
            <p:sp>
              <p:nvSpPr>
                <p:cNvPr id="42251" name="Rectangle 214"/>
                <p:cNvSpPr>
                  <a:spLocks noChangeArrowheads="1"/>
                </p:cNvSpPr>
                <p:nvPr/>
              </p:nvSpPr>
              <p:spPr bwMode="auto">
                <a:xfrm>
                  <a:off x="3359" y="2002"/>
                  <a:ext cx="11" cy="89"/>
                </a:xfrm>
                <a:prstGeom prst="rect">
                  <a:avLst/>
                </a:prstGeom>
                <a:solidFill>
                  <a:srgbClr val="FF00FF"/>
                </a:solidFill>
                <a:ln w="9525">
                  <a:noFill/>
                  <a:miter lim="800000"/>
                  <a:headEnd/>
                  <a:tailEnd/>
                </a:ln>
              </p:spPr>
              <p:txBody>
                <a:bodyPr/>
                <a:lstStyle/>
                <a:p>
                  <a:endParaRPr lang="zh-CN" altLang="en-US"/>
                </a:p>
              </p:txBody>
            </p:sp>
            <p:sp>
              <p:nvSpPr>
                <p:cNvPr id="42252" name="Rectangle 215"/>
                <p:cNvSpPr>
                  <a:spLocks noChangeArrowheads="1"/>
                </p:cNvSpPr>
                <p:nvPr/>
              </p:nvSpPr>
              <p:spPr bwMode="auto">
                <a:xfrm>
                  <a:off x="3359" y="1880"/>
                  <a:ext cx="11" cy="89"/>
                </a:xfrm>
                <a:prstGeom prst="rect">
                  <a:avLst/>
                </a:prstGeom>
                <a:solidFill>
                  <a:srgbClr val="FF00FF"/>
                </a:solidFill>
                <a:ln w="9525">
                  <a:noFill/>
                  <a:miter lim="800000"/>
                  <a:headEnd/>
                  <a:tailEnd/>
                </a:ln>
              </p:spPr>
              <p:txBody>
                <a:bodyPr/>
                <a:lstStyle/>
                <a:p>
                  <a:endParaRPr lang="zh-CN" altLang="en-US"/>
                </a:p>
              </p:txBody>
            </p:sp>
            <p:sp>
              <p:nvSpPr>
                <p:cNvPr id="42253" name="Rectangle 216"/>
                <p:cNvSpPr>
                  <a:spLocks noChangeArrowheads="1"/>
                </p:cNvSpPr>
                <p:nvPr/>
              </p:nvSpPr>
              <p:spPr bwMode="auto">
                <a:xfrm>
                  <a:off x="3359" y="1758"/>
                  <a:ext cx="11" cy="89"/>
                </a:xfrm>
                <a:prstGeom prst="rect">
                  <a:avLst/>
                </a:prstGeom>
                <a:solidFill>
                  <a:srgbClr val="FF00FF"/>
                </a:solidFill>
                <a:ln w="9525">
                  <a:noFill/>
                  <a:miter lim="800000"/>
                  <a:headEnd/>
                  <a:tailEnd/>
                </a:ln>
              </p:spPr>
              <p:txBody>
                <a:bodyPr/>
                <a:lstStyle/>
                <a:p>
                  <a:endParaRPr lang="zh-CN" altLang="en-US"/>
                </a:p>
              </p:txBody>
            </p:sp>
            <p:sp>
              <p:nvSpPr>
                <p:cNvPr id="42254" name="Rectangle 217"/>
                <p:cNvSpPr>
                  <a:spLocks noChangeArrowheads="1"/>
                </p:cNvSpPr>
                <p:nvPr/>
              </p:nvSpPr>
              <p:spPr bwMode="auto">
                <a:xfrm>
                  <a:off x="3359" y="1636"/>
                  <a:ext cx="11" cy="89"/>
                </a:xfrm>
                <a:prstGeom prst="rect">
                  <a:avLst/>
                </a:prstGeom>
                <a:solidFill>
                  <a:srgbClr val="FF00FF"/>
                </a:solidFill>
                <a:ln w="9525">
                  <a:noFill/>
                  <a:miter lim="800000"/>
                  <a:headEnd/>
                  <a:tailEnd/>
                </a:ln>
              </p:spPr>
              <p:txBody>
                <a:bodyPr/>
                <a:lstStyle/>
                <a:p>
                  <a:endParaRPr lang="zh-CN" altLang="en-US"/>
                </a:p>
              </p:txBody>
            </p:sp>
            <p:sp>
              <p:nvSpPr>
                <p:cNvPr id="42255" name="Rectangle 218"/>
                <p:cNvSpPr>
                  <a:spLocks noChangeArrowheads="1"/>
                </p:cNvSpPr>
                <p:nvPr/>
              </p:nvSpPr>
              <p:spPr bwMode="auto">
                <a:xfrm>
                  <a:off x="3359" y="1514"/>
                  <a:ext cx="11" cy="89"/>
                </a:xfrm>
                <a:prstGeom prst="rect">
                  <a:avLst/>
                </a:prstGeom>
                <a:solidFill>
                  <a:srgbClr val="FF00FF"/>
                </a:solidFill>
                <a:ln w="9525">
                  <a:noFill/>
                  <a:miter lim="800000"/>
                  <a:headEnd/>
                  <a:tailEnd/>
                </a:ln>
              </p:spPr>
              <p:txBody>
                <a:bodyPr/>
                <a:lstStyle/>
                <a:p>
                  <a:endParaRPr lang="zh-CN" altLang="en-US"/>
                </a:p>
              </p:txBody>
            </p:sp>
            <p:sp>
              <p:nvSpPr>
                <p:cNvPr id="42256" name="Rectangle 219"/>
                <p:cNvSpPr>
                  <a:spLocks noChangeArrowheads="1"/>
                </p:cNvSpPr>
                <p:nvPr/>
              </p:nvSpPr>
              <p:spPr bwMode="auto">
                <a:xfrm>
                  <a:off x="3243" y="1508"/>
                  <a:ext cx="89" cy="11"/>
                </a:xfrm>
                <a:prstGeom prst="rect">
                  <a:avLst/>
                </a:prstGeom>
                <a:solidFill>
                  <a:srgbClr val="FF00FF"/>
                </a:solidFill>
                <a:ln w="9525">
                  <a:noFill/>
                  <a:miter lim="800000"/>
                  <a:headEnd/>
                  <a:tailEnd/>
                </a:ln>
              </p:spPr>
              <p:txBody>
                <a:bodyPr/>
                <a:lstStyle/>
                <a:p>
                  <a:endParaRPr lang="zh-CN" altLang="en-US"/>
                </a:p>
              </p:txBody>
            </p:sp>
            <p:sp>
              <p:nvSpPr>
                <p:cNvPr id="42257" name="Rectangle 220"/>
                <p:cNvSpPr>
                  <a:spLocks noChangeArrowheads="1"/>
                </p:cNvSpPr>
                <p:nvPr/>
              </p:nvSpPr>
              <p:spPr bwMode="auto">
                <a:xfrm>
                  <a:off x="3121" y="1508"/>
                  <a:ext cx="88" cy="11"/>
                </a:xfrm>
                <a:prstGeom prst="rect">
                  <a:avLst/>
                </a:prstGeom>
                <a:solidFill>
                  <a:srgbClr val="FF00FF"/>
                </a:solidFill>
                <a:ln w="9525">
                  <a:noFill/>
                  <a:miter lim="800000"/>
                  <a:headEnd/>
                  <a:tailEnd/>
                </a:ln>
              </p:spPr>
              <p:txBody>
                <a:bodyPr/>
                <a:lstStyle/>
                <a:p>
                  <a:endParaRPr lang="zh-CN" altLang="en-US"/>
                </a:p>
              </p:txBody>
            </p:sp>
            <p:sp>
              <p:nvSpPr>
                <p:cNvPr id="42258" name="Rectangle 221"/>
                <p:cNvSpPr>
                  <a:spLocks noChangeArrowheads="1"/>
                </p:cNvSpPr>
                <p:nvPr/>
              </p:nvSpPr>
              <p:spPr bwMode="auto">
                <a:xfrm>
                  <a:off x="2999" y="1508"/>
                  <a:ext cx="88" cy="11"/>
                </a:xfrm>
                <a:prstGeom prst="rect">
                  <a:avLst/>
                </a:prstGeom>
                <a:solidFill>
                  <a:srgbClr val="FF00FF"/>
                </a:solidFill>
                <a:ln w="9525">
                  <a:noFill/>
                  <a:miter lim="800000"/>
                  <a:headEnd/>
                  <a:tailEnd/>
                </a:ln>
              </p:spPr>
              <p:txBody>
                <a:bodyPr/>
                <a:lstStyle/>
                <a:p>
                  <a:endParaRPr lang="zh-CN" altLang="en-US"/>
                </a:p>
              </p:txBody>
            </p:sp>
            <p:sp>
              <p:nvSpPr>
                <p:cNvPr id="42259" name="Rectangle 222"/>
                <p:cNvSpPr>
                  <a:spLocks noChangeArrowheads="1"/>
                </p:cNvSpPr>
                <p:nvPr/>
              </p:nvSpPr>
              <p:spPr bwMode="auto">
                <a:xfrm>
                  <a:off x="2877" y="1508"/>
                  <a:ext cx="88" cy="11"/>
                </a:xfrm>
                <a:prstGeom prst="rect">
                  <a:avLst/>
                </a:prstGeom>
                <a:solidFill>
                  <a:srgbClr val="FF00FF"/>
                </a:solidFill>
                <a:ln w="9525">
                  <a:noFill/>
                  <a:miter lim="800000"/>
                  <a:headEnd/>
                  <a:tailEnd/>
                </a:ln>
              </p:spPr>
              <p:txBody>
                <a:bodyPr/>
                <a:lstStyle/>
                <a:p>
                  <a:endParaRPr lang="zh-CN" altLang="en-US"/>
                </a:p>
              </p:txBody>
            </p:sp>
            <p:sp>
              <p:nvSpPr>
                <p:cNvPr id="42260" name="Rectangle 223"/>
                <p:cNvSpPr>
                  <a:spLocks noChangeArrowheads="1"/>
                </p:cNvSpPr>
                <p:nvPr/>
              </p:nvSpPr>
              <p:spPr bwMode="auto">
                <a:xfrm>
                  <a:off x="2754" y="1508"/>
                  <a:ext cx="89" cy="11"/>
                </a:xfrm>
                <a:prstGeom prst="rect">
                  <a:avLst/>
                </a:prstGeom>
                <a:solidFill>
                  <a:srgbClr val="FF00FF"/>
                </a:solidFill>
                <a:ln w="9525">
                  <a:noFill/>
                  <a:miter lim="800000"/>
                  <a:headEnd/>
                  <a:tailEnd/>
                </a:ln>
              </p:spPr>
              <p:txBody>
                <a:bodyPr/>
                <a:lstStyle/>
                <a:p>
                  <a:endParaRPr lang="zh-CN" altLang="en-US"/>
                </a:p>
              </p:txBody>
            </p:sp>
          </p:grpSp>
          <p:grpSp>
            <p:nvGrpSpPr>
              <p:cNvPr id="42181" name="Group 224"/>
              <p:cNvGrpSpPr>
                <a:grpSpLocks/>
              </p:cNvGrpSpPr>
              <p:nvPr/>
            </p:nvGrpSpPr>
            <p:grpSpPr bwMode="auto">
              <a:xfrm>
                <a:off x="3626" y="1508"/>
                <a:ext cx="677" cy="944"/>
                <a:chOff x="3626" y="1508"/>
                <a:chExt cx="677" cy="944"/>
              </a:xfrm>
            </p:grpSpPr>
            <p:sp>
              <p:nvSpPr>
                <p:cNvPr id="42209" name="Freeform 225"/>
                <p:cNvSpPr>
                  <a:spLocks/>
                </p:cNvSpPr>
                <p:nvPr/>
              </p:nvSpPr>
              <p:spPr bwMode="auto">
                <a:xfrm>
                  <a:off x="3626" y="1508"/>
                  <a:ext cx="27" cy="95"/>
                </a:xfrm>
                <a:custGeom>
                  <a:avLst/>
                  <a:gdLst>
                    <a:gd name="T0" fmla="*/ 1 w 56"/>
                    <a:gd name="T1" fmla="*/ 1 h 188"/>
                    <a:gd name="T2" fmla="*/ 0 w 56"/>
                    <a:gd name="T3" fmla="*/ 1 h 188"/>
                    <a:gd name="T4" fmla="*/ 0 w 56"/>
                    <a:gd name="T5" fmla="*/ 2 h 188"/>
                    <a:gd name="T6" fmla="*/ 3 w 56"/>
                    <a:gd name="T7" fmla="*/ 2 h 188"/>
                    <a:gd name="T8" fmla="*/ 3 w 56"/>
                    <a:gd name="T9" fmla="*/ 0 h 188"/>
                    <a:gd name="T10" fmla="*/ 0 w 56"/>
                    <a:gd name="T11" fmla="*/ 0 h 188"/>
                    <a:gd name="T12" fmla="*/ 0 w 56"/>
                    <a:gd name="T13" fmla="*/ 0 h 188"/>
                    <a:gd name="T14" fmla="*/ 0 w 56"/>
                    <a:gd name="T15" fmla="*/ 1 h 188"/>
                    <a:gd name="T16" fmla="*/ 0 w 56"/>
                    <a:gd name="T17" fmla="*/ 12 h 188"/>
                    <a:gd name="T18" fmla="*/ 1 w 56"/>
                    <a:gd name="T19" fmla="*/ 12 h 188"/>
                    <a:gd name="T20" fmla="*/ 1 w 56"/>
                    <a:gd name="T21" fmla="*/ 1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188"/>
                    <a:gd name="T35" fmla="*/ 56 w 56"/>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188">
                      <a:moveTo>
                        <a:pt x="22" y="11"/>
                      </a:moveTo>
                      <a:lnTo>
                        <a:pt x="11" y="11"/>
                      </a:lnTo>
                      <a:lnTo>
                        <a:pt x="11" y="22"/>
                      </a:lnTo>
                      <a:lnTo>
                        <a:pt x="56" y="22"/>
                      </a:lnTo>
                      <a:lnTo>
                        <a:pt x="56" y="0"/>
                      </a:lnTo>
                      <a:lnTo>
                        <a:pt x="11" y="0"/>
                      </a:lnTo>
                      <a:lnTo>
                        <a:pt x="0" y="0"/>
                      </a:lnTo>
                      <a:lnTo>
                        <a:pt x="0" y="11"/>
                      </a:lnTo>
                      <a:lnTo>
                        <a:pt x="0" y="188"/>
                      </a:lnTo>
                      <a:lnTo>
                        <a:pt x="22" y="188"/>
                      </a:lnTo>
                      <a:lnTo>
                        <a:pt x="22" y="11"/>
                      </a:lnTo>
                      <a:close/>
                    </a:path>
                  </a:pathLst>
                </a:custGeom>
                <a:solidFill>
                  <a:srgbClr val="FF00FF"/>
                </a:solidFill>
                <a:ln w="9525">
                  <a:noFill/>
                  <a:round/>
                  <a:headEnd/>
                  <a:tailEnd/>
                </a:ln>
              </p:spPr>
              <p:txBody>
                <a:bodyPr/>
                <a:lstStyle/>
                <a:p>
                  <a:endParaRPr lang="zh-CN" altLang="en-US"/>
                </a:p>
              </p:txBody>
            </p:sp>
            <p:sp>
              <p:nvSpPr>
                <p:cNvPr id="42210" name="Rectangle 226"/>
                <p:cNvSpPr>
                  <a:spLocks noChangeArrowheads="1"/>
                </p:cNvSpPr>
                <p:nvPr/>
              </p:nvSpPr>
              <p:spPr bwMode="auto">
                <a:xfrm>
                  <a:off x="3626" y="1636"/>
                  <a:ext cx="11" cy="89"/>
                </a:xfrm>
                <a:prstGeom prst="rect">
                  <a:avLst/>
                </a:prstGeom>
                <a:solidFill>
                  <a:srgbClr val="FF00FF"/>
                </a:solidFill>
                <a:ln w="9525">
                  <a:noFill/>
                  <a:miter lim="800000"/>
                  <a:headEnd/>
                  <a:tailEnd/>
                </a:ln>
              </p:spPr>
              <p:txBody>
                <a:bodyPr/>
                <a:lstStyle/>
                <a:p>
                  <a:endParaRPr lang="zh-CN" altLang="en-US"/>
                </a:p>
              </p:txBody>
            </p:sp>
            <p:sp>
              <p:nvSpPr>
                <p:cNvPr id="42211" name="Rectangle 227"/>
                <p:cNvSpPr>
                  <a:spLocks noChangeArrowheads="1"/>
                </p:cNvSpPr>
                <p:nvPr/>
              </p:nvSpPr>
              <p:spPr bwMode="auto">
                <a:xfrm>
                  <a:off x="3626" y="1758"/>
                  <a:ext cx="11" cy="89"/>
                </a:xfrm>
                <a:prstGeom prst="rect">
                  <a:avLst/>
                </a:prstGeom>
                <a:solidFill>
                  <a:srgbClr val="FF00FF"/>
                </a:solidFill>
                <a:ln w="9525">
                  <a:noFill/>
                  <a:miter lim="800000"/>
                  <a:headEnd/>
                  <a:tailEnd/>
                </a:ln>
              </p:spPr>
              <p:txBody>
                <a:bodyPr/>
                <a:lstStyle/>
                <a:p>
                  <a:endParaRPr lang="zh-CN" altLang="en-US"/>
                </a:p>
              </p:txBody>
            </p:sp>
            <p:sp>
              <p:nvSpPr>
                <p:cNvPr id="42212" name="Rectangle 228"/>
                <p:cNvSpPr>
                  <a:spLocks noChangeArrowheads="1"/>
                </p:cNvSpPr>
                <p:nvPr/>
              </p:nvSpPr>
              <p:spPr bwMode="auto">
                <a:xfrm>
                  <a:off x="3626" y="1880"/>
                  <a:ext cx="11" cy="89"/>
                </a:xfrm>
                <a:prstGeom prst="rect">
                  <a:avLst/>
                </a:prstGeom>
                <a:solidFill>
                  <a:srgbClr val="FF00FF"/>
                </a:solidFill>
                <a:ln w="9525">
                  <a:noFill/>
                  <a:miter lim="800000"/>
                  <a:headEnd/>
                  <a:tailEnd/>
                </a:ln>
              </p:spPr>
              <p:txBody>
                <a:bodyPr/>
                <a:lstStyle/>
                <a:p>
                  <a:endParaRPr lang="zh-CN" altLang="en-US"/>
                </a:p>
              </p:txBody>
            </p:sp>
            <p:sp>
              <p:nvSpPr>
                <p:cNvPr id="42213" name="Rectangle 229"/>
                <p:cNvSpPr>
                  <a:spLocks noChangeArrowheads="1"/>
                </p:cNvSpPr>
                <p:nvPr/>
              </p:nvSpPr>
              <p:spPr bwMode="auto">
                <a:xfrm>
                  <a:off x="3626" y="2002"/>
                  <a:ext cx="11" cy="89"/>
                </a:xfrm>
                <a:prstGeom prst="rect">
                  <a:avLst/>
                </a:prstGeom>
                <a:solidFill>
                  <a:srgbClr val="FF00FF"/>
                </a:solidFill>
                <a:ln w="9525">
                  <a:noFill/>
                  <a:miter lim="800000"/>
                  <a:headEnd/>
                  <a:tailEnd/>
                </a:ln>
              </p:spPr>
              <p:txBody>
                <a:bodyPr/>
                <a:lstStyle/>
                <a:p>
                  <a:endParaRPr lang="zh-CN" altLang="en-US"/>
                </a:p>
              </p:txBody>
            </p:sp>
            <p:sp>
              <p:nvSpPr>
                <p:cNvPr id="42214" name="Rectangle 230"/>
                <p:cNvSpPr>
                  <a:spLocks noChangeArrowheads="1"/>
                </p:cNvSpPr>
                <p:nvPr/>
              </p:nvSpPr>
              <p:spPr bwMode="auto">
                <a:xfrm>
                  <a:off x="3626" y="2124"/>
                  <a:ext cx="11" cy="89"/>
                </a:xfrm>
                <a:prstGeom prst="rect">
                  <a:avLst/>
                </a:prstGeom>
                <a:solidFill>
                  <a:srgbClr val="FF00FF"/>
                </a:solidFill>
                <a:ln w="9525">
                  <a:noFill/>
                  <a:miter lim="800000"/>
                  <a:headEnd/>
                  <a:tailEnd/>
                </a:ln>
              </p:spPr>
              <p:txBody>
                <a:bodyPr/>
                <a:lstStyle/>
                <a:p>
                  <a:endParaRPr lang="zh-CN" altLang="en-US"/>
                </a:p>
              </p:txBody>
            </p:sp>
            <p:sp>
              <p:nvSpPr>
                <p:cNvPr id="42215" name="Rectangle 231"/>
                <p:cNvSpPr>
                  <a:spLocks noChangeArrowheads="1"/>
                </p:cNvSpPr>
                <p:nvPr/>
              </p:nvSpPr>
              <p:spPr bwMode="auto">
                <a:xfrm>
                  <a:off x="3626" y="2246"/>
                  <a:ext cx="11" cy="89"/>
                </a:xfrm>
                <a:prstGeom prst="rect">
                  <a:avLst/>
                </a:prstGeom>
                <a:solidFill>
                  <a:srgbClr val="FF00FF"/>
                </a:solidFill>
                <a:ln w="9525">
                  <a:noFill/>
                  <a:miter lim="800000"/>
                  <a:headEnd/>
                  <a:tailEnd/>
                </a:ln>
              </p:spPr>
              <p:txBody>
                <a:bodyPr/>
                <a:lstStyle/>
                <a:p>
                  <a:endParaRPr lang="zh-CN" altLang="en-US"/>
                </a:p>
              </p:txBody>
            </p:sp>
            <p:sp>
              <p:nvSpPr>
                <p:cNvPr id="42216" name="Freeform 232"/>
                <p:cNvSpPr>
                  <a:spLocks/>
                </p:cNvSpPr>
                <p:nvPr/>
              </p:nvSpPr>
              <p:spPr bwMode="auto">
                <a:xfrm>
                  <a:off x="3626" y="2368"/>
                  <a:ext cx="16" cy="84"/>
                </a:xfrm>
                <a:custGeom>
                  <a:avLst/>
                  <a:gdLst>
                    <a:gd name="T0" fmla="*/ 1 w 33"/>
                    <a:gd name="T1" fmla="*/ 0 h 166"/>
                    <a:gd name="T2" fmla="*/ 0 w 33"/>
                    <a:gd name="T3" fmla="*/ 0 h 166"/>
                    <a:gd name="T4" fmla="*/ 0 w 33"/>
                    <a:gd name="T5" fmla="*/ 10 h 166"/>
                    <a:gd name="T6" fmla="*/ 0 w 33"/>
                    <a:gd name="T7" fmla="*/ 11 h 166"/>
                    <a:gd name="T8" fmla="*/ 0 w 33"/>
                    <a:gd name="T9" fmla="*/ 11 h 166"/>
                    <a:gd name="T10" fmla="*/ 2 w 33"/>
                    <a:gd name="T11" fmla="*/ 11 h 166"/>
                    <a:gd name="T12" fmla="*/ 2 w 33"/>
                    <a:gd name="T13" fmla="*/ 10 h 166"/>
                    <a:gd name="T14" fmla="*/ 0 w 33"/>
                    <a:gd name="T15" fmla="*/ 10 h 166"/>
                    <a:gd name="T16" fmla="*/ 0 w 33"/>
                    <a:gd name="T17" fmla="*/ 10 h 166"/>
                    <a:gd name="T18" fmla="*/ 1 w 33"/>
                    <a:gd name="T19" fmla="*/ 10 h 166"/>
                    <a:gd name="T20" fmla="*/ 1 w 33"/>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6"/>
                    <a:gd name="T35" fmla="*/ 33 w 33"/>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6">
                      <a:moveTo>
                        <a:pt x="22" y="0"/>
                      </a:moveTo>
                      <a:lnTo>
                        <a:pt x="0" y="0"/>
                      </a:lnTo>
                      <a:lnTo>
                        <a:pt x="0" y="155"/>
                      </a:lnTo>
                      <a:lnTo>
                        <a:pt x="0" y="166"/>
                      </a:lnTo>
                      <a:lnTo>
                        <a:pt x="11" y="166"/>
                      </a:lnTo>
                      <a:lnTo>
                        <a:pt x="33" y="166"/>
                      </a:lnTo>
                      <a:lnTo>
                        <a:pt x="33" y="144"/>
                      </a:lnTo>
                      <a:lnTo>
                        <a:pt x="11" y="144"/>
                      </a:lnTo>
                      <a:lnTo>
                        <a:pt x="11" y="155"/>
                      </a:lnTo>
                      <a:lnTo>
                        <a:pt x="22" y="155"/>
                      </a:lnTo>
                      <a:lnTo>
                        <a:pt x="22" y="0"/>
                      </a:lnTo>
                      <a:close/>
                    </a:path>
                  </a:pathLst>
                </a:custGeom>
                <a:solidFill>
                  <a:srgbClr val="FF00FF"/>
                </a:solidFill>
                <a:ln w="9525">
                  <a:noFill/>
                  <a:round/>
                  <a:headEnd/>
                  <a:tailEnd/>
                </a:ln>
              </p:spPr>
              <p:txBody>
                <a:bodyPr/>
                <a:lstStyle/>
                <a:p>
                  <a:endParaRPr lang="zh-CN" altLang="en-US"/>
                </a:p>
              </p:txBody>
            </p:sp>
            <p:sp>
              <p:nvSpPr>
                <p:cNvPr id="42217" name="Rectangle 233"/>
                <p:cNvSpPr>
                  <a:spLocks noChangeArrowheads="1"/>
                </p:cNvSpPr>
                <p:nvPr/>
              </p:nvSpPr>
              <p:spPr bwMode="auto">
                <a:xfrm>
                  <a:off x="3676" y="2441"/>
                  <a:ext cx="88" cy="11"/>
                </a:xfrm>
                <a:prstGeom prst="rect">
                  <a:avLst/>
                </a:prstGeom>
                <a:solidFill>
                  <a:srgbClr val="FF00FF"/>
                </a:solidFill>
                <a:ln w="9525">
                  <a:noFill/>
                  <a:miter lim="800000"/>
                  <a:headEnd/>
                  <a:tailEnd/>
                </a:ln>
              </p:spPr>
              <p:txBody>
                <a:bodyPr/>
                <a:lstStyle/>
                <a:p>
                  <a:endParaRPr lang="zh-CN" altLang="en-US"/>
                </a:p>
              </p:txBody>
            </p:sp>
            <p:sp>
              <p:nvSpPr>
                <p:cNvPr id="42218" name="Rectangle 234"/>
                <p:cNvSpPr>
                  <a:spLocks noChangeArrowheads="1"/>
                </p:cNvSpPr>
                <p:nvPr/>
              </p:nvSpPr>
              <p:spPr bwMode="auto">
                <a:xfrm>
                  <a:off x="3798" y="2441"/>
                  <a:ext cx="88" cy="11"/>
                </a:xfrm>
                <a:prstGeom prst="rect">
                  <a:avLst/>
                </a:prstGeom>
                <a:solidFill>
                  <a:srgbClr val="FF00FF"/>
                </a:solidFill>
                <a:ln w="9525">
                  <a:noFill/>
                  <a:miter lim="800000"/>
                  <a:headEnd/>
                  <a:tailEnd/>
                </a:ln>
              </p:spPr>
              <p:txBody>
                <a:bodyPr/>
                <a:lstStyle/>
                <a:p>
                  <a:endParaRPr lang="zh-CN" altLang="en-US"/>
                </a:p>
              </p:txBody>
            </p:sp>
            <p:sp>
              <p:nvSpPr>
                <p:cNvPr id="42219" name="Rectangle 235"/>
                <p:cNvSpPr>
                  <a:spLocks noChangeArrowheads="1"/>
                </p:cNvSpPr>
                <p:nvPr/>
              </p:nvSpPr>
              <p:spPr bwMode="auto">
                <a:xfrm>
                  <a:off x="3920" y="2441"/>
                  <a:ext cx="88" cy="11"/>
                </a:xfrm>
                <a:prstGeom prst="rect">
                  <a:avLst/>
                </a:prstGeom>
                <a:solidFill>
                  <a:srgbClr val="FF00FF"/>
                </a:solidFill>
                <a:ln w="9525">
                  <a:noFill/>
                  <a:miter lim="800000"/>
                  <a:headEnd/>
                  <a:tailEnd/>
                </a:ln>
              </p:spPr>
              <p:txBody>
                <a:bodyPr/>
                <a:lstStyle/>
                <a:p>
                  <a:endParaRPr lang="zh-CN" altLang="en-US"/>
                </a:p>
              </p:txBody>
            </p:sp>
            <p:sp>
              <p:nvSpPr>
                <p:cNvPr id="42220" name="Rectangle 236"/>
                <p:cNvSpPr>
                  <a:spLocks noChangeArrowheads="1"/>
                </p:cNvSpPr>
                <p:nvPr/>
              </p:nvSpPr>
              <p:spPr bwMode="auto">
                <a:xfrm>
                  <a:off x="4042" y="2441"/>
                  <a:ext cx="89" cy="11"/>
                </a:xfrm>
                <a:prstGeom prst="rect">
                  <a:avLst/>
                </a:prstGeom>
                <a:solidFill>
                  <a:srgbClr val="FF00FF"/>
                </a:solidFill>
                <a:ln w="9525">
                  <a:noFill/>
                  <a:miter lim="800000"/>
                  <a:headEnd/>
                  <a:tailEnd/>
                </a:ln>
              </p:spPr>
              <p:txBody>
                <a:bodyPr/>
                <a:lstStyle/>
                <a:p>
                  <a:endParaRPr lang="zh-CN" altLang="en-US"/>
                </a:p>
              </p:txBody>
            </p:sp>
            <p:sp>
              <p:nvSpPr>
                <p:cNvPr id="42221" name="Rectangle 237"/>
                <p:cNvSpPr>
                  <a:spLocks noChangeArrowheads="1"/>
                </p:cNvSpPr>
                <p:nvPr/>
              </p:nvSpPr>
              <p:spPr bwMode="auto">
                <a:xfrm>
                  <a:off x="4164" y="2441"/>
                  <a:ext cx="89" cy="11"/>
                </a:xfrm>
                <a:prstGeom prst="rect">
                  <a:avLst/>
                </a:prstGeom>
                <a:solidFill>
                  <a:srgbClr val="FF00FF"/>
                </a:solidFill>
                <a:ln w="9525">
                  <a:noFill/>
                  <a:miter lim="800000"/>
                  <a:headEnd/>
                  <a:tailEnd/>
                </a:ln>
              </p:spPr>
              <p:txBody>
                <a:bodyPr/>
                <a:lstStyle/>
                <a:p>
                  <a:endParaRPr lang="zh-CN" altLang="en-US"/>
                </a:p>
              </p:txBody>
            </p:sp>
            <p:sp>
              <p:nvSpPr>
                <p:cNvPr id="42222" name="Freeform 238"/>
                <p:cNvSpPr>
                  <a:spLocks/>
                </p:cNvSpPr>
                <p:nvPr/>
              </p:nvSpPr>
              <p:spPr bwMode="auto">
                <a:xfrm>
                  <a:off x="4286" y="2368"/>
                  <a:ext cx="17" cy="84"/>
                </a:xfrm>
                <a:custGeom>
                  <a:avLst/>
                  <a:gdLst>
                    <a:gd name="T0" fmla="*/ 0 w 33"/>
                    <a:gd name="T1" fmla="*/ 10 h 166"/>
                    <a:gd name="T2" fmla="*/ 0 w 33"/>
                    <a:gd name="T3" fmla="*/ 11 h 166"/>
                    <a:gd name="T4" fmla="*/ 2 w 33"/>
                    <a:gd name="T5" fmla="*/ 11 h 166"/>
                    <a:gd name="T6" fmla="*/ 3 w 33"/>
                    <a:gd name="T7" fmla="*/ 11 h 166"/>
                    <a:gd name="T8" fmla="*/ 3 w 33"/>
                    <a:gd name="T9" fmla="*/ 10 h 166"/>
                    <a:gd name="T10" fmla="*/ 3 w 33"/>
                    <a:gd name="T11" fmla="*/ 0 h 166"/>
                    <a:gd name="T12" fmla="*/ 1 w 33"/>
                    <a:gd name="T13" fmla="*/ 0 h 166"/>
                    <a:gd name="T14" fmla="*/ 1 w 33"/>
                    <a:gd name="T15" fmla="*/ 10 h 166"/>
                    <a:gd name="T16" fmla="*/ 2 w 33"/>
                    <a:gd name="T17" fmla="*/ 10 h 166"/>
                    <a:gd name="T18" fmla="*/ 2 w 33"/>
                    <a:gd name="T19" fmla="*/ 10 h 166"/>
                    <a:gd name="T20" fmla="*/ 0 w 33"/>
                    <a:gd name="T21" fmla="*/ 1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6"/>
                    <a:gd name="T35" fmla="*/ 33 w 33"/>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6">
                      <a:moveTo>
                        <a:pt x="0" y="144"/>
                      </a:moveTo>
                      <a:lnTo>
                        <a:pt x="0" y="166"/>
                      </a:lnTo>
                      <a:lnTo>
                        <a:pt x="22" y="166"/>
                      </a:lnTo>
                      <a:lnTo>
                        <a:pt x="33" y="166"/>
                      </a:lnTo>
                      <a:lnTo>
                        <a:pt x="33" y="155"/>
                      </a:lnTo>
                      <a:lnTo>
                        <a:pt x="33" y="0"/>
                      </a:lnTo>
                      <a:lnTo>
                        <a:pt x="11" y="0"/>
                      </a:lnTo>
                      <a:lnTo>
                        <a:pt x="11" y="155"/>
                      </a:lnTo>
                      <a:lnTo>
                        <a:pt x="22" y="155"/>
                      </a:lnTo>
                      <a:lnTo>
                        <a:pt x="22" y="144"/>
                      </a:lnTo>
                      <a:lnTo>
                        <a:pt x="0" y="144"/>
                      </a:lnTo>
                      <a:close/>
                    </a:path>
                  </a:pathLst>
                </a:custGeom>
                <a:solidFill>
                  <a:srgbClr val="FF00FF"/>
                </a:solidFill>
                <a:ln w="9525">
                  <a:noFill/>
                  <a:round/>
                  <a:headEnd/>
                  <a:tailEnd/>
                </a:ln>
              </p:spPr>
              <p:txBody>
                <a:bodyPr/>
                <a:lstStyle/>
                <a:p>
                  <a:endParaRPr lang="zh-CN" altLang="en-US"/>
                </a:p>
              </p:txBody>
            </p:sp>
            <p:sp>
              <p:nvSpPr>
                <p:cNvPr id="42223" name="Rectangle 239"/>
                <p:cNvSpPr>
                  <a:spLocks noChangeArrowheads="1"/>
                </p:cNvSpPr>
                <p:nvPr/>
              </p:nvSpPr>
              <p:spPr bwMode="auto">
                <a:xfrm>
                  <a:off x="4291" y="2246"/>
                  <a:ext cx="12" cy="89"/>
                </a:xfrm>
                <a:prstGeom prst="rect">
                  <a:avLst/>
                </a:prstGeom>
                <a:solidFill>
                  <a:srgbClr val="FF00FF"/>
                </a:solidFill>
                <a:ln w="9525">
                  <a:noFill/>
                  <a:miter lim="800000"/>
                  <a:headEnd/>
                  <a:tailEnd/>
                </a:ln>
              </p:spPr>
              <p:txBody>
                <a:bodyPr/>
                <a:lstStyle/>
                <a:p>
                  <a:endParaRPr lang="zh-CN" altLang="en-US"/>
                </a:p>
              </p:txBody>
            </p:sp>
            <p:sp>
              <p:nvSpPr>
                <p:cNvPr id="42224" name="Rectangle 240"/>
                <p:cNvSpPr>
                  <a:spLocks noChangeArrowheads="1"/>
                </p:cNvSpPr>
                <p:nvPr/>
              </p:nvSpPr>
              <p:spPr bwMode="auto">
                <a:xfrm>
                  <a:off x="4291" y="2124"/>
                  <a:ext cx="12" cy="89"/>
                </a:xfrm>
                <a:prstGeom prst="rect">
                  <a:avLst/>
                </a:prstGeom>
                <a:solidFill>
                  <a:srgbClr val="FF00FF"/>
                </a:solidFill>
                <a:ln w="9525">
                  <a:noFill/>
                  <a:miter lim="800000"/>
                  <a:headEnd/>
                  <a:tailEnd/>
                </a:ln>
              </p:spPr>
              <p:txBody>
                <a:bodyPr/>
                <a:lstStyle/>
                <a:p>
                  <a:endParaRPr lang="zh-CN" altLang="en-US"/>
                </a:p>
              </p:txBody>
            </p:sp>
            <p:sp>
              <p:nvSpPr>
                <p:cNvPr id="42225" name="Rectangle 241"/>
                <p:cNvSpPr>
                  <a:spLocks noChangeArrowheads="1"/>
                </p:cNvSpPr>
                <p:nvPr/>
              </p:nvSpPr>
              <p:spPr bwMode="auto">
                <a:xfrm>
                  <a:off x="4291" y="2002"/>
                  <a:ext cx="12" cy="89"/>
                </a:xfrm>
                <a:prstGeom prst="rect">
                  <a:avLst/>
                </a:prstGeom>
                <a:solidFill>
                  <a:srgbClr val="FF00FF"/>
                </a:solidFill>
                <a:ln w="9525">
                  <a:noFill/>
                  <a:miter lim="800000"/>
                  <a:headEnd/>
                  <a:tailEnd/>
                </a:ln>
              </p:spPr>
              <p:txBody>
                <a:bodyPr/>
                <a:lstStyle/>
                <a:p>
                  <a:endParaRPr lang="zh-CN" altLang="en-US"/>
                </a:p>
              </p:txBody>
            </p:sp>
            <p:sp>
              <p:nvSpPr>
                <p:cNvPr id="42226" name="Rectangle 242"/>
                <p:cNvSpPr>
                  <a:spLocks noChangeArrowheads="1"/>
                </p:cNvSpPr>
                <p:nvPr/>
              </p:nvSpPr>
              <p:spPr bwMode="auto">
                <a:xfrm>
                  <a:off x="4291" y="1880"/>
                  <a:ext cx="12" cy="89"/>
                </a:xfrm>
                <a:prstGeom prst="rect">
                  <a:avLst/>
                </a:prstGeom>
                <a:solidFill>
                  <a:srgbClr val="FF00FF"/>
                </a:solidFill>
                <a:ln w="9525">
                  <a:noFill/>
                  <a:miter lim="800000"/>
                  <a:headEnd/>
                  <a:tailEnd/>
                </a:ln>
              </p:spPr>
              <p:txBody>
                <a:bodyPr/>
                <a:lstStyle/>
                <a:p>
                  <a:endParaRPr lang="zh-CN" altLang="en-US"/>
                </a:p>
              </p:txBody>
            </p:sp>
            <p:sp>
              <p:nvSpPr>
                <p:cNvPr id="42227" name="Rectangle 243"/>
                <p:cNvSpPr>
                  <a:spLocks noChangeArrowheads="1"/>
                </p:cNvSpPr>
                <p:nvPr/>
              </p:nvSpPr>
              <p:spPr bwMode="auto">
                <a:xfrm>
                  <a:off x="4291" y="1758"/>
                  <a:ext cx="12" cy="89"/>
                </a:xfrm>
                <a:prstGeom prst="rect">
                  <a:avLst/>
                </a:prstGeom>
                <a:solidFill>
                  <a:srgbClr val="FF00FF"/>
                </a:solidFill>
                <a:ln w="9525">
                  <a:noFill/>
                  <a:miter lim="800000"/>
                  <a:headEnd/>
                  <a:tailEnd/>
                </a:ln>
              </p:spPr>
              <p:txBody>
                <a:bodyPr/>
                <a:lstStyle/>
                <a:p>
                  <a:endParaRPr lang="zh-CN" altLang="en-US"/>
                </a:p>
              </p:txBody>
            </p:sp>
            <p:sp>
              <p:nvSpPr>
                <p:cNvPr id="42228" name="Rectangle 244"/>
                <p:cNvSpPr>
                  <a:spLocks noChangeArrowheads="1"/>
                </p:cNvSpPr>
                <p:nvPr/>
              </p:nvSpPr>
              <p:spPr bwMode="auto">
                <a:xfrm>
                  <a:off x="4291" y="1636"/>
                  <a:ext cx="12" cy="89"/>
                </a:xfrm>
                <a:prstGeom prst="rect">
                  <a:avLst/>
                </a:prstGeom>
                <a:solidFill>
                  <a:srgbClr val="FF00FF"/>
                </a:solidFill>
                <a:ln w="9525">
                  <a:noFill/>
                  <a:miter lim="800000"/>
                  <a:headEnd/>
                  <a:tailEnd/>
                </a:ln>
              </p:spPr>
              <p:txBody>
                <a:bodyPr/>
                <a:lstStyle/>
                <a:p>
                  <a:endParaRPr lang="zh-CN" altLang="en-US"/>
                </a:p>
              </p:txBody>
            </p:sp>
            <p:sp>
              <p:nvSpPr>
                <p:cNvPr id="42229" name="Rectangle 245"/>
                <p:cNvSpPr>
                  <a:spLocks noChangeArrowheads="1"/>
                </p:cNvSpPr>
                <p:nvPr/>
              </p:nvSpPr>
              <p:spPr bwMode="auto">
                <a:xfrm>
                  <a:off x="4291" y="1514"/>
                  <a:ext cx="12" cy="89"/>
                </a:xfrm>
                <a:prstGeom prst="rect">
                  <a:avLst/>
                </a:prstGeom>
                <a:solidFill>
                  <a:srgbClr val="FF00FF"/>
                </a:solidFill>
                <a:ln w="9525">
                  <a:noFill/>
                  <a:miter lim="800000"/>
                  <a:headEnd/>
                  <a:tailEnd/>
                </a:ln>
              </p:spPr>
              <p:txBody>
                <a:bodyPr/>
                <a:lstStyle/>
                <a:p>
                  <a:endParaRPr lang="zh-CN" altLang="en-US"/>
                </a:p>
              </p:txBody>
            </p:sp>
            <p:sp>
              <p:nvSpPr>
                <p:cNvPr id="42230" name="Rectangle 246"/>
                <p:cNvSpPr>
                  <a:spLocks noChangeArrowheads="1"/>
                </p:cNvSpPr>
                <p:nvPr/>
              </p:nvSpPr>
              <p:spPr bwMode="auto">
                <a:xfrm>
                  <a:off x="4175" y="1508"/>
                  <a:ext cx="89" cy="11"/>
                </a:xfrm>
                <a:prstGeom prst="rect">
                  <a:avLst/>
                </a:prstGeom>
                <a:solidFill>
                  <a:srgbClr val="FF00FF"/>
                </a:solidFill>
                <a:ln w="9525">
                  <a:noFill/>
                  <a:miter lim="800000"/>
                  <a:headEnd/>
                  <a:tailEnd/>
                </a:ln>
              </p:spPr>
              <p:txBody>
                <a:bodyPr/>
                <a:lstStyle/>
                <a:p>
                  <a:endParaRPr lang="zh-CN" altLang="en-US"/>
                </a:p>
              </p:txBody>
            </p:sp>
            <p:sp>
              <p:nvSpPr>
                <p:cNvPr id="42231" name="Rectangle 247"/>
                <p:cNvSpPr>
                  <a:spLocks noChangeArrowheads="1"/>
                </p:cNvSpPr>
                <p:nvPr/>
              </p:nvSpPr>
              <p:spPr bwMode="auto">
                <a:xfrm>
                  <a:off x="4053" y="1508"/>
                  <a:ext cx="89" cy="11"/>
                </a:xfrm>
                <a:prstGeom prst="rect">
                  <a:avLst/>
                </a:prstGeom>
                <a:solidFill>
                  <a:srgbClr val="FF00FF"/>
                </a:solidFill>
                <a:ln w="9525">
                  <a:noFill/>
                  <a:miter lim="800000"/>
                  <a:headEnd/>
                  <a:tailEnd/>
                </a:ln>
              </p:spPr>
              <p:txBody>
                <a:bodyPr/>
                <a:lstStyle/>
                <a:p>
                  <a:endParaRPr lang="zh-CN" altLang="en-US"/>
                </a:p>
              </p:txBody>
            </p:sp>
            <p:sp>
              <p:nvSpPr>
                <p:cNvPr id="42232" name="Rectangle 248"/>
                <p:cNvSpPr>
                  <a:spLocks noChangeArrowheads="1"/>
                </p:cNvSpPr>
                <p:nvPr/>
              </p:nvSpPr>
              <p:spPr bwMode="auto">
                <a:xfrm>
                  <a:off x="3931" y="1508"/>
                  <a:ext cx="89" cy="11"/>
                </a:xfrm>
                <a:prstGeom prst="rect">
                  <a:avLst/>
                </a:prstGeom>
                <a:solidFill>
                  <a:srgbClr val="FF00FF"/>
                </a:solidFill>
                <a:ln w="9525">
                  <a:noFill/>
                  <a:miter lim="800000"/>
                  <a:headEnd/>
                  <a:tailEnd/>
                </a:ln>
              </p:spPr>
              <p:txBody>
                <a:bodyPr/>
                <a:lstStyle/>
                <a:p>
                  <a:endParaRPr lang="zh-CN" altLang="en-US"/>
                </a:p>
              </p:txBody>
            </p:sp>
            <p:sp>
              <p:nvSpPr>
                <p:cNvPr id="42233" name="Rectangle 249"/>
                <p:cNvSpPr>
                  <a:spLocks noChangeArrowheads="1"/>
                </p:cNvSpPr>
                <p:nvPr/>
              </p:nvSpPr>
              <p:spPr bwMode="auto">
                <a:xfrm>
                  <a:off x="3809" y="1508"/>
                  <a:ext cx="88" cy="11"/>
                </a:xfrm>
                <a:prstGeom prst="rect">
                  <a:avLst/>
                </a:prstGeom>
                <a:solidFill>
                  <a:srgbClr val="FF00FF"/>
                </a:solidFill>
                <a:ln w="9525">
                  <a:noFill/>
                  <a:miter lim="800000"/>
                  <a:headEnd/>
                  <a:tailEnd/>
                </a:ln>
              </p:spPr>
              <p:txBody>
                <a:bodyPr/>
                <a:lstStyle/>
                <a:p>
                  <a:endParaRPr lang="zh-CN" altLang="en-US"/>
                </a:p>
              </p:txBody>
            </p:sp>
            <p:sp>
              <p:nvSpPr>
                <p:cNvPr id="42234" name="Rectangle 250"/>
                <p:cNvSpPr>
                  <a:spLocks noChangeArrowheads="1"/>
                </p:cNvSpPr>
                <p:nvPr/>
              </p:nvSpPr>
              <p:spPr bwMode="auto">
                <a:xfrm>
                  <a:off x="3687" y="1508"/>
                  <a:ext cx="88" cy="11"/>
                </a:xfrm>
                <a:prstGeom prst="rect">
                  <a:avLst/>
                </a:prstGeom>
                <a:solidFill>
                  <a:srgbClr val="FF00FF"/>
                </a:solidFill>
                <a:ln w="9525">
                  <a:noFill/>
                  <a:miter lim="800000"/>
                  <a:headEnd/>
                  <a:tailEnd/>
                </a:ln>
              </p:spPr>
              <p:txBody>
                <a:bodyPr/>
                <a:lstStyle/>
                <a:p>
                  <a:endParaRPr lang="zh-CN" altLang="en-US"/>
                </a:p>
              </p:txBody>
            </p:sp>
          </p:grpSp>
          <p:grpSp>
            <p:nvGrpSpPr>
              <p:cNvPr id="42182" name="Group 251"/>
              <p:cNvGrpSpPr>
                <a:grpSpLocks/>
              </p:cNvGrpSpPr>
              <p:nvPr/>
            </p:nvGrpSpPr>
            <p:grpSpPr bwMode="auto">
              <a:xfrm>
                <a:off x="4558" y="1508"/>
                <a:ext cx="677" cy="944"/>
                <a:chOff x="4558" y="1508"/>
                <a:chExt cx="677" cy="944"/>
              </a:xfrm>
            </p:grpSpPr>
            <p:sp>
              <p:nvSpPr>
                <p:cNvPr id="42183" name="Freeform 252"/>
                <p:cNvSpPr>
                  <a:spLocks/>
                </p:cNvSpPr>
                <p:nvPr/>
              </p:nvSpPr>
              <p:spPr bwMode="auto">
                <a:xfrm>
                  <a:off x="4558" y="1508"/>
                  <a:ext cx="28" cy="95"/>
                </a:xfrm>
                <a:custGeom>
                  <a:avLst/>
                  <a:gdLst>
                    <a:gd name="T0" fmla="*/ 2 w 55"/>
                    <a:gd name="T1" fmla="*/ 1 h 188"/>
                    <a:gd name="T2" fmla="*/ 1 w 55"/>
                    <a:gd name="T3" fmla="*/ 1 h 188"/>
                    <a:gd name="T4" fmla="*/ 1 w 55"/>
                    <a:gd name="T5" fmla="*/ 2 h 188"/>
                    <a:gd name="T6" fmla="*/ 4 w 55"/>
                    <a:gd name="T7" fmla="*/ 2 h 188"/>
                    <a:gd name="T8" fmla="*/ 4 w 55"/>
                    <a:gd name="T9" fmla="*/ 0 h 188"/>
                    <a:gd name="T10" fmla="*/ 1 w 55"/>
                    <a:gd name="T11" fmla="*/ 0 h 188"/>
                    <a:gd name="T12" fmla="*/ 0 w 55"/>
                    <a:gd name="T13" fmla="*/ 0 h 188"/>
                    <a:gd name="T14" fmla="*/ 0 w 55"/>
                    <a:gd name="T15" fmla="*/ 1 h 188"/>
                    <a:gd name="T16" fmla="*/ 0 w 55"/>
                    <a:gd name="T17" fmla="*/ 12 h 188"/>
                    <a:gd name="T18" fmla="*/ 2 w 55"/>
                    <a:gd name="T19" fmla="*/ 12 h 188"/>
                    <a:gd name="T20" fmla="*/ 2 w 55"/>
                    <a:gd name="T21" fmla="*/ 1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8"/>
                    <a:gd name="T35" fmla="*/ 55 w 55"/>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8">
                      <a:moveTo>
                        <a:pt x="22" y="11"/>
                      </a:moveTo>
                      <a:lnTo>
                        <a:pt x="11" y="11"/>
                      </a:lnTo>
                      <a:lnTo>
                        <a:pt x="11" y="22"/>
                      </a:lnTo>
                      <a:lnTo>
                        <a:pt x="55" y="22"/>
                      </a:lnTo>
                      <a:lnTo>
                        <a:pt x="55" y="0"/>
                      </a:lnTo>
                      <a:lnTo>
                        <a:pt x="11" y="0"/>
                      </a:lnTo>
                      <a:lnTo>
                        <a:pt x="0" y="0"/>
                      </a:lnTo>
                      <a:lnTo>
                        <a:pt x="0" y="11"/>
                      </a:lnTo>
                      <a:lnTo>
                        <a:pt x="0" y="188"/>
                      </a:lnTo>
                      <a:lnTo>
                        <a:pt x="22" y="188"/>
                      </a:lnTo>
                      <a:lnTo>
                        <a:pt x="22" y="11"/>
                      </a:lnTo>
                      <a:close/>
                    </a:path>
                  </a:pathLst>
                </a:custGeom>
                <a:solidFill>
                  <a:srgbClr val="FF00FF"/>
                </a:solidFill>
                <a:ln w="9525">
                  <a:noFill/>
                  <a:round/>
                  <a:headEnd/>
                  <a:tailEnd/>
                </a:ln>
              </p:spPr>
              <p:txBody>
                <a:bodyPr/>
                <a:lstStyle/>
                <a:p>
                  <a:endParaRPr lang="zh-CN" altLang="en-US"/>
                </a:p>
              </p:txBody>
            </p:sp>
            <p:sp>
              <p:nvSpPr>
                <p:cNvPr id="42184" name="Rectangle 253"/>
                <p:cNvSpPr>
                  <a:spLocks noChangeArrowheads="1"/>
                </p:cNvSpPr>
                <p:nvPr/>
              </p:nvSpPr>
              <p:spPr bwMode="auto">
                <a:xfrm>
                  <a:off x="4558" y="1636"/>
                  <a:ext cx="11" cy="89"/>
                </a:xfrm>
                <a:prstGeom prst="rect">
                  <a:avLst/>
                </a:prstGeom>
                <a:solidFill>
                  <a:srgbClr val="FF00FF"/>
                </a:solidFill>
                <a:ln w="9525">
                  <a:noFill/>
                  <a:miter lim="800000"/>
                  <a:headEnd/>
                  <a:tailEnd/>
                </a:ln>
              </p:spPr>
              <p:txBody>
                <a:bodyPr/>
                <a:lstStyle/>
                <a:p>
                  <a:endParaRPr lang="zh-CN" altLang="en-US"/>
                </a:p>
              </p:txBody>
            </p:sp>
            <p:sp>
              <p:nvSpPr>
                <p:cNvPr id="42185" name="Rectangle 254"/>
                <p:cNvSpPr>
                  <a:spLocks noChangeArrowheads="1"/>
                </p:cNvSpPr>
                <p:nvPr/>
              </p:nvSpPr>
              <p:spPr bwMode="auto">
                <a:xfrm>
                  <a:off x="4558" y="1758"/>
                  <a:ext cx="11" cy="89"/>
                </a:xfrm>
                <a:prstGeom prst="rect">
                  <a:avLst/>
                </a:prstGeom>
                <a:solidFill>
                  <a:srgbClr val="FF00FF"/>
                </a:solidFill>
                <a:ln w="9525">
                  <a:noFill/>
                  <a:miter lim="800000"/>
                  <a:headEnd/>
                  <a:tailEnd/>
                </a:ln>
              </p:spPr>
              <p:txBody>
                <a:bodyPr/>
                <a:lstStyle/>
                <a:p>
                  <a:endParaRPr lang="zh-CN" altLang="en-US"/>
                </a:p>
              </p:txBody>
            </p:sp>
            <p:sp>
              <p:nvSpPr>
                <p:cNvPr id="42186" name="Rectangle 255"/>
                <p:cNvSpPr>
                  <a:spLocks noChangeArrowheads="1"/>
                </p:cNvSpPr>
                <p:nvPr/>
              </p:nvSpPr>
              <p:spPr bwMode="auto">
                <a:xfrm>
                  <a:off x="4558" y="1880"/>
                  <a:ext cx="11" cy="89"/>
                </a:xfrm>
                <a:prstGeom prst="rect">
                  <a:avLst/>
                </a:prstGeom>
                <a:solidFill>
                  <a:srgbClr val="FF00FF"/>
                </a:solidFill>
                <a:ln w="9525">
                  <a:noFill/>
                  <a:miter lim="800000"/>
                  <a:headEnd/>
                  <a:tailEnd/>
                </a:ln>
              </p:spPr>
              <p:txBody>
                <a:bodyPr/>
                <a:lstStyle/>
                <a:p>
                  <a:endParaRPr lang="zh-CN" altLang="en-US"/>
                </a:p>
              </p:txBody>
            </p:sp>
            <p:sp>
              <p:nvSpPr>
                <p:cNvPr id="42187" name="Rectangle 256"/>
                <p:cNvSpPr>
                  <a:spLocks noChangeArrowheads="1"/>
                </p:cNvSpPr>
                <p:nvPr/>
              </p:nvSpPr>
              <p:spPr bwMode="auto">
                <a:xfrm>
                  <a:off x="4558" y="2002"/>
                  <a:ext cx="11" cy="89"/>
                </a:xfrm>
                <a:prstGeom prst="rect">
                  <a:avLst/>
                </a:prstGeom>
                <a:solidFill>
                  <a:srgbClr val="FF00FF"/>
                </a:solidFill>
                <a:ln w="9525">
                  <a:noFill/>
                  <a:miter lim="800000"/>
                  <a:headEnd/>
                  <a:tailEnd/>
                </a:ln>
              </p:spPr>
              <p:txBody>
                <a:bodyPr/>
                <a:lstStyle/>
                <a:p>
                  <a:endParaRPr lang="zh-CN" altLang="en-US"/>
                </a:p>
              </p:txBody>
            </p:sp>
            <p:sp>
              <p:nvSpPr>
                <p:cNvPr id="42188" name="Rectangle 257"/>
                <p:cNvSpPr>
                  <a:spLocks noChangeArrowheads="1"/>
                </p:cNvSpPr>
                <p:nvPr/>
              </p:nvSpPr>
              <p:spPr bwMode="auto">
                <a:xfrm>
                  <a:off x="4558" y="2124"/>
                  <a:ext cx="11" cy="89"/>
                </a:xfrm>
                <a:prstGeom prst="rect">
                  <a:avLst/>
                </a:prstGeom>
                <a:solidFill>
                  <a:srgbClr val="FF00FF"/>
                </a:solidFill>
                <a:ln w="9525">
                  <a:noFill/>
                  <a:miter lim="800000"/>
                  <a:headEnd/>
                  <a:tailEnd/>
                </a:ln>
              </p:spPr>
              <p:txBody>
                <a:bodyPr/>
                <a:lstStyle/>
                <a:p>
                  <a:endParaRPr lang="zh-CN" altLang="en-US"/>
                </a:p>
              </p:txBody>
            </p:sp>
            <p:sp>
              <p:nvSpPr>
                <p:cNvPr id="42189" name="Rectangle 258"/>
                <p:cNvSpPr>
                  <a:spLocks noChangeArrowheads="1"/>
                </p:cNvSpPr>
                <p:nvPr/>
              </p:nvSpPr>
              <p:spPr bwMode="auto">
                <a:xfrm>
                  <a:off x="4558" y="2246"/>
                  <a:ext cx="11" cy="89"/>
                </a:xfrm>
                <a:prstGeom prst="rect">
                  <a:avLst/>
                </a:prstGeom>
                <a:solidFill>
                  <a:srgbClr val="FF00FF"/>
                </a:solidFill>
                <a:ln w="9525">
                  <a:noFill/>
                  <a:miter lim="800000"/>
                  <a:headEnd/>
                  <a:tailEnd/>
                </a:ln>
              </p:spPr>
              <p:txBody>
                <a:bodyPr/>
                <a:lstStyle/>
                <a:p>
                  <a:endParaRPr lang="zh-CN" altLang="en-US"/>
                </a:p>
              </p:txBody>
            </p:sp>
            <p:sp>
              <p:nvSpPr>
                <p:cNvPr id="42190" name="Freeform 259"/>
                <p:cNvSpPr>
                  <a:spLocks/>
                </p:cNvSpPr>
                <p:nvPr/>
              </p:nvSpPr>
              <p:spPr bwMode="auto">
                <a:xfrm>
                  <a:off x="4558" y="2368"/>
                  <a:ext cx="16" cy="84"/>
                </a:xfrm>
                <a:custGeom>
                  <a:avLst/>
                  <a:gdLst>
                    <a:gd name="T0" fmla="*/ 1 w 33"/>
                    <a:gd name="T1" fmla="*/ 0 h 166"/>
                    <a:gd name="T2" fmla="*/ 0 w 33"/>
                    <a:gd name="T3" fmla="*/ 0 h 166"/>
                    <a:gd name="T4" fmla="*/ 0 w 33"/>
                    <a:gd name="T5" fmla="*/ 10 h 166"/>
                    <a:gd name="T6" fmla="*/ 0 w 33"/>
                    <a:gd name="T7" fmla="*/ 11 h 166"/>
                    <a:gd name="T8" fmla="*/ 0 w 33"/>
                    <a:gd name="T9" fmla="*/ 11 h 166"/>
                    <a:gd name="T10" fmla="*/ 2 w 33"/>
                    <a:gd name="T11" fmla="*/ 11 h 166"/>
                    <a:gd name="T12" fmla="*/ 2 w 33"/>
                    <a:gd name="T13" fmla="*/ 10 h 166"/>
                    <a:gd name="T14" fmla="*/ 0 w 33"/>
                    <a:gd name="T15" fmla="*/ 10 h 166"/>
                    <a:gd name="T16" fmla="*/ 0 w 33"/>
                    <a:gd name="T17" fmla="*/ 10 h 166"/>
                    <a:gd name="T18" fmla="*/ 1 w 33"/>
                    <a:gd name="T19" fmla="*/ 10 h 166"/>
                    <a:gd name="T20" fmla="*/ 1 w 33"/>
                    <a:gd name="T21" fmla="*/ 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6"/>
                    <a:gd name="T35" fmla="*/ 33 w 33"/>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6">
                      <a:moveTo>
                        <a:pt x="22" y="0"/>
                      </a:moveTo>
                      <a:lnTo>
                        <a:pt x="0" y="0"/>
                      </a:lnTo>
                      <a:lnTo>
                        <a:pt x="0" y="155"/>
                      </a:lnTo>
                      <a:lnTo>
                        <a:pt x="0" y="166"/>
                      </a:lnTo>
                      <a:lnTo>
                        <a:pt x="11" y="166"/>
                      </a:lnTo>
                      <a:lnTo>
                        <a:pt x="33" y="166"/>
                      </a:lnTo>
                      <a:lnTo>
                        <a:pt x="33" y="144"/>
                      </a:lnTo>
                      <a:lnTo>
                        <a:pt x="11" y="144"/>
                      </a:lnTo>
                      <a:lnTo>
                        <a:pt x="11" y="155"/>
                      </a:lnTo>
                      <a:lnTo>
                        <a:pt x="22" y="155"/>
                      </a:lnTo>
                      <a:lnTo>
                        <a:pt x="22" y="0"/>
                      </a:lnTo>
                      <a:close/>
                    </a:path>
                  </a:pathLst>
                </a:custGeom>
                <a:solidFill>
                  <a:srgbClr val="FF00FF"/>
                </a:solidFill>
                <a:ln w="9525">
                  <a:noFill/>
                  <a:round/>
                  <a:headEnd/>
                  <a:tailEnd/>
                </a:ln>
              </p:spPr>
              <p:txBody>
                <a:bodyPr/>
                <a:lstStyle/>
                <a:p>
                  <a:endParaRPr lang="zh-CN" altLang="en-US"/>
                </a:p>
              </p:txBody>
            </p:sp>
            <p:sp>
              <p:nvSpPr>
                <p:cNvPr id="42191" name="Rectangle 260"/>
                <p:cNvSpPr>
                  <a:spLocks noChangeArrowheads="1"/>
                </p:cNvSpPr>
                <p:nvPr/>
              </p:nvSpPr>
              <p:spPr bwMode="auto">
                <a:xfrm>
                  <a:off x="4608" y="2441"/>
                  <a:ext cx="89" cy="11"/>
                </a:xfrm>
                <a:prstGeom prst="rect">
                  <a:avLst/>
                </a:prstGeom>
                <a:solidFill>
                  <a:srgbClr val="FF00FF"/>
                </a:solidFill>
                <a:ln w="9525">
                  <a:noFill/>
                  <a:miter lim="800000"/>
                  <a:headEnd/>
                  <a:tailEnd/>
                </a:ln>
              </p:spPr>
              <p:txBody>
                <a:bodyPr/>
                <a:lstStyle/>
                <a:p>
                  <a:endParaRPr lang="zh-CN" altLang="en-US"/>
                </a:p>
              </p:txBody>
            </p:sp>
            <p:sp>
              <p:nvSpPr>
                <p:cNvPr id="42192" name="Rectangle 261"/>
                <p:cNvSpPr>
                  <a:spLocks noChangeArrowheads="1"/>
                </p:cNvSpPr>
                <p:nvPr/>
              </p:nvSpPr>
              <p:spPr bwMode="auto">
                <a:xfrm>
                  <a:off x="4730" y="2441"/>
                  <a:ext cx="89" cy="11"/>
                </a:xfrm>
                <a:prstGeom prst="rect">
                  <a:avLst/>
                </a:prstGeom>
                <a:solidFill>
                  <a:srgbClr val="FF00FF"/>
                </a:solidFill>
                <a:ln w="9525">
                  <a:noFill/>
                  <a:miter lim="800000"/>
                  <a:headEnd/>
                  <a:tailEnd/>
                </a:ln>
              </p:spPr>
              <p:txBody>
                <a:bodyPr/>
                <a:lstStyle/>
                <a:p>
                  <a:endParaRPr lang="zh-CN" altLang="en-US"/>
                </a:p>
              </p:txBody>
            </p:sp>
            <p:sp>
              <p:nvSpPr>
                <p:cNvPr id="42193" name="Rectangle 262"/>
                <p:cNvSpPr>
                  <a:spLocks noChangeArrowheads="1"/>
                </p:cNvSpPr>
                <p:nvPr/>
              </p:nvSpPr>
              <p:spPr bwMode="auto">
                <a:xfrm>
                  <a:off x="4852" y="2441"/>
                  <a:ext cx="89" cy="11"/>
                </a:xfrm>
                <a:prstGeom prst="rect">
                  <a:avLst/>
                </a:prstGeom>
                <a:solidFill>
                  <a:srgbClr val="FF00FF"/>
                </a:solidFill>
                <a:ln w="9525">
                  <a:noFill/>
                  <a:miter lim="800000"/>
                  <a:headEnd/>
                  <a:tailEnd/>
                </a:ln>
              </p:spPr>
              <p:txBody>
                <a:bodyPr/>
                <a:lstStyle/>
                <a:p>
                  <a:endParaRPr lang="zh-CN" altLang="en-US"/>
                </a:p>
              </p:txBody>
            </p:sp>
            <p:sp>
              <p:nvSpPr>
                <p:cNvPr id="42194" name="Rectangle 263"/>
                <p:cNvSpPr>
                  <a:spLocks noChangeArrowheads="1"/>
                </p:cNvSpPr>
                <p:nvPr/>
              </p:nvSpPr>
              <p:spPr bwMode="auto">
                <a:xfrm>
                  <a:off x="4974" y="2441"/>
                  <a:ext cx="89" cy="11"/>
                </a:xfrm>
                <a:prstGeom prst="rect">
                  <a:avLst/>
                </a:prstGeom>
                <a:solidFill>
                  <a:srgbClr val="FF00FF"/>
                </a:solidFill>
                <a:ln w="9525">
                  <a:noFill/>
                  <a:miter lim="800000"/>
                  <a:headEnd/>
                  <a:tailEnd/>
                </a:ln>
              </p:spPr>
              <p:txBody>
                <a:bodyPr/>
                <a:lstStyle/>
                <a:p>
                  <a:endParaRPr lang="zh-CN" altLang="en-US"/>
                </a:p>
              </p:txBody>
            </p:sp>
            <p:sp>
              <p:nvSpPr>
                <p:cNvPr id="42195" name="Rectangle 264"/>
                <p:cNvSpPr>
                  <a:spLocks noChangeArrowheads="1"/>
                </p:cNvSpPr>
                <p:nvPr/>
              </p:nvSpPr>
              <p:spPr bwMode="auto">
                <a:xfrm>
                  <a:off x="5096" y="2441"/>
                  <a:ext cx="89" cy="11"/>
                </a:xfrm>
                <a:prstGeom prst="rect">
                  <a:avLst/>
                </a:prstGeom>
                <a:solidFill>
                  <a:srgbClr val="FF00FF"/>
                </a:solidFill>
                <a:ln w="9525">
                  <a:noFill/>
                  <a:miter lim="800000"/>
                  <a:headEnd/>
                  <a:tailEnd/>
                </a:ln>
              </p:spPr>
              <p:txBody>
                <a:bodyPr/>
                <a:lstStyle/>
                <a:p>
                  <a:endParaRPr lang="zh-CN" altLang="en-US"/>
                </a:p>
              </p:txBody>
            </p:sp>
            <p:sp>
              <p:nvSpPr>
                <p:cNvPr id="42196" name="Freeform 265"/>
                <p:cNvSpPr>
                  <a:spLocks/>
                </p:cNvSpPr>
                <p:nvPr/>
              </p:nvSpPr>
              <p:spPr bwMode="auto">
                <a:xfrm>
                  <a:off x="5218" y="2368"/>
                  <a:ext cx="17" cy="84"/>
                </a:xfrm>
                <a:custGeom>
                  <a:avLst/>
                  <a:gdLst>
                    <a:gd name="T0" fmla="*/ 0 w 34"/>
                    <a:gd name="T1" fmla="*/ 10 h 166"/>
                    <a:gd name="T2" fmla="*/ 0 w 34"/>
                    <a:gd name="T3" fmla="*/ 11 h 166"/>
                    <a:gd name="T4" fmla="*/ 1 w 34"/>
                    <a:gd name="T5" fmla="*/ 11 h 166"/>
                    <a:gd name="T6" fmla="*/ 2 w 34"/>
                    <a:gd name="T7" fmla="*/ 11 h 166"/>
                    <a:gd name="T8" fmla="*/ 2 w 34"/>
                    <a:gd name="T9" fmla="*/ 10 h 166"/>
                    <a:gd name="T10" fmla="*/ 2 w 34"/>
                    <a:gd name="T11" fmla="*/ 0 h 166"/>
                    <a:gd name="T12" fmla="*/ 1 w 34"/>
                    <a:gd name="T13" fmla="*/ 0 h 166"/>
                    <a:gd name="T14" fmla="*/ 1 w 34"/>
                    <a:gd name="T15" fmla="*/ 10 h 166"/>
                    <a:gd name="T16" fmla="*/ 1 w 34"/>
                    <a:gd name="T17" fmla="*/ 10 h 166"/>
                    <a:gd name="T18" fmla="*/ 1 w 34"/>
                    <a:gd name="T19" fmla="*/ 10 h 166"/>
                    <a:gd name="T20" fmla="*/ 0 w 34"/>
                    <a:gd name="T21" fmla="*/ 10 h 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6"/>
                    <a:gd name="T35" fmla="*/ 34 w 34"/>
                    <a:gd name="T36" fmla="*/ 166 h 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6">
                      <a:moveTo>
                        <a:pt x="0" y="144"/>
                      </a:moveTo>
                      <a:lnTo>
                        <a:pt x="0" y="166"/>
                      </a:lnTo>
                      <a:lnTo>
                        <a:pt x="22" y="166"/>
                      </a:lnTo>
                      <a:lnTo>
                        <a:pt x="34" y="166"/>
                      </a:lnTo>
                      <a:lnTo>
                        <a:pt x="34" y="155"/>
                      </a:lnTo>
                      <a:lnTo>
                        <a:pt x="34" y="0"/>
                      </a:lnTo>
                      <a:lnTo>
                        <a:pt x="11" y="0"/>
                      </a:lnTo>
                      <a:lnTo>
                        <a:pt x="11" y="155"/>
                      </a:lnTo>
                      <a:lnTo>
                        <a:pt x="22" y="155"/>
                      </a:lnTo>
                      <a:lnTo>
                        <a:pt x="22" y="144"/>
                      </a:lnTo>
                      <a:lnTo>
                        <a:pt x="0" y="144"/>
                      </a:lnTo>
                      <a:close/>
                    </a:path>
                  </a:pathLst>
                </a:custGeom>
                <a:solidFill>
                  <a:srgbClr val="FF00FF"/>
                </a:solidFill>
                <a:ln w="9525">
                  <a:noFill/>
                  <a:round/>
                  <a:headEnd/>
                  <a:tailEnd/>
                </a:ln>
              </p:spPr>
              <p:txBody>
                <a:bodyPr/>
                <a:lstStyle/>
                <a:p>
                  <a:endParaRPr lang="zh-CN" altLang="en-US"/>
                </a:p>
              </p:txBody>
            </p:sp>
            <p:sp>
              <p:nvSpPr>
                <p:cNvPr id="42197" name="Rectangle 266"/>
                <p:cNvSpPr>
                  <a:spLocks noChangeArrowheads="1"/>
                </p:cNvSpPr>
                <p:nvPr/>
              </p:nvSpPr>
              <p:spPr bwMode="auto">
                <a:xfrm>
                  <a:off x="5224" y="2246"/>
                  <a:ext cx="11" cy="89"/>
                </a:xfrm>
                <a:prstGeom prst="rect">
                  <a:avLst/>
                </a:prstGeom>
                <a:solidFill>
                  <a:srgbClr val="FF00FF"/>
                </a:solidFill>
                <a:ln w="9525">
                  <a:noFill/>
                  <a:miter lim="800000"/>
                  <a:headEnd/>
                  <a:tailEnd/>
                </a:ln>
              </p:spPr>
              <p:txBody>
                <a:bodyPr/>
                <a:lstStyle/>
                <a:p>
                  <a:endParaRPr lang="zh-CN" altLang="en-US"/>
                </a:p>
              </p:txBody>
            </p:sp>
            <p:sp>
              <p:nvSpPr>
                <p:cNvPr id="42198" name="Rectangle 267"/>
                <p:cNvSpPr>
                  <a:spLocks noChangeArrowheads="1"/>
                </p:cNvSpPr>
                <p:nvPr/>
              </p:nvSpPr>
              <p:spPr bwMode="auto">
                <a:xfrm>
                  <a:off x="5224" y="2124"/>
                  <a:ext cx="11" cy="89"/>
                </a:xfrm>
                <a:prstGeom prst="rect">
                  <a:avLst/>
                </a:prstGeom>
                <a:solidFill>
                  <a:srgbClr val="FF00FF"/>
                </a:solidFill>
                <a:ln w="9525">
                  <a:noFill/>
                  <a:miter lim="800000"/>
                  <a:headEnd/>
                  <a:tailEnd/>
                </a:ln>
              </p:spPr>
              <p:txBody>
                <a:bodyPr/>
                <a:lstStyle/>
                <a:p>
                  <a:endParaRPr lang="zh-CN" altLang="en-US"/>
                </a:p>
              </p:txBody>
            </p:sp>
            <p:sp>
              <p:nvSpPr>
                <p:cNvPr id="42199" name="Rectangle 268"/>
                <p:cNvSpPr>
                  <a:spLocks noChangeArrowheads="1"/>
                </p:cNvSpPr>
                <p:nvPr/>
              </p:nvSpPr>
              <p:spPr bwMode="auto">
                <a:xfrm>
                  <a:off x="5224" y="2002"/>
                  <a:ext cx="11" cy="89"/>
                </a:xfrm>
                <a:prstGeom prst="rect">
                  <a:avLst/>
                </a:prstGeom>
                <a:solidFill>
                  <a:srgbClr val="FF00FF"/>
                </a:solidFill>
                <a:ln w="9525">
                  <a:noFill/>
                  <a:miter lim="800000"/>
                  <a:headEnd/>
                  <a:tailEnd/>
                </a:ln>
              </p:spPr>
              <p:txBody>
                <a:bodyPr/>
                <a:lstStyle/>
                <a:p>
                  <a:endParaRPr lang="zh-CN" altLang="en-US"/>
                </a:p>
              </p:txBody>
            </p:sp>
            <p:sp>
              <p:nvSpPr>
                <p:cNvPr id="42200" name="Rectangle 269"/>
                <p:cNvSpPr>
                  <a:spLocks noChangeArrowheads="1"/>
                </p:cNvSpPr>
                <p:nvPr/>
              </p:nvSpPr>
              <p:spPr bwMode="auto">
                <a:xfrm>
                  <a:off x="5224" y="1880"/>
                  <a:ext cx="11" cy="89"/>
                </a:xfrm>
                <a:prstGeom prst="rect">
                  <a:avLst/>
                </a:prstGeom>
                <a:solidFill>
                  <a:srgbClr val="FF00FF"/>
                </a:solidFill>
                <a:ln w="9525">
                  <a:noFill/>
                  <a:miter lim="800000"/>
                  <a:headEnd/>
                  <a:tailEnd/>
                </a:ln>
              </p:spPr>
              <p:txBody>
                <a:bodyPr/>
                <a:lstStyle/>
                <a:p>
                  <a:endParaRPr lang="zh-CN" altLang="en-US"/>
                </a:p>
              </p:txBody>
            </p:sp>
            <p:sp>
              <p:nvSpPr>
                <p:cNvPr id="42201" name="Rectangle 270"/>
                <p:cNvSpPr>
                  <a:spLocks noChangeArrowheads="1"/>
                </p:cNvSpPr>
                <p:nvPr/>
              </p:nvSpPr>
              <p:spPr bwMode="auto">
                <a:xfrm>
                  <a:off x="5224" y="1758"/>
                  <a:ext cx="11" cy="89"/>
                </a:xfrm>
                <a:prstGeom prst="rect">
                  <a:avLst/>
                </a:prstGeom>
                <a:solidFill>
                  <a:srgbClr val="FF00FF"/>
                </a:solidFill>
                <a:ln w="9525">
                  <a:noFill/>
                  <a:miter lim="800000"/>
                  <a:headEnd/>
                  <a:tailEnd/>
                </a:ln>
              </p:spPr>
              <p:txBody>
                <a:bodyPr/>
                <a:lstStyle/>
                <a:p>
                  <a:endParaRPr lang="zh-CN" altLang="en-US"/>
                </a:p>
              </p:txBody>
            </p:sp>
            <p:sp>
              <p:nvSpPr>
                <p:cNvPr id="42202" name="Rectangle 271"/>
                <p:cNvSpPr>
                  <a:spLocks noChangeArrowheads="1"/>
                </p:cNvSpPr>
                <p:nvPr/>
              </p:nvSpPr>
              <p:spPr bwMode="auto">
                <a:xfrm>
                  <a:off x="5224" y="1636"/>
                  <a:ext cx="11" cy="89"/>
                </a:xfrm>
                <a:prstGeom prst="rect">
                  <a:avLst/>
                </a:prstGeom>
                <a:solidFill>
                  <a:srgbClr val="FF00FF"/>
                </a:solidFill>
                <a:ln w="9525">
                  <a:noFill/>
                  <a:miter lim="800000"/>
                  <a:headEnd/>
                  <a:tailEnd/>
                </a:ln>
              </p:spPr>
              <p:txBody>
                <a:bodyPr/>
                <a:lstStyle/>
                <a:p>
                  <a:endParaRPr lang="zh-CN" altLang="en-US"/>
                </a:p>
              </p:txBody>
            </p:sp>
            <p:sp>
              <p:nvSpPr>
                <p:cNvPr id="42203" name="Rectangle 272"/>
                <p:cNvSpPr>
                  <a:spLocks noChangeArrowheads="1"/>
                </p:cNvSpPr>
                <p:nvPr/>
              </p:nvSpPr>
              <p:spPr bwMode="auto">
                <a:xfrm>
                  <a:off x="5224" y="1514"/>
                  <a:ext cx="11" cy="89"/>
                </a:xfrm>
                <a:prstGeom prst="rect">
                  <a:avLst/>
                </a:prstGeom>
                <a:solidFill>
                  <a:srgbClr val="FF00FF"/>
                </a:solidFill>
                <a:ln w="9525">
                  <a:noFill/>
                  <a:miter lim="800000"/>
                  <a:headEnd/>
                  <a:tailEnd/>
                </a:ln>
              </p:spPr>
              <p:txBody>
                <a:bodyPr/>
                <a:lstStyle/>
                <a:p>
                  <a:endParaRPr lang="zh-CN" altLang="en-US"/>
                </a:p>
              </p:txBody>
            </p:sp>
            <p:sp>
              <p:nvSpPr>
                <p:cNvPr id="42204" name="Rectangle 273"/>
                <p:cNvSpPr>
                  <a:spLocks noChangeArrowheads="1"/>
                </p:cNvSpPr>
                <p:nvPr/>
              </p:nvSpPr>
              <p:spPr bwMode="auto">
                <a:xfrm>
                  <a:off x="5107" y="1508"/>
                  <a:ext cx="89" cy="11"/>
                </a:xfrm>
                <a:prstGeom prst="rect">
                  <a:avLst/>
                </a:prstGeom>
                <a:solidFill>
                  <a:srgbClr val="FF00FF"/>
                </a:solidFill>
                <a:ln w="9525">
                  <a:noFill/>
                  <a:miter lim="800000"/>
                  <a:headEnd/>
                  <a:tailEnd/>
                </a:ln>
              </p:spPr>
              <p:txBody>
                <a:bodyPr/>
                <a:lstStyle/>
                <a:p>
                  <a:endParaRPr lang="zh-CN" altLang="en-US"/>
                </a:p>
              </p:txBody>
            </p:sp>
            <p:sp>
              <p:nvSpPr>
                <p:cNvPr id="42205" name="Rectangle 274"/>
                <p:cNvSpPr>
                  <a:spLocks noChangeArrowheads="1"/>
                </p:cNvSpPr>
                <p:nvPr/>
              </p:nvSpPr>
              <p:spPr bwMode="auto">
                <a:xfrm>
                  <a:off x="4985" y="1508"/>
                  <a:ext cx="89" cy="11"/>
                </a:xfrm>
                <a:prstGeom prst="rect">
                  <a:avLst/>
                </a:prstGeom>
                <a:solidFill>
                  <a:srgbClr val="FF00FF"/>
                </a:solidFill>
                <a:ln w="9525">
                  <a:noFill/>
                  <a:miter lim="800000"/>
                  <a:headEnd/>
                  <a:tailEnd/>
                </a:ln>
              </p:spPr>
              <p:txBody>
                <a:bodyPr/>
                <a:lstStyle/>
                <a:p>
                  <a:endParaRPr lang="zh-CN" altLang="en-US"/>
                </a:p>
              </p:txBody>
            </p:sp>
            <p:sp>
              <p:nvSpPr>
                <p:cNvPr id="42206" name="Rectangle 275"/>
                <p:cNvSpPr>
                  <a:spLocks noChangeArrowheads="1"/>
                </p:cNvSpPr>
                <p:nvPr/>
              </p:nvSpPr>
              <p:spPr bwMode="auto">
                <a:xfrm>
                  <a:off x="4863" y="1508"/>
                  <a:ext cx="89" cy="11"/>
                </a:xfrm>
                <a:prstGeom prst="rect">
                  <a:avLst/>
                </a:prstGeom>
                <a:solidFill>
                  <a:srgbClr val="FF00FF"/>
                </a:solidFill>
                <a:ln w="9525">
                  <a:noFill/>
                  <a:miter lim="800000"/>
                  <a:headEnd/>
                  <a:tailEnd/>
                </a:ln>
              </p:spPr>
              <p:txBody>
                <a:bodyPr/>
                <a:lstStyle/>
                <a:p>
                  <a:endParaRPr lang="zh-CN" altLang="en-US"/>
                </a:p>
              </p:txBody>
            </p:sp>
            <p:sp>
              <p:nvSpPr>
                <p:cNvPr id="42207" name="Rectangle 276"/>
                <p:cNvSpPr>
                  <a:spLocks noChangeArrowheads="1"/>
                </p:cNvSpPr>
                <p:nvPr/>
              </p:nvSpPr>
              <p:spPr bwMode="auto">
                <a:xfrm>
                  <a:off x="4741" y="1508"/>
                  <a:ext cx="89" cy="11"/>
                </a:xfrm>
                <a:prstGeom prst="rect">
                  <a:avLst/>
                </a:prstGeom>
                <a:solidFill>
                  <a:srgbClr val="FF00FF"/>
                </a:solidFill>
                <a:ln w="9525">
                  <a:noFill/>
                  <a:miter lim="800000"/>
                  <a:headEnd/>
                  <a:tailEnd/>
                </a:ln>
              </p:spPr>
              <p:txBody>
                <a:bodyPr/>
                <a:lstStyle/>
                <a:p>
                  <a:endParaRPr lang="zh-CN" altLang="en-US"/>
                </a:p>
              </p:txBody>
            </p:sp>
            <p:sp>
              <p:nvSpPr>
                <p:cNvPr id="42208" name="Rectangle 277"/>
                <p:cNvSpPr>
                  <a:spLocks noChangeArrowheads="1"/>
                </p:cNvSpPr>
                <p:nvPr/>
              </p:nvSpPr>
              <p:spPr bwMode="auto">
                <a:xfrm>
                  <a:off x="4619" y="1508"/>
                  <a:ext cx="89" cy="11"/>
                </a:xfrm>
                <a:prstGeom prst="rect">
                  <a:avLst/>
                </a:prstGeom>
                <a:solidFill>
                  <a:srgbClr val="FF00FF"/>
                </a:solidFill>
                <a:ln w="9525">
                  <a:noFill/>
                  <a:miter lim="800000"/>
                  <a:headEnd/>
                  <a:tailEnd/>
                </a:ln>
              </p:spPr>
              <p:txBody>
                <a:bodyPr/>
                <a:lstStyle/>
                <a:p>
                  <a:endParaRPr lang="zh-CN" altLang="en-US"/>
                </a:p>
              </p:txBody>
            </p:sp>
          </p:grpSp>
        </p:grpSp>
        <p:grpSp>
          <p:nvGrpSpPr>
            <p:cNvPr id="41995" name="Group 278"/>
            <p:cNvGrpSpPr>
              <a:grpSpLocks/>
            </p:cNvGrpSpPr>
            <p:nvPr/>
          </p:nvGrpSpPr>
          <p:grpSpPr bwMode="auto">
            <a:xfrm>
              <a:off x="985" y="2599"/>
              <a:ext cx="4406" cy="943"/>
              <a:chOff x="829" y="2611"/>
              <a:chExt cx="4406" cy="943"/>
            </a:xfrm>
          </p:grpSpPr>
          <p:grpSp>
            <p:nvGrpSpPr>
              <p:cNvPr id="42043" name="Group 279"/>
              <p:cNvGrpSpPr>
                <a:grpSpLocks/>
              </p:cNvGrpSpPr>
              <p:nvPr/>
            </p:nvGrpSpPr>
            <p:grpSpPr bwMode="auto">
              <a:xfrm>
                <a:off x="829" y="2611"/>
                <a:ext cx="677" cy="943"/>
                <a:chOff x="829" y="2611"/>
                <a:chExt cx="677" cy="943"/>
              </a:xfrm>
            </p:grpSpPr>
            <p:sp>
              <p:nvSpPr>
                <p:cNvPr id="42152" name="Freeform 280"/>
                <p:cNvSpPr>
                  <a:spLocks/>
                </p:cNvSpPr>
                <p:nvPr/>
              </p:nvSpPr>
              <p:spPr bwMode="auto">
                <a:xfrm>
                  <a:off x="829" y="2611"/>
                  <a:ext cx="28" cy="94"/>
                </a:xfrm>
                <a:custGeom>
                  <a:avLst/>
                  <a:gdLst>
                    <a:gd name="T0" fmla="*/ 2 w 55"/>
                    <a:gd name="T1" fmla="*/ 0 h 189"/>
                    <a:gd name="T2" fmla="*/ 1 w 55"/>
                    <a:gd name="T3" fmla="*/ 0 h 189"/>
                    <a:gd name="T4" fmla="*/ 1 w 55"/>
                    <a:gd name="T5" fmla="*/ 1 h 189"/>
                    <a:gd name="T6" fmla="*/ 4 w 55"/>
                    <a:gd name="T7" fmla="*/ 1 h 189"/>
                    <a:gd name="T8" fmla="*/ 4 w 55"/>
                    <a:gd name="T9" fmla="*/ 0 h 189"/>
                    <a:gd name="T10" fmla="*/ 1 w 55"/>
                    <a:gd name="T11" fmla="*/ 0 h 189"/>
                    <a:gd name="T12" fmla="*/ 0 w 55"/>
                    <a:gd name="T13" fmla="*/ 0 h 189"/>
                    <a:gd name="T14" fmla="*/ 0 w 55"/>
                    <a:gd name="T15" fmla="*/ 0 h 189"/>
                    <a:gd name="T16" fmla="*/ 0 w 55"/>
                    <a:gd name="T17" fmla="*/ 11 h 189"/>
                    <a:gd name="T18" fmla="*/ 2 w 55"/>
                    <a:gd name="T19" fmla="*/ 11 h 189"/>
                    <a:gd name="T20" fmla="*/ 2 w 55"/>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9"/>
                    <a:gd name="T35" fmla="*/ 55 w 55"/>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9">
                      <a:moveTo>
                        <a:pt x="22" y="11"/>
                      </a:moveTo>
                      <a:lnTo>
                        <a:pt x="11" y="11"/>
                      </a:lnTo>
                      <a:lnTo>
                        <a:pt x="11" y="23"/>
                      </a:lnTo>
                      <a:lnTo>
                        <a:pt x="55" y="23"/>
                      </a:lnTo>
                      <a:lnTo>
                        <a:pt x="55" y="0"/>
                      </a:lnTo>
                      <a:lnTo>
                        <a:pt x="11" y="0"/>
                      </a:lnTo>
                      <a:lnTo>
                        <a:pt x="0" y="0"/>
                      </a:lnTo>
                      <a:lnTo>
                        <a:pt x="0" y="11"/>
                      </a:lnTo>
                      <a:lnTo>
                        <a:pt x="0" y="189"/>
                      </a:lnTo>
                      <a:lnTo>
                        <a:pt x="22" y="189"/>
                      </a:lnTo>
                      <a:lnTo>
                        <a:pt x="22" y="11"/>
                      </a:lnTo>
                      <a:close/>
                    </a:path>
                  </a:pathLst>
                </a:custGeom>
                <a:solidFill>
                  <a:srgbClr val="FF00FF"/>
                </a:solidFill>
                <a:ln w="9525">
                  <a:noFill/>
                  <a:round/>
                  <a:headEnd/>
                  <a:tailEnd/>
                </a:ln>
              </p:spPr>
              <p:txBody>
                <a:bodyPr/>
                <a:lstStyle/>
                <a:p>
                  <a:endParaRPr lang="zh-CN" altLang="en-US"/>
                </a:p>
              </p:txBody>
            </p:sp>
            <p:sp>
              <p:nvSpPr>
                <p:cNvPr id="42153" name="Rectangle 281"/>
                <p:cNvSpPr>
                  <a:spLocks noChangeArrowheads="1"/>
                </p:cNvSpPr>
                <p:nvPr/>
              </p:nvSpPr>
              <p:spPr bwMode="auto">
                <a:xfrm>
                  <a:off x="829" y="2738"/>
                  <a:ext cx="11" cy="89"/>
                </a:xfrm>
                <a:prstGeom prst="rect">
                  <a:avLst/>
                </a:prstGeom>
                <a:solidFill>
                  <a:srgbClr val="FF00FF"/>
                </a:solidFill>
                <a:ln w="9525">
                  <a:noFill/>
                  <a:miter lim="800000"/>
                  <a:headEnd/>
                  <a:tailEnd/>
                </a:ln>
              </p:spPr>
              <p:txBody>
                <a:bodyPr/>
                <a:lstStyle/>
                <a:p>
                  <a:endParaRPr lang="zh-CN" altLang="en-US"/>
                </a:p>
              </p:txBody>
            </p:sp>
            <p:sp>
              <p:nvSpPr>
                <p:cNvPr id="42154" name="Rectangle 282"/>
                <p:cNvSpPr>
                  <a:spLocks noChangeArrowheads="1"/>
                </p:cNvSpPr>
                <p:nvPr/>
              </p:nvSpPr>
              <p:spPr bwMode="auto">
                <a:xfrm>
                  <a:off x="829" y="2860"/>
                  <a:ext cx="11" cy="89"/>
                </a:xfrm>
                <a:prstGeom prst="rect">
                  <a:avLst/>
                </a:prstGeom>
                <a:solidFill>
                  <a:srgbClr val="FF00FF"/>
                </a:solidFill>
                <a:ln w="9525">
                  <a:noFill/>
                  <a:miter lim="800000"/>
                  <a:headEnd/>
                  <a:tailEnd/>
                </a:ln>
              </p:spPr>
              <p:txBody>
                <a:bodyPr/>
                <a:lstStyle/>
                <a:p>
                  <a:endParaRPr lang="zh-CN" altLang="en-US"/>
                </a:p>
              </p:txBody>
            </p:sp>
            <p:sp>
              <p:nvSpPr>
                <p:cNvPr id="42155" name="Rectangle 283"/>
                <p:cNvSpPr>
                  <a:spLocks noChangeArrowheads="1"/>
                </p:cNvSpPr>
                <p:nvPr/>
              </p:nvSpPr>
              <p:spPr bwMode="auto">
                <a:xfrm>
                  <a:off x="829" y="2982"/>
                  <a:ext cx="11" cy="89"/>
                </a:xfrm>
                <a:prstGeom prst="rect">
                  <a:avLst/>
                </a:prstGeom>
                <a:solidFill>
                  <a:srgbClr val="FF00FF"/>
                </a:solidFill>
                <a:ln w="9525">
                  <a:noFill/>
                  <a:miter lim="800000"/>
                  <a:headEnd/>
                  <a:tailEnd/>
                </a:ln>
              </p:spPr>
              <p:txBody>
                <a:bodyPr/>
                <a:lstStyle/>
                <a:p>
                  <a:endParaRPr lang="zh-CN" altLang="en-US"/>
                </a:p>
              </p:txBody>
            </p:sp>
            <p:sp>
              <p:nvSpPr>
                <p:cNvPr id="42156" name="Rectangle 284"/>
                <p:cNvSpPr>
                  <a:spLocks noChangeArrowheads="1"/>
                </p:cNvSpPr>
                <p:nvPr/>
              </p:nvSpPr>
              <p:spPr bwMode="auto">
                <a:xfrm>
                  <a:off x="829" y="3104"/>
                  <a:ext cx="11" cy="89"/>
                </a:xfrm>
                <a:prstGeom prst="rect">
                  <a:avLst/>
                </a:prstGeom>
                <a:solidFill>
                  <a:srgbClr val="FF00FF"/>
                </a:solidFill>
                <a:ln w="9525">
                  <a:noFill/>
                  <a:miter lim="800000"/>
                  <a:headEnd/>
                  <a:tailEnd/>
                </a:ln>
              </p:spPr>
              <p:txBody>
                <a:bodyPr/>
                <a:lstStyle/>
                <a:p>
                  <a:endParaRPr lang="zh-CN" altLang="en-US"/>
                </a:p>
              </p:txBody>
            </p:sp>
            <p:sp>
              <p:nvSpPr>
                <p:cNvPr id="42157" name="Rectangle 285"/>
                <p:cNvSpPr>
                  <a:spLocks noChangeArrowheads="1"/>
                </p:cNvSpPr>
                <p:nvPr/>
              </p:nvSpPr>
              <p:spPr bwMode="auto">
                <a:xfrm>
                  <a:off x="829" y="3227"/>
                  <a:ext cx="11" cy="88"/>
                </a:xfrm>
                <a:prstGeom prst="rect">
                  <a:avLst/>
                </a:prstGeom>
                <a:solidFill>
                  <a:srgbClr val="FF00FF"/>
                </a:solidFill>
                <a:ln w="9525">
                  <a:noFill/>
                  <a:miter lim="800000"/>
                  <a:headEnd/>
                  <a:tailEnd/>
                </a:ln>
              </p:spPr>
              <p:txBody>
                <a:bodyPr/>
                <a:lstStyle/>
                <a:p>
                  <a:endParaRPr lang="zh-CN" altLang="en-US"/>
                </a:p>
              </p:txBody>
            </p:sp>
            <p:sp>
              <p:nvSpPr>
                <p:cNvPr id="42158" name="Rectangle 286"/>
                <p:cNvSpPr>
                  <a:spLocks noChangeArrowheads="1"/>
                </p:cNvSpPr>
                <p:nvPr/>
              </p:nvSpPr>
              <p:spPr bwMode="auto">
                <a:xfrm>
                  <a:off x="829" y="3349"/>
                  <a:ext cx="11" cy="88"/>
                </a:xfrm>
                <a:prstGeom prst="rect">
                  <a:avLst/>
                </a:prstGeom>
                <a:solidFill>
                  <a:srgbClr val="FF00FF"/>
                </a:solidFill>
                <a:ln w="9525">
                  <a:noFill/>
                  <a:miter lim="800000"/>
                  <a:headEnd/>
                  <a:tailEnd/>
                </a:ln>
              </p:spPr>
              <p:txBody>
                <a:bodyPr/>
                <a:lstStyle/>
                <a:p>
                  <a:endParaRPr lang="zh-CN" altLang="en-US"/>
                </a:p>
              </p:txBody>
            </p:sp>
            <p:sp>
              <p:nvSpPr>
                <p:cNvPr id="42159" name="Freeform 287"/>
                <p:cNvSpPr>
                  <a:spLocks/>
                </p:cNvSpPr>
                <p:nvPr/>
              </p:nvSpPr>
              <p:spPr bwMode="auto">
                <a:xfrm>
                  <a:off x="829" y="3471"/>
                  <a:ext cx="17" cy="83"/>
                </a:xfrm>
                <a:custGeom>
                  <a:avLst/>
                  <a:gdLst>
                    <a:gd name="T0" fmla="*/ 2 w 33"/>
                    <a:gd name="T1" fmla="*/ 0 h 167"/>
                    <a:gd name="T2" fmla="*/ 0 w 33"/>
                    <a:gd name="T3" fmla="*/ 0 h 167"/>
                    <a:gd name="T4" fmla="*/ 0 w 33"/>
                    <a:gd name="T5" fmla="*/ 9 h 167"/>
                    <a:gd name="T6" fmla="*/ 0 w 33"/>
                    <a:gd name="T7" fmla="*/ 10 h 167"/>
                    <a:gd name="T8" fmla="*/ 1 w 33"/>
                    <a:gd name="T9" fmla="*/ 10 h 167"/>
                    <a:gd name="T10" fmla="*/ 3 w 33"/>
                    <a:gd name="T11" fmla="*/ 10 h 167"/>
                    <a:gd name="T12" fmla="*/ 3 w 33"/>
                    <a:gd name="T13" fmla="*/ 9 h 167"/>
                    <a:gd name="T14" fmla="*/ 1 w 33"/>
                    <a:gd name="T15" fmla="*/ 9 h 167"/>
                    <a:gd name="T16" fmla="*/ 1 w 33"/>
                    <a:gd name="T17" fmla="*/ 9 h 167"/>
                    <a:gd name="T18" fmla="*/ 2 w 33"/>
                    <a:gd name="T19" fmla="*/ 9 h 167"/>
                    <a:gd name="T20" fmla="*/ 2 w 33"/>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22" y="0"/>
                      </a:moveTo>
                      <a:lnTo>
                        <a:pt x="0" y="0"/>
                      </a:lnTo>
                      <a:lnTo>
                        <a:pt x="0" y="156"/>
                      </a:lnTo>
                      <a:lnTo>
                        <a:pt x="0" y="167"/>
                      </a:lnTo>
                      <a:lnTo>
                        <a:pt x="11" y="167"/>
                      </a:lnTo>
                      <a:lnTo>
                        <a:pt x="33" y="167"/>
                      </a:lnTo>
                      <a:lnTo>
                        <a:pt x="33" y="145"/>
                      </a:lnTo>
                      <a:lnTo>
                        <a:pt x="11" y="145"/>
                      </a:lnTo>
                      <a:lnTo>
                        <a:pt x="11" y="156"/>
                      </a:lnTo>
                      <a:lnTo>
                        <a:pt x="22" y="156"/>
                      </a:lnTo>
                      <a:lnTo>
                        <a:pt x="22" y="0"/>
                      </a:lnTo>
                      <a:close/>
                    </a:path>
                  </a:pathLst>
                </a:custGeom>
                <a:solidFill>
                  <a:srgbClr val="FF00FF"/>
                </a:solidFill>
                <a:ln w="9525">
                  <a:noFill/>
                  <a:round/>
                  <a:headEnd/>
                  <a:tailEnd/>
                </a:ln>
              </p:spPr>
              <p:txBody>
                <a:bodyPr/>
                <a:lstStyle/>
                <a:p>
                  <a:endParaRPr lang="zh-CN" altLang="en-US"/>
                </a:p>
              </p:txBody>
            </p:sp>
            <p:sp>
              <p:nvSpPr>
                <p:cNvPr id="42160" name="Rectangle 288"/>
                <p:cNvSpPr>
                  <a:spLocks noChangeArrowheads="1"/>
                </p:cNvSpPr>
                <p:nvPr/>
              </p:nvSpPr>
              <p:spPr bwMode="auto">
                <a:xfrm>
                  <a:off x="879" y="3543"/>
                  <a:ext cx="89" cy="11"/>
                </a:xfrm>
                <a:prstGeom prst="rect">
                  <a:avLst/>
                </a:prstGeom>
                <a:solidFill>
                  <a:srgbClr val="FF00FF"/>
                </a:solidFill>
                <a:ln w="9525">
                  <a:noFill/>
                  <a:miter lim="800000"/>
                  <a:headEnd/>
                  <a:tailEnd/>
                </a:ln>
              </p:spPr>
              <p:txBody>
                <a:bodyPr/>
                <a:lstStyle/>
                <a:p>
                  <a:endParaRPr lang="zh-CN" altLang="en-US"/>
                </a:p>
              </p:txBody>
            </p:sp>
            <p:sp>
              <p:nvSpPr>
                <p:cNvPr id="42161" name="Rectangle 289"/>
                <p:cNvSpPr>
                  <a:spLocks noChangeArrowheads="1"/>
                </p:cNvSpPr>
                <p:nvPr/>
              </p:nvSpPr>
              <p:spPr bwMode="auto">
                <a:xfrm>
                  <a:off x="1001" y="3543"/>
                  <a:ext cx="89" cy="11"/>
                </a:xfrm>
                <a:prstGeom prst="rect">
                  <a:avLst/>
                </a:prstGeom>
                <a:solidFill>
                  <a:srgbClr val="FF00FF"/>
                </a:solidFill>
                <a:ln w="9525">
                  <a:noFill/>
                  <a:miter lim="800000"/>
                  <a:headEnd/>
                  <a:tailEnd/>
                </a:ln>
              </p:spPr>
              <p:txBody>
                <a:bodyPr/>
                <a:lstStyle/>
                <a:p>
                  <a:endParaRPr lang="zh-CN" altLang="en-US"/>
                </a:p>
              </p:txBody>
            </p:sp>
            <p:sp>
              <p:nvSpPr>
                <p:cNvPr id="42162" name="Rectangle 290"/>
                <p:cNvSpPr>
                  <a:spLocks noChangeArrowheads="1"/>
                </p:cNvSpPr>
                <p:nvPr/>
              </p:nvSpPr>
              <p:spPr bwMode="auto">
                <a:xfrm>
                  <a:off x="1123" y="3543"/>
                  <a:ext cx="89" cy="11"/>
                </a:xfrm>
                <a:prstGeom prst="rect">
                  <a:avLst/>
                </a:prstGeom>
                <a:solidFill>
                  <a:srgbClr val="FF00FF"/>
                </a:solidFill>
                <a:ln w="9525">
                  <a:noFill/>
                  <a:miter lim="800000"/>
                  <a:headEnd/>
                  <a:tailEnd/>
                </a:ln>
              </p:spPr>
              <p:txBody>
                <a:bodyPr/>
                <a:lstStyle/>
                <a:p>
                  <a:endParaRPr lang="zh-CN" altLang="en-US"/>
                </a:p>
              </p:txBody>
            </p:sp>
            <p:sp>
              <p:nvSpPr>
                <p:cNvPr id="42163" name="Rectangle 291"/>
                <p:cNvSpPr>
                  <a:spLocks noChangeArrowheads="1"/>
                </p:cNvSpPr>
                <p:nvPr/>
              </p:nvSpPr>
              <p:spPr bwMode="auto">
                <a:xfrm>
                  <a:off x="1245" y="3543"/>
                  <a:ext cx="89" cy="11"/>
                </a:xfrm>
                <a:prstGeom prst="rect">
                  <a:avLst/>
                </a:prstGeom>
                <a:solidFill>
                  <a:srgbClr val="FF00FF"/>
                </a:solidFill>
                <a:ln w="9525">
                  <a:noFill/>
                  <a:miter lim="800000"/>
                  <a:headEnd/>
                  <a:tailEnd/>
                </a:ln>
              </p:spPr>
              <p:txBody>
                <a:bodyPr/>
                <a:lstStyle/>
                <a:p>
                  <a:endParaRPr lang="zh-CN" altLang="en-US"/>
                </a:p>
              </p:txBody>
            </p:sp>
            <p:sp>
              <p:nvSpPr>
                <p:cNvPr id="42164" name="Rectangle 292"/>
                <p:cNvSpPr>
                  <a:spLocks noChangeArrowheads="1"/>
                </p:cNvSpPr>
                <p:nvPr/>
              </p:nvSpPr>
              <p:spPr bwMode="auto">
                <a:xfrm>
                  <a:off x="1367" y="3543"/>
                  <a:ext cx="89" cy="11"/>
                </a:xfrm>
                <a:prstGeom prst="rect">
                  <a:avLst/>
                </a:prstGeom>
                <a:solidFill>
                  <a:srgbClr val="FF00FF"/>
                </a:solidFill>
                <a:ln w="9525">
                  <a:noFill/>
                  <a:miter lim="800000"/>
                  <a:headEnd/>
                  <a:tailEnd/>
                </a:ln>
              </p:spPr>
              <p:txBody>
                <a:bodyPr/>
                <a:lstStyle/>
                <a:p>
                  <a:endParaRPr lang="zh-CN" altLang="en-US"/>
                </a:p>
              </p:txBody>
            </p:sp>
            <p:sp>
              <p:nvSpPr>
                <p:cNvPr id="42165" name="Freeform 293"/>
                <p:cNvSpPr>
                  <a:spLocks/>
                </p:cNvSpPr>
                <p:nvPr/>
              </p:nvSpPr>
              <p:spPr bwMode="auto">
                <a:xfrm>
                  <a:off x="1489" y="3471"/>
                  <a:ext cx="17" cy="83"/>
                </a:xfrm>
                <a:custGeom>
                  <a:avLst/>
                  <a:gdLst>
                    <a:gd name="T0" fmla="*/ 0 w 33"/>
                    <a:gd name="T1" fmla="*/ 9 h 167"/>
                    <a:gd name="T2" fmla="*/ 0 w 33"/>
                    <a:gd name="T3" fmla="*/ 10 h 167"/>
                    <a:gd name="T4" fmla="*/ 2 w 33"/>
                    <a:gd name="T5" fmla="*/ 10 h 167"/>
                    <a:gd name="T6" fmla="*/ 3 w 33"/>
                    <a:gd name="T7" fmla="*/ 10 h 167"/>
                    <a:gd name="T8" fmla="*/ 3 w 33"/>
                    <a:gd name="T9" fmla="*/ 9 h 167"/>
                    <a:gd name="T10" fmla="*/ 3 w 33"/>
                    <a:gd name="T11" fmla="*/ 0 h 167"/>
                    <a:gd name="T12" fmla="*/ 1 w 33"/>
                    <a:gd name="T13" fmla="*/ 0 h 167"/>
                    <a:gd name="T14" fmla="*/ 1 w 33"/>
                    <a:gd name="T15" fmla="*/ 9 h 167"/>
                    <a:gd name="T16" fmla="*/ 2 w 33"/>
                    <a:gd name="T17" fmla="*/ 9 h 167"/>
                    <a:gd name="T18" fmla="*/ 2 w 33"/>
                    <a:gd name="T19" fmla="*/ 9 h 167"/>
                    <a:gd name="T20" fmla="*/ 0 w 33"/>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0" y="145"/>
                      </a:moveTo>
                      <a:lnTo>
                        <a:pt x="0" y="167"/>
                      </a:lnTo>
                      <a:lnTo>
                        <a:pt x="22" y="167"/>
                      </a:lnTo>
                      <a:lnTo>
                        <a:pt x="33" y="167"/>
                      </a:lnTo>
                      <a:lnTo>
                        <a:pt x="33" y="156"/>
                      </a:lnTo>
                      <a:lnTo>
                        <a:pt x="33" y="0"/>
                      </a:lnTo>
                      <a:lnTo>
                        <a:pt x="11" y="0"/>
                      </a:lnTo>
                      <a:lnTo>
                        <a:pt x="11" y="156"/>
                      </a:lnTo>
                      <a:lnTo>
                        <a:pt x="22" y="156"/>
                      </a:lnTo>
                      <a:lnTo>
                        <a:pt x="22" y="145"/>
                      </a:lnTo>
                      <a:lnTo>
                        <a:pt x="0" y="145"/>
                      </a:lnTo>
                      <a:close/>
                    </a:path>
                  </a:pathLst>
                </a:custGeom>
                <a:solidFill>
                  <a:srgbClr val="FF00FF"/>
                </a:solidFill>
                <a:ln w="9525">
                  <a:noFill/>
                  <a:round/>
                  <a:headEnd/>
                  <a:tailEnd/>
                </a:ln>
              </p:spPr>
              <p:txBody>
                <a:bodyPr/>
                <a:lstStyle/>
                <a:p>
                  <a:endParaRPr lang="zh-CN" altLang="en-US"/>
                </a:p>
              </p:txBody>
            </p:sp>
            <p:sp>
              <p:nvSpPr>
                <p:cNvPr id="42166" name="Rectangle 294"/>
                <p:cNvSpPr>
                  <a:spLocks noChangeArrowheads="1"/>
                </p:cNvSpPr>
                <p:nvPr/>
              </p:nvSpPr>
              <p:spPr bwMode="auto">
                <a:xfrm>
                  <a:off x="1495" y="3349"/>
                  <a:ext cx="11" cy="88"/>
                </a:xfrm>
                <a:prstGeom prst="rect">
                  <a:avLst/>
                </a:prstGeom>
                <a:solidFill>
                  <a:srgbClr val="FF00FF"/>
                </a:solidFill>
                <a:ln w="9525">
                  <a:noFill/>
                  <a:miter lim="800000"/>
                  <a:headEnd/>
                  <a:tailEnd/>
                </a:ln>
              </p:spPr>
              <p:txBody>
                <a:bodyPr/>
                <a:lstStyle/>
                <a:p>
                  <a:endParaRPr lang="zh-CN" altLang="en-US"/>
                </a:p>
              </p:txBody>
            </p:sp>
            <p:sp>
              <p:nvSpPr>
                <p:cNvPr id="42167" name="Rectangle 295"/>
                <p:cNvSpPr>
                  <a:spLocks noChangeArrowheads="1"/>
                </p:cNvSpPr>
                <p:nvPr/>
              </p:nvSpPr>
              <p:spPr bwMode="auto">
                <a:xfrm>
                  <a:off x="1495" y="3227"/>
                  <a:ext cx="11" cy="88"/>
                </a:xfrm>
                <a:prstGeom prst="rect">
                  <a:avLst/>
                </a:prstGeom>
                <a:solidFill>
                  <a:srgbClr val="FF00FF"/>
                </a:solidFill>
                <a:ln w="9525">
                  <a:noFill/>
                  <a:miter lim="800000"/>
                  <a:headEnd/>
                  <a:tailEnd/>
                </a:ln>
              </p:spPr>
              <p:txBody>
                <a:bodyPr/>
                <a:lstStyle/>
                <a:p>
                  <a:endParaRPr lang="zh-CN" altLang="en-US"/>
                </a:p>
              </p:txBody>
            </p:sp>
            <p:sp>
              <p:nvSpPr>
                <p:cNvPr id="42168" name="Rectangle 296"/>
                <p:cNvSpPr>
                  <a:spLocks noChangeArrowheads="1"/>
                </p:cNvSpPr>
                <p:nvPr/>
              </p:nvSpPr>
              <p:spPr bwMode="auto">
                <a:xfrm>
                  <a:off x="1495" y="3104"/>
                  <a:ext cx="11" cy="89"/>
                </a:xfrm>
                <a:prstGeom prst="rect">
                  <a:avLst/>
                </a:prstGeom>
                <a:solidFill>
                  <a:srgbClr val="FF00FF"/>
                </a:solidFill>
                <a:ln w="9525">
                  <a:noFill/>
                  <a:miter lim="800000"/>
                  <a:headEnd/>
                  <a:tailEnd/>
                </a:ln>
              </p:spPr>
              <p:txBody>
                <a:bodyPr/>
                <a:lstStyle/>
                <a:p>
                  <a:endParaRPr lang="zh-CN" altLang="en-US"/>
                </a:p>
              </p:txBody>
            </p:sp>
            <p:sp>
              <p:nvSpPr>
                <p:cNvPr id="42169" name="Rectangle 297"/>
                <p:cNvSpPr>
                  <a:spLocks noChangeArrowheads="1"/>
                </p:cNvSpPr>
                <p:nvPr/>
              </p:nvSpPr>
              <p:spPr bwMode="auto">
                <a:xfrm>
                  <a:off x="1495" y="2982"/>
                  <a:ext cx="11" cy="89"/>
                </a:xfrm>
                <a:prstGeom prst="rect">
                  <a:avLst/>
                </a:prstGeom>
                <a:solidFill>
                  <a:srgbClr val="FF00FF"/>
                </a:solidFill>
                <a:ln w="9525">
                  <a:noFill/>
                  <a:miter lim="800000"/>
                  <a:headEnd/>
                  <a:tailEnd/>
                </a:ln>
              </p:spPr>
              <p:txBody>
                <a:bodyPr/>
                <a:lstStyle/>
                <a:p>
                  <a:endParaRPr lang="zh-CN" altLang="en-US"/>
                </a:p>
              </p:txBody>
            </p:sp>
            <p:sp>
              <p:nvSpPr>
                <p:cNvPr id="42170" name="Rectangle 298"/>
                <p:cNvSpPr>
                  <a:spLocks noChangeArrowheads="1"/>
                </p:cNvSpPr>
                <p:nvPr/>
              </p:nvSpPr>
              <p:spPr bwMode="auto">
                <a:xfrm>
                  <a:off x="1495" y="2860"/>
                  <a:ext cx="11" cy="89"/>
                </a:xfrm>
                <a:prstGeom prst="rect">
                  <a:avLst/>
                </a:prstGeom>
                <a:solidFill>
                  <a:srgbClr val="FF00FF"/>
                </a:solidFill>
                <a:ln w="9525">
                  <a:noFill/>
                  <a:miter lim="800000"/>
                  <a:headEnd/>
                  <a:tailEnd/>
                </a:ln>
              </p:spPr>
              <p:txBody>
                <a:bodyPr/>
                <a:lstStyle/>
                <a:p>
                  <a:endParaRPr lang="zh-CN" altLang="en-US"/>
                </a:p>
              </p:txBody>
            </p:sp>
            <p:sp>
              <p:nvSpPr>
                <p:cNvPr id="42171" name="Rectangle 299"/>
                <p:cNvSpPr>
                  <a:spLocks noChangeArrowheads="1"/>
                </p:cNvSpPr>
                <p:nvPr/>
              </p:nvSpPr>
              <p:spPr bwMode="auto">
                <a:xfrm>
                  <a:off x="1495" y="2738"/>
                  <a:ext cx="11" cy="89"/>
                </a:xfrm>
                <a:prstGeom prst="rect">
                  <a:avLst/>
                </a:prstGeom>
                <a:solidFill>
                  <a:srgbClr val="FF00FF"/>
                </a:solidFill>
                <a:ln w="9525">
                  <a:noFill/>
                  <a:miter lim="800000"/>
                  <a:headEnd/>
                  <a:tailEnd/>
                </a:ln>
              </p:spPr>
              <p:txBody>
                <a:bodyPr/>
                <a:lstStyle/>
                <a:p>
                  <a:endParaRPr lang="zh-CN" altLang="en-US"/>
                </a:p>
              </p:txBody>
            </p:sp>
            <p:sp>
              <p:nvSpPr>
                <p:cNvPr id="42172" name="Rectangle 300"/>
                <p:cNvSpPr>
                  <a:spLocks noChangeArrowheads="1"/>
                </p:cNvSpPr>
                <p:nvPr/>
              </p:nvSpPr>
              <p:spPr bwMode="auto">
                <a:xfrm>
                  <a:off x="1495" y="2616"/>
                  <a:ext cx="11" cy="89"/>
                </a:xfrm>
                <a:prstGeom prst="rect">
                  <a:avLst/>
                </a:prstGeom>
                <a:solidFill>
                  <a:srgbClr val="FF00FF"/>
                </a:solidFill>
                <a:ln w="9525">
                  <a:noFill/>
                  <a:miter lim="800000"/>
                  <a:headEnd/>
                  <a:tailEnd/>
                </a:ln>
              </p:spPr>
              <p:txBody>
                <a:bodyPr/>
                <a:lstStyle/>
                <a:p>
                  <a:endParaRPr lang="zh-CN" altLang="en-US"/>
                </a:p>
              </p:txBody>
            </p:sp>
            <p:sp>
              <p:nvSpPr>
                <p:cNvPr id="42173" name="Rectangle 301"/>
                <p:cNvSpPr>
                  <a:spLocks noChangeArrowheads="1"/>
                </p:cNvSpPr>
                <p:nvPr/>
              </p:nvSpPr>
              <p:spPr bwMode="auto">
                <a:xfrm>
                  <a:off x="1378" y="2611"/>
                  <a:ext cx="89" cy="11"/>
                </a:xfrm>
                <a:prstGeom prst="rect">
                  <a:avLst/>
                </a:prstGeom>
                <a:solidFill>
                  <a:srgbClr val="FF00FF"/>
                </a:solidFill>
                <a:ln w="9525">
                  <a:noFill/>
                  <a:miter lim="800000"/>
                  <a:headEnd/>
                  <a:tailEnd/>
                </a:ln>
              </p:spPr>
              <p:txBody>
                <a:bodyPr/>
                <a:lstStyle/>
                <a:p>
                  <a:endParaRPr lang="zh-CN" altLang="en-US"/>
                </a:p>
              </p:txBody>
            </p:sp>
            <p:sp>
              <p:nvSpPr>
                <p:cNvPr id="42174" name="Rectangle 302"/>
                <p:cNvSpPr>
                  <a:spLocks noChangeArrowheads="1"/>
                </p:cNvSpPr>
                <p:nvPr/>
              </p:nvSpPr>
              <p:spPr bwMode="auto">
                <a:xfrm>
                  <a:off x="1256" y="2611"/>
                  <a:ext cx="89" cy="11"/>
                </a:xfrm>
                <a:prstGeom prst="rect">
                  <a:avLst/>
                </a:prstGeom>
                <a:solidFill>
                  <a:srgbClr val="FF00FF"/>
                </a:solidFill>
                <a:ln w="9525">
                  <a:noFill/>
                  <a:miter lim="800000"/>
                  <a:headEnd/>
                  <a:tailEnd/>
                </a:ln>
              </p:spPr>
              <p:txBody>
                <a:bodyPr/>
                <a:lstStyle/>
                <a:p>
                  <a:endParaRPr lang="zh-CN" altLang="en-US"/>
                </a:p>
              </p:txBody>
            </p:sp>
            <p:sp>
              <p:nvSpPr>
                <p:cNvPr id="42175" name="Rectangle 303"/>
                <p:cNvSpPr>
                  <a:spLocks noChangeArrowheads="1"/>
                </p:cNvSpPr>
                <p:nvPr/>
              </p:nvSpPr>
              <p:spPr bwMode="auto">
                <a:xfrm>
                  <a:off x="1134" y="2611"/>
                  <a:ext cx="89" cy="11"/>
                </a:xfrm>
                <a:prstGeom prst="rect">
                  <a:avLst/>
                </a:prstGeom>
                <a:solidFill>
                  <a:srgbClr val="FF00FF"/>
                </a:solidFill>
                <a:ln w="9525">
                  <a:noFill/>
                  <a:miter lim="800000"/>
                  <a:headEnd/>
                  <a:tailEnd/>
                </a:ln>
              </p:spPr>
              <p:txBody>
                <a:bodyPr/>
                <a:lstStyle/>
                <a:p>
                  <a:endParaRPr lang="zh-CN" altLang="en-US"/>
                </a:p>
              </p:txBody>
            </p:sp>
            <p:sp>
              <p:nvSpPr>
                <p:cNvPr id="42176" name="Rectangle 304"/>
                <p:cNvSpPr>
                  <a:spLocks noChangeArrowheads="1"/>
                </p:cNvSpPr>
                <p:nvPr/>
              </p:nvSpPr>
              <p:spPr bwMode="auto">
                <a:xfrm>
                  <a:off x="1012" y="2611"/>
                  <a:ext cx="89" cy="11"/>
                </a:xfrm>
                <a:prstGeom prst="rect">
                  <a:avLst/>
                </a:prstGeom>
                <a:solidFill>
                  <a:srgbClr val="FF00FF"/>
                </a:solidFill>
                <a:ln w="9525">
                  <a:noFill/>
                  <a:miter lim="800000"/>
                  <a:headEnd/>
                  <a:tailEnd/>
                </a:ln>
              </p:spPr>
              <p:txBody>
                <a:bodyPr/>
                <a:lstStyle/>
                <a:p>
                  <a:endParaRPr lang="zh-CN" altLang="en-US"/>
                </a:p>
              </p:txBody>
            </p:sp>
            <p:sp>
              <p:nvSpPr>
                <p:cNvPr id="42177" name="Rectangle 305"/>
                <p:cNvSpPr>
                  <a:spLocks noChangeArrowheads="1"/>
                </p:cNvSpPr>
                <p:nvPr/>
              </p:nvSpPr>
              <p:spPr bwMode="auto">
                <a:xfrm>
                  <a:off x="890" y="2611"/>
                  <a:ext cx="89" cy="11"/>
                </a:xfrm>
                <a:prstGeom prst="rect">
                  <a:avLst/>
                </a:prstGeom>
                <a:solidFill>
                  <a:srgbClr val="FF00FF"/>
                </a:solidFill>
                <a:ln w="9525">
                  <a:noFill/>
                  <a:miter lim="800000"/>
                  <a:headEnd/>
                  <a:tailEnd/>
                </a:ln>
              </p:spPr>
              <p:txBody>
                <a:bodyPr/>
                <a:lstStyle/>
                <a:p>
                  <a:endParaRPr lang="zh-CN" altLang="en-US"/>
                </a:p>
              </p:txBody>
            </p:sp>
          </p:grpSp>
          <p:grpSp>
            <p:nvGrpSpPr>
              <p:cNvPr id="42044" name="Group 306"/>
              <p:cNvGrpSpPr>
                <a:grpSpLocks/>
              </p:cNvGrpSpPr>
              <p:nvPr/>
            </p:nvGrpSpPr>
            <p:grpSpPr bwMode="auto">
              <a:xfrm>
                <a:off x="1761" y="2611"/>
                <a:ext cx="677" cy="943"/>
                <a:chOff x="1761" y="2611"/>
                <a:chExt cx="677" cy="943"/>
              </a:xfrm>
            </p:grpSpPr>
            <p:sp>
              <p:nvSpPr>
                <p:cNvPr id="42126" name="Freeform 307"/>
                <p:cNvSpPr>
                  <a:spLocks/>
                </p:cNvSpPr>
                <p:nvPr/>
              </p:nvSpPr>
              <p:spPr bwMode="auto">
                <a:xfrm>
                  <a:off x="1761" y="2611"/>
                  <a:ext cx="28" cy="94"/>
                </a:xfrm>
                <a:custGeom>
                  <a:avLst/>
                  <a:gdLst>
                    <a:gd name="T0" fmla="*/ 2 w 56"/>
                    <a:gd name="T1" fmla="*/ 0 h 189"/>
                    <a:gd name="T2" fmla="*/ 1 w 56"/>
                    <a:gd name="T3" fmla="*/ 0 h 189"/>
                    <a:gd name="T4" fmla="*/ 1 w 56"/>
                    <a:gd name="T5" fmla="*/ 1 h 189"/>
                    <a:gd name="T6" fmla="*/ 4 w 56"/>
                    <a:gd name="T7" fmla="*/ 1 h 189"/>
                    <a:gd name="T8" fmla="*/ 4 w 56"/>
                    <a:gd name="T9" fmla="*/ 0 h 189"/>
                    <a:gd name="T10" fmla="*/ 1 w 56"/>
                    <a:gd name="T11" fmla="*/ 0 h 189"/>
                    <a:gd name="T12" fmla="*/ 0 w 56"/>
                    <a:gd name="T13" fmla="*/ 0 h 189"/>
                    <a:gd name="T14" fmla="*/ 0 w 56"/>
                    <a:gd name="T15" fmla="*/ 0 h 189"/>
                    <a:gd name="T16" fmla="*/ 0 w 56"/>
                    <a:gd name="T17" fmla="*/ 11 h 189"/>
                    <a:gd name="T18" fmla="*/ 2 w 56"/>
                    <a:gd name="T19" fmla="*/ 11 h 189"/>
                    <a:gd name="T20" fmla="*/ 2 w 56"/>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189"/>
                    <a:gd name="T35" fmla="*/ 56 w 56"/>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189">
                      <a:moveTo>
                        <a:pt x="23" y="11"/>
                      </a:moveTo>
                      <a:lnTo>
                        <a:pt x="11" y="11"/>
                      </a:lnTo>
                      <a:lnTo>
                        <a:pt x="11" y="23"/>
                      </a:lnTo>
                      <a:lnTo>
                        <a:pt x="56" y="23"/>
                      </a:lnTo>
                      <a:lnTo>
                        <a:pt x="56" y="0"/>
                      </a:lnTo>
                      <a:lnTo>
                        <a:pt x="11" y="0"/>
                      </a:lnTo>
                      <a:lnTo>
                        <a:pt x="0" y="0"/>
                      </a:lnTo>
                      <a:lnTo>
                        <a:pt x="0" y="11"/>
                      </a:lnTo>
                      <a:lnTo>
                        <a:pt x="0" y="189"/>
                      </a:lnTo>
                      <a:lnTo>
                        <a:pt x="23" y="189"/>
                      </a:lnTo>
                      <a:lnTo>
                        <a:pt x="23" y="11"/>
                      </a:lnTo>
                      <a:close/>
                    </a:path>
                  </a:pathLst>
                </a:custGeom>
                <a:solidFill>
                  <a:srgbClr val="FF00FF"/>
                </a:solidFill>
                <a:ln w="9525">
                  <a:noFill/>
                  <a:round/>
                  <a:headEnd/>
                  <a:tailEnd/>
                </a:ln>
              </p:spPr>
              <p:txBody>
                <a:bodyPr/>
                <a:lstStyle/>
                <a:p>
                  <a:endParaRPr lang="zh-CN" altLang="en-US"/>
                </a:p>
              </p:txBody>
            </p:sp>
            <p:sp>
              <p:nvSpPr>
                <p:cNvPr id="42127" name="Rectangle 308"/>
                <p:cNvSpPr>
                  <a:spLocks noChangeArrowheads="1"/>
                </p:cNvSpPr>
                <p:nvPr/>
              </p:nvSpPr>
              <p:spPr bwMode="auto">
                <a:xfrm>
                  <a:off x="1761" y="2738"/>
                  <a:ext cx="11" cy="89"/>
                </a:xfrm>
                <a:prstGeom prst="rect">
                  <a:avLst/>
                </a:prstGeom>
                <a:solidFill>
                  <a:srgbClr val="FF00FF"/>
                </a:solidFill>
                <a:ln w="9525">
                  <a:noFill/>
                  <a:miter lim="800000"/>
                  <a:headEnd/>
                  <a:tailEnd/>
                </a:ln>
              </p:spPr>
              <p:txBody>
                <a:bodyPr/>
                <a:lstStyle/>
                <a:p>
                  <a:endParaRPr lang="zh-CN" altLang="en-US"/>
                </a:p>
              </p:txBody>
            </p:sp>
            <p:sp>
              <p:nvSpPr>
                <p:cNvPr id="42128" name="Rectangle 309"/>
                <p:cNvSpPr>
                  <a:spLocks noChangeArrowheads="1"/>
                </p:cNvSpPr>
                <p:nvPr/>
              </p:nvSpPr>
              <p:spPr bwMode="auto">
                <a:xfrm>
                  <a:off x="1761" y="2860"/>
                  <a:ext cx="11" cy="89"/>
                </a:xfrm>
                <a:prstGeom prst="rect">
                  <a:avLst/>
                </a:prstGeom>
                <a:solidFill>
                  <a:srgbClr val="FF00FF"/>
                </a:solidFill>
                <a:ln w="9525">
                  <a:noFill/>
                  <a:miter lim="800000"/>
                  <a:headEnd/>
                  <a:tailEnd/>
                </a:ln>
              </p:spPr>
              <p:txBody>
                <a:bodyPr/>
                <a:lstStyle/>
                <a:p>
                  <a:endParaRPr lang="zh-CN" altLang="en-US"/>
                </a:p>
              </p:txBody>
            </p:sp>
            <p:sp>
              <p:nvSpPr>
                <p:cNvPr id="42129" name="Rectangle 310"/>
                <p:cNvSpPr>
                  <a:spLocks noChangeArrowheads="1"/>
                </p:cNvSpPr>
                <p:nvPr/>
              </p:nvSpPr>
              <p:spPr bwMode="auto">
                <a:xfrm>
                  <a:off x="1761" y="2982"/>
                  <a:ext cx="11" cy="89"/>
                </a:xfrm>
                <a:prstGeom prst="rect">
                  <a:avLst/>
                </a:prstGeom>
                <a:solidFill>
                  <a:srgbClr val="FF00FF"/>
                </a:solidFill>
                <a:ln w="9525">
                  <a:noFill/>
                  <a:miter lim="800000"/>
                  <a:headEnd/>
                  <a:tailEnd/>
                </a:ln>
              </p:spPr>
              <p:txBody>
                <a:bodyPr/>
                <a:lstStyle/>
                <a:p>
                  <a:endParaRPr lang="zh-CN" altLang="en-US"/>
                </a:p>
              </p:txBody>
            </p:sp>
            <p:sp>
              <p:nvSpPr>
                <p:cNvPr id="42130" name="Rectangle 311"/>
                <p:cNvSpPr>
                  <a:spLocks noChangeArrowheads="1"/>
                </p:cNvSpPr>
                <p:nvPr/>
              </p:nvSpPr>
              <p:spPr bwMode="auto">
                <a:xfrm>
                  <a:off x="1761" y="3104"/>
                  <a:ext cx="11" cy="89"/>
                </a:xfrm>
                <a:prstGeom prst="rect">
                  <a:avLst/>
                </a:prstGeom>
                <a:solidFill>
                  <a:srgbClr val="FF00FF"/>
                </a:solidFill>
                <a:ln w="9525">
                  <a:noFill/>
                  <a:miter lim="800000"/>
                  <a:headEnd/>
                  <a:tailEnd/>
                </a:ln>
              </p:spPr>
              <p:txBody>
                <a:bodyPr/>
                <a:lstStyle/>
                <a:p>
                  <a:endParaRPr lang="zh-CN" altLang="en-US"/>
                </a:p>
              </p:txBody>
            </p:sp>
            <p:sp>
              <p:nvSpPr>
                <p:cNvPr id="42131" name="Rectangle 312"/>
                <p:cNvSpPr>
                  <a:spLocks noChangeArrowheads="1"/>
                </p:cNvSpPr>
                <p:nvPr/>
              </p:nvSpPr>
              <p:spPr bwMode="auto">
                <a:xfrm>
                  <a:off x="1761" y="3227"/>
                  <a:ext cx="11" cy="88"/>
                </a:xfrm>
                <a:prstGeom prst="rect">
                  <a:avLst/>
                </a:prstGeom>
                <a:solidFill>
                  <a:srgbClr val="FF00FF"/>
                </a:solidFill>
                <a:ln w="9525">
                  <a:noFill/>
                  <a:miter lim="800000"/>
                  <a:headEnd/>
                  <a:tailEnd/>
                </a:ln>
              </p:spPr>
              <p:txBody>
                <a:bodyPr/>
                <a:lstStyle/>
                <a:p>
                  <a:endParaRPr lang="zh-CN" altLang="en-US"/>
                </a:p>
              </p:txBody>
            </p:sp>
            <p:sp>
              <p:nvSpPr>
                <p:cNvPr id="42132" name="Rectangle 313"/>
                <p:cNvSpPr>
                  <a:spLocks noChangeArrowheads="1"/>
                </p:cNvSpPr>
                <p:nvPr/>
              </p:nvSpPr>
              <p:spPr bwMode="auto">
                <a:xfrm>
                  <a:off x="1761" y="3349"/>
                  <a:ext cx="11" cy="88"/>
                </a:xfrm>
                <a:prstGeom prst="rect">
                  <a:avLst/>
                </a:prstGeom>
                <a:solidFill>
                  <a:srgbClr val="FF00FF"/>
                </a:solidFill>
                <a:ln w="9525">
                  <a:noFill/>
                  <a:miter lim="800000"/>
                  <a:headEnd/>
                  <a:tailEnd/>
                </a:ln>
              </p:spPr>
              <p:txBody>
                <a:bodyPr/>
                <a:lstStyle/>
                <a:p>
                  <a:endParaRPr lang="zh-CN" altLang="en-US"/>
                </a:p>
              </p:txBody>
            </p:sp>
            <p:sp>
              <p:nvSpPr>
                <p:cNvPr id="42133" name="Freeform 314"/>
                <p:cNvSpPr>
                  <a:spLocks/>
                </p:cNvSpPr>
                <p:nvPr/>
              </p:nvSpPr>
              <p:spPr bwMode="auto">
                <a:xfrm>
                  <a:off x="1761" y="3471"/>
                  <a:ext cx="17" cy="83"/>
                </a:xfrm>
                <a:custGeom>
                  <a:avLst/>
                  <a:gdLst>
                    <a:gd name="T0" fmla="*/ 1 w 34"/>
                    <a:gd name="T1" fmla="*/ 0 h 167"/>
                    <a:gd name="T2" fmla="*/ 0 w 34"/>
                    <a:gd name="T3" fmla="*/ 0 h 167"/>
                    <a:gd name="T4" fmla="*/ 0 w 34"/>
                    <a:gd name="T5" fmla="*/ 9 h 167"/>
                    <a:gd name="T6" fmla="*/ 0 w 34"/>
                    <a:gd name="T7" fmla="*/ 10 h 167"/>
                    <a:gd name="T8" fmla="*/ 1 w 34"/>
                    <a:gd name="T9" fmla="*/ 10 h 167"/>
                    <a:gd name="T10" fmla="*/ 2 w 34"/>
                    <a:gd name="T11" fmla="*/ 10 h 167"/>
                    <a:gd name="T12" fmla="*/ 2 w 34"/>
                    <a:gd name="T13" fmla="*/ 9 h 167"/>
                    <a:gd name="T14" fmla="*/ 1 w 34"/>
                    <a:gd name="T15" fmla="*/ 9 h 167"/>
                    <a:gd name="T16" fmla="*/ 1 w 34"/>
                    <a:gd name="T17" fmla="*/ 9 h 167"/>
                    <a:gd name="T18" fmla="*/ 1 w 34"/>
                    <a:gd name="T19" fmla="*/ 9 h 167"/>
                    <a:gd name="T20" fmla="*/ 1 w 34"/>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7"/>
                    <a:gd name="T35" fmla="*/ 34 w 34"/>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7">
                      <a:moveTo>
                        <a:pt x="23" y="0"/>
                      </a:moveTo>
                      <a:lnTo>
                        <a:pt x="0" y="0"/>
                      </a:lnTo>
                      <a:lnTo>
                        <a:pt x="0" y="156"/>
                      </a:lnTo>
                      <a:lnTo>
                        <a:pt x="0" y="167"/>
                      </a:lnTo>
                      <a:lnTo>
                        <a:pt x="11" y="167"/>
                      </a:lnTo>
                      <a:lnTo>
                        <a:pt x="34" y="167"/>
                      </a:lnTo>
                      <a:lnTo>
                        <a:pt x="34" y="145"/>
                      </a:lnTo>
                      <a:lnTo>
                        <a:pt x="11" y="145"/>
                      </a:lnTo>
                      <a:lnTo>
                        <a:pt x="11" y="156"/>
                      </a:lnTo>
                      <a:lnTo>
                        <a:pt x="23" y="156"/>
                      </a:lnTo>
                      <a:lnTo>
                        <a:pt x="23" y="0"/>
                      </a:lnTo>
                      <a:close/>
                    </a:path>
                  </a:pathLst>
                </a:custGeom>
                <a:solidFill>
                  <a:srgbClr val="FF00FF"/>
                </a:solidFill>
                <a:ln w="9525">
                  <a:noFill/>
                  <a:round/>
                  <a:headEnd/>
                  <a:tailEnd/>
                </a:ln>
              </p:spPr>
              <p:txBody>
                <a:bodyPr/>
                <a:lstStyle/>
                <a:p>
                  <a:endParaRPr lang="zh-CN" altLang="en-US"/>
                </a:p>
              </p:txBody>
            </p:sp>
            <p:sp>
              <p:nvSpPr>
                <p:cNvPr id="42134" name="Rectangle 315"/>
                <p:cNvSpPr>
                  <a:spLocks noChangeArrowheads="1"/>
                </p:cNvSpPr>
                <p:nvPr/>
              </p:nvSpPr>
              <p:spPr bwMode="auto">
                <a:xfrm>
                  <a:off x="1811" y="3543"/>
                  <a:ext cx="89" cy="11"/>
                </a:xfrm>
                <a:prstGeom prst="rect">
                  <a:avLst/>
                </a:prstGeom>
                <a:solidFill>
                  <a:srgbClr val="FF00FF"/>
                </a:solidFill>
                <a:ln w="9525">
                  <a:noFill/>
                  <a:miter lim="800000"/>
                  <a:headEnd/>
                  <a:tailEnd/>
                </a:ln>
              </p:spPr>
              <p:txBody>
                <a:bodyPr/>
                <a:lstStyle/>
                <a:p>
                  <a:endParaRPr lang="zh-CN" altLang="en-US"/>
                </a:p>
              </p:txBody>
            </p:sp>
            <p:sp>
              <p:nvSpPr>
                <p:cNvPr id="42135" name="Rectangle 316"/>
                <p:cNvSpPr>
                  <a:spLocks noChangeArrowheads="1"/>
                </p:cNvSpPr>
                <p:nvPr/>
              </p:nvSpPr>
              <p:spPr bwMode="auto">
                <a:xfrm>
                  <a:off x="1933" y="3543"/>
                  <a:ext cx="89" cy="11"/>
                </a:xfrm>
                <a:prstGeom prst="rect">
                  <a:avLst/>
                </a:prstGeom>
                <a:solidFill>
                  <a:srgbClr val="FF00FF"/>
                </a:solidFill>
                <a:ln w="9525">
                  <a:noFill/>
                  <a:miter lim="800000"/>
                  <a:headEnd/>
                  <a:tailEnd/>
                </a:ln>
              </p:spPr>
              <p:txBody>
                <a:bodyPr/>
                <a:lstStyle/>
                <a:p>
                  <a:endParaRPr lang="zh-CN" altLang="en-US"/>
                </a:p>
              </p:txBody>
            </p:sp>
            <p:sp>
              <p:nvSpPr>
                <p:cNvPr id="42136" name="Rectangle 317"/>
                <p:cNvSpPr>
                  <a:spLocks noChangeArrowheads="1"/>
                </p:cNvSpPr>
                <p:nvPr/>
              </p:nvSpPr>
              <p:spPr bwMode="auto">
                <a:xfrm>
                  <a:off x="2055" y="3543"/>
                  <a:ext cx="89" cy="11"/>
                </a:xfrm>
                <a:prstGeom prst="rect">
                  <a:avLst/>
                </a:prstGeom>
                <a:solidFill>
                  <a:srgbClr val="FF00FF"/>
                </a:solidFill>
                <a:ln w="9525">
                  <a:noFill/>
                  <a:miter lim="800000"/>
                  <a:headEnd/>
                  <a:tailEnd/>
                </a:ln>
              </p:spPr>
              <p:txBody>
                <a:bodyPr/>
                <a:lstStyle/>
                <a:p>
                  <a:endParaRPr lang="zh-CN" altLang="en-US"/>
                </a:p>
              </p:txBody>
            </p:sp>
            <p:sp>
              <p:nvSpPr>
                <p:cNvPr id="42137" name="Rectangle 318"/>
                <p:cNvSpPr>
                  <a:spLocks noChangeArrowheads="1"/>
                </p:cNvSpPr>
                <p:nvPr/>
              </p:nvSpPr>
              <p:spPr bwMode="auto">
                <a:xfrm>
                  <a:off x="2177" y="3543"/>
                  <a:ext cx="89" cy="11"/>
                </a:xfrm>
                <a:prstGeom prst="rect">
                  <a:avLst/>
                </a:prstGeom>
                <a:solidFill>
                  <a:srgbClr val="FF00FF"/>
                </a:solidFill>
                <a:ln w="9525">
                  <a:noFill/>
                  <a:miter lim="800000"/>
                  <a:headEnd/>
                  <a:tailEnd/>
                </a:ln>
              </p:spPr>
              <p:txBody>
                <a:bodyPr/>
                <a:lstStyle/>
                <a:p>
                  <a:endParaRPr lang="zh-CN" altLang="en-US"/>
                </a:p>
              </p:txBody>
            </p:sp>
            <p:sp>
              <p:nvSpPr>
                <p:cNvPr id="42138" name="Rectangle 319"/>
                <p:cNvSpPr>
                  <a:spLocks noChangeArrowheads="1"/>
                </p:cNvSpPr>
                <p:nvPr/>
              </p:nvSpPr>
              <p:spPr bwMode="auto">
                <a:xfrm>
                  <a:off x="2299" y="3543"/>
                  <a:ext cx="89" cy="11"/>
                </a:xfrm>
                <a:prstGeom prst="rect">
                  <a:avLst/>
                </a:prstGeom>
                <a:solidFill>
                  <a:srgbClr val="FF00FF"/>
                </a:solidFill>
                <a:ln w="9525">
                  <a:noFill/>
                  <a:miter lim="800000"/>
                  <a:headEnd/>
                  <a:tailEnd/>
                </a:ln>
              </p:spPr>
              <p:txBody>
                <a:bodyPr/>
                <a:lstStyle/>
                <a:p>
                  <a:endParaRPr lang="zh-CN" altLang="en-US"/>
                </a:p>
              </p:txBody>
            </p:sp>
            <p:sp>
              <p:nvSpPr>
                <p:cNvPr id="42139" name="Freeform 320"/>
                <p:cNvSpPr>
                  <a:spLocks/>
                </p:cNvSpPr>
                <p:nvPr/>
              </p:nvSpPr>
              <p:spPr bwMode="auto">
                <a:xfrm>
                  <a:off x="2421" y="3471"/>
                  <a:ext cx="17" cy="83"/>
                </a:xfrm>
                <a:custGeom>
                  <a:avLst/>
                  <a:gdLst>
                    <a:gd name="T0" fmla="*/ 0 w 33"/>
                    <a:gd name="T1" fmla="*/ 9 h 167"/>
                    <a:gd name="T2" fmla="*/ 0 w 33"/>
                    <a:gd name="T3" fmla="*/ 10 h 167"/>
                    <a:gd name="T4" fmla="*/ 2 w 33"/>
                    <a:gd name="T5" fmla="*/ 10 h 167"/>
                    <a:gd name="T6" fmla="*/ 3 w 33"/>
                    <a:gd name="T7" fmla="*/ 10 h 167"/>
                    <a:gd name="T8" fmla="*/ 3 w 33"/>
                    <a:gd name="T9" fmla="*/ 9 h 167"/>
                    <a:gd name="T10" fmla="*/ 3 w 33"/>
                    <a:gd name="T11" fmla="*/ 0 h 167"/>
                    <a:gd name="T12" fmla="*/ 1 w 33"/>
                    <a:gd name="T13" fmla="*/ 0 h 167"/>
                    <a:gd name="T14" fmla="*/ 1 w 33"/>
                    <a:gd name="T15" fmla="*/ 9 h 167"/>
                    <a:gd name="T16" fmla="*/ 2 w 33"/>
                    <a:gd name="T17" fmla="*/ 9 h 167"/>
                    <a:gd name="T18" fmla="*/ 2 w 33"/>
                    <a:gd name="T19" fmla="*/ 9 h 167"/>
                    <a:gd name="T20" fmla="*/ 0 w 33"/>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0" y="145"/>
                      </a:moveTo>
                      <a:lnTo>
                        <a:pt x="0" y="167"/>
                      </a:lnTo>
                      <a:lnTo>
                        <a:pt x="22" y="167"/>
                      </a:lnTo>
                      <a:lnTo>
                        <a:pt x="33" y="167"/>
                      </a:lnTo>
                      <a:lnTo>
                        <a:pt x="33" y="156"/>
                      </a:lnTo>
                      <a:lnTo>
                        <a:pt x="33" y="0"/>
                      </a:lnTo>
                      <a:lnTo>
                        <a:pt x="11" y="0"/>
                      </a:lnTo>
                      <a:lnTo>
                        <a:pt x="11" y="156"/>
                      </a:lnTo>
                      <a:lnTo>
                        <a:pt x="22" y="156"/>
                      </a:lnTo>
                      <a:lnTo>
                        <a:pt x="22" y="145"/>
                      </a:lnTo>
                      <a:lnTo>
                        <a:pt x="0" y="145"/>
                      </a:lnTo>
                      <a:close/>
                    </a:path>
                  </a:pathLst>
                </a:custGeom>
                <a:solidFill>
                  <a:srgbClr val="FF00FF"/>
                </a:solidFill>
                <a:ln w="9525">
                  <a:noFill/>
                  <a:round/>
                  <a:headEnd/>
                  <a:tailEnd/>
                </a:ln>
              </p:spPr>
              <p:txBody>
                <a:bodyPr/>
                <a:lstStyle/>
                <a:p>
                  <a:endParaRPr lang="zh-CN" altLang="en-US"/>
                </a:p>
              </p:txBody>
            </p:sp>
            <p:sp>
              <p:nvSpPr>
                <p:cNvPr id="42140" name="Rectangle 321"/>
                <p:cNvSpPr>
                  <a:spLocks noChangeArrowheads="1"/>
                </p:cNvSpPr>
                <p:nvPr/>
              </p:nvSpPr>
              <p:spPr bwMode="auto">
                <a:xfrm>
                  <a:off x="2427" y="3349"/>
                  <a:ext cx="11" cy="88"/>
                </a:xfrm>
                <a:prstGeom prst="rect">
                  <a:avLst/>
                </a:prstGeom>
                <a:solidFill>
                  <a:srgbClr val="FF00FF"/>
                </a:solidFill>
                <a:ln w="9525">
                  <a:noFill/>
                  <a:miter lim="800000"/>
                  <a:headEnd/>
                  <a:tailEnd/>
                </a:ln>
              </p:spPr>
              <p:txBody>
                <a:bodyPr/>
                <a:lstStyle/>
                <a:p>
                  <a:endParaRPr lang="zh-CN" altLang="en-US"/>
                </a:p>
              </p:txBody>
            </p:sp>
            <p:sp>
              <p:nvSpPr>
                <p:cNvPr id="42141" name="Rectangle 322"/>
                <p:cNvSpPr>
                  <a:spLocks noChangeArrowheads="1"/>
                </p:cNvSpPr>
                <p:nvPr/>
              </p:nvSpPr>
              <p:spPr bwMode="auto">
                <a:xfrm>
                  <a:off x="2427" y="3227"/>
                  <a:ext cx="11" cy="88"/>
                </a:xfrm>
                <a:prstGeom prst="rect">
                  <a:avLst/>
                </a:prstGeom>
                <a:solidFill>
                  <a:srgbClr val="FF00FF"/>
                </a:solidFill>
                <a:ln w="9525">
                  <a:noFill/>
                  <a:miter lim="800000"/>
                  <a:headEnd/>
                  <a:tailEnd/>
                </a:ln>
              </p:spPr>
              <p:txBody>
                <a:bodyPr/>
                <a:lstStyle/>
                <a:p>
                  <a:endParaRPr lang="zh-CN" altLang="en-US"/>
                </a:p>
              </p:txBody>
            </p:sp>
            <p:sp>
              <p:nvSpPr>
                <p:cNvPr id="42142" name="Rectangle 323"/>
                <p:cNvSpPr>
                  <a:spLocks noChangeArrowheads="1"/>
                </p:cNvSpPr>
                <p:nvPr/>
              </p:nvSpPr>
              <p:spPr bwMode="auto">
                <a:xfrm>
                  <a:off x="2427" y="3104"/>
                  <a:ext cx="11" cy="89"/>
                </a:xfrm>
                <a:prstGeom prst="rect">
                  <a:avLst/>
                </a:prstGeom>
                <a:solidFill>
                  <a:srgbClr val="FF00FF"/>
                </a:solidFill>
                <a:ln w="9525">
                  <a:noFill/>
                  <a:miter lim="800000"/>
                  <a:headEnd/>
                  <a:tailEnd/>
                </a:ln>
              </p:spPr>
              <p:txBody>
                <a:bodyPr/>
                <a:lstStyle/>
                <a:p>
                  <a:endParaRPr lang="zh-CN" altLang="en-US"/>
                </a:p>
              </p:txBody>
            </p:sp>
            <p:sp>
              <p:nvSpPr>
                <p:cNvPr id="42143" name="Rectangle 324"/>
                <p:cNvSpPr>
                  <a:spLocks noChangeArrowheads="1"/>
                </p:cNvSpPr>
                <p:nvPr/>
              </p:nvSpPr>
              <p:spPr bwMode="auto">
                <a:xfrm>
                  <a:off x="2427" y="2982"/>
                  <a:ext cx="11" cy="89"/>
                </a:xfrm>
                <a:prstGeom prst="rect">
                  <a:avLst/>
                </a:prstGeom>
                <a:solidFill>
                  <a:srgbClr val="FF00FF"/>
                </a:solidFill>
                <a:ln w="9525">
                  <a:noFill/>
                  <a:miter lim="800000"/>
                  <a:headEnd/>
                  <a:tailEnd/>
                </a:ln>
              </p:spPr>
              <p:txBody>
                <a:bodyPr/>
                <a:lstStyle/>
                <a:p>
                  <a:endParaRPr lang="zh-CN" altLang="en-US"/>
                </a:p>
              </p:txBody>
            </p:sp>
            <p:sp>
              <p:nvSpPr>
                <p:cNvPr id="42144" name="Rectangle 325"/>
                <p:cNvSpPr>
                  <a:spLocks noChangeArrowheads="1"/>
                </p:cNvSpPr>
                <p:nvPr/>
              </p:nvSpPr>
              <p:spPr bwMode="auto">
                <a:xfrm>
                  <a:off x="2427" y="2860"/>
                  <a:ext cx="11" cy="89"/>
                </a:xfrm>
                <a:prstGeom prst="rect">
                  <a:avLst/>
                </a:prstGeom>
                <a:solidFill>
                  <a:srgbClr val="FF00FF"/>
                </a:solidFill>
                <a:ln w="9525">
                  <a:noFill/>
                  <a:miter lim="800000"/>
                  <a:headEnd/>
                  <a:tailEnd/>
                </a:ln>
              </p:spPr>
              <p:txBody>
                <a:bodyPr/>
                <a:lstStyle/>
                <a:p>
                  <a:endParaRPr lang="zh-CN" altLang="en-US"/>
                </a:p>
              </p:txBody>
            </p:sp>
            <p:sp>
              <p:nvSpPr>
                <p:cNvPr id="42145" name="Rectangle 326"/>
                <p:cNvSpPr>
                  <a:spLocks noChangeArrowheads="1"/>
                </p:cNvSpPr>
                <p:nvPr/>
              </p:nvSpPr>
              <p:spPr bwMode="auto">
                <a:xfrm>
                  <a:off x="2427" y="2738"/>
                  <a:ext cx="11" cy="89"/>
                </a:xfrm>
                <a:prstGeom prst="rect">
                  <a:avLst/>
                </a:prstGeom>
                <a:solidFill>
                  <a:srgbClr val="FF00FF"/>
                </a:solidFill>
                <a:ln w="9525">
                  <a:noFill/>
                  <a:miter lim="800000"/>
                  <a:headEnd/>
                  <a:tailEnd/>
                </a:ln>
              </p:spPr>
              <p:txBody>
                <a:bodyPr/>
                <a:lstStyle/>
                <a:p>
                  <a:endParaRPr lang="zh-CN" altLang="en-US"/>
                </a:p>
              </p:txBody>
            </p:sp>
            <p:sp>
              <p:nvSpPr>
                <p:cNvPr id="42146" name="Rectangle 327"/>
                <p:cNvSpPr>
                  <a:spLocks noChangeArrowheads="1"/>
                </p:cNvSpPr>
                <p:nvPr/>
              </p:nvSpPr>
              <p:spPr bwMode="auto">
                <a:xfrm>
                  <a:off x="2427" y="2616"/>
                  <a:ext cx="11" cy="89"/>
                </a:xfrm>
                <a:prstGeom prst="rect">
                  <a:avLst/>
                </a:prstGeom>
                <a:solidFill>
                  <a:srgbClr val="FF00FF"/>
                </a:solidFill>
                <a:ln w="9525">
                  <a:noFill/>
                  <a:miter lim="800000"/>
                  <a:headEnd/>
                  <a:tailEnd/>
                </a:ln>
              </p:spPr>
              <p:txBody>
                <a:bodyPr/>
                <a:lstStyle/>
                <a:p>
                  <a:endParaRPr lang="zh-CN" altLang="en-US"/>
                </a:p>
              </p:txBody>
            </p:sp>
            <p:sp>
              <p:nvSpPr>
                <p:cNvPr id="42147" name="Rectangle 328"/>
                <p:cNvSpPr>
                  <a:spLocks noChangeArrowheads="1"/>
                </p:cNvSpPr>
                <p:nvPr/>
              </p:nvSpPr>
              <p:spPr bwMode="auto">
                <a:xfrm>
                  <a:off x="2311" y="2611"/>
                  <a:ext cx="88" cy="11"/>
                </a:xfrm>
                <a:prstGeom prst="rect">
                  <a:avLst/>
                </a:prstGeom>
                <a:solidFill>
                  <a:srgbClr val="FF00FF"/>
                </a:solidFill>
                <a:ln w="9525">
                  <a:noFill/>
                  <a:miter lim="800000"/>
                  <a:headEnd/>
                  <a:tailEnd/>
                </a:ln>
              </p:spPr>
              <p:txBody>
                <a:bodyPr/>
                <a:lstStyle/>
                <a:p>
                  <a:endParaRPr lang="zh-CN" altLang="en-US"/>
                </a:p>
              </p:txBody>
            </p:sp>
            <p:sp>
              <p:nvSpPr>
                <p:cNvPr id="42148" name="Rectangle 329"/>
                <p:cNvSpPr>
                  <a:spLocks noChangeArrowheads="1"/>
                </p:cNvSpPr>
                <p:nvPr/>
              </p:nvSpPr>
              <p:spPr bwMode="auto">
                <a:xfrm>
                  <a:off x="2188" y="2611"/>
                  <a:ext cx="89" cy="11"/>
                </a:xfrm>
                <a:prstGeom prst="rect">
                  <a:avLst/>
                </a:prstGeom>
                <a:solidFill>
                  <a:srgbClr val="FF00FF"/>
                </a:solidFill>
                <a:ln w="9525">
                  <a:noFill/>
                  <a:miter lim="800000"/>
                  <a:headEnd/>
                  <a:tailEnd/>
                </a:ln>
              </p:spPr>
              <p:txBody>
                <a:bodyPr/>
                <a:lstStyle/>
                <a:p>
                  <a:endParaRPr lang="zh-CN" altLang="en-US"/>
                </a:p>
              </p:txBody>
            </p:sp>
            <p:sp>
              <p:nvSpPr>
                <p:cNvPr id="42149" name="Rectangle 330"/>
                <p:cNvSpPr>
                  <a:spLocks noChangeArrowheads="1"/>
                </p:cNvSpPr>
                <p:nvPr/>
              </p:nvSpPr>
              <p:spPr bwMode="auto">
                <a:xfrm>
                  <a:off x="2066" y="2611"/>
                  <a:ext cx="89" cy="11"/>
                </a:xfrm>
                <a:prstGeom prst="rect">
                  <a:avLst/>
                </a:prstGeom>
                <a:solidFill>
                  <a:srgbClr val="FF00FF"/>
                </a:solidFill>
                <a:ln w="9525">
                  <a:noFill/>
                  <a:miter lim="800000"/>
                  <a:headEnd/>
                  <a:tailEnd/>
                </a:ln>
              </p:spPr>
              <p:txBody>
                <a:bodyPr/>
                <a:lstStyle/>
                <a:p>
                  <a:endParaRPr lang="zh-CN" altLang="en-US"/>
                </a:p>
              </p:txBody>
            </p:sp>
            <p:sp>
              <p:nvSpPr>
                <p:cNvPr id="42150" name="Rectangle 331"/>
                <p:cNvSpPr>
                  <a:spLocks noChangeArrowheads="1"/>
                </p:cNvSpPr>
                <p:nvPr/>
              </p:nvSpPr>
              <p:spPr bwMode="auto">
                <a:xfrm>
                  <a:off x="1944" y="2611"/>
                  <a:ext cx="89" cy="11"/>
                </a:xfrm>
                <a:prstGeom prst="rect">
                  <a:avLst/>
                </a:prstGeom>
                <a:solidFill>
                  <a:srgbClr val="FF00FF"/>
                </a:solidFill>
                <a:ln w="9525">
                  <a:noFill/>
                  <a:miter lim="800000"/>
                  <a:headEnd/>
                  <a:tailEnd/>
                </a:ln>
              </p:spPr>
              <p:txBody>
                <a:bodyPr/>
                <a:lstStyle/>
                <a:p>
                  <a:endParaRPr lang="zh-CN" altLang="en-US"/>
                </a:p>
              </p:txBody>
            </p:sp>
            <p:sp>
              <p:nvSpPr>
                <p:cNvPr id="42151" name="Rectangle 332"/>
                <p:cNvSpPr>
                  <a:spLocks noChangeArrowheads="1"/>
                </p:cNvSpPr>
                <p:nvPr/>
              </p:nvSpPr>
              <p:spPr bwMode="auto">
                <a:xfrm>
                  <a:off x="1822" y="2611"/>
                  <a:ext cx="89" cy="11"/>
                </a:xfrm>
                <a:prstGeom prst="rect">
                  <a:avLst/>
                </a:prstGeom>
                <a:solidFill>
                  <a:srgbClr val="FF00FF"/>
                </a:solidFill>
                <a:ln w="9525">
                  <a:noFill/>
                  <a:miter lim="800000"/>
                  <a:headEnd/>
                  <a:tailEnd/>
                </a:ln>
              </p:spPr>
              <p:txBody>
                <a:bodyPr/>
                <a:lstStyle/>
                <a:p>
                  <a:endParaRPr lang="zh-CN" altLang="en-US"/>
                </a:p>
              </p:txBody>
            </p:sp>
          </p:grpSp>
          <p:grpSp>
            <p:nvGrpSpPr>
              <p:cNvPr id="42045" name="Group 333"/>
              <p:cNvGrpSpPr>
                <a:grpSpLocks/>
              </p:cNvGrpSpPr>
              <p:nvPr/>
            </p:nvGrpSpPr>
            <p:grpSpPr bwMode="auto">
              <a:xfrm>
                <a:off x="2693" y="2611"/>
                <a:ext cx="677" cy="943"/>
                <a:chOff x="2693" y="2611"/>
                <a:chExt cx="677" cy="943"/>
              </a:xfrm>
            </p:grpSpPr>
            <p:sp>
              <p:nvSpPr>
                <p:cNvPr id="42100" name="Freeform 334"/>
                <p:cNvSpPr>
                  <a:spLocks/>
                </p:cNvSpPr>
                <p:nvPr/>
              </p:nvSpPr>
              <p:spPr bwMode="auto">
                <a:xfrm>
                  <a:off x="2693" y="2611"/>
                  <a:ext cx="28" cy="94"/>
                </a:xfrm>
                <a:custGeom>
                  <a:avLst/>
                  <a:gdLst>
                    <a:gd name="T0" fmla="*/ 2 w 55"/>
                    <a:gd name="T1" fmla="*/ 0 h 189"/>
                    <a:gd name="T2" fmla="*/ 1 w 55"/>
                    <a:gd name="T3" fmla="*/ 0 h 189"/>
                    <a:gd name="T4" fmla="*/ 1 w 55"/>
                    <a:gd name="T5" fmla="*/ 1 h 189"/>
                    <a:gd name="T6" fmla="*/ 4 w 55"/>
                    <a:gd name="T7" fmla="*/ 1 h 189"/>
                    <a:gd name="T8" fmla="*/ 4 w 55"/>
                    <a:gd name="T9" fmla="*/ 0 h 189"/>
                    <a:gd name="T10" fmla="*/ 1 w 55"/>
                    <a:gd name="T11" fmla="*/ 0 h 189"/>
                    <a:gd name="T12" fmla="*/ 0 w 55"/>
                    <a:gd name="T13" fmla="*/ 0 h 189"/>
                    <a:gd name="T14" fmla="*/ 0 w 55"/>
                    <a:gd name="T15" fmla="*/ 0 h 189"/>
                    <a:gd name="T16" fmla="*/ 0 w 55"/>
                    <a:gd name="T17" fmla="*/ 11 h 189"/>
                    <a:gd name="T18" fmla="*/ 2 w 55"/>
                    <a:gd name="T19" fmla="*/ 11 h 189"/>
                    <a:gd name="T20" fmla="*/ 2 w 55"/>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9"/>
                    <a:gd name="T35" fmla="*/ 55 w 55"/>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9">
                      <a:moveTo>
                        <a:pt x="22" y="11"/>
                      </a:moveTo>
                      <a:lnTo>
                        <a:pt x="11" y="11"/>
                      </a:lnTo>
                      <a:lnTo>
                        <a:pt x="11" y="23"/>
                      </a:lnTo>
                      <a:lnTo>
                        <a:pt x="55" y="23"/>
                      </a:lnTo>
                      <a:lnTo>
                        <a:pt x="55" y="0"/>
                      </a:lnTo>
                      <a:lnTo>
                        <a:pt x="11" y="0"/>
                      </a:lnTo>
                      <a:lnTo>
                        <a:pt x="0" y="0"/>
                      </a:lnTo>
                      <a:lnTo>
                        <a:pt x="0" y="11"/>
                      </a:lnTo>
                      <a:lnTo>
                        <a:pt x="0" y="189"/>
                      </a:lnTo>
                      <a:lnTo>
                        <a:pt x="22" y="189"/>
                      </a:lnTo>
                      <a:lnTo>
                        <a:pt x="22" y="11"/>
                      </a:lnTo>
                      <a:close/>
                    </a:path>
                  </a:pathLst>
                </a:custGeom>
                <a:solidFill>
                  <a:srgbClr val="FF00FF"/>
                </a:solidFill>
                <a:ln w="9525">
                  <a:noFill/>
                  <a:round/>
                  <a:headEnd/>
                  <a:tailEnd/>
                </a:ln>
              </p:spPr>
              <p:txBody>
                <a:bodyPr/>
                <a:lstStyle/>
                <a:p>
                  <a:endParaRPr lang="zh-CN" altLang="en-US"/>
                </a:p>
              </p:txBody>
            </p:sp>
            <p:sp>
              <p:nvSpPr>
                <p:cNvPr id="42101" name="Rectangle 335"/>
                <p:cNvSpPr>
                  <a:spLocks noChangeArrowheads="1"/>
                </p:cNvSpPr>
                <p:nvPr/>
              </p:nvSpPr>
              <p:spPr bwMode="auto">
                <a:xfrm>
                  <a:off x="2693" y="2738"/>
                  <a:ext cx="11" cy="89"/>
                </a:xfrm>
                <a:prstGeom prst="rect">
                  <a:avLst/>
                </a:prstGeom>
                <a:solidFill>
                  <a:srgbClr val="FF00FF"/>
                </a:solidFill>
                <a:ln w="9525">
                  <a:noFill/>
                  <a:miter lim="800000"/>
                  <a:headEnd/>
                  <a:tailEnd/>
                </a:ln>
              </p:spPr>
              <p:txBody>
                <a:bodyPr/>
                <a:lstStyle/>
                <a:p>
                  <a:endParaRPr lang="zh-CN" altLang="en-US"/>
                </a:p>
              </p:txBody>
            </p:sp>
            <p:sp>
              <p:nvSpPr>
                <p:cNvPr id="42102" name="Rectangle 336"/>
                <p:cNvSpPr>
                  <a:spLocks noChangeArrowheads="1"/>
                </p:cNvSpPr>
                <p:nvPr/>
              </p:nvSpPr>
              <p:spPr bwMode="auto">
                <a:xfrm>
                  <a:off x="2693" y="2860"/>
                  <a:ext cx="11" cy="89"/>
                </a:xfrm>
                <a:prstGeom prst="rect">
                  <a:avLst/>
                </a:prstGeom>
                <a:solidFill>
                  <a:srgbClr val="FF00FF"/>
                </a:solidFill>
                <a:ln w="9525">
                  <a:noFill/>
                  <a:miter lim="800000"/>
                  <a:headEnd/>
                  <a:tailEnd/>
                </a:ln>
              </p:spPr>
              <p:txBody>
                <a:bodyPr/>
                <a:lstStyle/>
                <a:p>
                  <a:endParaRPr lang="zh-CN" altLang="en-US"/>
                </a:p>
              </p:txBody>
            </p:sp>
            <p:sp>
              <p:nvSpPr>
                <p:cNvPr id="42103" name="Rectangle 337"/>
                <p:cNvSpPr>
                  <a:spLocks noChangeArrowheads="1"/>
                </p:cNvSpPr>
                <p:nvPr/>
              </p:nvSpPr>
              <p:spPr bwMode="auto">
                <a:xfrm>
                  <a:off x="2693" y="2982"/>
                  <a:ext cx="11" cy="89"/>
                </a:xfrm>
                <a:prstGeom prst="rect">
                  <a:avLst/>
                </a:prstGeom>
                <a:solidFill>
                  <a:srgbClr val="FF00FF"/>
                </a:solidFill>
                <a:ln w="9525">
                  <a:noFill/>
                  <a:miter lim="800000"/>
                  <a:headEnd/>
                  <a:tailEnd/>
                </a:ln>
              </p:spPr>
              <p:txBody>
                <a:bodyPr/>
                <a:lstStyle/>
                <a:p>
                  <a:endParaRPr lang="zh-CN" altLang="en-US"/>
                </a:p>
              </p:txBody>
            </p:sp>
            <p:sp>
              <p:nvSpPr>
                <p:cNvPr id="42104" name="Rectangle 338"/>
                <p:cNvSpPr>
                  <a:spLocks noChangeArrowheads="1"/>
                </p:cNvSpPr>
                <p:nvPr/>
              </p:nvSpPr>
              <p:spPr bwMode="auto">
                <a:xfrm>
                  <a:off x="2693" y="3104"/>
                  <a:ext cx="11" cy="89"/>
                </a:xfrm>
                <a:prstGeom prst="rect">
                  <a:avLst/>
                </a:prstGeom>
                <a:solidFill>
                  <a:srgbClr val="FF00FF"/>
                </a:solidFill>
                <a:ln w="9525">
                  <a:noFill/>
                  <a:miter lim="800000"/>
                  <a:headEnd/>
                  <a:tailEnd/>
                </a:ln>
              </p:spPr>
              <p:txBody>
                <a:bodyPr/>
                <a:lstStyle/>
                <a:p>
                  <a:endParaRPr lang="zh-CN" altLang="en-US"/>
                </a:p>
              </p:txBody>
            </p:sp>
            <p:sp>
              <p:nvSpPr>
                <p:cNvPr id="42105" name="Rectangle 339"/>
                <p:cNvSpPr>
                  <a:spLocks noChangeArrowheads="1"/>
                </p:cNvSpPr>
                <p:nvPr/>
              </p:nvSpPr>
              <p:spPr bwMode="auto">
                <a:xfrm>
                  <a:off x="2693" y="3227"/>
                  <a:ext cx="11" cy="88"/>
                </a:xfrm>
                <a:prstGeom prst="rect">
                  <a:avLst/>
                </a:prstGeom>
                <a:solidFill>
                  <a:srgbClr val="FF00FF"/>
                </a:solidFill>
                <a:ln w="9525">
                  <a:noFill/>
                  <a:miter lim="800000"/>
                  <a:headEnd/>
                  <a:tailEnd/>
                </a:ln>
              </p:spPr>
              <p:txBody>
                <a:bodyPr/>
                <a:lstStyle/>
                <a:p>
                  <a:endParaRPr lang="zh-CN" altLang="en-US"/>
                </a:p>
              </p:txBody>
            </p:sp>
            <p:sp>
              <p:nvSpPr>
                <p:cNvPr id="42106" name="Rectangle 340"/>
                <p:cNvSpPr>
                  <a:spLocks noChangeArrowheads="1"/>
                </p:cNvSpPr>
                <p:nvPr/>
              </p:nvSpPr>
              <p:spPr bwMode="auto">
                <a:xfrm>
                  <a:off x="2693" y="3349"/>
                  <a:ext cx="11" cy="88"/>
                </a:xfrm>
                <a:prstGeom prst="rect">
                  <a:avLst/>
                </a:prstGeom>
                <a:solidFill>
                  <a:srgbClr val="FF00FF"/>
                </a:solidFill>
                <a:ln w="9525">
                  <a:noFill/>
                  <a:miter lim="800000"/>
                  <a:headEnd/>
                  <a:tailEnd/>
                </a:ln>
              </p:spPr>
              <p:txBody>
                <a:bodyPr/>
                <a:lstStyle/>
                <a:p>
                  <a:endParaRPr lang="zh-CN" altLang="en-US"/>
                </a:p>
              </p:txBody>
            </p:sp>
            <p:sp>
              <p:nvSpPr>
                <p:cNvPr id="42107" name="Freeform 341"/>
                <p:cNvSpPr>
                  <a:spLocks/>
                </p:cNvSpPr>
                <p:nvPr/>
              </p:nvSpPr>
              <p:spPr bwMode="auto">
                <a:xfrm>
                  <a:off x="2693" y="3471"/>
                  <a:ext cx="17" cy="83"/>
                </a:xfrm>
                <a:custGeom>
                  <a:avLst/>
                  <a:gdLst>
                    <a:gd name="T0" fmla="*/ 2 w 33"/>
                    <a:gd name="T1" fmla="*/ 0 h 167"/>
                    <a:gd name="T2" fmla="*/ 0 w 33"/>
                    <a:gd name="T3" fmla="*/ 0 h 167"/>
                    <a:gd name="T4" fmla="*/ 0 w 33"/>
                    <a:gd name="T5" fmla="*/ 9 h 167"/>
                    <a:gd name="T6" fmla="*/ 0 w 33"/>
                    <a:gd name="T7" fmla="*/ 10 h 167"/>
                    <a:gd name="T8" fmla="*/ 1 w 33"/>
                    <a:gd name="T9" fmla="*/ 10 h 167"/>
                    <a:gd name="T10" fmla="*/ 3 w 33"/>
                    <a:gd name="T11" fmla="*/ 10 h 167"/>
                    <a:gd name="T12" fmla="*/ 3 w 33"/>
                    <a:gd name="T13" fmla="*/ 9 h 167"/>
                    <a:gd name="T14" fmla="*/ 1 w 33"/>
                    <a:gd name="T15" fmla="*/ 9 h 167"/>
                    <a:gd name="T16" fmla="*/ 1 w 33"/>
                    <a:gd name="T17" fmla="*/ 9 h 167"/>
                    <a:gd name="T18" fmla="*/ 2 w 33"/>
                    <a:gd name="T19" fmla="*/ 9 h 167"/>
                    <a:gd name="T20" fmla="*/ 2 w 33"/>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22" y="0"/>
                      </a:moveTo>
                      <a:lnTo>
                        <a:pt x="0" y="0"/>
                      </a:lnTo>
                      <a:lnTo>
                        <a:pt x="0" y="156"/>
                      </a:lnTo>
                      <a:lnTo>
                        <a:pt x="0" y="167"/>
                      </a:lnTo>
                      <a:lnTo>
                        <a:pt x="11" y="167"/>
                      </a:lnTo>
                      <a:lnTo>
                        <a:pt x="33" y="167"/>
                      </a:lnTo>
                      <a:lnTo>
                        <a:pt x="33" y="145"/>
                      </a:lnTo>
                      <a:lnTo>
                        <a:pt x="11" y="145"/>
                      </a:lnTo>
                      <a:lnTo>
                        <a:pt x="11" y="156"/>
                      </a:lnTo>
                      <a:lnTo>
                        <a:pt x="22" y="156"/>
                      </a:lnTo>
                      <a:lnTo>
                        <a:pt x="22" y="0"/>
                      </a:lnTo>
                      <a:close/>
                    </a:path>
                  </a:pathLst>
                </a:custGeom>
                <a:solidFill>
                  <a:srgbClr val="FF00FF"/>
                </a:solidFill>
                <a:ln w="9525">
                  <a:noFill/>
                  <a:round/>
                  <a:headEnd/>
                  <a:tailEnd/>
                </a:ln>
              </p:spPr>
              <p:txBody>
                <a:bodyPr/>
                <a:lstStyle/>
                <a:p>
                  <a:endParaRPr lang="zh-CN" altLang="en-US"/>
                </a:p>
              </p:txBody>
            </p:sp>
            <p:sp>
              <p:nvSpPr>
                <p:cNvPr id="42108" name="Rectangle 342"/>
                <p:cNvSpPr>
                  <a:spLocks noChangeArrowheads="1"/>
                </p:cNvSpPr>
                <p:nvPr/>
              </p:nvSpPr>
              <p:spPr bwMode="auto">
                <a:xfrm>
                  <a:off x="2743" y="3543"/>
                  <a:ext cx="89" cy="11"/>
                </a:xfrm>
                <a:prstGeom prst="rect">
                  <a:avLst/>
                </a:prstGeom>
                <a:solidFill>
                  <a:srgbClr val="FF00FF"/>
                </a:solidFill>
                <a:ln w="9525">
                  <a:noFill/>
                  <a:miter lim="800000"/>
                  <a:headEnd/>
                  <a:tailEnd/>
                </a:ln>
              </p:spPr>
              <p:txBody>
                <a:bodyPr/>
                <a:lstStyle/>
                <a:p>
                  <a:endParaRPr lang="zh-CN" altLang="en-US"/>
                </a:p>
              </p:txBody>
            </p:sp>
            <p:sp>
              <p:nvSpPr>
                <p:cNvPr id="42109" name="Rectangle 343"/>
                <p:cNvSpPr>
                  <a:spLocks noChangeArrowheads="1"/>
                </p:cNvSpPr>
                <p:nvPr/>
              </p:nvSpPr>
              <p:spPr bwMode="auto">
                <a:xfrm>
                  <a:off x="2865" y="3543"/>
                  <a:ext cx="89" cy="11"/>
                </a:xfrm>
                <a:prstGeom prst="rect">
                  <a:avLst/>
                </a:prstGeom>
                <a:solidFill>
                  <a:srgbClr val="FF00FF"/>
                </a:solidFill>
                <a:ln w="9525">
                  <a:noFill/>
                  <a:miter lim="800000"/>
                  <a:headEnd/>
                  <a:tailEnd/>
                </a:ln>
              </p:spPr>
              <p:txBody>
                <a:bodyPr/>
                <a:lstStyle/>
                <a:p>
                  <a:endParaRPr lang="zh-CN" altLang="en-US"/>
                </a:p>
              </p:txBody>
            </p:sp>
            <p:sp>
              <p:nvSpPr>
                <p:cNvPr id="42110" name="Rectangle 344"/>
                <p:cNvSpPr>
                  <a:spLocks noChangeArrowheads="1"/>
                </p:cNvSpPr>
                <p:nvPr/>
              </p:nvSpPr>
              <p:spPr bwMode="auto">
                <a:xfrm>
                  <a:off x="2987" y="3543"/>
                  <a:ext cx="89" cy="11"/>
                </a:xfrm>
                <a:prstGeom prst="rect">
                  <a:avLst/>
                </a:prstGeom>
                <a:solidFill>
                  <a:srgbClr val="FF00FF"/>
                </a:solidFill>
                <a:ln w="9525">
                  <a:noFill/>
                  <a:miter lim="800000"/>
                  <a:headEnd/>
                  <a:tailEnd/>
                </a:ln>
              </p:spPr>
              <p:txBody>
                <a:bodyPr/>
                <a:lstStyle/>
                <a:p>
                  <a:endParaRPr lang="zh-CN" altLang="en-US"/>
                </a:p>
              </p:txBody>
            </p:sp>
            <p:sp>
              <p:nvSpPr>
                <p:cNvPr id="42111" name="Rectangle 345"/>
                <p:cNvSpPr>
                  <a:spLocks noChangeArrowheads="1"/>
                </p:cNvSpPr>
                <p:nvPr/>
              </p:nvSpPr>
              <p:spPr bwMode="auto">
                <a:xfrm>
                  <a:off x="3110" y="3543"/>
                  <a:ext cx="88" cy="11"/>
                </a:xfrm>
                <a:prstGeom prst="rect">
                  <a:avLst/>
                </a:prstGeom>
                <a:solidFill>
                  <a:srgbClr val="FF00FF"/>
                </a:solidFill>
                <a:ln w="9525">
                  <a:noFill/>
                  <a:miter lim="800000"/>
                  <a:headEnd/>
                  <a:tailEnd/>
                </a:ln>
              </p:spPr>
              <p:txBody>
                <a:bodyPr/>
                <a:lstStyle/>
                <a:p>
                  <a:endParaRPr lang="zh-CN" altLang="en-US"/>
                </a:p>
              </p:txBody>
            </p:sp>
            <p:sp>
              <p:nvSpPr>
                <p:cNvPr id="42112" name="Rectangle 346"/>
                <p:cNvSpPr>
                  <a:spLocks noChangeArrowheads="1"/>
                </p:cNvSpPr>
                <p:nvPr/>
              </p:nvSpPr>
              <p:spPr bwMode="auto">
                <a:xfrm>
                  <a:off x="3232" y="3543"/>
                  <a:ext cx="88" cy="11"/>
                </a:xfrm>
                <a:prstGeom prst="rect">
                  <a:avLst/>
                </a:prstGeom>
                <a:solidFill>
                  <a:srgbClr val="FF00FF"/>
                </a:solidFill>
                <a:ln w="9525">
                  <a:noFill/>
                  <a:miter lim="800000"/>
                  <a:headEnd/>
                  <a:tailEnd/>
                </a:ln>
              </p:spPr>
              <p:txBody>
                <a:bodyPr/>
                <a:lstStyle/>
                <a:p>
                  <a:endParaRPr lang="zh-CN" altLang="en-US"/>
                </a:p>
              </p:txBody>
            </p:sp>
            <p:sp>
              <p:nvSpPr>
                <p:cNvPr id="42113" name="Freeform 347"/>
                <p:cNvSpPr>
                  <a:spLocks/>
                </p:cNvSpPr>
                <p:nvPr/>
              </p:nvSpPr>
              <p:spPr bwMode="auto">
                <a:xfrm>
                  <a:off x="3354" y="3471"/>
                  <a:ext cx="16" cy="83"/>
                </a:xfrm>
                <a:custGeom>
                  <a:avLst/>
                  <a:gdLst>
                    <a:gd name="T0" fmla="*/ 0 w 34"/>
                    <a:gd name="T1" fmla="*/ 9 h 167"/>
                    <a:gd name="T2" fmla="*/ 0 w 34"/>
                    <a:gd name="T3" fmla="*/ 10 h 167"/>
                    <a:gd name="T4" fmla="*/ 1 w 34"/>
                    <a:gd name="T5" fmla="*/ 10 h 167"/>
                    <a:gd name="T6" fmla="*/ 2 w 34"/>
                    <a:gd name="T7" fmla="*/ 10 h 167"/>
                    <a:gd name="T8" fmla="*/ 2 w 34"/>
                    <a:gd name="T9" fmla="*/ 9 h 167"/>
                    <a:gd name="T10" fmla="*/ 2 w 34"/>
                    <a:gd name="T11" fmla="*/ 0 h 167"/>
                    <a:gd name="T12" fmla="*/ 0 w 34"/>
                    <a:gd name="T13" fmla="*/ 0 h 167"/>
                    <a:gd name="T14" fmla="*/ 0 w 34"/>
                    <a:gd name="T15" fmla="*/ 9 h 167"/>
                    <a:gd name="T16" fmla="*/ 1 w 34"/>
                    <a:gd name="T17" fmla="*/ 9 h 167"/>
                    <a:gd name="T18" fmla="*/ 1 w 34"/>
                    <a:gd name="T19" fmla="*/ 9 h 167"/>
                    <a:gd name="T20" fmla="*/ 0 w 34"/>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7"/>
                    <a:gd name="T35" fmla="*/ 34 w 34"/>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7">
                      <a:moveTo>
                        <a:pt x="0" y="145"/>
                      </a:moveTo>
                      <a:lnTo>
                        <a:pt x="0" y="167"/>
                      </a:lnTo>
                      <a:lnTo>
                        <a:pt x="23" y="167"/>
                      </a:lnTo>
                      <a:lnTo>
                        <a:pt x="34" y="167"/>
                      </a:lnTo>
                      <a:lnTo>
                        <a:pt x="34" y="156"/>
                      </a:lnTo>
                      <a:lnTo>
                        <a:pt x="34" y="0"/>
                      </a:lnTo>
                      <a:lnTo>
                        <a:pt x="12" y="0"/>
                      </a:lnTo>
                      <a:lnTo>
                        <a:pt x="12" y="156"/>
                      </a:lnTo>
                      <a:lnTo>
                        <a:pt x="23" y="156"/>
                      </a:lnTo>
                      <a:lnTo>
                        <a:pt x="23" y="145"/>
                      </a:lnTo>
                      <a:lnTo>
                        <a:pt x="0" y="145"/>
                      </a:lnTo>
                      <a:close/>
                    </a:path>
                  </a:pathLst>
                </a:custGeom>
                <a:solidFill>
                  <a:srgbClr val="FF00FF"/>
                </a:solidFill>
                <a:ln w="9525">
                  <a:noFill/>
                  <a:round/>
                  <a:headEnd/>
                  <a:tailEnd/>
                </a:ln>
              </p:spPr>
              <p:txBody>
                <a:bodyPr/>
                <a:lstStyle/>
                <a:p>
                  <a:endParaRPr lang="zh-CN" altLang="en-US"/>
                </a:p>
              </p:txBody>
            </p:sp>
            <p:sp>
              <p:nvSpPr>
                <p:cNvPr id="42114" name="Rectangle 348"/>
                <p:cNvSpPr>
                  <a:spLocks noChangeArrowheads="1"/>
                </p:cNvSpPr>
                <p:nvPr/>
              </p:nvSpPr>
              <p:spPr bwMode="auto">
                <a:xfrm>
                  <a:off x="3359" y="3349"/>
                  <a:ext cx="11" cy="88"/>
                </a:xfrm>
                <a:prstGeom prst="rect">
                  <a:avLst/>
                </a:prstGeom>
                <a:solidFill>
                  <a:srgbClr val="FF00FF"/>
                </a:solidFill>
                <a:ln w="9525">
                  <a:noFill/>
                  <a:miter lim="800000"/>
                  <a:headEnd/>
                  <a:tailEnd/>
                </a:ln>
              </p:spPr>
              <p:txBody>
                <a:bodyPr/>
                <a:lstStyle/>
                <a:p>
                  <a:endParaRPr lang="zh-CN" altLang="en-US"/>
                </a:p>
              </p:txBody>
            </p:sp>
            <p:sp>
              <p:nvSpPr>
                <p:cNvPr id="42115" name="Rectangle 349"/>
                <p:cNvSpPr>
                  <a:spLocks noChangeArrowheads="1"/>
                </p:cNvSpPr>
                <p:nvPr/>
              </p:nvSpPr>
              <p:spPr bwMode="auto">
                <a:xfrm>
                  <a:off x="3359" y="3227"/>
                  <a:ext cx="11" cy="88"/>
                </a:xfrm>
                <a:prstGeom prst="rect">
                  <a:avLst/>
                </a:prstGeom>
                <a:solidFill>
                  <a:srgbClr val="FF00FF"/>
                </a:solidFill>
                <a:ln w="9525">
                  <a:noFill/>
                  <a:miter lim="800000"/>
                  <a:headEnd/>
                  <a:tailEnd/>
                </a:ln>
              </p:spPr>
              <p:txBody>
                <a:bodyPr/>
                <a:lstStyle/>
                <a:p>
                  <a:endParaRPr lang="zh-CN" altLang="en-US"/>
                </a:p>
              </p:txBody>
            </p:sp>
            <p:sp>
              <p:nvSpPr>
                <p:cNvPr id="42116" name="Rectangle 350"/>
                <p:cNvSpPr>
                  <a:spLocks noChangeArrowheads="1"/>
                </p:cNvSpPr>
                <p:nvPr/>
              </p:nvSpPr>
              <p:spPr bwMode="auto">
                <a:xfrm>
                  <a:off x="3359" y="3104"/>
                  <a:ext cx="11" cy="89"/>
                </a:xfrm>
                <a:prstGeom prst="rect">
                  <a:avLst/>
                </a:prstGeom>
                <a:solidFill>
                  <a:srgbClr val="FF00FF"/>
                </a:solidFill>
                <a:ln w="9525">
                  <a:noFill/>
                  <a:miter lim="800000"/>
                  <a:headEnd/>
                  <a:tailEnd/>
                </a:ln>
              </p:spPr>
              <p:txBody>
                <a:bodyPr/>
                <a:lstStyle/>
                <a:p>
                  <a:endParaRPr lang="zh-CN" altLang="en-US"/>
                </a:p>
              </p:txBody>
            </p:sp>
            <p:sp>
              <p:nvSpPr>
                <p:cNvPr id="42117" name="Rectangle 351"/>
                <p:cNvSpPr>
                  <a:spLocks noChangeArrowheads="1"/>
                </p:cNvSpPr>
                <p:nvPr/>
              </p:nvSpPr>
              <p:spPr bwMode="auto">
                <a:xfrm>
                  <a:off x="3359" y="2982"/>
                  <a:ext cx="11" cy="89"/>
                </a:xfrm>
                <a:prstGeom prst="rect">
                  <a:avLst/>
                </a:prstGeom>
                <a:solidFill>
                  <a:srgbClr val="FF00FF"/>
                </a:solidFill>
                <a:ln w="9525">
                  <a:noFill/>
                  <a:miter lim="800000"/>
                  <a:headEnd/>
                  <a:tailEnd/>
                </a:ln>
              </p:spPr>
              <p:txBody>
                <a:bodyPr/>
                <a:lstStyle/>
                <a:p>
                  <a:endParaRPr lang="zh-CN" altLang="en-US"/>
                </a:p>
              </p:txBody>
            </p:sp>
            <p:sp>
              <p:nvSpPr>
                <p:cNvPr id="42118" name="Rectangle 352"/>
                <p:cNvSpPr>
                  <a:spLocks noChangeArrowheads="1"/>
                </p:cNvSpPr>
                <p:nvPr/>
              </p:nvSpPr>
              <p:spPr bwMode="auto">
                <a:xfrm>
                  <a:off x="3359" y="2860"/>
                  <a:ext cx="11" cy="89"/>
                </a:xfrm>
                <a:prstGeom prst="rect">
                  <a:avLst/>
                </a:prstGeom>
                <a:solidFill>
                  <a:srgbClr val="FF00FF"/>
                </a:solidFill>
                <a:ln w="9525">
                  <a:noFill/>
                  <a:miter lim="800000"/>
                  <a:headEnd/>
                  <a:tailEnd/>
                </a:ln>
              </p:spPr>
              <p:txBody>
                <a:bodyPr/>
                <a:lstStyle/>
                <a:p>
                  <a:endParaRPr lang="zh-CN" altLang="en-US"/>
                </a:p>
              </p:txBody>
            </p:sp>
            <p:sp>
              <p:nvSpPr>
                <p:cNvPr id="42119" name="Rectangle 353"/>
                <p:cNvSpPr>
                  <a:spLocks noChangeArrowheads="1"/>
                </p:cNvSpPr>
                <p:nvPr/>
              </p:nvSpPr>
              <p:spPr bwMode="auto">
                <a:xfrm>
                  <a:off x="3359" y="2738"/>
                  <a:ext cx="11" cy="89"/>
                </a:xfrm>
                <a:prstGeom prst="rect">
                  <a:avLst/>
                </a:prstGeom>
                <a:solidFill>
                  <a:srgbClr val="FF00FF"/>
                </a:solidFill>
                <a:ln w="9525">
                  <a:noFill/>
                  <a:miter lim="800000"/>
                  <a:headEnd/>
                  <a:tailEnd/>
                </a:ln>
              </p:spPr>
              <p:txBody>
                <a:bodyPr/>
                <a:lstStyle/>
                <a:p>
                  <a:endParaRPr lang="zh-CN" altLang="en-US"/>
                </a:p>
              </p:txBody>
            </p:sp>
            <p:sp>
              <p:nvSpPr>
                <p:cNvPr id="42120" name="Rectangle 354"/>
                <p:cNvSpPr>
                  <a:spLocks noChangeArrowheads="1"/>
                </p:cNvSpPr>
                <p:nvPr/>
              </p:nvSpPr>
              <p:spPr bwMode="auto">
                <a:xfrm>
                  <a:off x="3359" y="2616"/>
                  <a:ext cx="11" cy="89"/>
                </a:xfrm>
                <a:prstGeom prst="rect">
                  <a:avLst/>
                </a:prstGeom>
                <a:solidFill>
                  <a:srgbClr val="FF00FF"/>
                </a:solidFill>
                <a:ln w="9525">
                  <a:noFill/>
                  <a:miter lim="800000"/>
                  <a:headEnd/>
                  <a:tailEnd/>
                </a:ln>
              </p:spPr>
              <p:txBody>
                <a:bodyPr/>
                <a:lstStyle/>
                <a:p>
                  <a:endParaRPr lang="zh-CN" altLang="en-US"/>
                </a:p>
              </p:txBody>
            </p:sp>
            <p:sp>
              <p:nvSpPr>
                <p:cNvPr id="42121" name="Rectangle 355"/>
                <p:cNvSpPr>
                  <a:spLocks noChangeArrowheads="1"/>
                </p:cNvSpPr>
                <p:nvPr/>
              </p:nvSpPr>
              <p:spPr bwMode="auto">
                <a:xfrm>
                  <a:off x="3243" y="2611"/>
                  <a:ext cx="89" cy="11"/>
                </a:xfrm>
                <a:prstGeom prst="rect">
                  <a:avLst/>
                </a:prstGeom>
                <a:solidFill>
                  <a:srgbClr val="FF00FF"/>
                </a:solidFill>
                <a:ln w="9525">
                  <a:noFill/>
                  <a:miter lim="800000"/>
                  <a:headEnd/>
                  <a:tailEnd/>
                </a:ln>
              </p:spPr>
              <p:txBody>
                <a:bodyPr/>
                <a:lstStyle/>
                <a:p>
                  <a:endParaRPr lang="zh-CN" altLang="en-US"/>
                </a:p>
              </p:txBody>
            </p:sp>
            <p:sp>
              <p:nvSpPr>
                <p:cNvPr id="42122" name="Rectangle 356"/>
                <p:cNvSpPr>
                  <a:spLocks noChangeArrowheads="1"/>
                </p:cNvSpPr>
                <p:nvPr/>
              </p:nvSpPr>
              <p:spPr bwMode="auto">
                <a:xfrm>
                  <a:off x="3121" y="2611"/>
                  <a:ext cx="88" cy="11"/>
                </a:xfrm>
                <a:prstGeom prst="rect">
                  <a:avLst/>
                </a:prstGeom>
                <a:solidFill>
                  <a:srgbClr val="FF00FF"/>
                </a:solidFill>
                <a:ln w="9525">
                  <a:noFill/>
                  <a:miter lim="800000"/>
                  <a:headEnd/>
                  <a:tailEnd/>
                </a:ln>
              </p:spPr>
              <p:txBody>
                <a:bodyPr/>
                <a:lstStyle/>
                <a:p>
                  <a:endParaRPr lang="zh-CN" altLang="en-US"/>
                </a:p>
              </p:txBody>
            </p:sp>
            <p:sp>
              <p:nvSpPr>
                <p:cNvPr id="42123" name="Rectangle 357"/>
                <p:cNvSpPr>
                  <a:spLocks noChangeArrowheads="1"/>
                </p:cNvSpPr>
                <p:nvPr/>
              </p:nvSpPr>
              <p:spPr bwMode="auto">
                <a:xfrm>
                  <a:off x="2999" y="2611"/>
                  <a:ext cx="88" cy="11"/>
                </a:xfrm>
                <a:prstGeom prst="rect">
                  <a:avLst/>
                </a:prstGeom>
                <a:solidFill>
                  <a:srgbClr val="FF00FF"/>
                </a:solidFill>
                <a:ln w="9525">
                  <a:noFill/>
                  <a:miter lim="800000"/>
                  <a:headEnd/>
                  <a:tailEnd/>
                </a:ln>
              </p:spPr>
              <p:txBody>
                <a:bodyPr/>
                <a:lstStyle/>
                <a:p>
                  <a:endParaRPr lang="zh-CN" altLang="en-US"/>
                </a:p>
              </p:txBody>
            </p:sp>
            <p:sp>
              <p:nvSpPr>
                <p:cNvPr id="42124" name="Rectangle 358"/>
                <p:cNvSpPr>
                  <a:spLocks noChangeArrowheads="1"/>
                </p:cNvSpPr>
                <p:nvPr/>
              </p:nvSpPr>
              <p:spPr bwMode="auto">
                <a:xfrm>
                  <a:off x="2877" y="2611"/>
                  <a:ext cx="88" cy="11"/>
                </a:xfrm>
                <a:prstGeom prst="rect">
                  <a:avLst/>
                </a:prstGeom>
                <a:solidFill>
                  <a:srgbClr val="FF00FF"/>
                </a:solidFill>
                <a:ln w="9525">
                  <a:noFill/>
                  <a:miter lim="800000"/>
                  <a:headEnd/>
                  <a:tailEnd/>
                </a:ln>
              </p:spPr>
              <p:txBody>
                <a:bodyPr/>
                <a:lstStyle/>
                <a:p>
                  <a:endParaRPr lang="zh-CN" altLang="en-US"/>
                </a:p>
              </p:txBody>
            </p:sp>
            <p:sp>
              <p:nvSpPr>
                <p:cNvPr id="42125" name="Rectangle 359"/>
                <p:cNvSpPr>
                  <a:spLocks noChangeArrowheads="1"/>
                </p:cNvSpPr>
                <p:nvPr/>
              </p:nvSpPr>
              <p:spPr bwMode="auto">
                <a:xfrm>
                  <a:off x="2754" y="2611"/>
                  <a:ext cx="89" cy="11"/>
                </a:xfrm>
                <a:prstGeom prst="rect">
                  <a:avLst/>
                </a:prstGeom>
                <a:solidFill>
                  <a:srgbClr val="FF00FF"/>
                </a:solidFill>
                <a:ln w="9525">
                  <a:noFill/>
                  <a:miter lim="800000"/>
                  <a:headEnd/>
                  <a:tailEnd/>
                </a:ln>
              </p:spPr>
              <p:txBody>
                <a:bodyPr/>
                <a:lstStyle/>
                <a:p>
                  <a:endParaRPr lang="zh-CN" altLang="en-US"/>
                </a:p>
              </p:txBody>
            </p:sp>
          </p:grpSp>
          <p:grpSp>
            <p:nvGrpSpPr>
              <p:cNvPr id="42046" name="Group 360"/>
              <p:cNvGrpSpPr>
                <a:grpSpLocks/>
              </p:cNvGrpSpPr>
              <p:nvPr/>
            </p:nvGrpSpPr>
            <p:grpSpPr bwMode="auto">
              <a:xfrm>
                <a:off x="3626" y="2611"/>
                <a:ext cx="677" cy="943"/>
                <a:chOff x="3626" y="2611"/>
                <a:chExt cx="677" cy="943"/>
              </a:xfrm>
            </p:grpSpPr>
            <p:sp>
              <p:nvSpPr>
                <p:cNvPr id="42074" name="Freeform 361"/>
                <p:cNvSpPr>
                  <a:spLocks/>
                </p:cNvSpPr>
                <p:nvPr/>
              </p:nvSpPr>
              <p:spPr bwMode="auto">
                <a:xfrm>
                  <a:off x="3626" y="2611"/>
                  <a:ext cx="27" cy="94"/>
                </a:xfrm>
                <a:custGeom>
                  <a:avLst/>
                  <a:gdLst>
                    <a:gd name="T0" fmla="*/ 1 w 56"/>
                    <a:gd name="T1" fmla="*/ 0 h 189"/>
                    <a:gd name="T2" fmla="*/ 0 w 56"/>
                    <a:gd name="T3" fmla="*/ 0 h 189"/>
                    <a:gd name="T4" fmla="*/ 0 w 56"/>
                    <a:gd name="T5" fmla="*/ 1 h 189"/>
                    <a:gd name="T6" fmla="*/ 3 w 56"/>
                    <a:gd name="T7" fmla="*/ 1 h 189"/>
                    <a:gd name="T8" fmla="*/ 3 w 56"/>
                    <a:gd name="T9" fmla="*/ 0 h 189"/>
                    <a:gd name="T10" fmla="*/ 0 w 56"/>
                    <a:gd name="T11" fmla="*/ 0 h 189"/>
                    <a:gd name="T12" fmla="*/ 0 w 56"/>
                    <a:gd name="T13" fmla="*/ 0 h 189"/>
                    <a:gd name="T14" fmla="*/ 0 w 56"/>
                    <a:gd name="T15" fmla="*/ 0 h 189"/>
                    <a:gd name="T16" fmla="*/ 0 w 56"/>
                    <a:gd name="T17" fmla="*/ 11 h 189"/>
                    <a:gd name="T18" fmla="*/ 1 w 56"/>
                    <a:gd name="T19" fmla="*/ 11 h 189"/>
                    <a:gd name="T20" fmla="*/ 1 w 56"/>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
                    <a:gd name="T34" fmla="*/ 0 h 189"/>
                    <a:gd name="T35" fmla="*/ 56 w 56"/>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 h="189">
                      <a:moveTo>
                        <a:pt x="22" y="11"/>
                      </a:moveTo>
                      <a:lnTo>
                        <a:pt x="11" y="11"/>
                      </a:lnTo>
                      <a:lnTo>
                        <a:pt x="11" y="23"/>
                      </a:lnTo>
                      <a:lnTo>
                        <a:pt x="56" y="23"/>
                      </a:lnTo>
                      <a:lnTo>
                        <a:pt x="56" y="0"/>
                      </a:lnTo>
                      <a:lnTo>
                        <a:pt x="11" y="0"/>
                      </a:lnTo>
                      <a:lnTo>
                        <a:pt x="0" y="0"/>
                      </a:lnTo>
                      <a:lnTo>
                        <a:pt x="0" y="11"/>
                      </a:lnTo>
                      <a:lnTo>
                        <a:pt x="0" y="189"/>
                      </a:lnTo>
                      <a:lnTo>
                        <a:pt x="22" y="189"/>
                      </a:lnTo>
                      <a:lnTo>
                        <a:pt x="22" y="11"/>
                      </a:lnTo>
                      <a:close/>
                    </a:path>
                  </a:pathLst>
                </a:custGeom>
                <a:solidFill>
                  <a:srgbClr val="FF00FF"/>
                </a:solidFill>
                <a:ln w="9525">
                  <a:noFill/>
                  <a:round/>
                  <a:headEnd/>
                  <a:tailEnd/>
                </a:ln>
              </p:spPr>
              <p:txBody>
                <a:bodyPr/>
                <a:lstStyle/>
                <a:p>
                  <a:endParaRPr lang="zh-CN" altLang="en-US"/>
                </a:p>
              </p:txBody>
            </p:sp>
            <p:sp>
              <p:nvSpPr>
                <p:cNvPr id="42075" name="Rectangle 362"/>
                <p:cNvSpPr>
                  <a:spLocks noChangeArrowheads="1"/>
                </p:cNvSpPr>
                <p:nvPr/>
              </p:nvSpPr>
              <p:spPr bwMode="auto">
                <a:xfrm>
                  <a:off x="3626" y="2738"/>
                  <a:ext cx="11" cy="89"/>
                </a:xfrm>
                <a:prstGeom prst="rect">
                  <a:avLst/>
                </a:prstGeom>
                <a:solidFill>
                  <a:srgbClr val="FF00FF"/>
                </a:solidFill>
                <a:ln w="9525">
                  <a:noFill/>
                  <a:miter lim="800000"/>
                  <a:headEnd/>
                  <a:tailEnd/>
                </a:ln>
              </p:spPr>
              <p:txBody>
                <a:bodyPr/>
                <a:lstStyle/>
                <a:p>
                  <a:endParaRPr lang="zh-CN" altLang="en-US"/>
                </a:p>
              </p:txBody>
            </p:sp>
            <p:sp>
              <p:nvSpPr>
                <p:cNvPr id="42076" name="Rectangle 363"/>
                <p:cNvSpPr>
                  <a:spLocks noChangeArrowheads="1"/>
                </p:cNvSpPr>
                <p:nvPr/>
              </p:nvSpPr>
              <p:spPr bwMode="auto">
                <a:xfrm>
                  <a:off x="3626" y="2860"/>
                  <a:ext cx="11" cy="89"/>
                </a:xfrm>
                <a:prstGeom prst="rect">
                  <a:avLst/>
                </a:prstGeom>
                <a:solidFill>
                  <a:srgbClr val="FF00FF"/>
                </a:solidFill>
                <a:ln w="9525">
                  <a:noFill/>
                  <a:miter lim="800000"/>
                  <a:headEnd/>
                  <a:tailEnd/>
                </a:ln>
              </p:spPr>
              <p:txBody>
                <a:bodyPr/>
                <a:lstStyle/>
                <a:p>
                  <a:endParaRPr lang="zh-CN" altLang="en-US"/>
                </a:p>
              </p:txBody>
            </p:sp>
            <p:sp>
              <p:nvSpPr>
                <p:cNvPr id="42077" name="Rectangle 364"/>
                <p:cNvSpPr>
                  <a:spLocks noChangeArrowheads="1"/>
                </p:cNvSpPr>
                <p:nvPr/>
              </p:nvSpPr>
              <p:spPr bwMode="auto">
                <a:xfrm>
                  <a:off x="3626" y="2982"/>
                  <a:ext cx="11" cy="89"/>
                </a:xfrm>
                <a:prstGeom prst="rect">
                  <a:avLst/>
                </a:prstGeom>
                <a:solidFill>
                  <a:srgbClr val="FF00FF"/>
                </a:solidFill>
                <a:ln w="9525">
                  <a:noFill/>
                  <a:miter lim="800000"/>
                  <a:headEnd/>
                  <a:tailEnd/>
                </a:ln>
              </p:spPr>
              <p:txBody>
                <a:bodyPr/>
                <a:lstStyle/>
                <a:p>
                  <a:endParaRPr lang="zh-CN" altLang="en-US"/>
                </a:p>
              </p:txBody>
            </p:sp>
            <p:sp>
              <p:nvSpPr>
                <p:cNvPr id="42078" name="Rectangle 365"/>
                <p:cNvSpPr>
                  <a:spLocks noChangeArrowheads="1"/>
                </p:cNvSpPr>
                <p:nvPr/>
              </p:nvSpPr>
              <p:spPr bwMode="auto">
                <a:xfrm>
                  <a:off x="3626" y="3104"/>
                  <a:ext cx="11" cy="89"/>
                </a:xfrm>
                <a:prstGeom prst="rect">
                  <a:avLst/>
                </a:prstGeom>
                <a:solidFill>
                  <a:srgbClr val="FF00FF"/>
                </a:solidFill>
                <a:ln w="9525">
                  <a:noFill/>
                  <a:miter lim="800000"/>
                  <a:headEnd/>
                  <a:tailEnd/>
                </a:ln>
              </p:spPr>
              <p:txBody>
                <a:bodyPr/>
                <a:lstStyle/>
                <a:p>
                  <a:endParaRPr lang="zh-CN" altLang="en-US"/>
                </a:p>
              </p:txBody>
            </p:sp>
            <p:sp>
              <p:nvSpPr>
                <p:cNvPr id="42079" name="Rectangle 366"/>
                <p:cNvSpPr>
                  <a:spLocks noChangeArrowheads="1"/>
                </p:cNvSpPr>
                <p:nvPr/>
              </p:nvSpPr>
              <p:spPr bwMode="auto">
                <a:xfrm>
                  <a:off x="3626" y="3227"/>
                  <a:ext cx="11" cy="88"/>
                </a:xfrm>
                <a:prstGeom prst="rect">
                  <a:avLst/>
                </a:prstGeom>
                <a:solidFill>
                  <a:srgbClr val="FF00FF"/>
                </a:solidFill>
                <a:ln w="9525">
                  <a:noFill/>
                  <a:miter lim="800000"/>
                  <a:headEnd/>
                  <a:tailEnd/>
                </a:ln>
              </p:spPr>
              <p:txBody>
                <a:bodyPr/>
                <a:lstStyle/>
                <a:p>
                  <a:endParaRPr lang="zh-CN" altLang="en-US"/>
                </a:p>
              </p:txBody>
            </p:sp>
            <p:sp>
              <p:nvSpPr>
                <p:cNvPr id="42080" name="Rectangle 367"/>
                <p:cNvSpPr>
                  <a:spLocks noChangeArrowheads="1"/>
                </p:cNvSpPr>
                <p:nvPr/>
              </p:nvSpPr>
              <p:spPr bwMode="auto">
                <a:xfrm>
                  <a:off x="3626" y="3349"/>
                  <a:ext cx="11" cy="88"/>
                </a:xfrm>
                <a:prstGeom prst="rect">
                  <a:avLst/>
                </a:prstGeom>
                <a:solidFill>
                  <a:srgbClr val="FF00FF"/>
                </a:solidFill>
                <a:ln w="9525">
                  <a:noFill/>
                  <a:miter lim="800000"/>
                  <a:headEnd/>
                  <a:tailEnd/>
                </a:ln>
              </p:spPr>
              <p:txBody>
                <a:bodyPr/>
                <a:lstStyle/>
                <a:p>
                  <a:endParaRPr lang="zh-CN" altLang="en-US"/>
                </a:p>
              </p:txBody>
            </p:sp>
            <p:sp>
              <p:nvSpPr>
                <p:cNvPr id="42081" name="Freeform 368"/>
                <p:cNvSpPr>
                  <a:spLocks/>
                </p:cNvSpPr>
                <p:nvPr/>
              </p:nvSpPr>
              <p:spPr bwMode="auto">
                <a:xfrm>
                  <a:off x="3626" y="3471"/>
                  <a:ext cx="16" cy="83"/>
                </a:xfrm>
                <a:custGeom>
                  <a:avLst/>
                  <a:gdLst>
                    <a:gd name="T0" fmla="*/ 1 w 33"/>
                    <a:gd name="T1" fmla="*/ 0 h 167"/>
                    <a:gd name="T2" fmla="*/ 0 w 33"/>
                    <a:gd name="T3" fmla="*/ 0 h 167"/>
                    <a:gd name="T4" fmla="*/ 0 w 33"/>
                    <a:gd name="T5" fmla="*/ 9 h 167"/>
                    <a:gd name="T6" fmla="*/ 0 w 33"/>
                    <a:gd name="T7" fmla="*/ 10 h 167"/>
                    <a:gd name="T8" fmla="*/ 0 w 33"/>
                    <a:gd name="T9" fmla="*/ 10 h 167"/>
                    <a:gd name="T10" fmla="*/ 2 w 33"/>
                    <a:gd name="T11" fmla="*/ 10 h 167"/>
                    <a:gd name="T12" fmla="*/ 2 w 33"/>
                    <a:gd name="T13" fmla="*/ 9 h 167"/>
                    <a:gd name="T14" fmla="*/ 0 w 33"/>
                    <a:gd name="T15" fmla="*/ 9 h 167"/>
                    <a:gd name="T16" fmla="*/ 0 w 33"/>
                    <a:gd name="T17" fmla="*/ 9 h 167"/>
                    <a:gd name="T18" fmla="*/ 1 w 33"/>
                    <a:gd name="T19" fmla="*/ 9 h 167"/>
                    <a:gd name="T20" fmla="*/ 1 w 33"/>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22" y="0"/>
                      </a:moveTo>
                      <a:lnTo>
                        <a:pt x="0" y="0"/>
                      </a:lnTo>
                      <a:lnTo>
                        <a:pt x="0" y="156"/>
                      </a:lnTo>
                      <a:lnTo>
                        <a:pt x="0" y="167"/>
                      </a:lnTo>
                      <a:lnTo>
                        <a:pt x="11" y="167"/>
                      </a:lnTo>
                      <a:lnTo>
                        <a:pt x="33" y="167"/>
                      </a:lnTo>
                      <a:lnTo>
                        <a:pt x="33" y="145"/>
                      </a:lnTo>
                      <a:lnTo>
                        <a:pt x="11" y="145"/>
                      </a:lnTo>
                      <a:lnTo>
                        <a:pt x="11" y="156"/>
                      </a:lnTo>
                      <a:lnTo>
                        <a:pt x="22" y="156"/>
                      </a:lnTo>
                      <a:lnTo>
                        <a:pt x="22" y="0"/>
                      </a:lnTo>
                      <a:close/>
                    </a:path>
                  </a:pathLst>
                </a:custGeom>
                <a:solidFill>
                  <a:srgbClr val="FF00FF"/>
                </a:solidFill>
                <a:ln w="9525">
                  <a:noFill/>
                  <a:round/>
                  <a:headEnd/>
                  <a:tailEnd/>
                </a:ln>
              </p:spPr>
              <p:txBody>
                <a:bodyPr/>
                <a:lstStyle/>
                <a:p>
                  <a:endParaRPr lang="zh-CN" altLang="en-US"/>
                </a:p>
              </p:txBody>
            </p:sp>
            <p:sp>
              <p:nvSpPr>
                <p:cNvPr id="42082" name="Rectangle 369"/>
                <p:cNvSpPr>
                  <a:spLocks noChangeArrowheads="1"/>
                </p:cNvSpPr>
                <p:nvPr/>
              </p:nvSpPr>
              <p:spPr bwMode="auto">
                <a:xfrm>
                  <a:off x="3676" y="3543"/>
                  <a:ext cx="88" cy="11"/>
                </a:xfrm>
                <a:prstGeom prst="rect">
                  <a:avLst/>
                </a:prstGeom>
                <a:solidFill>
                  <a:srgbClr val="FF00FF"/>
                </a:solidFill>
                <a:ln w="9525">
                  <a:noFill/>
                  <a:miter lim="800000"/>
                  <a:headEnd/>
                  <a:tailEnd/>
                </a:ln>
              </p:spPr>
              <p:txBody>
                <a:bodyPr/>
                <a:lstStyle/>
                <a:p>
                  <a:endParaRPr lang="zh-CN" altLang="en-US"/>
                </a:p>
              </p:txBody>
            </p:sp>
            <p:sp>
              <p:nvSpPr>
                <p:cNvPr id="42083" name="Rectangle 370"/>
                <p:cNvSpPr>
                  <a:spLocks noChangeArrowheads="1"/>
                </p:cNvSpPr>
                <p:nvPr/>
              </p:nvSpPr>
              <p:spPr bwMode="auto">
                <a:xfrm>
                  <a:off x="3798" y="3543"/>
                  <a:ext cx="88" cy="11"/>
                </a:xfrm>
                <a:prstGeom prst="rect">
                  <a:avLst/>
                </a:prstGeom>
                <a:solidFill>
                  <a:srgbClr val="FF00FF"/>
                </a:solidFill>
                <a:ln w="9525">
                  <a:noFill/>
                  <a:miter lim="800000"/>
                  <a:headEnd/>
                  <a:tailEnd/>
                </a:ln>
              </p:spPr>
              <p:txBody>
                <a:bodyPr/>
                <a:lstStyle/>
                <a:p>
                  <a:endParaRPr lang="zh-CN" altLang="en-US"/>
                </a:p>
              </p:txBody>
            </p:sp>
            <p:sp>
              <p:nvSpPr>
                <p:cNvPr id="42084" name="Rectangle 371"/>
                <p:cNvSpPr>
                  <a:spLocks noChangeArrowheads="1"/>
                </p:cNvSpPr>
                <p:nvPr/>
              </p:nvSpPr>
              <p:spPr bwMode="auto">
                <a:xfrm>
                  <a:off x="3920" y="3543"/>
                  <a:ext cx="88" cy="11"/>
                </a:xfrm>
                <a:prstGeom prst="rect">
                  <a:avLst/>
                </a:prstGeom>
                <a:solidFill>
                  <a:srgbClr val="FF00FF"/>
                </a:solidFill>
                <a:ln w="9525">
                  <a:noFill/>
                  <a:miter lim="800000"/>
                  <a:headEnd/>
                  <a:tailEnd/>
                </a:ln>
              </p:spPr>
              <p:txBody>
                <a:bodyPr/>
                <a:lstStyle/>
                <a:p>
                  <a:endParaRPr lang="zh-CN" altLang="en-US"/>
                </a:p>
              </p:txBody>
            </p:sp>
            <p:sp>
              <p:nvSpPr>
                <p:cNvPr id="42085" name="Rectangle 372"/>
                <p:cNvSpPr>
                  <a:spLocks noChangeArrowheads="1"/>
                </p:cNvSpPr>
                <p:nvPr/>
              </p:nvSpPr>
              <p:spPr bwMode="auto">
                <a:xfrm>
                  <a:off x="4042" y="3543"/>
                  <a:ext cx="89" cy="11"/>
                </a:xfrm>
                <a:prstGeom prst="rect">
                  <a:avLst/>
                </a:prstGeom>
                <a:solidFill>
                  <a:srgbClr val="FF00FF"/>
                </a:solidFill>
                <a:ln w="9525">
                  <a:noFill/>
                  <a:miter lim="800000"/>
                  <a:headEnd/>
                  <a:tailEnd/>
                </a:ln>
              </p:spPr>
              <p:txBody>
                <a:bodyPr/>
                <a:lstStyle/>
                <a:p>
                  <a:endParaRPr lang="zh-CN" altLang="en-US"/>
                </a:p>
              </p:txBody>
            </p:sp>
            <p:sp>
              <p:nvSpPr>
                <p:cNvPr id="42086" name="Rectangle 373"/>
                <p:cNvSpPr>
                  <a:spLocks noChangeArrowheads="1"/>
                </p:cNvSpPr>
                <p:nvPr/>
              </p:nvSpPr>
              <p:spPr bwMode="auto">
                <a:xfrm>
                  <a:off x="4164" y="3543"/>
                  <a:ext cx="89" cy="11"/>
                </a:xfrm>
                <a:prstGeom prst="rect">
                  <a:avLst/>
                </a:prstGeom>
                <a:solidFill>
                  <a:srgbClr val="FF00FF"/>
                </a:solidFill>
                <a:ln w="9525">
                  <a:noFill/>
                  <a:miter lim="800000"/>
                  <a:headEnd/>
                  <a:tailEnd/>
                </a:ln>
              </p:spPr>
              <p:txBody>
                <a:bodyPr/>
                <a:lstStyle/>
                <a:p>
                  <a:endParaRPr lang="zh-CN" altLang="en-US"/>
                </a:p>
              </p:txBody>
            </p:sp>
            <p:sp>
              <p:nvSpPr>
                <p:cNvPr id="42087" name="Freeform 374"/>
                <p:cNvSpPr>
                  <a:spLocks/>
                </p:cNvSpPr>
                <p:nvPr/>
              </p:nvSpPr>
              <p:spPr bwMode="auto">
                <a:xfrm>
                  <a:off x="4286" y="3471"/>
                  <a:ext cx="17" cy="83"/>
                </a:xfrm>
                <a:custGeom>
                  <a:avLst/>
                  <a:gdLst>
                    <a:gd name="T0" fmla="*/ 0 w 33"/>
                    <a:gd name="T1" fmla="*/ 9 h 167"/>
                    <a:gd name="T2" fmla="*/ 0 w 33"/>
                    <a:gd name="T3" fmla="*/ 10 h 167"/>
                    <a:gd name="T4" fmla="*/ 2 w 33"/>
                    <a:gd name="T5" fmla="*/ 10 h 167"/>
                    <a:gd name="T6" fmla="*/ 3 w 33"/>
                    <a:gd name="T7" fmla="*/ 10 h 167"/>
                    <a:gd name="T8" fmla="*/ 3 w 33"/>
                    <a:gd name="T9" fmla="*/ 9 h 167"/>
                    <a:gd name="T10" fmla="*/ 3 w 33"/>
                    <a:gd name="T11" fmla="*/ 0 h 167"/>
                    <a:gd name="T12" fmla="*/ 1 w 33"/>
                    <a:gd name="T13" fmla="*/ 0 h 167"/>
                    <a:gd name="T14" fmla="*/ 1 w 33"/>
                    <a:gd name="T15" fmla="*/ 9 h 167"/>
                    <a:gd name="T16" fmla="*/ 2 w 33"/>
                    <a:gd name="T17" fmla="*/ 9 h 167"/>
                    <a:gd name="T18" fmla="*/ 2 w 33"/>
                    <a:gd name="T19" fmla="*/ 9 h 167"/>
                    <a:gd name="T20" fmla="*/ 0 w 33"/>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0" y="145"/>
                      </a:moveTo>
                      <a:lnTo>
                        <a:pt x="0" y="167"/>
                      </a:lnTo>
                      <a:lnTo>
                        <a:pt x="22" y="167"/>
                      </a:lnTo>
                      <a:lnTo>
                        <a:pt x="33" y="167"/>
                      </a:lnTo>
                      <a:lnTo>
                        <a:pt x="33" y="156"/>
                      </a:lnTo>
                      <a:lnTo>
                        <a:pt x="33" y="0"/>
                      </a:lnTo>
                      <a:lnTo>
                        <a:pt x="11" y="0"/>
                      </a:lnTo>
                      <a:lnTo>
                        <a:pt x="11" y="156"/>
                      </a:lnTo>
                      <a:lnTo>
                        <a:pt x="22" y="156"/>
                      </a:lnTo>
                      <a:lnTo>
                        <a:pt x="22" y="145"/>
                      </a:lnTo>
                      <a:lnTo>
                        <a:pt x="0" y="145"/>
                      </a:lnTo>
                      <a:close/>
                    </a:path>
                  </a:pathLst>
                </a:custGeom>
                <a:solidFill>
                  <a:srgbClr val="FF00FF"/>
                </a:solidFill>
                <a:ln w="9525">
                  <a:noFill/>
                  <a:round/>
                  <a:headEnd/>
                  <a:tailEnd/>
                </a:ln>
              </p:spPr>
              <p:txBody>
                <a:bodyPr/>
                <a:lstStyle/>
                <a:p>
                  <a:endParaRPr lang="zh-CN" altLang="en-US"/>
                </a:p>
              </p:txBody>
            </p:sp>
            <p:sp>
              <p:nvSpPr>
                <p:cNvPr id="42088" name="Rectangle 375"/>
                <p:cNvSpPr>
                  <a:spLocks noChangeArrowheads="1"/>
                </p:cNvSpPr>
                <p:nvPr/>
              </p:nvSpPr>
              <p:spPr bwMode="auto">
                <a:xfrm>
                  <a:off x="4291" y="3349"/>
                  <a:ext cx="12" cy="88"/>
                </a:xfrm>
                <a:prstGeom prst="rect">
                  <a:avLst/>
                </a:prstGeom>
                <a:solidFill>
                  <a:srgbClr val="FF00FF"/>
                </a:solidFill>
                <a:ln w="9525">
                  <a:noFill/>
                  <a:miter lim="800000"/>
                  <a:headEnd/>
                  <a:tailEnd/>
                </a:ln>
              </p:spPr>
              <p:txBody>
                <a:bodyPr/>
                <a:lstStyle/>
                <a:p>
                  <a:endParaRPr lang="zh-CN" altLang="en-US"/>
                </a:p>
              </p:txBody>
            </p:sp>
            <p:sp>
              <p:nvSpPr>
                <p:cNvPr id="42089" name="Rectangle 376"/>
                <p:cNvSpPr>
                  <a:spLocks noChangeArrowheads="1"/>
                </p:cNvSpPr>
                <p:nvPr/>
              </p:nvSpPr>
              <p:spPr bwMode="auto">
                <a:xfrm>
                  <a:off x="4291" y="3227"/>
                  <a:ext cx="12" cy="88"/>
                </a:xfrm>
                <a:prstGeom prst="rect">
                  <a:avLst/>
                </a:prstGeom>
                <a:solidFill>
                  <a:srgbClr val="FF00FF"/>
                </a:solidFill>
                <a:ln w="9525">
                  <a:noFill/>
                  <a:miter lim="800000"/>
                  <a:headEnd/>
                  <a:tailEnd/>
                </a:ln>
              </p:spPr>
              <p:txBody>
                <a:bodyPr/>
                <a:lstStyle/>
                <a:p>
                  <a:endParaRPr lang="zh-CN" altLang="en-US"/>
                </a:p>
              </p:txBody>
            </p:sp>
            <p:sp>
              <p:nvSpPr>
                <p:cNvPr id="42090" name="Rectangle 377"/>
                <p:cNvSpPr>
                  <a:spLocks noChangeArrowheads="1"/>
                </p:cNvSpPr>
                <p:nvPr/>
              </p:nvSpPr>
              <p:spPr bwMode="auto">
                <a:xfrm>
                  <a:off x="4291" y="3104"/>
                  <a:ext cx="12" cy="89"/>
                </a:xfrm>
                <a:prstGeom prst="rect">
                  <a:avLst/>
                </a:prstGeom>
                <a:solidFill>
                  <a:srgbClr val="FF00FF"/>
                </a:solidFill>
                <a:ln w="9525">
                  <a:noFill/>
                  <a:miter lim="800000"/>
                  <a:headEnd/>
                  <a:tailEnd/>
                </a:ln>
              </p:spPr>
              <p:txBody>
                <a:bodyPr/>
                <a:lstStyle/>
                <a:p>
                  <a:endParaRPr lang="zh-CN" altLang="en-US"/>
                </a:p>
              </p:txBody>
            </p:sp>
            <p:sp>
              <p:nvSpPr>
                <p:cNvPr id="42091" name="Rectangle 378"/>
                <p:cNvSpPr>
                  <a:spLocks noChangeArrowheads="1"/>
                </p:cNvSpPr>
                <p:nvPr/>
              </p:nvSpPr>
              <p:spPr bwMode="auto">
                <a:xfrm>
                  <a:off x="4291" y="2982"/>
                  <a:ext cx="12" cy="89"/>
                </a:xfrm>
                <a:prstGeom prst="rect">
                  <a:avLst/>
                </a:prstGeom>
                <a:solidFill>
                  <a:srgbClr val="FF00FF"/>
                </a:solidFill>
                <a:ln w="9525">
                  <a:noFill/>
                  <a:miter lim="800000"/>
                  <a:headEnd/>
                  <a:tailEnd/>
                </a:ln>
              </p:spPr>
              <p:txBody>
                <a:bodyPr/>
                <a:lstStyle/>
                <a:p>
                  <a:endParaRPr lang="zh-CN" altLang="en-US"/>
                </a:p>
              </p:txBody>
            </p:sp>
            <p:sp>
              <p:nvSpPr>
                <p:cNvPr id="42092" name="Rectangle 379"/>
                <p:cNvSpPr>
                  <a:spLocks noChangeArrowheads="1"/>
                </p:cNvSpPr>
                <p:nvPr/>
              </p:nvSpPr>
              <p:spPr bwMode="auto">
                <a:xfrm>
                  <a:off x="4291" y="2860"/>
                  <a:ext cx="12" cy="89"/>
                </a:xfrm>
                <a:prstGeom prst="rect">
                  <a:avLst/>
                </a:prstGeom>
                <a:solidFill>
                  <a:srgbClr val="FF00FF"/>
                </a:solidFill>
                <a:ln w="9525">
                  <a:noFill/>
                  <a:miter lim="800000"/>
                  <a:headEnd/>
                  <a:tailEnd/>
                </a:ln>
              </p:spPr>
              <p:txBody>
                <a:bodyPr/>
                <a:lstStyle/>
                <a:p>
                  <a:endParaRPr lang="zh-CN" altLang="en-US"/>
                </a:p>
              </p:txBody>
            </p:sp>
            <p:sp>
              <p:nvSpPr>
                <p:cNvPr id="42093" name="Rectangle 380"/>
                <p:cNvSpPr>
                  <a:spLocks noChangeArrowheads="1"/>
                </p:cNvSpPr>
                <p:nvPr/>
              </p:nvSpPr>
              <p:spPr bwMode="auto">
                <a:xfrm>
                  <a:off x="4291" y="2738"/>
                  <a:ext cx="12" cy="89"/>
                </a:xfrm>
                <a:prstGeom prst="rect">
                  <a:avLst/>
                </a:prstGeom>
                <a:solidFill>
                  <a:srgbClr val="FF00FF"/>
                </a:solidFill>
                <a:ln w="9525">
                  <a:noFill/>
                  <a:miter lim="800000"/>
                  <a:headEnd/>
                  <a:tailEnd/>
                </a:ln>
              </p:spPr>
              <p:txBody>
                <a:bodyPr/>
                <a:lstStyle/>
                <a:p>
                  <a:endParaRPr lang="zh-CN" altLang="en-US"/>
                </a:p>
              </p:txBody>
            </p:sp>
            <p:sp>
              <p:nvSpPr>
                <p:cNvPr id="42094" name="Rectangle 381"/>
                <p:cNvSpPr>
                  <a:spLocks noChangeArrowheads="1"/>
                </p:cNvSpPr>
                <p:nvPr/>
              </p:nvSpPr>
              <p:spPr bwMode="auto">
                <a:xfrm>
                  <a:off x="4291" y="2616"/>
                  <a:ext cx="12" cy="89"/>
                </a:xfrm>
                <a:prstGeom prst="rect">
                  <a:avLst/>
                </a:prstGeom>
                <a:solidFill>
                  <a:srgbClr val="FF00FF"/>
                </a:solidFill>
                <a:ln w="9525">
                  <a:noFill/>
                  <a:miter lim="800000"/>
                  <a:headEnd/>
                  <a:tailEnd/>
                </a:ln>
              </p:spPr>
              <p:txBody>
                <a:bodyPr/>
                <a:lstStyle/>
                <a:p>
                  <a:endParaRPr lang="zh-CN" altLang="en-US"/>
                </a:p>
              </p:txBody>
            </p:sp>
            <p:sp>
              <p:nvSpPr>
                <p:cNvPr id="42095" name="Rectangle 382"/>
                <p:cNvSpPr>
                  <a:spLocks noChangeArrowheads="1"/>
                </p:cNvSpPr>
                <p:nvPr/>
              </p:nvSpPr>
              <p:spPr bwMode="auto">
                <a:xfrm>
                  <a:off x="4175" y="2611"/>
                  <a:ext cx="89" cy="11"/>
                </a:xfrm>
                <a:prstGeom prst="rect">
                  <a:avLst/>
                </a:prstGeom>
                <a:solidFill>
                  <a:srgbClr val="FF00FF"/>
                </a:solidFill>
                <a:ln w="9525">
                  <a:noFill/>
                  <a:miter lim="800000"/>
                  <a:headEnd/>
                  <a:tailEnd/>
                </a:ln>
              </p:spPr>
              <p:txBody>
                <a:bodyPr/>
                <a:lstStyle/>
                <a:p>
                  <a:endParaRPr lang="zh-CN" altLang="en-US"/>
                </a:p>
              </p:txBody>
            </p:sp>
            <p:sp>
              <p:nvSpPr>
                <p:cNvPr id="42096" name="Rectangle 383"/>
                <p:cNvSpPr>
                  <a:spLocks noChangeArrowheads="1"/>
                </p:cNvSpPr>
                <p:nvPr/>
              </p:nvSpPr>
              <p:spPr bwMode="auto">
                <a:xfrm>
                  <a:off x="4053" y="2611"/>
                  <a:ext cx="89" cy="11"/>
                </a:xfrm>
                <a:prstGeom prst="rect">
                  <a:avLst/>
                </a:prstGeom>
                <a:solidFill>
                  <a:srgbClr val="FF00FF"/>
                </a:solidFill>
                <a:ln w="9525">
                  <a:noFill/>
                  <a:miter lim="800000"/>
                  <a:headEnd/>
                  <a:tailEnd/>
                </a:ln>
              </p:spPr>
              <p:txBody>
                <a:bodyPr/>
                <a:lstStyle/>
                <a:p>
                  <a:endParaRPr lang="zh-CN" altLang="en-US"/>
                </a:p>
              </p:txBody>
            </p:sp>
            <p:sp>
              <p:nvSpPr>
                <p:cNvPr id="42097" name="Rectangle 384"/>
                <p:cNvSpPr>
                  <a:spLocks noChangeArrowheads="1"/>
                </p:cNvSpPr>
                <p:nvPr/>
              </p:nvSpPr>
              <p:spPr bwMode="auto">
                <a:xfrm>
                  <a:off x="3931" y="2611"/>
                  <a:ext cx="89" cy="11"/>
                </a:xfrm>
                <a:prstGeom prst="rect">
                  <a:avLst/>
                </a:prstGeom>
                <a:solidFill>
                  <a:srgbClr val="FF00FF"/>
                </a:solidFill>
                <a:ln w="9525">
                  <a:noFill/>
                  <a:miter lim="800000"/>
                  <a:headEnd/>
                  <a:tailEnd/>
                </a:ln>
              </p:spPr>
              <p:txBody>
                <a:bodyPr/>
                <a:lstStyle/>
                <a:p>
                  <a:endParaRPr lang="zh-CN" altLang="en-US"/>
                </a:p>
              </p:txBody>
            </p:sp>
            <p:sp>
              <p:nvSpPr>
                <p:cNvPr id="42098" name="Rectangle 385"/>
                <p:cNvSpPr>
                  <a:spLocks noChangeArrowheads="1"/>
                </p:cNvSpPr>
                <p:nvPr/>
              </p:nvSpPr>
              <p:spPr bwMode="auto">
                <a:xfrm>
                  <a:off x="3809" y="2611"/>
                  <a:ext cx="88" cy="11"/>
                </a:xfrm>
                <a:prstGeom prst="rect">
                  <a:avLst/>
                </a:prstGeom>
                <a:solidFill>
                  <a:srgbClr val="FF00FF"/>
                </a:solidFill>
                <a:ln w="9525">
                  <a:noFill/>
                  <a:miter lim="800000"/>
                  <a:headEnd/>
                  <a:tailEnd/>
                </a:ln>
              </p:spPr>
              <p:txBody>
                <a:bodyPr/>
                <a:lstStyle/>
                <a:p>
                  <a:endParaRPr lang="zh-CN" altLang="en-US"/>
                </a:p>
              </p:txBody>
            </p:sp>
            <p:sp>
              <p:nvSpPr>
                <p:cNvPr id="42099" name="Rectangle 386"/>
                <p:cNvSpPr>
                  <a:spLocks noChangeArrowheads="1"/>
                </p:cNvSpPr>
                <p:nvPr/>
              </p:nvSpPr>
              <p:spPr bwMode="auto">
                <a:xfrm>
                  <a:off x="3687" y="2611"/>
                  <a:ext cx="88" cy="11"/>
                </a:xfrm>
                <a:prstGeom prst="rect">
                  <a:avLst/>
                </a:prstGeom>
                <a:solidFill>
                  <a:srgbClr val="FF00FF"/>
                </a:solidFill>
                <a:ln w="9525">
                  <a:noFill/>
                  <a:miter lim="800000"/>
                  <a:headEnd/>
                  <a:tailEnd/>
                </a:ln>
              </p:spPr>
              <p:txBody>
                <a:bodyPr/>
                <a:lstStyle/>
                <a:p>
                  <a:endParaRPr lang="zh-CN" altLang="en-US"/>
                </a:p>
              </p:txBody>
            </p:sp>
          </p:grpSp>
          <p:grpSp>
            <p:nvGrpSpPr>
              <p:cNvPr id="42047" name="Group 387"/>
              <p:cNvGrpSpPr>
                <a:grpSpLocks/>
              </p:cNvGrpSpPr>
              <p:nvPr/>
            </p:nvGrpSpPr>
            <p:grpSpPr bwMode="auto">
              <a:xfrm>
                <a:off x="4558" y="2611"/>
                <a:ext cx="677" cy="943"/>
                <a:chOff x="4558" y="2611"/>
                <a:chExt cx="677" cy="943"/>
              </a:xfrm>
            </p:grpSpPr>
            <p:sp>
              <p:nvSpPr>
                <p:cNvPr id="42048" name="Freeform 388"/>
                <p:cNvSpPr>
                  <a:spLocks/>
                </p:cNvSpPr>
                <p:nvPr/>
              </p:nvSpPr>
              <p:spPr bwMode="auto">
                <a:xfrm>
                  <a:off x="4558" y="2611"/>
                  <a:ext cx="28" cy="94"/>
                </a:xfrm>
                <a:custGeom>
                  <a:avLst/>
                  <a:gdLst>
                    <a:gd name="T0" fmla="*/ 2 w 55"/>
                    <a:gd name="T1" fmla="*/ 0 h 189"/>
                    <a:gd name="T2" fmla="*/ 1 w 55"/>
                    <a:gd name="T3" fmla="*/ 0 h 189"/>
                    <a:gd name="T4" fmla="*/ 1 w 55"/>
                    <a:gd name="T5" fmla="*/ 1 h 189"/>
                    <a:gd name="T6" fmla="*/ 4 w 55"/>
                    <a:gd name="T7" fmla="*/ 1 h 189"/>
                    <a:gd name="T8" fmla="*/ 4 w 55"/>
                    <a:gd name="T9" fmla="*/ 0 h 189"/>
                    <a:gd name="T10" fmla="*/ 1 w 55"/>
                    <a:gd name="T11" fmla="*/ 0 h 189"/>
                    <a:gd name="T12" fmla="*/ 0 w 55"/>
                    <a:gd name="T13" fmla="*/ 0 h 189"/>
                    <a:gd name="T14" fmla="*/ 0 w 55"/>
                    <a:gd name="T15" fmla="*/ 0 h 189"/>
                    <a:gd name="T16" fmla="*/ 0 w 55"/>
                    <a:gd name="T17" fmla="*/ 11 h 189"/>
                    <a:gd name="T18" fmla="*/ 2 w 55"/>
                    <a:gd name="T19" fmla="*/ 11 h 189"/>
                    <a:gd name="T20" fmla="*/ 2 w 55"/>
                    <a:gd name="T21" fmla="*/ 0 h 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89"/>
                    <a:gd name="T35" fmla="*/ 55 w 55"/>
                    <a:gd name="T36" fmla="*/ 189 h 18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89">
                      <a:moveTo>
                        <a:pt x="22" y="11"/>
                      </a:moveTo>
                      <a:lnTo>
                        <a:pt x="11" y="11"/>
                      </a:lnTo>
                      <a:lnTo>
                        <a:pt x="11" y="23"/>
                      </a:lnTo>
                      <a:lnTo>
                        <a:pt x="55" y="23"/>
                      </a:lnTo>
                      <a:lnTo>
                        <a:pt x="55" y="0"/>
                      </a:lnTo>
                      <a:lnTo>
                        <a:pt x="11" y="0"/>
                      </a:lnTo>
                      <a:lnTo>
                        <a:pt x="0" y="0"/>
                      </a:lnTo>
                      <a:lnTo>
                        <a:pt x="0" y="11"/>
                      </a:lnTo>
                      <a:lnTo>
                        <a:pt x="0" y="189"/>
                      </a:lnTo>
                      <a:lnTo>
                        <a:pt x="22" y="189"/>
                      </a:lnTo>
                      <a:lnTo>
                        <a:pt x="22" y="11"/>
                      </a:lnTo>
                      <a:close/>
                    </a:path>
                  </a:pathLst>
                </a:custGeom>
                <a:solidFill>
                  <a:srgbClr val="FF00FF"/>
                </a:solidFill>
                <a:ln w="9525">
                  <a:noFill/>
                  <a:round/>
                  <a:headEnd/>
                  <a:tailEnd/>
                </a:ln>
              </p:spPr>
              <p:txBody>
                <a:bodyPr/>
                <a:lstStyle/>
                <a:p>
                  <a:endParaRPr lang="zh-CN" altLang="en-US"/>
                </a:p>
              </p:txBody>
            </p:sp>
            <p:sp>
              <p:nvSpPr>
                <p:cNvPr id="42049" name="Rectangle 389"/>
                <p:cNvSpPr>
                  <a:spLocks noChangeArrowheads="1"/>
                </p:cNvSpPr>
                <p:nvPr/>
              </p:nvSpPr>
              <p:spPr bwMode="auto">
                <a:xfrm>
                  <a:off x="4558" y="2738"/>
                  <a:ext cx="11" cy="89"/>
                </a:xfrm>
                <a:prstGeom prst="rect">
                  <a:avLst/>
                </a:prstGeom>
                <a:solidFill>
                  <a:srgbClr val="FF00FF"/>
                </a:solidFill>
                <a:ln w="9525">
                  <a:noFill/>
                  <a:miter lim="800000"/>
                  <a:headEnd/>
                  <a:tailEnd/>
                </a:ln>
              </p:spPr>
              <p:txBody>
                <a:bodyPr/>
                <a:lstStyle/>
                <a:p>
                  <a:endParaRPr lang="zh-CN" altLang="en-US"/>
                </a:p>
              </p:txBody>
            </p:sp>
            <p:sp>
              <p:nvSpPr>
                <p:cNvPr id="42050" name="Rectangle 390"/>
                <p:cNvSpPr>
                  <a:spLocks noChangeArrowheads="1"/>
                </p:cNvSpPr>
                <p:nvPr/>
              </p:nvSpPr>
              <p:spPr bwMode="auto">
                <a:xfrm>
                  <a:off x="4558" y="2860"/>
                  <a:ext cx="11" cy="89"/>
                </a:xfrm>
                <a:prstGeom prst="rect">
                  <a:avLst/>
                </a:prstGeom>
                <a:solidFill>
                  <a:srgbClr val="FF00FF"/>
                </a:solidFill>
                <a:ln w="9525">
                  <a:noFill/>
                  <a:miter lim="800000"/>
                  <a:headEnd/>
                  <a:tailEnd/>
                </a:ln>
              </p:spPr>
              <p:txBody>
                <a:bodyPr/>
                <a:lstStyle/>
                <a:p>
                  <a:endParaRPr lang="zh-CN" altLang="en-US"/>
                </a:p>
              </p:txBody>
            </p:sp>
            <p:sp>
              <p:nvSpPr>
                <p:cNvPr id="42051" name="Rectangle 391"/>
                <p:cNvSpPr>
                  <a:spLocks noChangeArrowheads="1"/>
                </p:cNvSpPr>
                <p:nvPr/>
              </p:nvSpPr>
              <p:spPr bwMode="auto">
                <a:xfrm>
                  <a:off x="4558" y="2982"/>
                  <a:ext cx="11" cy="89"/>
                </a:xfrm>
                <a:prstGeom prst="rect">
                  <a:avLst/>
                </a:prstGeom>
                <a:solidFill>
                  <a:srgbClr val="FF00FF"/>
                </a:solidFill>
                <a:ln w="9525">
                  <a:noFill/>
                  <a:miter lim="800000"/>
                  <a:headEnd/>
                  <a:tailEnd/>
                </a:ln>
              </p:spPr>
              <p:txBody>
                <a:bodyPr/>
                <a:lstStyle/>
                <a:p>
                  <a:endParaRPr lang="zh-CN" altLang="en-US"/>
                </a:p>
              </p:txBody>
            </p:sp>
            <p:sp>
              <p:nvSpPr>
                <p:cNvPr id="42052" name="Rectangle 392"/>
                <p:cNvSpPr>
                  <a:spLocks noChangeArrowheads="1"/>
                </p:cNvSpPr>
                <p:nvPr/>
              </p:nvSpPr>
              <p:spPr bwMode="auto">
                <a:xfrm>
                  <a:off x="4558" y="3104"/>
                  <a:ext cx="11" cy="89"/>
                </a:xfrm>
                <a:prstGeom prst="rect">
                  <a:avLst/>
                </a:prstGeom>
                <a:solidFill>
                  <a:srgbClr val="FF00FF"/>
                </a:solidFill>
                <a:ln w="9525">
                  <a:noFill/>
                  <a:miter lim="800000"/>
                  <a:headEnd/>
                  <a:tailEnd/>
                </a:ln>
              </p:spPr>
              <p:txBody>
                <a:bodyPr/>
                <a:lstStyle/>
                <a:p>
                  <a:endParaRPr lang="zh-CN" altLang="en-US"/>
                </a:p>
              </p:txBody>
            </p:sp>
            <p:sp>
              <p:nvSpPr>
                <p:cNvPr id="42053" name="Rectangle 393"/>
                <p:cNvSpPr>
                  <a:spLocks noChangeArrowheads="1"/>
                </p:cNvSpPr>
                <p:nvPr/>
              </p:nvSpPr>
              <p:spPr bwMode="auto">
                <a:xfrm>
                  <a:off x="4558" y="3227"/>
                  <a:ext cx="11" cy="88"/>
                </a:xfrm>
                <a:prstGeom prst="rect">
                  <a:avLst/>
                </a:prstGeom>
                <a:solidFill>
                  <a:srgbClr val="FF00FF"/>
                </a:solidFill>
                <a:ln w="9525">
                  <a:noFill/>
                  <a:miter lim="800000"/>
                  <a:headEnd/>
                  <a:tailEnd/>
                </a:ln>
              </p:spPr>
              <p:txBody>
                <a:bodyPr/>
                <a:lstStyle/>
                <a:p>
                  <a:endParaRPr lang="zh-CN" altLang="en-US"/>
                </a:p>
              </p:txBody>
            </p:sp>
            <p:sp>
              <p:nvSpPr>
                <p:cNvPr id="42054" name="Rectangle 394"/>
                <p:cNvSpPr>
                  <a:spLocks noChangeArrowheads="1"/>
                </p:cNvSpPr>
                <p:nvPr/>
              </p:nvSpPr>
              <p:spPr bwMode="auto">
                <a:xfrm>
                  <a:off x="4558" y="3349"/>
                  <a:ext cx="11" cy="88"/>
                </a:xfrm>
                <a:prstGeom prst="rect">
                  <a:avLst/>
                </a:prstGeom>
                <a:solidFill>
                  <a:srgbClr val="FF00FF"/>
                </a:solidFill>
                <a:ln w="9525">
                  <a:noFill/>
                  <a:miter lim="800000"/>
                  <a:headEnd/>
                  <a:tailEnd/>
                </a:ln>
              </p:spPr>
              <p:txBody>
                <a:bodyPr/>
                <a:lstStyle/>
                <a:p>
                  <a:endParaRPr lang="zh-CN" altLang="en-US"/>
                </a:p>
              </p:txBody>
            </p:sp>
            <p:sp>
              <p:nvSpPr>
                <p:cNvPr id="42055" name="Freeform 395"/>
                <p:cNvSpPr>
                  <a:spLocks/>
                </p:cNvSpPr>
                <p:nvPr/>
              </p:nvSpPr>
              <p:spPr bwMode="auto">
                <a:xfrm>
                  <a:off x="4558" y="3471"/>
                  <a:ext cx="16" cy="83"/>
                </a:xfrm>
                <a:custGeom>
                  <a:avLst/>
                  <a:gdLst>
                    <a:gd name="T0" fmla="*/ 1 w 33"/>
                    <a:gd name="T1" fmla="*/ 0 h 167"/>
                    <a:gd name="T2" fmla="*/ 0 w 33"/>
                    <a:gd name="T3" fmla="*/ 0 h 167"/>
                    <a:gd name="T4" fmla="*/ 0 w 33"/>
                    <a:gd name="T5" fmla="*/ 9 h 167"/>
                    <a:gd name="T6" fmla="*/ 0 w 33"/>
                    <a:gd name="T7" fmla="*/ 10 h 167"/>
                    <a:gd name="T8" fmla="*/ 0 w 33"/>
                    <a:gd name="T9" fmla="*/ 10 h 167"/>
                    <a:gd name="T10" fmla="*/ 2 w 33"/>
                    <a:gd name="T11" fmla="*/ 10 h 167"/>
                    <a:gd name="T12" fmla="*/ 2 w 33"/>
                    <a:gd name="T13" fmla="*/ 9 h 167"/>
                    <a:gd name="T14" fmla="*/ 0 w 33"/>
                    <a:gd name="T15" fmla="*/ 9 h 167"/>
                    <a:gd name="T16" fmla="*/ 0 w 33"/>
                    <a:gd name="T17" fmla="*/ 9 h 167"/>
                    <a:gd name="T18" fmla="*/ 1 w 33"/>
                    <a:gd name="T19" fmla="*/ 9 h 167"/>
                    <a:gd name="T20" fmla="*/ 1 w 33"/>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67"/>
                    <a:gd name="T35" fmla="*/ 33 w 33"/>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67">
                      <a:moveTo>
                        <a:pt x="22" y="0"/>
                      </a:moveTo>
                      <a:lnTo>
                        <a:pt x="0" y="0"/>
                      </a:lnTo>
                      <a:lnTo>
                        <a:pt x="0" y="156"/>
                      </a:lnTo>
                      <a:lnTo>
                        <a:pt x="0" y="167"/>
                      </a:lnTo>
                      <a:lnTo>
                        <a:pt x="11" y="167"/>
                      </a:lnTo>
                      <a:lnTo>
                        <a:pt x="33" y="167"/>
                      </a:lnTo>
                      <a:lnTo>
                        <a:pt x="33" y="145"/>
                      </a:lnTo>
                      <a:lnTo>
                        <a:pt x="11" y="145"/>
                      </a:lnTo>
                      <a:lnTo>
                        <a:pt x="11" y="156"/>
                      </a:lnTo>
                      <a:lnTo>
                        <a:pt x="22" y="156"/>
                      </a:lnTo>
                      <a:lnTo>
                        <a:pt x="22" y="0"/>
                      </a:lnTo>
                      <a:close/>
                    </a:path>
                  </a:pathLst>
                </a:custGeom>
                <a:solidFill>
                  <a:srgbClr val="FF00FF"/>
                </a:solidFill>
                <a:ln w="9525">
                  <a:noFill/>
                  <a:round/>
                  <a:headEnd/>
                  <a:tailEnd/>
                </a:ln>
              </p:spPr>
              <p:txBody>
                <a:bodyPr/>
                <a:lstStyle/>
                <a:p>
                  <a:endParaRPr lang="zh-CN" altLang="en-US"/>
                </a:p>
              </p:txBody>
            </p:sp>
            <p:sp>
              <p:nvSpPr>
                <p:cNvPr id="42056" name="Rectangle 396"/>
                <p:cNvSpPr>
                  <a:spLocks noChangeArrowheads="1"/>
                </p:cNvSpPr>
                <p:nvPr/>
              </p:nvSpPr>
              <p:spPr bwMode="auto">
                <a:xfrm>
                  <a:off x="4608" y="3543"/>
                  <a:ext cx="89" cy="11"/>
                </a:xfrm>
                <a:prstGeom prst="rect">
                  <a:avLst/>
                </a:prstGeom>
                <a:solidFill>
                  <a:srgbClr val="FF00FF"/>
                </a:solidFill>
                <a:ln w="9525">
                  <a:noFill/>
                  <a:miter lim="800000"/>
                  <a:headEnd/>
                  <a:tailEnd/>
                </a:ln>
              </p:spPr>
              <p:txBody>
                <a:bodyPr/>
                <a:lstStyle/>
                <a:p>
                  <a:endParaRPr lang="zh-CN" altLang="en-US"/>
                </a:p>
              </p:txBody>
            </p:sp>
            <p:sp>
              <p:nvSpPr>
                <p:cNvPr id="42057" name="Rectangle 397"/>
                <p:cNvSpPr>
                  <a:spLocks noChangeArrowheads="1"/>
                </p:cNvSpPr>
                <p:nvPr/>
              </p:nvSpPr>
              <p:spPr bwMode="auto">
                <a:xfrm>
                  <a:off x="4730" y="3543"/>
                  <a:ext cx="89" cy="11"/>
                </a:xfrm>
                <a:prstGeom prst="rect">
                  <a:avLst/>
                </a:prstGeom>
                <a:solidFill>
                  <a:srgbClr val="FF00FF"/>
                </a:solidFill>
                <a:ln w="9525">
                  <a:noFill/>
                  <a:miter lim="800000"/>
                  <a:headEnd/>
                  <a:tailEnd/>
                </a:ln>
              </p:spPr>
              <p:txBody>
                <a:bodyPr/>
                <a:lstStyle/>
                <a:p>
                  <a:endParaRPr lang="zh-CN" altLang="en-US"/>
                </a:p>
              </p:txBody>
            </p:sp>
            <p:sp>
              <p:nvSpPr>
                <p:cNvPr id="42058" name="Rectangle 398"/>
                <p:cNvSpPr>
                  <a:spLocks noChangeArrowheads="1"/>
                </p:cNvSpPr>
                <p:nvPr/>
              </p:nvSpPr>
              <p:spPr bwMode="auto">
                <a:xfrm>
                  <a:off x="4852" y="3543"/>
                  <a:ext cx="89" cy="11"/>
                </a:xfrm>
                <a:prstGeom prst="rect">
                  <a:avLst/>
                </a:prstGeom>
                <a:solidFill>
                  <a:srgbClr val="FF00FF"/>
                </a:solidFill>
                <a:ln w="9525">
                  <a:noFill/>
                  <a:miter lim="800000"/>
                  <a:headEnd/>
                  <a:tailEnd/>
                </a:ln>
              </p:spPr>
              <p:txBody>
                <a:bodyPr/>
                <a:lstStyle/>
                <a:p>
                  <a:endParaRPr lang="zh-CN" altLang="en-US"/>
                </a:p>
              </p:txBody>
            </p:sp>
            <p:sp>
              <p:nvSpPr>
                <p:cNvPr id="42059" name="Rectangle 399"/>
                <p:cNvSpPr>
                  <a:spLocks noChangeArrowheads="1"/>
                </p:cNvSpPr>
                <p:nvPr/>
              </p:nvSpPr>
              <p:spPr bwMode="auto">
                <a:xfrm>
                  <a:off x="4974" y="3543"/>
                  <a:ext cx="89" cy="11"/>
                </a:xfrm>
                <a:prstGeom prst="rect">
                  <a:avLst/>
                </a:prstGeom>
                <a:solidFill>
                  <a:srgbClr val="FF00FF"/>
                </a:solidFill>
                <a:ln w="9525">
                  <a:noFill/>
                  <a:miter lim="800000"/>
                  <a:headEnd/>
                  <a:tailEnd/>
                </a:ln>
              </p:spPr>
              <p:txBody>
                <a:bodyPr/>
                <a:lstStyle/>
                <a:p>
                  <a:endParaRPr lang="zh-CN" altLang="en-US"/>
                </a:p>
              </p:txBody>
            </p:sp>
            <p:sp>
              <p:nvSpPr>
                <p:cNvPr id="42060" name="Rectangle 400"/>
                <p:cNvSpPr>
                  <a:spLocks noChangeArrowheads="1"/>
                </p:cNvSpPr>
                <p:nvPr/>
              </p:nvSpPr>
              <p:spPr bwMode="auto">
                <a:xfrm>
                  <a:off x="5096" y="3543"/>
                  <a:ext cx="89" cy="11"/>
                </a:xfrm>
                <a:prstGeom prst="rect">
                  <a:avLst/>
                </a:prstGeom>
                <a:solidFill>
                  <a:srgbClr val="FF00FF"/>
                </a:solidFill>
                <a:ln w="9525">
                  <a:noFill/>
                  <a:miter lim="800000"/>
                  <a:headEnd/>
                  <a:tailEnd/>
                </a:ln>
              </p:spPr>
              <p:txBody>
                <a:bodyPr/>
                <a:lstStyle/>
                <a:p>
                  <a:endParaRPr lang="zh-CN" altLang="en-US"/>
                </a:p>
              </p:txBody>
            </p:sp>
            <p:sp>
              <p:nvSpPr>
                <p:cNvPr id="42061" name="Freeform 401"/>
                <p:cNvSpPr>
                  <a:spLocks/>
                </p:cNvSpPr>
                <p:nvPr/>
              </p:nvSpPr>
              <p:spPr bwMode="auto">
                <a:xfrm>
                  <a:off x="5218" y="3471"/>
                  <a:ext cx="17" cy="83"/>
                </a:xfrm>
                <a:custGeom>
                  <a:avLst/>
                  <a:gdLst>
                    <a:gd name="T0" fmla="*/ 0 w 34"/>
                    <a:gd name="T1" fmla="*/ 9 h 167"/>
                    <a:gd name="T2" fmla="*/ 0 w 34"/>
                    <a:gd name="T3" fmla="*/ 10 h 167"/>
                    <a:gd name="T4" fmla="*/ 1 w 34"/>
                    <a:gd name="T5" fmla="*/ 10 h 167"/>
                    <a:gd name="T6" fmla="*/ 2 w 34"/>
                    <a:gd name="T7" fmla="*/ 10 h 167"/>
                    <a:gd name="T8" fmla="*/ 2 w 34"/>
                    <a:gd name="T9" fmla="*/ 9 h 167"/>
                    <a:gd name="T10" fmla="*/ 2 w 34"/>
                    <a:gd name="T11" fmla="*/ 0 h 167"/>
                    <a:gd name="T12" fmla="*/ 1 w 34"/>
                    <a:gd name="T13" fmla="*/ 0 h 167"/>
                    <a:gd name="T14" fmla="*/ 1 w 34"/>
                    <a:gd name="T15" fmla="*/ 9 h 167"/>
                    <a:gd name="T16" fmla="*/ 1 w 34"/>
                    <a:gd name="T17" fmla="*/ 9 h 167"/>
                    <a:gd name="T18" fmla="*/ 1 w 34"/>
                    <a:gd name="T19" fmla="*/ 9 h 167"/>
                    <a:gd name="T20" fmla="*/ 0 w 34"/>
                    <a:gd name="T21" fmla="*/ 9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167"/>
                    <a:gd name="T35" fmla="*/ 34 w 34"/>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167">
                      <a:moveTo>
                        <a:pt x="0" y="145"/>
                      </a:moveTo>
                      <a:lnTo>
                        <a:pt x="0" y="167"/>
                      </a:lnTo>
                      <a:lnTo>
                        <a:pt x="22" y="167"/>
                      </a:lnTo>
                      <a:lnTo>
                        <a:pt x="34" y="167"/>
                      </a:lnTo>
                      <a:lnTo>
                        <a:pt x="34" y="156"/>
                      </a:lnTo>
                      <a:lnTo>
                        <a:pt x="34" y="0"/>
                      </a:lnTo>
                      <a:lnTo>
                        <a:pt x="11" y="0"/>
                      </a:lnTo>
                      <a:lnTo>
                        <a:pt x="11" y="156"/>
                      </a:lnTo>
                      <a:lnTo>
                        <a:pt x="22" y="156"/>
                      </a:lnTo>
                      <a:lnTo>
                        <a:pt x="22" y="145"/>
                      </a:lnTo>
                      <a:lnTo>
                        <a:pt x="0" y="145"/>
                      </a:lnTo>
                      <a:close/>
                    </a:path>
                  </a:pathLst>
                </a:custGeom>
                <a:solidFill>
                  <a:srgbClr val="FF00FF"/>
                </a:solidFill>
                <a:ln w="9525">
                  <a:noFill/>
                  <a:round/>
                  <a:headEnd/>
                  <a:tailEnd/>
                </a:ln>
              </p:spPr>
              <p:txBody>
                <a:bodyPr/>
                <a:lstStyle/>
                <a:p>
                  <a:endParaRPr lang="zh-CN" altLang="en-US"/>
                </a:p>
              </p:txBody>
            </p:sp>
            <p:sp>
              <p:nvSpPr>
                <p:cNvPr id="42062" name="Rectangle 402"/>
                <p:cNvSpPr>
                  <a:spLocks noChangeArrowheads="1"/>
                </p:cNvSpPr>
                <p:nvPr/>
              </p:nvSpPr>
              <p:spPr bwMode="auto">
                <a:xfrm>
                  <a:off x="5224" y="3349"/>
                  <a:ext cx="11" cy="88"/>
                </a:xfrm>
                <a:prstGeom prst="rect">
                  <a:avLst/>
                </a:prstGeom>
                <a:solidFill>
                  <a:srgbClr val="FF00FF"/>
                </a:solidFill>
                <a:ln w="9525">
                  <a:noFill/>
                  <a:miter lim="800000"/>
                  <a:headEnd/>
                  <a:tailEnd/>
                </a:ln>
              </p:spPr>
              <p:txBody>
                <a:bodyPr/>
                <a:lstStyle/>
                <a:p>
                  <a:endParaRPr lang="zh-CN" altLang="en-US"/>
                </a:p>
              </p:txBody>
            </p:sp>
            <p:sp>
              <p:nvSpPr>
                <p:cNvPr id="42063" name="Rectangle 403"/>
                <p:cNvSpPr>
                  <a:spLocks noChangeArrowheads="1"/>
                </p:cNvSpPr>
                <p:nvPr/>
              </p:nvSpPr>
              <p:spPr bwMode="auto">
                <a:xfrm>
                  <a:off x="5224" y="3227"/>
                  <a:ext cx="11" cy="88"/>
                </a:xfrm>
                <a:prstGeom prst="rect">
                  <a:avLst/>
                </a:prstGeom>
                <a:solidFill>
                  <a:srgbClr val="FF00FF"/>
                </a:solidFill>
                <a:ln w="9525">
                  <a:noFill/>
                  <a:miter lim="800000"/>
                  <a:headEnd/>
                  <a:tailEnd/>
                </a:ln>
              </p:spPr>
              <p:txBody>
                <a:bodyPr/>
                <a:lstStyle/>
                <a:p>
                  <a:endParaRPr lang="zh-CN" altLang="en-US"/>
                </a:p>
              </p:txBody>
            </p:sp>
            <p:sp>
              <p:nvSpPr>
                <p:cNvPr id="42064" name="Rectangle 404"/>
                <p:cNvSpPr>
                  <a:spLocks noChangeArrowheads="1"/>
                </p:cNvSpPr>
                <p:nvPr/>
              </p:nvSpPr>
              <p:spPr bwMode="auto">
                <a:xfrm>
                  <a:off x="5224" y="3104"/>
                  <a:ext cx="11" cy="89"/>
                </a:xfrm>
                <a:prstGeom prst="rect">
                  <a:avLst/>
                </a:prstGeom>
                <a:solidFill>
                  <a:srgbClr val="FF00FF"/>
                </a:solidFill>
                <a:ln w="9525">
                  <a:noFill/>
                  <a:miter lim="800000"/>
                  <a:headEnd/>
                  <a:tailEnd/>
                </a:ln>
              </p:spPr>
              <p:txBody>
                <a:bodyPr/>
                <a:lstStyle/>
                <a:p>
                  <a:endParaRPr lang="zh-CN" altLang="en-US"/>
                </a:p>
              </p:txBody>
            </p:sp>
            <p:sp>
              <p:nvSpPr>
                <p:cNvPr id="42065" name="Rectangle 405"/>
                <p:cNvSpPr>
                  <a:spLocks noChangeArrowheads="1"/>
                </p:cNvSpPr>
                <p:nvPr/>
              </p:nvSpPr>
              <p:spPr bwMode="auto">
                <a:xfrm>
                  <a:off x="5224" y="2982"/>
                  <a:ext cx="11" cy="89"/>
                </a:xfrm>
                <a:prstGeom prst="rect">
                  <a:avLst/>
                </a:prstGeom>
                <a:solidFill>
                  <a:srgbClr val="FF00FF"/>
                </a:solidFill>
                <a:ln w="9525">
                  <a:noFill/>
                  <a:miter lim="800000"/>
                  <a:headEnd/>
                  <a:tailEnd/>
                </a:ln>
              </p:spPr>
              <p:txBody>
                <a:bodyPr/>
                <a:lstStyle/>
                <a:p>
                  <a:endParaRPr lang="zh-CN" altLang="en-US"/>
                </a:p>
              </p:txBody>
            </p:sp>
            <p:sp>
              <p:nvSpPr>
                <p:cNvPr id="42066" name="Rectangle 406"/>
                <p:cNvSpPr>
                  <a:spLocks noChangeArrowheads="1"/>
                </p:cNvSpPr>
                <p:nvPr/>
              </p:nvSpPr>
              <p:spPr bwMode="auto">
                <a:xfrm>
                  <a:off x="5224" y="2860"/>
                  <a:ext cx="11" cy="89"/>
                </a:xfrm>
                <a:prstGeom prst="rect">
                  <a:avLst/>
                </a:prstGeom>
                <a:solidFill>
                  <a:srgbClr val="FF00FF"/>
                </a:solidFill>
                <a:ln w="9525">
                  <a:noFill/>
                  <a:miter lim="800000"/>
                  <a:headEnd/>
                  <a:tailEnd/>
                </a:ln>
              </p:spPr>
              <p:txBody>
                <a:bodyPr/>
                <a:lstStyle/>
                <a:p>
                  <a:endParaRPr lang="zh-CN" altLang="en-US"/>
                </a:p>
              </p:txBody>
            </p:sp>
            <p:sp>
              <p:nvSpPr>
                <p:cNvPr id="42067" name="Rectangle 407"/>
                <p:cNvSpPr>
                  <a:spLocks noChangeArrowheads="1"/>
                </p:cNvSpPr>
                <p:nvPr/>
              </p:nvSpPr>
              <p:spPr bwMode="auto">
                <a:xfrm>
                  <a:off x="5224" y="2738"/>
                  <a:ext cx="11" cy="89"/>
                </a:xfrm>
                <a:prstGeom prst="rect">
                  <a:avLst/>
                </a:prstGeom>
                <a:solidFill>
                  <a:srgbClr val="FF00FF"/>
                </a:solidFill>
                <a:ln w="9525">
                  <a:noFill/>
                  <a:miter lim="800000"/>
                  <a:headEnd/>
                  <a:tailEnd/>
                </a:ln>
              </p:spPr>
              <p:txBody>
                <a:bodyPr/>
                <a:lstStyle/>
                <a:p>
                  <a:endParaRPr lang="zh-CN" altLang="en-US"/>
                </a:p>
              </p:txBody>
            </p:sp>
            <p:sp>
              <p:nvSpPr>
                <p:cNvPr id="42068" name="Rectangle 408"/>
                <p:cNvSpPr>
                  <a:spLocks noChangeArrowheads="1"/>
                </p:cNvSpPr>
                <p:nvPr/>
              </p:nvSpPr>
              <p:spPr bwMode="auto">
                <a:xfrm>
                  <a:off x="5224" y="2616"/>
                  <a:ext cx="11" cy="89"/>
                </a:xfrm>
                <a:prstGeom prst="rect">
                  <a:avLst/>
                </a:prstGeom>
                <a:solidFill>
                  <a:srgbClr val="FF00FF"/>
                </a:solidFill>
                <a:ln w="9525">
                  <a:noFill/>
                  <a:miter lim="800000"/>
                  <a:headEnd/>
                  <a:tailEnd/>
                </a:ln>
              </p:spPr>
              <p:txBody>
                <a:bodyPr/>
                <a:lstStyle/>
                <a:p>
                  <a:endParaRPr lang="zh-CN" altLang="en-US"/>
                </a:p>
              </p:txBody>
            </p:sp>
            <p:sp>
              <p:nvSpPr>
                <p:cNvPr id="42069" name="Rectangle 409"/>
                <p:cNvSpPr>
                  <a:spLocks noChangeArrowheads="1"/>
                </p:cNvSpPr>
                <p:nvPr/>
              </p:nvSpPr>
              <p:spPr bwMode="auto">
                <a:xfrm>
                  <a:off x="5107" y="2611"/>
                  <a:ext cx="89" cy="11"/>
                </a:xfrm>
                <a:prstGeom prst="rect">
                  <a:avLst/>
                </a:prstGeom>
                <a:solidFill>
                  <a:srgbClr val="FF00FF"/>
                </a:solidFill>
                <a:ln w="9525">
                  <a:noFill/>
                  <a:miter lim="800000"/>
                  <a:headEnd/>
                  <a:tailEnd/>
                </a:ln>
              </p:spPr>
              <p:txBody>
                <a:bodyPr/>
                <a:lstStyle/>
                <a:p>
                  <a:endParaRPr lang="zh-CN" altLang="en-US"/>
                </a:p>
              </p:txBody>
            </p:sp>
            <p:sp>
              <p:nvSpPr>
                <p:cNvPr id="42070" name="Rectangle 410"/>
                <p:cNvSpPr>
                  <a:spLocks noChangeArrowheads="1"/>
                </p:cNvSpPr>
                <p:nvPr/>
              </p:nvSpPr>
              <p:spPr bwMode="auto">
                <a:xfrm>
                  <a:off x="4985" y="2611"/>
                  <a:ext cx="89" cy="11"/>
                </a:xfrm>
                <a:prstGeom prst="rect">
                  <a:avLst/>
                </a:prstGeom>
                <a:solidFill>
                  <a:srgbClr val="FF00FF"/>
                </a:solidFill>
                <a:ln w="9525">
                  <a:noFill/>
                  <a:miter lim="800000"/>
                  <a:headEnd/>
                  <a:tailEnd/>
                </a:ln>
              </p:spPr>
              <p:txBody>
                <a:bodyPr/>
                <a:lstStyle/>
                <a:p>
                  <a:endParaRPr lang="zh-CN" altLang="en-US"/>
                </a:p>
              </p:txBody>
            </p:sp>
            <p:sp>
              <p:nvSpPr>
                <p:cNvPr id="42071" name="Rectangle 411"/>
                <p:cNvSpPr>
                  <a:spLocks noChangeArrowheads="1"/>
                </p:cNvSpPr>
                <p:nvPr/>
              </p:nvSpPr>
              <p:spPr bwMode="auto">
                <a:xfrm>
                  <a:off x="4863" y="2611"/>
                  <a:ext cx="89" cy="11"/>
                </a:xfrm>
                <a:prstGeom prst="rect">
                  <a:avLst/>
                </a:prstGeom>
                <a:solidFill>
                  <a:srgbClr val="FF00FF"/>
                </a:solidFill>
                <a:ln w="9525">
                  <a:noFill/>
                  <a:miter lim="800000"/>
                  <a:headEnd/>
                  <a:tailEnd/>
                </a:ln>
              </p:spPr>
              <p:txBody>
                <a:bodyPr/>
                <a:lstStyle/>
                <a:p>
                  <a:endParaRPr lang="zh-CN" altLang="en-US"/>
                </a:p>
              </p:txBody>
            </p:sp>
            <p:sp>
              <p:nvSpPr>
                <p:cNvPr id="42072" name="Rectangle 412"/>
                <p:cNvSpPr>
                  <a:spLocks noChangeArrowheads="1"/>
                </p:cNvSpPr>
                <p:nvPr/>
              </p:nvSpPr>
              <p:spPr bwMode="auto">
                <a:xfrm>
                  <a:off x="4741" y="2611"/>
                  <a:ext cx="89" cy="11"/>
                </a:xfrm>
                <a:prstGeom prst="rect">
                  <a:avLst/>
                </a:prstGeom>
                <a:solidFill>
                  <a:srgbClr val="FF00FF"/>
                </a:solidFill>
                <a:ln w="9525">
                  <a:noFill/>
                  <a:miter lim="800000"/>
                  <a:headEnd/>
                  <a:tailEnd/>
                </a:ln>
              </p:spPr>
              <p:txBody>
                <a:bodyPr/>
                <a:lstStyle/>
                <a:p>
                  <a:endParaRPr lang="zh-CN" altLang="en-US"/>
                </a:p>
              </p:txBody>
            </p:sp>
            <p:sp>
              <p:nvSpPr>
                <p:cNvPr id="42073" name="Rectangle 413"/>
                <p:cNvSpPr>
                  <a:spLocks noChangeArrowheads="1"/>
                </p:cNvSpPr>
                <p:nvPr/>
              </p:nvSpPr>
              <p:spPr bwMode="auto">
                <a:xfrm>
                  <a:off x="4619" y="2611"/>
                  <a:ext cx="89" cy="11"/>
                </a:xfrm>
                <a:prstGeom prst="rect">
                  <a:avLst/>
                </a:prstGeom>
                <a:solidFill>
                  <a:srgbClr val="FF00FF"/>
                </a:solidFill>
                <a:ln w="9525">
                  <a:noFill/>
                  <a:miter lim="800000"/>
                  <a:headEnd/>
                  <a:tailEnd/>
                </a:ln>
              </p:spPr>
              <p:txBody>
                <a:bodyPr/>
                <a:lstStyle/>
                <a:p>
                  <a:endParaRPr lang="zh-CN" altLang="en-US"/>
                </a:p>
              </p:txBody>
            </p:sp>
          </p:grpSp>
        </p:grpSp>
        <p:sp>
          <p:nvSpPr>
            <p:cNvPr id="41996" name="Freeform 414"/>
            <p:cNvSpPr>
              <a:spLocks/>
            </p:cNvSpPr>
            <p:nvPr/>
          </p:nvSpPr>
          <p:spPr bwMode="auto">
            <a:xfrm>
              <a:off x="985" y="1497"/>
              <a:ext cx="677" cy="943"/>
            </a:xfrm>
            <a:custGeom>
              <a:avLst/>
              <a:gdLst>
                <a:gd name="T0" fmla="*/ 69 w 1354"/>
                <a:gd name="T1" fmla="*/ 4 h 1884"/>
                <a:gd name="T2" fmla="*/ 40 w 1354"/>
                <a:gd name="T3" fmla="*/ 12 h 1884"/>
                <a:gd name="T4" fmla="*/ 23 w 1354"/>
                <a:gd name="T5" fmla="*/ 17 h 1884"/>
                <a:gd name="T6" fmla="*/ 13 w 1354"/>
                <a:gd name="T7" fmla="*/ 21 h 1884"/>
                <a:gd name="T8" fmla="*/ 7 w 1354"/>
                <a:gd name="T9" fmla="*/ 25 h 1884"/>
                <a:gd name="T10" fmla="*/ 3 w 1354"/>
                <a:gd name="T11" fmla="*/ 29 h 1884"/>
                <a:gd name="T12" fmla="*/ 1 w 1354"/>
                <a:gd name="T13" fmla="*/ 33 h 1884"/>
                <a:gd name="T14" fmla="*/ 1 w 1354"/>
                <a:gd name="T15" fmla="*/ 36 h 1884"/>
                <a:gd name="T16" fmla="*/ 5 w 1354"/>
                <a:gd name="T17" fmla="*/ 41 h 1884"/>
                <a:gd name="T18" fmla="*/ 13 w 1354"/>
                <a:gd name="T19" fmla="*/ 45 h 1884"/>
                <a:gd name="T20" fmla="*/ 26 w 1354"/>
                <a:gd name="T21" fmla="*/ 51 h 1884"/>
                <a:gd name="T22" fmla="*/ 49 w 1354"/>
                <a:gd name="T23" fmla="*/ 60 h 1884"/>
                <a:gd name="T24" fmla="*/ 65 w 1354"/>
                <a:gd name="T25" fmla="*/ 66 h 1884"/>
                <a:gd name="T26" fmla="*/ 76 w 1354"/>
                <a:gd name="T27" fmla="*/ 71 h 1884"/>
                <a:gd name="T28" fmla="*/ 80 w 1354"/>
                <a:gd name="T29" fmla="*/ 74 h 1884"/>
                <a:gd name="T30" fmla="*/ 84 w 1354"/>
                <a:gd name="T31" fmla="*/ 77 h 1884"/>
                <a:gd name="T32" fmla="*/ 84 w 1354"/>
                <a:gd name="T33" fmla="*/ 80 h 1884"/>
                <a:gd name="T34" fmla="*/ 83 w 1354"/>
                <a:gd name="T35" fmla="*/ 82 h 1884"/>
                <a:gd name="T36" fmla="*/ 78 w 1354"/>
                <a:gd name="T37" fmla="*/ 87 h 1884"/>
                <a:gd name="T38" fmla="*/ 75 w 1354"/>
                <a:gd name="T39" fmla="*/ 90 h 1884"/>
                <a:gd name="T40" fmla="*/ 66 w 1354"/>
                <a:gd name="T41" fmla="*/ 94 h 1884"/>
                <a:gd name="T42" fmla="*/ 54 w 1354"/>
                <a:gd name="T43" fmla="*/ 99 h 1884"/>
                <a:gd name="T44" fmla="*/ 31 w 1354"/>
                <a:gd name="T45" fmla="*/ 108 h 1884"/>
                <a:gd name="T46" fmla="*/ 1 w 1354"/>
                <a:gd name="T47" fmla="*/ 117 h 1884"/>
                <a:gd name="T48" fmla="*/ 24 w 1354"/>
                <a:gd name="T49" fmla="*/ 111 h 1884"/>
                <a:gd name="T50" fmla="*/ 52 w 1354"/>
                <a:gd name="T51" fmla="*/ 102 h 1884"/>
                <a:gd name="T52" fmla="*/ 63 w 1354"/>
                <a:gd name="T53" fmla="*/ 97 h 1884"/>
                <a:gd name="T54" fmla="*/ 74 w 1354"/>
                <a:gd name="T55" fmla="*/ 92 h 1884"/>
                <a:gd name="T56" fmla="*/ 79 w 1354"/>
                <a:gd name="T57" fmla="*/ 88 h 1884"/>
                <a:gd name="T58" fmla="*/ 84 w 1354"/>
                <a:gd name="T59" fmla="*/ 83 h 1884"/>
                <a:gd name="T60" fmla="*/ 85 w 1354"/>
                <a:gd name="T61" fmla="*/ 80 h 1884"/>
                <a:gd name="T62" fmla="*/ 85 w 1354"/>
                <a:gd name="T63" fmla="*/ 77 h 1884"/>
                <a:gd name="T64" fmla="*/ 79 w 1354"/>
                <a:gd name="T65" fmla="*/ 71 h 1884"/>
                <a:gd name="T66" fmla="*/ 72 w 1354"/>
                <a:gd name="T67" fmla="*/ 67 h 1884"/>
                <a:gd name="T68" fmla="*/ 57 w 1354"/>
                <a:gd name="T69" fmla="*/ 61 h 1884"/>
                <a:gd name="T70" fmla="*/ 35 w 1354"/>
                <a:gd name="T71" fmla="*/ 53 h 1884"/>
                <a:gd name="T72" fmla="*/ 21 w 1354"/>
                <a:gd name="T73" fmla="*/ 47 h 1884"/>
                <a:gd name="T74" fmla="*/ 9 w 1354"/>
                <a:gd name="T75" fmla="*/ 41 h 1884"/>
                <a:gd name="T76" fmla="*/ 5 w 1354"/>
                <a:gd name="T77" fmla="*/ 39 h 1884"/>
                <a:gd name="T78" fmla="*/ 1 w 1354"/>
                <a:gd name="T79" fmla="*/ 36 h 1884"/>
                <a:gd name="T80" fmla="*/ 1 w 1354"/>
                <a:gd name="T81" fmla="*/ 33 h 1884"/>
                <a:gd name="T82" fmla="*/ 3 w 1354"/>
                <a:gd name="T83" fmla="*/ 31 h 1884"/>
                <a:gd name="T84" fmla="*/ 6 w 1354"/>
                <a:gd name="T85" fmla="*/ 27 h 1884"/>
                <a:gd name="T86" fmla="*/ 10 w 1354"/>
                <a:gd name="T87" fmla="*/ 25 h 1884"/>
                <a:gd name="T88" fmla="*/ 19 w 1354"/>
                <a:gd name="T89" fmla="*/ 20 h 1884"/>
                <a:gd name="T90" fmla="*/ 29 w 1354"/>
                <a:gd name="T91" fmla="*/ 16 h 1884"/>
                <a:gd name="T92" fmla="*/ 53 w 1354"/>
                <a:gd name="T93" fmla="*/ 9 h 1884"/>
                <a:gd name="T94" fmla="*/ 85 w 1354"/>
                <a:gd name="T95" fmla="*/ 2 h 18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354"/>
                <a:gd name="T145" fmla="*/ 0 h 1884"/>
                <a:gd name="T146" fmla="*/ 1354 w 1354"/>
                <a:gd name="T147" fmla="*/ 1884 h 188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354" h="1884">
                  <a:moveTo>
                    <a:pt x="1346" y="20"/>
                  </a:moveTo>
                  <a:lnTo>
                    <a:pt x="1341" y="0"/>
                  </a:lnTo>
                  <a:lnTo>
                    <a:pt x="1213" y="29"/>
                  </a:lnTo>
                  <a:lnTo>
                    <a:pt x="1089" y="61"/>
                  </a:lnTo>
                  <a:lnTo>
                    <a:pt x="967" y="90"/>
                  </a:lnTo>
                  <a:lnTo>
                    <a:pt x="849" y="122"/>
                  </a:lnTo>
                  <a:lnTo>
                    <a:pt x="734" y="153"/>
                  </a:lnTo>
                  <a:lnTo>
                    <a:pt x="625" y="185"/>
                  </a:lnTo>
                  <a:lnTo>
                    <a:pt x="520" y="216"/>
                  </a:lnTo>
                  <a:lnTo>
                    <a:pt x="470" y="233"/>
                  </a:lnTo>
                  <a:lnTo>
                    <a:pt x="424" y="249"/>
                  </a:lnTo>
                  <a:lnTo>
                    <a:pt x="377" y="264"/>
                  </a:lnTo>
                  <a:lnTo>
                    <a:pt x="333" y="281"/>
                  </a:lnTo>
                  <a:lnTo>
                    <a:pt x="292" y="297"/>
                  </a:lnTo>
                  <a:lnTo>
                    <a:pt x="252" y="314"/>
                  </a:lnTo>
                  <a:lnTo>
                    <a:pt x="216" y="333"/>
                  </a:lnTo>
                  <a:lnTo>
                    <a:pt x="181" y="349"/>
                  </a:lnTo>
                  <a:lnTo>
                    <a:pt x="150" y="366"/>
                  </a:lnTo>
                  <a:lnTo>
                    <a:pt x="120" y="384"/>
                  </a:lnTo>
                  <a:lnTo>
                    <a:pt x="117" y="386"/>
                  </a:lnTo>
                  <a:lnTo>
                    <a:pt x="91" y="403"/>
                  </a:lnTo>
                  <a:lnTo>
                    <a:pt x="68" y="421"/>
                  </a:lnTo>
                  <a:lnTo>
                    <a:pt x="50" y="440"/>
                  </a:lnTo>
                  <a:lnTo>
                    <a:pt x="33" y="458"/>
                  </a:lnTo>
                  <a:lnTo>
                    <a:pt x="20" y="477"/>
                  </a:lnTo>
                  <a:lnTo>
                    <a:pt x="11" y="495"/>
                  </a:lnTo>
                  <a:lnTo>
                    <a:pt x="7" y="503"/>
                  </a:lnTo>
                  <a:lnTo>
                    <a:pt x="2" y="523"/>
                  </a:lnTo>
                  <a:lnTo>
                    <a:pt x="0" y="542"/>
                  </a:lnTo>
                  <a:lnTo>
                    <a:pt x="2" y="551"/>
                  </a:lnTo>
                  <a:lnTo>
                    <a:pt x="4" y="562"/>
                  </a:lnTo>
                  <a:lnTo>
                    <a:pt x="7" y="569"/>
                  </a:lnTo>
                  <a:lnTo>
                    <a:pt x="18" y="590"/>
                  </a:lnTo>
                  <a:lnTo>
                    <a:pt x="35" y="610"/>
                  </a:lnTo>
                  <a:lnTo>
                    <a:pt x="59" y="630"/>
                  </a:lnTo>
                  <a:lnTo>
                    <a:pt x="91" y="652"/>
                  </a:lnTo>
                  <a:lnTo>
                    <a:pt x="94" y="654"/>
                  </a:lnTo>
                  <a:lnTo>
                    <a:pt x="129" y="675"/>
                  </a:lnTo>
                  <a:lnTo>
                    <a:pt x="170" y="697"/>
                  </a:lnTo>
                  <a:lnTo>
                    <a:pt x="215" y="719"/>
                  </a:lnTo>
                  <a:lnTo>
                    <a:pt x="263" y="741"/>
                  </a:lnTo>
                  <a:lnTo>
                    <a:pt x="316" y="763"/>
                  </a:lnTo>
                  <a:lnTo>
                    <a:pt x="370" y="786"/>
                  </a:lnTo>
                  <a:lnTo>
                    <a:pt x="427" y="810"/>
                  </a:lnTo>
                  <a:lnTo>
                    <a:pt x="486" y="832"/>
                  </a:lnTo>
                  <a:lnTo>
                    <a:pt x="547" y="854"/>
                  </a:lnTo>
                  <a:lnTo>
                    <a:pt x="673" y="902"/>
                  </a:lnTo>
                  <a:lnTo>
                    <a:pt x="797" y="948"/>
                  </a:lnTo>
                  <a:lnTo>
                    <a:pt x="858" y="971"/>
                  </a:lnTo>
                  <a:lnTo>
                    <a:pt x="917" y="995"/>
                  </a:lnTo>
                  <a:lnTo>
                    <a:pt x="975" y="1017"/>
                  </a:lnTo>
                  <a:lnTo>
                    <a:pt x="1030" y="1041"/>
                  </a:lnTo>
                  <a:lnTo>
                    <a:pt x="1082" y="1063"/>
                  </a:lnTo>
                  <a:lnTo>
                    <a:pt x="1130" y="1087"/>
                  </a:lnTo>
                  <a:lnTo>
                    <a:pt x="1174" y="1109"/>
                  </a:lnTo>
                  <a:lnTo>
                    <a:pt x="1215" y="1131"/>
                  </a:lnTo>
                  <a:lnTo>
                    <a:pt x="1250" y="1154"/>
                  </a:lnTo>
                  <a:lnTo>
                    <a:pt x="1256" y="1144"/>
                  </a:lnTo>
                  <a:lnTo>
                    <a:pt x="1247" y="1152"/>
                  </a:lnTo>
                  <a:lnTo>
                    <a:pt x="1278" y="1174"/>
                  </a:lnTo>
                  <a:lnTo>
                    <a:pt x="1302" y="1196"/>
                  </a:lnTo>
                  <a:lnTo>
                    <a:pt x="1319" y="1218"/>
                  </a:lnTo>
                  <a:lnTo>
                    <a:pt x="1330" y="1239"/>
                  </a:lnTo>
                  <a:lnTo>
                    <a:pt x="1339" y="1231"/>
                  </a:lnTo>
                  <a:lnTo>
                    <a:pt x="1328" y="1231"/>
                  </a:lnTo>
                  <a:lnTo>
                    <a:pt x="1332" y="1241"/>
                  </a:lnTo>
                  <a:lnTo>
                    <a:pt x="1332" y="1252"/>
                  </a:lnTo>
                  <a:lnTo>
                    <a:pt x="1330" y="1272"/>
                  </a:lnTo>
                  <a:lnTo>
                    <a:pt x="1324" y="1292"/>
                  </a:lnTo>
                  <a:lnTo>
                    <a:pt x="1335" y="1292"/>
                  </a:lnTo>
                  <a:lnTo>
                    <a:pt x="1326" y="1285"/>
                  </a:lnTo>
                  <a:lnTo>
                    <a:pt x="1317" y="1305"/>
                  </a:lnTo>
                  <a:lnTo>
                    <a:pt x="1304" y="1326"/>
                  </a:lnTo>
                  <a:lnTo>
                    <a:pt x="1289" y="1346"/>
                  </a:lnTo>
                  <a:lnTo>
                    <a:pt x="1269" y="1366"/>
                  </a:lnTo>
                  <a:lnTo>
                    <a:pt x="1247" y="1387"/>
                  </a:lnTo>
                  <a:lnTo>
                    <a:pt x="1221" y="1405"/>
                  </a:lnTo>
                  <a:lnTo>
                    <a:pt x="1191" y="1426"/>
                  </a:lnTo>
                  <a:lnTo>
                    <a:pt x="1200" y="1435"/>
                  </a:lnTo>
                  <a:lnTo>
                    <a:pt x="1195" y="1424"/>
                  </a:lnTo>
                  <a:lnTo>
                    <a:pt x="1163" y="1444"/>
                  </a:lnTo>
                  <a:lnTo>
                    <a:pt x="1130" y="1464"/>
                  </a:lnTo>
                  <a:lnTo>
                    <a:pt x="1093" y="1483"/>
                  </a:lnTo>
                  <a:lnTo>
                    <a:pt x="1052" y="1503"/>
                  </a:lnTo>
                  <a:lnTo>
                    <a:pt x="1012" y="1522"/>
                  </a:lnTo>
                  <a:lnTo>
                    <a:pt x="967" y="1542"/>
                  </a:lnTo>
                  <a:lnTo>
                    <a:pt x="923" y="1561"/>
                  </a:lnTo>
                  <a:lnTo>
                    <a:pt x="875" y="1579"/>
                  </a:lnTo>
                  <a:lnTo>
                    <a:pt x="825" y="1599"/>
                  </a:lnTo>
                  <a:lnTo>
                    <a:pt x="721" y="1636"/>
                  </a:lnTo>
                  <a:lnTo>
                    <a:pt x="610" y="1675"/>
                  </a:lnTo>
                  <a:lnTo>
                    <a:pt x="496" y="1712"/>
                  </a:lnTo>
                  <a:lnTo>
                    <a:pt x="377" y="1751"/>
                  </a:lnTo>
                  <a:lnTo>
                    <a:pt x="255" y="1788"/>
                  </a:lnTo>
                  <a:lnTo>
                    <a:pt x="131" y="1825"/>
                  </a:lnTo>
                  <a:lnTo>
                    <a:pt x="9" y="1864"/>
                  </a:lnTo>
                  <a:lnTo>
                    <a:pt x="15" y="1884"/>
                  </a:lnTo>
                  <a:lnTo>
                    <a:pt x="141" y="1845"/>
                  </a:lnTo>
                  <a:lnTo>
                    <a:pt x="264" y="1808"/>
                  </a:lnTo>
                  <a:lnTo>
                    <a:pt x="387" y="1771"/>
                  </a:lnTo>
                  <a:lnTo>
                    <a:pt x="505" y="1733"/>
                  </a:lnTo>
                  <a:lnTo>
                    <a:pt x="620" y="1696"/>
                  </a:lnTo>
                  <a:lnTo>
                    <a:pt x="731" y="1657"/>
                  </a:lnTo>
                  <a:lnTo>
                    <a:pt x="834" y="1620"/>
                  </a:lnTo>
                  <a:lnTo>
                    <a:pt x="884" y="1599"/>
                  </a:lnTo>
                  <a:lnTo>
                    <a:pt x="932" y="1581"/>
                  </a:lnTo>
                  <a:lnTo>
                    <a:pt x="977" y="1562"/>
                  </a:lnTo>
                  <a:lnTo>
                    <a:pt x="1021" y="1542"/>
                  </a:lnTo>
                  <a:lnTo>
                    <a:pt x="1062" y="1524"/>
                  </a:lnTo>
                  <a:lnTo>
                    <a:pt x="1102" y="1503"/>
                  </a:lnTo>
                  <a:lnTo>
                    <a:pt x="1139" y="1485"/>
                  </a:lnTo>
                  <a:lnTo>
                    <a:pt x="1173" y="1464"/>
                  </a:lnTo>
                  <a:lnTo>
                    <a:pt x="1204" y="1444"/>
                  </a:lnTo>
                  <a:lnTo>
                    <a:pt x="1208" y="1442"/>
                  </a:lnTo>
                  <a:lnTo>
                    <a:pt x="1237" y="1422"/>
                  </a:lnTo>
                  <a:lnTo>
                    <a:pt x="1263" y="1403"/>
                  </a:lnTo>
                  <a:lnTo>
                    <a:pt x="1285" y="1383"/>
                  </a:lnTo>
                  <a:lnTo>
                    <a:pt x="1306" y="1363"/>
                  </a:lnTo>
                  <a:lnTo>
                    <a:pt x="1321" y="1342"/>
                  </a:lnTo>
                  <a:lnTo>
                    <a:pt x="1334" y="1322"/>
                  </a:lnTo>
                  <a:lnTo>
                    <a:pt x="1343" y="1302"/>
                  </a:lnTo>
                  <a:lnTo>
                    <a:pt x="1346" y="1292"/>
                  </a:lnTo>
                  <a:lnTo>
                    <a:pt x="1352" y="1272"/>
                  </a:lnTo>
                  <a:lnTo>
                    <a:pt x="1354" y="1252"/>
                  </a:lnTo>
                  <a:lnTo>
                    <a:pt x="1354" y="1241"/>
                  </a:lnTo>
                  <a:lnTo>
                    <a:pt x="1350" y="1231"/>
                  </a:lnTo>
                  <a:lnTo>
                    <a:pt x="1346" y="1222"/>
                  </a:lnTo>
                  <a:lnTo>
                    <a:pt x="1335" y="1202"/>
                  </a:lnTo>
                  <a:lnTo>
                    <a:pt x="1319" y="1180"/>
                  </a:lnTo>
                  <a:lnTo>
                    <a:pt x="1295" y="1157"/>
                  </a:lnTo>
                  <a:lnTo>
                    <a:pt x="1263" y="1135"/>
                  </a:lnTo>
                  <a:lnTo>
                    <a:pt x="1260" y="1133"/>
                  </a:lnTo>
                  <a:lnTo>
                    <a:pt x="1224" y="1111"/>
                  </a:lnTo>
                  <a:lnTo>
                    <a:pt x="1184" y="1089"/>
                  </a:lnTo>
                  <a:lnTo>
                    <a:pt x="1139" y="1067"/>
                  </a:lnTo>
                  <a:lnTo>
                    <a:pt x="1091" y="1043"/>
                  </a:lnTo>
                  <a:lnTo>
                    <a:pt x="1039" y="1021"/>
                  </a:lnTo>
                  <a:lnTo>
                    <a:pt x="984" y="996"/>
                  </a:lnTo>
                  <a:lnTo>
                    <a:pt x="927" y="974"/>
                  </a:lnTo>
                  <a:lnTo>
                    <a:pt x="867" y="950"/>
                  </a:lnTo>
                  <a:lnTo>
                    <a:pt x="806" y="928"/>
                  </a:lnTo>
                  <a:lnTo>
                    <a:pt x="682" y="882"/>
                  </a:lnTo>
                  <a:lnTo>
                    <a:pt x="557" y="834"/>
                  </a:lnTo>
                  <a:lnTo>
                    <a:pt x="496" y="812"/>
                  </a:lnTo>
                  <a:lnTo>
                    <a:pt x="436" y="789"/>
                  </a:lnTo>
                  <a:lnTo>
                    <a:pt x="379" y="765"/>
                  </a:lnTo>
                  <a:lnTo>
                    <a:pt x="326" y="743"/>
                  </a:lnTo>
                  <a:lnTo>
                    <a:pt x="272" y="721"/>
                  </a:lnTo>
                  <a:lnTo>
                    <a:pt x="224" y="699"/>
                  </a:lnTo>
                  <a:lnTo>
                    <a:pt x="179" y="677"/>
                  </a:lnTo>
                  <a:lnTo>
                    <a:pt x="139" y="654"/>
                  </a:lnTo>
                  <a:lnTo>
                    <a:pt x="104" y="634"/>
                  </a:lnTo>
                  <a:lnTo>
                    <a:pt x="98" y="643"/>
                  </a:lnTo>
                  <a:lnTo>
                    <a:pt x="107" y="636"/>
                  </a:lnTo>
                  <a:lnTo>
                    <a:pt x="76" y="614"/>
                  </a:lnTo>
                  <a:lnTo>
                    <a:pt x="52" y="593"/>
                  </a:lnTo>
                  <a:lnTo>
                    <a:pt x="35" y="573"/>
                  </a:lnTo>
                  <a:lnTo>
                    <a:pt x="24" y="553"/>
                  </a:lnTo>
                  <a:lnTo>
                    <a:pt x="15" y="562"/>
                  </a:lnTo>
                  <a:lnTo>
                    <a:pt x="26" y="562"/>
                  </a:lnTo>
                  <a:lnTo>
                    <a:pt x="24" y="551"/>
                  </a:lnTo>
                  <a:lnTo>
                    <a:pt x="22" y="542"/>
                  </a:lnTo>
                  <a:lnTo>
                    <a:pt x="24" y="523"/>
                  </a:lnTo>
                  <a:lnTo>
                    <a:pt x="30" y="503"/>
                  </a:lnTo>
                  <a:lnTo>
                    <a:pt x="18" y="503"/>
                  </a:lnTo>
                  <a:lnTo>
                    <a:pt x="28" y="512"/>
                  </a:lnTo>
                  <a:lnTo>
                    <a:pt x="37" y="493"/>
                  </a:lnTo>
                  <a:lnTo>
                    <a:pt x="50" y="475"/>
                  </a:lnTo>
                  <a:lnTo>
                    <a:pt x="67" y="456"/>
                  </a:lnTo>
                  <a:lnTo>
                    <a:pt x="85" y="438"/>
                  </a:lnTo>
                  <a:lnTo>
                    <a:pt x="107" y="419"/>
                  </a:lnTo>
                  <a:lnTo>
                    <a:pt x="133" y="403"/>
                  </a:lnTo>
                  <a:lnTo>
                    <a:pt x="126" y="394"/>
                  </a:lnTo>
                  <a:lnTo>
                    <a:pt x="129" y="405"/>
                  </a:lnTo>
                  <a:lnTo>
                    <a:pt x="159" y="386"/>
                  </a:lnTo>
                  <a:lnTo>
                    <a:pt x="190" y="370"/>
                  </a:lnTo>
                  <a:lnTo>
                    <a:pt x="226" y="353"/>
                  </a:lnTo>
                  <a:lnTo>
                    <a:pt x="261" y="334"/>
                  </a:lnTo>
                  <a:lnTo>
                    <a:pt x="301" y="318"/>
                  </a:lnTo>
                  <a:lnTo>
                    <a:pt x="342" y="301"/>
                  </a:lnTo>
                  <a:lnTo>
                    <a:pt x="387" y="284"/>
                  </a:lnTo>
                  <a:lnTo>
                    <a:pt x="433" y="270"/>
                  </a:lnTo>
                  <a:lnTo>
                    <a:pt x="479" y="253"/>
                  </a:lnTo>
                  <a:lnTo>
                    <a:pt x="529" y="236"/>
                  </a:lnTo>
                  <a:lnTo>
                    <a:pt x="634" y="205"/>
                  </a:lnTo>
                  <a:lnTo>
                    <a:pt x="744" y="173"/>
                  </a:lnTo>
                  <a:lnTo>
                    <a:pt x="858" y="142"/>
                  </a:lnTo>
                  <a:lnTo>
                    <a:pt x="977" y="111"/>
                  </a:lnTo>
                  <a:lnTo>
                    <a:pt x="1099" y="81"/>
                  </a:lnTo>
                  <a:lnTo>
                    <a:pt x="1223" y="50"/>
                  </a:lnTo>
                  <a:lnTo>
                    <a:pt x="1346" y="20"/>
                  </a:lnTo>
                  <a:close/>
                </a:path>
              </a:pathLst>
            </a:custGeom>
            <a:solidFill>
              <a:srgbClr val="0000FF"/>
            </a:solidFill>
            <a:ln w="9525">
              <a:noFill/>
              <a:round/>
              <a:headEnd/>
              <a:tailEnd/>
            </a:ln>
          </p:spPr>
          <p:txBody>
            <a:bodyPr/>
            <a:lstStyle/>
            <a:p>
              <a:endParaRPr lang="zh-CN" altLang="en-US"/>
            </a:p>
          </p:txBody>
        </p:sp>
        <p:sp>
          <p:nvSpPr>
            <p:cNvPr id="41997" name="Freeform 415"/>
            <p:cNvSpPr>
              <a:spLocks/>
            </p:cNvSpPr>
            <p:nvPr/>
          </p:nvSpPr>
          <p:spPr bwMode="auto">
            <a:xfrm>
              <a:off x="4714" y="1497"/>
              <a:ext cx="677" cy="943"/>
            </a:xfrm>
            <a:custGeom>
              <a:avLst/>
              <a:gdLst>
                <a:gd name="T0" fmla="*/ 15 w 1354"/>
                <a:gd name="T1" fmla="*/ 6 h 1884"/>
                <a:gd name="T2" fmla="*/ 45 w 1354"/>
                <a:gd name="T3" fmla="*/ 13 h 1884"/>
                <a:gd name="T4" fmla="*/ 60 w 1354"/>
                <a:gd name="T5" fmla="*/ 18 h 1884"/>
                <a:gd name="T6" fmla="*/ 71 w 1354"/>
                <a:gd name="T7" fmla="*/ 23 h 1884"/>
                <a:gd name="T8" fmla="*/ 77 w 1354"/>
                <a:gd name="T9" fmla="*/ 25 h 1884"/>
                <a:gd name="T10" fmla="*/ 81 w 1354"/>
                <a:gd name="T11" fmla="*/ 29 h 1884"/>
                <a:gd name="T12" fmla="*/ 84 w 1354"/>
                <a:gd name="T13" fmla="*/ 32 h 1884"/>
                <a:gd name="T14" fmla="*/ 84 w 1354"/>
                <a:gd name="T15" fmla="*/ 35 h 1884"/>
                <a:gd name="T16" fmla="*/ 83 w 1354"/>
                <a:gd name="T17" fmla="*/ 36 h 1884"/>
                <a:gd name="T18" fmla="*/ 79 w 1354"/>
                <a:gd name="T19" fmla="*/ 41 h 1884"/>
                <a:gd name="T20" fmla="*/ 71 w 1354"/>
                <a:gd name="T21" fmla="*/ 44 h 1884"/>
                <a:gd name="T22" fmla="*/ 57 w 1354"/>
                <a:gd name="T23" fmla="*/ 50 h 1884"/>
                <a:gd name="T24" fmla="*/ 35 w 1354"/>
                <a:gd name="T25" fmla="*/ 58 h 1884"/>
                <a:gd name="T26" fmla="*/ 20 w 1354"/>
                <a:gd name="T27" fmla="*/ 64 h 1884"/>
                <a:gd name="T28" fmla="*/ 9 w 1354"/>
                <a:gd name="T29" fmla="*/ 70 h 1884"/>
                <a:gd name="T30" fmla="*/ 3 w 1354"/>
                <a:gd name="T31" fmla="*/ 74 h 1884"/>
                <a:gd name="T32" fmla="*/ 1 w 1354"/>
                <a:gd name="T33" fmla="*/ 78 h 1884"/>
                <a:gd name="T34" fmla="*/ 1 w 1354"/>
                <a:gd name="T35" fmla="*/ 82 h 1884"/>
                <a:gd name="T36" fmla="*/ 5 w 1354"/>
                <a:gd name="T37" fmla="*/ 87 h 1884"/>
                <a:gd name="T38" fmla="*/ 10 w 1354"/>
                <a:gd name="T39" fmla="*/ 91 h 1884"/>
                <a:gd name="T40" fmla="*/ 19 w 1354"/>
                <a:gd name="T41" fmla="*/ 96 h 1884"/>
                <a:gd name="T42" fmla="*/ 29 w 1354"/>
                <a:gd name="T43" fmla="*/ 100 h 1884"/>
                <a:gd name="T44" fmla="*/ 53 w 1354"/>
                <a:gd name="T45" fmla="*/ 109 h 1884"/>
                <a:gd name="T46" fmla="*/ 84 w 1354"/>
                <a:gd name="T47" fmla="*/ 118 h 1884"/>
                <a:gd name="T48" fmla="*/ 61 w 1354"/>
                <a:gd name="T49" fmla="*/ 110 h 1884"/>
                <a:gd name="T50" fmla="*/ 34 w 1354"/>
                <a:gd name="T51" fmla="*/ 100 h 1884"/>
                <a:gd name="T52" fmla="*/ 21 w 1354"/>
                <a:gd name="T53" fmla="*/ 96 h 1884"/>
                <a:gd name="T54" fmla="*/ 11 w 1354"/>
                <a:gd name="T55" fmla="*/ 91 h 1884"/>
                <a:gd name="T56" fmla="*/ 9 w 1354"/>
                <a:gd name="T57" fmla="*/ 88 h 1884"/>
                <a:gd name="T58" fmla="*/ 3 w 1354"/>
                <a:gd name="T59" fmla="*/ 83 h 1884"/>
                <a:gd name="T60" fmla="*/ 1 w 1354"/>
                <a:gd name="T61" fmla="*/ 81 h 1884"/>
                <a:gd name="T62" fmla="*/ 1 w 1354"/>
                <a:gd name="T63" fmla="*/ 77 h 1884"/>
                <a:gd name="T64" fmla="*/ 3 w 1354"/>
                <a:gd name="T65" fmla="*/ 75 h 1884"/>
                <a:gd name="T66" fmla="*/ 6 w 1354"/>
                <a:gd name="T67" fmla="*/ 73 h 1884"/>
                <a:gd name="T68" fmla="*/ 17 w 1354"/>
                <a:gd name="T69" fmla="*/ 67 h 1884"/>
                <a:gd name="T70" fmla="*/ 30 w 1354"/>
                <a:gd name="T71" fmla="*/ 61 h 1884"/>
                <a:gd name="T72" fmla="*/ 54 w 1354"/>
                <a:gd name="T73" fmla="*/ 52 h 1884"/>
                <a:gd name="T74" fmla="*/ 69 w 1354"/>
                <a:gd name="T75" fmla="*/ 47 h 1884"/>
                <a:gd name="T76" fmla="*/ 79 w 1354"/>
                <a:gd name="T77" fmla="*/ 41 h 1884"/>
                <a:gd name="T78" fmla="*/ 84 w 1354"/>
                <a:gd name="T79" fmla="*/ 37 h 1884"/>
                <a:gd name="T80" fmla="*/ 85 w 1354"/>
                <a:gd name="T81" fmla="*/ 35 h 1884"/>
                <a:gd name="T82" fmla="*/ 84 w 1354"/>
                <a:gd name="T83" fmla="*/ 31 h 1884"/>
                <a:gd name="T84" fmla="*/ 81 w 1354"/>
                <a:gd name="T85" fmla="*/ 27 h 1884"/>
                <a:gd name="T86" fmla="*/ 76 w 1354"/>
                <a:gd name="T87" fmla="*/ 23 h 1884"/>
                <a:gd name="T88" fmla="*/ 67 w 1354"/>
                <a:gd name="T89" fmla="*/ 19 h 1884"/>
                <a:gd name="T90" fmla="*/ 55 w 1354"/>
                <a:gd name="T91" fmla="*/ 15 h 1884"/>
                <a:gd name="T92" fmla="*/ 31 w 1354"/>
                <a:gd name="T93" fmla="*/ 8 h 1884"/>
                <a:gd name="T94" fmla="*/ 1 w 1354"/>
                <a:gd name="T95" fmla="*/ 0 h 18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354"/>
                <a:gd name="T145" fmla="*/ 0 h 1884"/>
                <a:gd name="T146" fmla="*/ 1354 w 1354"/>
                <a:gd name="T147" fmla="*/ 1884 h 188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354" h="1884">
                  <a:moveTo>
                    <a:pt x="14" y="0"/>
                  </a:moveTo>
                  <a:lnTo>
                    <a:pt x="9" y="20"/>
                  </a:lnTo>
                  <a:lnTo>
                    <a:pt x="131" y="50"/>
                  </a:lnTo>
                  <a:lnTo>
                    <a:pt x="255" y="81"/>
                  </a:lnTo>
                  <a:lnTo>
                    <a:pt x="377" y="111"/>
                  </a:lnTo>
                  <a:lnTo>
                    <a:pt x="495" y="142"/>
                  </a:lnTo>
                  <a:lnTo>
                    <a:pt x="610" y="173"/>
                  </a:lnTo>
                  <a:lnTo>
                    <a:pt x="721" y="205"/>
                  </a:lnTo>
                  <a:lnTo>
                    <a:pt x="825" y="236"/>
                  </a:lnTo>
                  <a:lnTo>
                    <a:pt x="874" y="253"/>
                  </a:lnTo>
                  <a:lnTo>
                    <a:pt x="923" y="270"/>
                  </a:lnTo>
                  <a:lnTo>
                    <a:pt x="967" y="284"/>
                  </a:lnTo>
                  <a:lnTo>
                    <a:pt x="1011" y="301"/>
                  </a:lnTo>
                  <a:lnTo>
                    <a:pt x="1052" y="318"/>
                  </a:lnTo>
                  <a:lnTo>
                    <a:pt x="1093" y="334"/>
                  </a:lnTo>
                  <a:lnTo>
                    <a:pt x="1130" y="353"/>
                  </a:lnTo>
                  <a:lnTo>
                    <a:pt x="1163" y="370"/>
                  </a:lnTo>
                  <a:lnTo>
                    <a:pt x="1194" y="386"/>
                  </a:lnTo>
                  <a:lnTo>
                    <a:pt x="1224" y="405"/>
                  </a:lnTo>
                  <a:lnTo>
                    <a:pt x="1228" y="394"/>
                  </a:lnTo>
                  <a:lnTo>
                    <a:pt x="1220" y="403"/>
                  </a:lnTo>
                  <a:lnTo>
                    <a:pt x="1246" y="419"/>
                  </a:lnTo>
                  <a:lnTo>
                    <a:pt x="1268" y="438"/>
                  </a:lnTo>
                  <a:lnTo>
                    <a:pt x="1289" y="456"/>
                  </a:lnTo>
                  <a:lnTo>
                    <a:pt x="1304" y="475"/>
                  </a:lnTo>
                  <a:lnTo>
                    <a:pt x="1317" y="493"/>
                  </a:lnTo>
                  <a:lnTo>
                    <a:pt x="1326" y="512"/>
                  </a:lnTo>
                  <a:lnTo>
                    <a:pt x="1335" y="503"/>
                  </a:lnTo>
                  <a:lnTo>
                    <a:pt x="1324" y="503"/>
                  </a:lnTo>
                  <a:lnTo>
                    <a:pt x="1329" y="523"/>
                  </a:lnTo>
                  <a:lnTo>
                    <a:pt x="1331" y="542"/>
                  </a:lnTo>
                  <a:lnTo>
                    <a:pt x="1331" y="551"/>
                  </a:lnTo>
                  <a:lnTo>
                    <a:pt x="1328" y="562"/>
                  </a:lnTo>
                  <a:lnTo>
                    <a:pt x="1339" y="562"/>
                  </a:lnTo>
                  <a:lnTo>
                    <a:pt x="1329" y="553"/>
                  </a:lnTo>
                  <a:lnTo>
                    <a:pt x="1318" y="573"/>
                  </a:lnTo>
                  <a:lnTo>
                    <a:pt x="1302" y="593"/>
                  </a:lnTo>
                  <a:lnTo>
                    <a:pt x="1278" y="614"/>
                  </a:lnTo>
                  <a:lnTo>
                    <a:pt x="1246" y="636"/>
                  </a:lnTo>
                  <a:lnTo>
                    <a:pt x="1255" y="643"/>
                  </a:lnTo>
                  <a:lnTo>
                    <a:pt x="1250" y="634"/>
                  </a:lnTo>
                  <a:lnTo>
                    <a:pt x="1215" y="654"/>
                  </a:lnTo>
                  <a:lnTo>
                    <a:pt x="1174" y="677"/>
                  </a:lnTo>
                  <a:lnTo>
                    <a:pt x="1130" y="699"/>
                  </a:lnTo>
                  <a:lnTo>
                    <a:pt x="1082" y="721"/>
                  </a:lnTo>
                  <a:lnTo>
                    <a:pt x="1030" y="743"/>
                  </a:lnTo>
                  <a:lnTo>
                    <a:pt x="974" y="765"/>
                  </a:lnTo>
                  <a:lnTo>
                    <a:pt x="917" y="789"/>
                  </a:lnTo>
                  <a:lnTo>
                    <a:pt x="858" y="812"/>
                  </a:lnTo>
                  <a:lnTo>
                    <a:pt x="797" y="834"/>
                  </a:lnTo>
                  <a:lnTo>
                    <a:pt x="673" y="882"/>
                  </a:lnTo>
                  <a:lnTo>
                    <a:pt x="547" y="928"/>
                  </a:lnTo>
                  <a:lnTo>
                    <a:pt x="486" y="950"/>
                  </a:lnTo>
                  <a:lnTo>
                    <a:pt x="427" y="974"/>
                  </a:lnTo>
                  <a:lnTo>
                    <a:pt x="370" y="996"/>
                  </a:lnTo>
                  <a:lnTo>
                    <a:pt x="316" y="1021"/>
                  </a:lnTo>
                  <a:lnTo>
                    <a:pt x="262" y="1043"/>
                  </a:lnTo>
                  <a:lnTo>
                    <a:pt x="214" y="1067"/>
                  </a:lnTo>
                  <a:lnTo>
                    <a:pt x="170" y="1089"/>
                  </a:lnTo>
                  <a:lnTo>
                    <a:pt x="129" y="1111"/>
                  </a:lnTo>
                  <a:lnTo>
                    <a:pt x="94" y="1133"/>
                  </a:lnTo>
                  <a:lnTo>
                    <a:pt x="90" y="1135"/>
                  </a:lnTo>
                  <a:lnTo>
                    <a:pt x="59" y="1157"/>
                  </a:lnTo>
                  <a:lnTo>
                    <a:pt x="35" y="1180"/>
                  </a:lnTo>
                  <a:lnTo>
                    <a:pt x="18" y="1202"/>
                  </a:lnTo>
                  <a:lnTo>
                    <a:pt x="7" y="1222"/>
                  </a:lnTo>
                  <a:lnTo>
                    <a:pt x="3" y="1231"/>
                  </a:lnTo>
                  <a:lnTo>
                    <a:pt x="1" y="1241"/>
                  </a:lnTo>
                  <a:lnTo>
                    <a:pt x="0" y="1252"/>
                  </a:lnTo>
                  <a:lnTo>
                    <a:pt x="1" y="1272"/>
                  </a:lnTo>
                  <a:lnTo>
                    <a:pt x="7" y="1292"/>
                  </a:lnTo>
                  <a:lnTo>
                    <a:pt x="11" y="1302"/>
                  </a:lnTo>
                  <a:lnTo>
                    <a:pt x="20" y="1322"/>
                  </a:lnTo>
                  <a:lnTo>
                    <a:pt x="33" y="1342"/>
                  </a:lnTo>
                  <a:lnTo>
                    <a:pt x="50" y="1363"/>
                  </a:lnTo>
                  <a:lnTo>
                    <a:pt x="68" y="1383"/>
                  </a:lnTo>
                  <a:lnTo>
                    <a:pt x="90" y="1403"/>
                  </a:lnTo>
                  <a:lnTo>
                    <a:pt x="116" y="1422"/>
                  </a:lnTo>
                  <a:lnTo>
                    <a:pt x="146" y="1442"/>
                  </a:lnTo>
                  <a:lnTo>
                    <a:pt x="149" y="1444"/>
                  </a:lnTo>
                  <a:lnTo>
                    <a:pt x="181" y="1464"/>
                  </a:lnTo>
                  <a:lnTo>
                    <a:pt x="216" y="1485"/>
                  </a:lnTo>
                  <a:lnTo>
                    <a:pt x="251" y="1503"/>
                  </a:lnTo>
                  <a:lnTo>
                    <a:pt x="292" y="1524"/>
                  </a:lnTo>
                  <a:lnTo>
                    <a:pt x="333" y="1542"/>
                  </a:lnTo>
                  <a:lnTo>
                    <a:pt x="377" y="1562"/>
                  </a:lnTo>
                  <a:lnTo>
                    <a:pt x="423" y="1581"/>
                  </a:lnTo>
                  <a:lnTo>
                    <a:pt x="469" y="1599"/>
                  </a:lnTo>
                  <a:lnTo>
                    <a:pt x="519" y="1620"/>
                  </a:lnTo>
                  <a:lnTo>
                    <a:pt x="625" y="1657"/>
                  </a:lnTo>
                  <a:lnTo>
                    <a:pt x="734" y="1696"/>
                  </a:lnTo>
                  <a:lnTo>
                    <a:pt x="849" y="1733"/>
                  </a:lnTo>
                  <a:lnTo>
                    <a:pt x="967" y="1771"/>
                  </a:lnTo>
                  <a:lnTo>
                    <a:pt x="1089" y="1808"/>
                  </a:lnTo>
                  <a:lnTo>
                    <a:pt x="1213" y="1845"/>
                  </a:lnTo>
                  <a:lnTo>
                    <a:pt x="1341" y="1884"/>
                  </a:lnTo>
                  <a:lnTo>
                    <a:pt x="1346" y="1864"/>
                  </a:lnTo>
                  <a:lnTo>
                    <a:pt x="1222" y="1825"/>
                  </a:lnTo>
                  <a:lnTo>
                    <a:pt x="1098" y="1788"/>
                  </a:lnTo>
                  <a:lnTo>
                    <a:pt x="976" y="1751"/>
                  </a:lnTo>
                  <a:lnTo>
                    <a:pt x="858" y="1712"/>
                  </a:lnTo>
                  <a:lnTo>
                    <a:pt x="743" y="1675"/>
                  </a:lnTo>
                  <a:lnTo>
                    <a:pt x="634" y="1636"/>
                  </a:lnTo>
                  <a:lnTo>
                    <a:pt x="529" y="1599"/>
                  </a:lnTo>
                  <a:lnTo>
                    <a:pt x="479" y="1579"/>
                  </a:lnTo>
                  <a:lnTo>
                    <a:pt x="432" y="1561"/>
                  </a:lnTo>
                  <a:lnTo>
                    <a:pt x="386" y="1542"/>
                  </a:lnTo>
                  <a:lnTo>
                    <a:pt x="342" y="1522"/>
                  </a:lnTo>
                  <a:lnTo>
                    <a:pt x="301" y="1503"/>
                  </a:lnTo>
                  <a:lnTo>
                    <a:pt x="260" y="1483"/>
                  </a:lnTo>
                  <a:lnTo>
                    <a:pt x="225" y="1464"/>
                  </a:lnTo>
                  <a:lnTo>
                    <a:pt x="190" y="1444"/>
                  </a:lnTo>
                  <a:lnTo>
                    <a:pt x="159" y="1424"/>
                  </a:lnTo>
                  <a:lnTo>
                    <a:pt x="153" y="1435"/>
                  </a:lnTo>
                  <a:lnTo>
                    <a:pt x="162" y="1426"/>
                  </a:lnTo>
                  <a:lnTo>
                    <a:pt x="133" y="1405"/>
                  </a:lnTo>
                  <a:lnTo>
                    <a:pt x="107" y="1387"/>
                  </a:lnTo>
                  <a:lnTo>
                    <a:pt x="85" y="1366"/>
                  </a:lnTo>
                  <a:lnTo>
                    <a:pt x="66" y="1346"/>
                  </a:lnTo>
                  <a:lnTo>
                    <a:pt x="50" y="1326"/>
                  </a:lnTo>
                  <a:lnTo>
                    <a:pt x="37" y="1305"/>
                  </a:lnTo>
                  <a:lnTo>
                    <a:pt x="27" y="1285"/>
                  </a:lnTo>
                  <a:lnTo>
                    <a:pt x="18" y="1292"/>
                  </a:lnTo>
                  <a:lnTo>
                    <a:pt x="29" y="1292"/>
                  </a:lnTo>
                  <a:lnTo>
                    <a:pt x="24" y="1272"/>
                  </a:lnTo>
                  <a:lnTo>
                    <a:pt x="22" y="1252"/>
                  </a:lnTo>
                  <a:lnTo>
                    <a:pt x="24" y="1241"/>
                  </a:lnTo>
                  <a:lnTo>
                    <a:pt x="25" y="1231"/>
                  </a:lnTo>
                  <a:lnTo>
                    <a:pt x="14" y="1231"/>
                  </a:lnTo>
                  <a:lnTo>
                    <a:pt x="24" y="1239"/>
                  </a:lnTo>
                  <a:lnTo>
                    <a:pt x="35" y="1218"/>
                  </a:lnTo>
                  <a:lnTo>
                    <a:pt x="51" y="1196"/>
                  </a:lnTo>
                  <a:lnTo>
                    <a:pt x="75" y="1174"/>
                  </a:lnTo>
                  <a:lnTo>
                    <a:pt x="107" y="1152"/>
                  </a:lnTo>
                  <a:lnTo>
                    <a:pt x="98" y="1144"/>
                  </a:lnTo>
                  <a:lnTo>
                    <a:pt x="103" y="1154"/>
                  </a:lnTo>
                  <a:lnTo>
                    <a:pt x="138" y="1131"/>
                  </a:lnTo>
                  <a:lnTo>
                    <a:pt x="179" y="1109"/>
                  </a:lnTo>
                  <a:lnTo>
                    <a:pt x="223" y="1087"/>
                  </a:lnTo>
                  <a:lnTo>
                    <a:pt x="271" y="1063"/>
                  </a:lnTo>
                  <a:lnTo>
                    <a:pt x="325" y="1041"/>
                  </a:lnTo>
                  <a:lnTo>
                    <a:pt x="379" y="1017"/>
                  </a:lnTo>
                  <a:lnTo>
                    <a:pt x="436" y="995"/>
                  </a:lnTo>
                  <a:lnTo>
                    <a:pt x="495" y="971"/>
                  </a:lnTo>
                  <a:lnTo>
                    <a:pt x="556" y="948"/>
                  </a:lnTo>
                  <a:lnTo>
                    <a:pt x="682" y="902"/>
                  </a:lnTo>
                  <a:lnTo>
                    <a:pt x="806" y="854"/>
                  </a:lnTo>
                  <a:lnTo>
                    <a:pt x="867" y="832"/>
                  </a:lnTo>
                  <a:lnTo>
                    <a:pt x="926" y="810"/>
                  </a:lnTo>
                  <a:lnTo>
                    <a:pt x="984" y="786"/>
                  </a:lnTo>
                  <a:lnTo>
                    <a:pt x="1039" y="763"/>
                  </a:lnTo>
                  <a:lnTo>
                    <a:pt x="1091" y="741"/>
                  </a:lnTo>
                  <a:lnTo>
                    <a:pt x="1139" y="719"/>
                  </a:lnTo>
                  <a:lnTo>
                    <a:pt x="1183" y="697"/>
                  </a:lnTo>
                  <a:lnTo>
                    <a:pt x="1224" y="675"/>
                  </a:lnTo>
                  <a:lnTo>
                    <a:pt x="1259" y="654"/>
                  </a:lnTo>
                  <a:lnTo>
                    <a:pt x="1263" y="652"/>
                  </a:lnTo>
                  <a:lnTo>
                    <a:pt x="1294" y="630"/>
                  </a:lnTo>
                  <a:lnTo>
                    <a:pt x="1318" y="610"/>
                  </a:lnTo>
                  <a:lnTo>
                    <a:pt x="1335" y="590"/>
                  </a:lnTo>
                  <a:lnTo>
                    <a:pt x="1346" y="569"/>
                  </a:lnTo>
                  <a:lnTo>
                    <a:pt x="1350" y="562"/>
                  </a:lnTo>
                  <a:lnTo>
                    <a:pt x="1354" y="551"/>
                  </a:lnTo>
                  <a:lnTo>
                    <a:pt x="1354" y="542"/>
                  </a:lnTo>
                  <a:lnTo>
                    <a:pt x="1352" y="523"/>
                  </a:lnTo>
                  <a:lnTo>
                    <a:pt x="1346" y="503"/>
                  </a:lnTo>
                  <a:lnTo>
                    <a:pt x="1342" y="495"/>
                  </a:lnTo>
                  <a:lnTo>
                    <a:pt x="1333" y="477"/>
                  </a:lnTo>
                  <a:lnTo>
                    <a:pt x="1320" y="458"/>
                  </a:lnTo>
                  <a:lnTo>
                    <a:pt x="1305" y="440"/>
                  </a:lnTo>
                  <a:lnTo>
                    <a:pt x="1285" y="421"/>
                  </a:lnTo>
                  <a:lnTo>
                    <a:pt x="1263" y="403"/>
                  </a:lnTo>
                  <a:lnTo>
                    <a:pt x="1237" y="386"/>
                  </a:lnTo>
                  <a:lnTo>
                    <a:pt x="1233" y="384"/>
                  </a:lnTo>
                  <a:lnTo>
                    <a:pt x="1204" y="366"/>
                  </a:lnTo>
                  <a:lnTo>
                    <a:pt x="1172" y="349"/>
                  </a:lnTo>
                  <a:lnTo>
                    <a:pt x="1139" y="333"/>
                  </a:lnTo>
                  <a:lnTo>
                    <a:pt x="1102" y="314"/>
                  </a:lnTo>
                  <a:lnTo>
                    <a:pt x="1061" y="297"/>
                  </a:lnTo>
                  <a:lnTo>
                    <a:pt x="1021" y="281"/>
                  </a:lnTo>
                  <a:lnTo>
                    <a:pt x="976" y="264"/>
                  </a:lnTo>
                  <a:lnTo>
                    <a:pt x="932" y="249"/>
                  </a:lnTo>
                  <a:lnTo>
                    <a:pt x="884" y="233"/>
                  </a:lnTo>
                  <a:lnTo>
                    <a:pt x="834" y="216"/>
                  </a:lnTo>
                  <a:lnTo>
                    <a:pt x="730" y="185"/>
                  </a:lnTo>
                  <a:lnTo>
                    <a:pt x="619" y="153"/>
                  </a:lnTo>
                  <a:lnTo>
                    <a:pt x="505" y="122"/>
                  </a:lnTo>
                  <a:lnTo>
                    <a:pt x="386" y="90"/>
                  </a:lnTo>
                  <a:lnTo>
                    <a:pt x="264" y="61"/>
                  </a:lnTo>
                  <a:lnTo>
                    <a:pt x="140" y="29"/>
                  </a:lnTo>
                  <a:lnTo>
                    <a:pt x="14" y="0"/>
                  </a:lnTo>
                  <a:close/>
                </a:path>
              </a:pathLst>
            </a:custGeom>
            <a:solidFill>
              <a:srgbClr val="0000FF"/>
            </a:solidFill>
            <a:ln w="9525">
              <a:noFill/>
              <a:round/>
              <a:headEnd/>
              <a:tailEnd/>
            </a:ln>
          </p:spPr>
          <p:txBody>
            <a:bodyPr/>
            <a:lstStyle/>
            <a:p>
              <a:endParaRPr lang="zh-CN" altLang="en-US"/>
            </a:p>
          </p:txBody>
        </p:sp>
        <p:sp>
          <p:nvSpPr>
            <p:cNvPr id="41998" name="Rectangle 416"/>
            <p:cNvSpPr>
              <a:spLocks noChangeArrowheads="1"/>
            </p:cNvSpPr>
            <p:nvPr/>
          </p:nvSpPr>
          <p:spPr bwMode="auto">
            <a:xfrm>
              <a:off x="3077" y="3803"/>
              <a:ext cx="1421" cy="267"/>
            </a:xfrm>
            <a:prstGeom prst="rect">
              <a:avLst/>
            </a:prstGeom>
            <a:noFill/>
            <a:ln w="9525">
              <a:noFill/>
              <a:miter lim="800000"/>
              <a:headEnd/>
              <a:tailEnd/>
            </a:ln>
          </p:spPr>
          <p:txBody>
            <a:bodyPr/>
            <a:lstStyle/>
            <a:p>
              <a:endParaRPr lang="zh-CN" altLang="en-US"/>
            </a:p>
          </p:txBody>
        </p:sp>
        <p:sp>
          <p:nvSpPr>
            <p:cNvPr id="41999" name="Freeform 417"/>
            <p:cNvSpPr>
              <a:spLocks/>
            </p:cNvSpPr>
            <p:nvPr/>
          </p:nvSpPr>
          <p:spPr bwMode="auto">
            <a:xfrm>
              <a:off x="1921" y="2615"/>
              <a:ext cx="669" cy="916"/>
            </a:xfrm>
            <a:custGeom>
              <a:avLst/>
              <a:gdLst>
                <a:gd name="T0" fmla="*/ 56 w 1337"/>
                <a:gd name="T1" fmla="*/ 8 h 1831"/>
                <a:gd name="T2" fmla="*/ 45 w 1337"/>
                <a:gd name="T3" fmla="*/ 13 h 1831"/>
                <a:gd name="T4" fmla="*/ 26 w 1337"/>
                <a:gd name="T5" fmla="*/ 25 h 1831"/>
                <a:gd name="T6" fmla="*/ 12 w 1337"/>
                <a:gd name="T7" fmla="*/ 35 h 1831"/>
                <a:gd name="T8" fmla="*/ 5 w 1337"/>
                <a:gd name="T9" fmla="*/ 42 h 1831"/>
                <a:gd name="T10" fmla="*/ 1 w 1337"/>
                <a:gd name="T11" fmla="*/ 49 h 1831"/>
                <a:gd name="T12" fmla="*/ 1 w 1337"/>
                <a:gd name="T13" fmla="*/ 56 h 1831"/>
                <a:gd name="T14" fmla="*/ 5 w 1337"/>
                <a:gd name="T15" fmla="*/ 64 h 1831"/>
                <a:gd name="T16" fmla="*/ 11 w 1337"/>
                <a:gd name="T17" fmla="*/ 73 h 1831"/>
                <a:gd name="T18" fmla="*/ 23 w 1337"/>
                <a:gd name="T19" fmla="*/ 88 h 1831"/>
                <a:gd name="T20" fmla="*/ 42 w 1337"/>
                <a:gd name="T21" fmla="*/ 104 h 1831"/>
                <a:gd name="T22" fmla="*/ 50 w 1337"/>
                <a:gd name="T23" fmla="*/ 110 h 1831"/>
                <a:gd name="T24" fmla="*/ 57 w 1337"/>
                <a:gd name="T25" fmla="*/ 113 h 1831"/>
                <a:gd name="T26" fmla="*/ 65 w 1337"/>
                <a:gd name="T27" fmla="*/ 115 h 1831"/>
                <a:gd name="T28" fmla="*/ 75 w 1337"/>
                <a:gd name="T29" fmla="*/ 111 h 1831"/>
                <a:gd name="T30" fmla="*/ 83 w 1337"/>
                <a:gd name="T31" fmla="*/ 103 h 1831"/>
                <a:gd name="T32" fmla="*/ 84 w 1337"/>
                <a:gd name="T33" fmla="*/ 97 h 1831"/>
                <a:gd name="T34" fmla="*/ 83 w 1337"/>
                <a:gd name="T35" fmla="*/ 91 h 1831"/>
                <a:gd name="T36" fmla="*/ 79 w 1337"/>
                <a:gd name="T37" fmla="*/ 84 h 1831"/>
                <a:gd name="T38" fmla="*/ 71 w 1337"/>
                <a:gd name="T39" fmla="*/ 76 h 1831"/>
                <a:gd name="T40" fmla="*/ 58 w 1337"/>
                <a:gd name="T41" fmla="*/ 64 h 1831"/>
                <a:gd name="T42" fmla="*/ 34 w 1337"/>
                <a:gd name="T43" fmla="*/ 43 h 1831"/>
                <a:gd name="T44" fmla="*/ 20 w 1337"/>
                <a:gd name="T45" fmla="*/ 31 h 1831"/>
                <a:gd name="T46" fmla="*/ 12 w 1337"/>
                <a:gd name="T47" fmla="*/ 23 h 1831"/>
                <a:gd name="T48" fmla="*/ 6 w 1337"/>
                <a:gd name="T49" fmla="*/ 15 h 1831"/>
                <a:gd name="T50" fmla="*/ 1 w 1337"/>
                <a:gd name="T51" fmla="*/ 7 h 1831"/>
                <a:gd name="T52" fmla="*/ 2 w 1337"/>
                <a:gd name="T53" fmla="*/ 2 h 1831"/>
                <a:gd name="T54" fmla="*/ 8 w 1337"/>
                <a:gd name="T55" fmla="*/ 1 h 1831"/>
                <a:gd name="T56" fmla="*/ 15 w 1337"/>
                <a:gd name="T57" fmla="*/ 3 h 1831"/>
                <a:gd name="T58" fmla="*/ 23 w 1337"/>
                <a:gd name="T59" fmla="*/ 7 h 1831"/>
                <a:gd name="T60" fmla="*/ 35 w 1337"/>
                <a:gd name="T61" fmla="*/ 13 h 1831"/>
                <a:gd name="T62" fmla="*/ 58 w 1337"/>
                <a:gd name="T63" fmla="*/ 27 h 1831"/>
                <a:gd name="T64" fmla="*/ 71 w 1337"/>
                <a:gd name="T65" fmla="*/ 37 h 1831"/>
                <a:gd name="T66" fmla="*/ 79 w 1337"/>
                <a:gd name="T67" fmla="*/ 44 h 1831"/>
                <a:gd name="T68" fmla="*/ 83 w 1337"/>
                <a:gd name="T69" fmla="*/ 52 h 1831"/>
                <a:gd name="T70" fmla="*/ 82 w 1337"/>
                <a:gd name="T71" fmla="*/ 59 h 1831"/>
                <a:gd name="T72" fmla="*/ 78 w 1337"/>
                <a:gd name="T73" fmla="*/ 68 h 1831"/>
                <a:gd name="T74" fmla="*/ 70 w 1337"/>
                <a:gd name="T75" fmla="*/ 77 h 1831"/>
                <a:gd name="T76" fmla="*/ 54 w 1337"/>
                <a:gd name="T77" fmla="*/ 93 h 1831"/>
                <a:gd name="T78" fmla="*/ 36 w 1337"/>
                <a:gd name="T79" fmla="*/ 106 h 1831"/>
                <a:gd name="T80" fmla="*/ 28 w 1337"/>
                <a:gd name="T81" fmla="*/ 111 h 1831"/>
                <a:gd name="T82" fmla="*/ 22 w 1337"/>
                <a:gd name="T83" fmla="*/ 114 h 1831"/>
                <a:gd name="T84" fmla="*/ 15 w 1337"/>
                <a:gd name="T85" fmla="*/ 114 h 1831"/>
                <a:gd name="T86" fmla="*/ 6 w 1337"/>
                <a:gd name="T87" fmla="*/ 110 h 1831"/>
                <a:gd name="T88" fmla="*/ 1 w 1337"/>
                <a:gd name="T89" fmla="*/ 101 h 1831"/>
                <a:gd name="T90" fmla="*/ 1 w 1337"/>
                <a:gd name="T91" fmla="*/ 93 h 1831"/>
                <a:gd name="T92" fmla="*/ 3 w 1337"/>
                <a:gd name="T93" fmla="*/ 87 h 1831"/>
                <a:gd name="T94" fmla="*/ 7 w 1337"/>
                <a:gd name="T95" fmla="*/ 80 h 1831"/>
                <a:gd name="T96" fmla="*/ 16 w 1337"/>
                <a:gd name="T97" fmla="*/ 70 h 1831"/>
                <a:gd name="T98" fmla="*/ 30 w 1337"/>
                <a:gd name="T99" fmla="*/ 57 h 1831"/>
                <a:gd name="T100" fmla="*/ 55 w 1337"/>
                <a:gd name="T101" fmla="*/ 35 h 1831"/>
                <a:gd name="T102" fmla="*/ 69 w 1337"/>
                <a:gd name="T103" fmla="*/ 22 h 1831"/>
                <a:gd name="T104" fmla="*/ 77 w 1337"/>
                <a:gd name="T105" fmla="*/ 14 h 1831"/>
                <a:gd name="T106" fmla="*/ 82 w 1337"/>
                <a:gd name="T107" fmla="*/ 8 h 1831"/>
                <a:gd name="T108" fmla="*/ 84 w 1337"/>
                <a:gd name="T109" fmla="*/ 4 h 1831"/>
                <a:gd name="T110" fmla="*/ 83 w 1337"/>
                <a:gd name="T111" fmla="*/ 2 h 1831"/>
                <a:gd name="T112" fmla="*/ 77 w 1337"/>
                <a:gd name="T113" fmla="*/ 1 h 1831"/>
                <a:gd name="T114" fmla="*/ 65 w 1337"/>
                <a:gd name="T115" fmla="*/ 4 h 18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37"/>
                <a:gd name="T175" fmla="*/ 0 h 1831"/>
                <a:gd name="T176" fmla="*/ 1337 w 1337"/>
                <a:gd name="T177" fmla="*/ 1831 h 18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37" h="1831">
                  <a:moveTo>
                    <a:pt x="958" y="77"/>
                  </a:moveTo>
                  <a:lnTo>
                    <a:pt x="936" y="88"/>
                  </a:lnTo>
                  <a:lnTo>
                    <a:pt x="912" y="101"/>
                  </a:lnTo>
                  <a:lnTo>
                    <a:pt x="886" y="116"/>
                  </a:lnTo>
                  <a:lnTo>
                    <a:pt x="856" y="131"/>
                  </a:lnTo>
                  <a:lnTo>
                    <a:pt x="825" y="148"/>
                  </a:lnTo>
                  <a:lnTo>
                    <a:pt x="791" y="166"/>
                  </a:lnTo>
                  <a:lnTo>
                    <a:pt x="719" y="203"/>
                  </a:lnTo>
                  <a:lnTo>
                    <a:pt x="643" y="246"/>
                  </a:lnTo>
                  <a:lnTo>
                    <a:pt x="564" y="292"/>
                  </a:lnTo>
                  <a:lnTo>
                    <a:pt x="484" y="340"/>
                  </a:lnTo>
                  <a:lnTo>
                    <a:pt x="405" y="392"/>
                  </a:lnTo>
                  <a:lnTo>
                    <a:pt x="327" y="445"/>
                  </a:lnTo>
                  <a:lnTo>
                    <a:pt x="255" y="499"/>
                  </a:lnTo>
                  <a:lnTo>
                    <a:pt x="220" y="527"/>
                  </a:lnTo>
                  <a:lnTo>
                    <a:pt x="187" y="554"/>
                  </a:lnTo>
                  <a:lnTo>
                    <a:pt x="157" y="584"/>
                  </a:lnTo>
                  <a:lnTo>
                    <a:pt x="127" y="612"/>
                  </a:lnTo>
                  <a:lnTo>
                    <a:pt x="102" y="640"/>
                  </a:lnTo>
                  <a:lnTo>
                    <a:pt x="77" y="669"/>
                  </a:lnTo>
                  <a:lnTo>
                    <a:pt x="57" y="697"/>
                  </a:lnTo>
                  <a:lnTo>
                    <a:pt x="40" y="725"/>
                  </a:lnTo>
                  <a:lnTo>
                    <a:pt x="26" y="752"/>
                  </a:lnTo>
                  <a:lnTo>
                    <a:pt x="15" y="780"/>
                  </a:lnTo>
                  <a:lnTo>
                    <a:pt x="9" y="808"/>
                  </a:lnTo>
                  <a:lnTo>
                    <a:pt x="5" y="836"/>
                  </a:lnTo>
                  <a:lnTo>
                    <a:pt x="7" y="863"/>
                  </a:lnTo>
                  <a:lnTo>
                    <a:pt x="11" y="893"/>
                  </a:lnTo>
                  <a:lnTo>
                    <a:pt x="20" y="924"/>
                  </a:lnTo>
                  <a:lnTo>
                    <a:pt x="33" y="956"/>
                  </a:lnTo>
                  <a:lnTo>
                    <a:pt x="48" y="989"/>
                  </a:lnTo>
                  <a:lnTo>
                    <a:pt x="66" y="1024"/>
                  </a:lnTo>
                  <a:lnTo>
                    <a:pt x="87" y="1059"/>
                  </a:lnTo>
                  <a:lnTo>
                    <a:pt x="111" y="1096"/>
                  </a:lnTo>
                  <a:lnTo>
                    <a:pt x="137" y="1131"/>
                  </a:lnTo>
                  <a:lnTo>
                    <a:pt x="164" y="1168"/>
                  </a:lnTo>
                  <a:lnTo>
                    <a:pt x="194" y="1207"/>
                  </a:lnTo>
                  <a:lnTo>
                    <a:pt x="225" y="1244"/>
                  </a:lnTo>
                  <a:lnTo>
                    <a:pt x="294" y="1320"/>
                  </a:lnTo>
                  <a:lnTo>
                    <a:pt x="366" y="1394"/>
                  </a:lnTo>
                  <a:lnTo>
                    <a:pt x="442" y="1464"/>
                  </a:lnTo>
                  <a:lnTo>
                    <a:pt x="518" y="1533"/>
                  </a:lnTo>
                  <a:lnTo>
                    <a:pt x="592" y="1598"/>
                  </a:lnTo>
                  <a:lnTo>
                    <a:pt x="666" y="1655"/>
                  </a:lnTo>
                  <a:lnTo>
                    <a:pt x="701" y="1683"/>
                  </a:lnTo>
                  <a:lnTo>
                    <a:pt x="734" y="1707"/>
                  </a:lnTo>
                  <a:lnTo>
                    <a:pt x="766" y="1729"/>
                  </a:lnTo>
                  <a:lnTo>
                    <a:pt x="797" y="1751"/>
                  </a:lnTo>
                  <a:lnTo>
                    <a:pt x="825" y="1770"/>
                  </a:lnTo>
                  <a:lnTo>
                    <a:pt x="851" y="1784"/>
                  </a:lnTo>
                  <a:lnTo>
                    <a:pt x="875" y="1797"/>
                  </a:lnTo>
                  <a:lnTo>
                    <a:pt x="897" y="1808"/>
                  </a:lnTo>
                  <a:lnTo>
                    <a:pt x="917" y="1816"/>
                  </a:lnTo>
                  <a:lnTo>
                    <a:pt x="939" y="1823"/>
                  </a:lnTo>
                  <a:lnTo>
                    <a:pt x="982" y="1831"/>
                  </a:lnTo>
                  <a:lnTo>
                    <a:pt x="1026" y="1831"/>
                  </a:lnTo>
                  <a:lnTo>
                    <a:pt x="1071" y="1825"/>
                  </a:lnTo>
                  <a:lnTo>
                    <a:pt x="1115" y="1814"/>
                  </a:lnTo>
                  <a:lnTo>
                    <a:pt x="1156" y="1797"/>
                  </a:lnTo>
                  <a:lnTo>
                    <a:pt x="1196" y="1775"/>
                  </a:lnTo>
                  <a:lnTo>
                    <a:pt x="1233" y="1749"/>
                  </a:lnTo>
                  <a:lnTo>
                    <a:pt x="1265" y="1718"/>
                  </a:lnTo>
                  <a:lnTo>
                    <a:pt x="1293" y="1683"/>
                  </a:lnTo>
                  <a:lnTo>
                    <a:pt x="1315" y="1646"/>
                  </a:lnTo>
                  <a:lnTo>
                    <a:pt x="1330" y="1605"/>
                  </a:lnTo>
                  <a:lnTo>
                    <a:pt x="1333" y="1585"/>
                  </a:lnTo>
                  <a:lnTo>
                    <a:pt x="1337" y="1562"/>
                  </a:lnTo>
                  <a:lnTo>
                    <a:pt x="1337" y="1540"/>
                  </a:lnTo>
                  <a:lnTo>
                    <a:pt x="1337" y="1518"/>
                  </a:lnTo>
                  <a:lnTo>
                    <a:pt x="1333" y="1494"/>
                  </a:lnTo>
                  <a:lnTo>
                    <a:pt x="1328" y="1472"/>
                  </a:lnTo>
                  <a:lnTo>
                    <a:pt x="1319" y="1448"/>
                  </a:lnTo>
                  <a:lnTo>
                    <a:pt x="1307" y="1424"/>
                  </a:lnTo>
                  <a:lnTo>
                    <a:pt x="1293" y="1398"/>
                  </a:lnTo>
                  <a:lnTo>
                    <a:pt x="1274" y="1372"/>
                  </a:lnTo>
                  <a:lnTo>
                    <a:pt x="1252" y="1342"/>
                  </a:lnTo>
                  <a:lnTo>
                    <a:pt x="1226" y="1311"/>
                  </a:lnTo>
                  <a:lnTo>
                    <a:pt x="1196" y="1278"/>
                  </a:lnTo>
                  <a:lnTo>
                    <a:pt x="1165" y="1242"/>
                  </a:lnTo>
                  <a:lnTo>
                    <a:pt x="1128" y="1207"/>
                  </a:lnTo>
                  <a:lnTo>
                    <a:pt x="1091" y="1170"/>
                  </a:lnTo>
                  <a:lnTo>
                    <a:pt x="1050" y="1131"/>
                  </a:lnTo>
                  <a:lnTo>
                    <a:pt x="1010" y="1093"/>
                  </a:lnTo>
                  <a:lnTo>
                    <a:pt x="921" y="1011"/>
                  </a:lnTo>
                  <a:lnTo>
                    <a:pt x="827" y="928"/>
                  </a:lnTo>
                  <a:lnTo>
                    <a:pt x="730" y="843"/>
                  </a:lnTo>
                  <a:lnTo>
                    <a:pt x="632" y="760"/>
                  </a:lnTo>
                  <a:lnTo>
                    <a:pt x="536" y="677"/>
                  </a:lnTo>
                  <a:lnTo>
                    <a:pt x="446" y="597"/>
                  </a:lnTo>
                  <a:lnTo>
                    <a:pt x="401" y="558"/>
                  </a:lnTo>
                  <a:lnTo>
                    <a:pt x="359" y="521"/>
                  </a:lnTo>
                  <a:lnTo>
                    <a:pt x="318" y="484"/>
                  </a:lnTo>
                  <a:lnTo>
                    <a:pt x="281" y="451"/>
                  </a:lnTo>
                  <a:lnTo>
                    <a:pt x="246" y="418"/>
                  </a:lnTo>
                  <a:lnTo>
                    <a:pt x="212" y="386"/>
                  </a:lnTo>
                  <a:lnTo>
                    <a:pt x="183" y="357"/>
                  </a:lnTo>
                  <a:lnTo>
                    <a:pt x="157" y="329"/>
                  </a:lnTo>
                  <a:lnTo>
                    <a:pt x="133" y="303"/>
                  </a:lnTo>
                  <a:lnTo>
                    <a:pt x="114" y="281"/>
                  </a:lnTo>
                  <a:lnTo>
                    <a:pt x="83" y="238"/>
                  </a:lnTo>
                  <a:lnTo>
                    <a:pt x="59" y="199"/>
                  </a:lnTo>
                  <a:lnTo>
                    <a:pt x="39" y="164"/>
                  </a:lnTo>
                  <a:lnTo>
                    <a:pt x="26" y="131"/>
                  </a:lnTo>
                  <a:lnTo>
                    <a:pt x="16" y="101"/>
                  </a:lnTo>
                  <a:lnTo>
                    <a:pt x="13" y="75"/>
                  </a:lnTo>
                  <a:lnTo>
                    <a:pt x="15" y="53"/>
                  </a:lnTo>
                  <a:lnTo>
                    <a:pt x="20" y="35"/>
                  </a:lnTo>
                  <a:lnTo>
                    <a:pt x="31" y="20"/>
                  </a:lnTo>
                  <a:lnTo>
                    <a:pt x="46" y="9"/>
                  </a:lnTo>
                  <a:lnTo>
                    <a:pt x="65" y="1"/>
                  </a:lnTo>
                  <a:lnTo>
                    <a:pt x="89" y="0"/>
                  </a:lnTo>
                  <a:lnTo>
                    <a:pt x="114" y="1"/>
                  </a:lnTo>
                  <a:lnTo>
                    <a:pt x="144" y="7"/>
                  </a:lnTo>
                  <a:lnTo>
                    <a:pt x="177" y="18"/>
                  </a:lnTo>
                  <a:lnTo>
                    <a:pt x="214" y="33"/>
                  </a:lnTo>
                  <a:lnTo>
                    <a:pt x="235" y="42"/>
                  </a:lnTo>
                  <a:lnTo>
                    <a:pt x="261" y="55"/>
                  </a:lnTo>
                  <a:lnTo>
                    <a:pt x="288" y="68"/>
                  </a:lnTo>
                  <a:lnTo>
                    <a:pt x="318" y="83"/>
                  </a:lnTo>
                  <a:lnTo>
                    <a:pt x="353" y="99"/>
                  </a:lnTo>
                  <a:lnTo>
                    <a:pt x="390" y="118"/>
                  </a:lnTo>
                  <a:lnTo>
                    <a:pt x="429" y="138"/>
                  </a:lnTo>
                  <a:lnTo>
                    <a:pt x="470" y="159"/>
                  </a:lnTo>
                  <a:lnTo>
                    <a:pt x="555" y="205"/>
                  </a:lnTo>
                  <a:lnTo>
                    <a:pt x="647" y="255"/>
                  </a:lnTo>
                  <a:lnTo>
                    <a:pt x="740" y="308"/>
                  </a:lnTo>
                  <a:lnTo>
                    <a:pt x="834" y="366"/>
                  </a:lnTo>
                  <a:lnTo>
                    <a:pt x="926" y="425"/>
                  </a:lnTo>
                  <a:lnTo>
                    <a:pt x="1013" y="486"/>
                  </a:lnTo>
                  <a:lnTo>
                    <a:pt x="1054" y="516"/>
                  </a:lnTo>
                  <a:lnTo>
                    <a:pt x="1095" y="547"/>
                  </a:lnTo>
                  <a:lnTo>
                    <a:pt x="1132" y="578"/>
                  </a:lnTo>
                  <a:lnTo>
                    <a:pt x="1165" y="610"/>
                  </a:lnTo>
                  <a:lnTo>
                    <a:pt x="1198" y="641"/>
                  </a:lnTo>
                  <a:lnTo>
                    <a:pt x="1226" y="671"/>
                  </a:lnTo>
                  <a:lnTo>
                    <a:pt x="1252" y="702"/>
                  </a:lnTo>
                  <a:lnTo>
                    <a:pt x="1274" y="732"/>
                  </a:lnTo>
                  <a:lnTo>
                    <a:pt x="1293" y="762"/>
                  </a:lnTo>
                  <a:lnTo>
                    <a:pt x="1306" y="791"/>
                  </a:lnTo>
                  <a:lnTo>
                    <a:pt x="1315" y="821"/>
                  </a:lnTo>
                  <a:lnTo>
                    <a:pt x="1320" y="849"/>
                  </a:lnTo>
                  <a:lnTo>
                    <a:pt x="1320" y="876"/>
                  </a:lnTo>
                  <a:lnTo>
                    <a:pt x="1317" y="908"/>
                  </a:lnTo>
                  <a:lnTo>
                    <a:pt x="1307" y="939"/>
                  </a:lnTo>
                  <a:lnTo>
                    <a:pt x="1295" y="971"/>
                  </a:lnTo>
                  <a:lnTo>
                    <a:pt x="1278" y="1006"/>
                  </a:lnTo>
                  <a:lnTo>
                    <a:pt x="1259" y="1039"/>
                  </a:lnTo>
                  <a:lnTo>
                    <a:pt x="1237" y="1076"/>
                  </a:lnTo>
                  <a:lnTo>
                    <a:pt x="1211" y="1111"/>
                  </a:lnTo>
                  <a:lnTo>
                    <a:pt x="1182" y="1148"/>
                  </a:lnTo>
                  <a:lnTo>
                    <a:pt x="1152" y="1185"/>
                  </a:lnTo>
                  <a:lnTo>
                    <a:pt x="1119" y="1222"/>
                  </a:lnTo>
                  <a:lnTo>
                    <a:pt x="1084" y="1259"/>
                  </a:lnTo>
                  <a:lnTo>
                    <a:pt x="1010" y="1335"/>
                  </a:lnTo>
                  <a:lnTo>
                    <a:pt x="930" y="1407"/>
                  </a:lnTo>
                  <a:lnTo>
                    <a:pt x="849" y="1479"/>
                  </a:lnTo>
                  <a:lnTo>
                    <a:pt x="766" y="1546"/>
                  </a:lnTo>
                  <a:lnTo>
                    <a:pt x="684" y="1609"/>
                  </a:lnTo>
                  <a:lnTo>
                    <a:pt x="605" y="1664"/>
                  </a:lnTo>
                  <a:lnTo>
                    <a:pt x="568" y="1690"/>
                  </a:lnTo>
                  <a:lnTo>
                    <a:pt x="532" y="1714"/>
                  </a:lnTo>
                  <a:lnTo>
                    <a:pt x="497" y="1736"/>
                  </a:lnTo>
                  <a:lnTo>
                    <a:pt x="466" y="1755"/>
                  </a:lnTo>
                  <a:lnTo>
                    <a:pt x="436" y="1771"/>
                  </a:lnTo>
                  <a:lnTo>
                    <a:pt x="409" y="1786"/>
                  </a:lnTo>
                  <a:lnTo>
                    <a:pt x="384" y="1799"/>
                  </a:lnTo>
                  <a:lnTo>
                    <a:pt x="362" y="1808"/>
                  </a:lnTo>
                  <a:lnTo>
                    <a:pt x="342" y="1816"/>
                  </a:lnTo>
                  <a:lnTo>
                    <a:pt x="322" y="1821"/>
                  </a:lnTo>
                  <a:lnTo>
                    <a:pt x="301" y="1823"/>
                  </a:lnTo>
                  <a:lnTo>
                    <a:pt x="281" y="1825"/>
                  </a:lnTo>
                  <a:lnTo>
                    <a:pt x="240" y="1821"/>
                  </a:lnTo>
                  <a:lnTo>
                    <a:pt x="201" y="1812"/>
                  </a:lnTo>
                  <a:lnTo>
                    <a:pt x="164" y="1797"/>
                  </a:lnTo>
                  <a:lnTo>
                    <a:pt x="129" y="1775"/>
                  </a:lnTo>
                  <a:lnTo>
                    <a:pt x="96" y="1749"/>
                  </a:lnTo>
                  <a:lnTo>
                    <a:pt x="66" y="1718"/>
                  </a:lnTo>
                  <a:lnTo>
                    <a:pt x="42" y="1683"/>
                  </a:lnTo>
                  <a:lnTo>
                    <a:pt x="24" y="1644"/>
                  </a:lnTo>
                  <a:lnTo>
                    <a:pt x="9" y="1601"/>
                  </a:lnTo>
                  <a:lnTo>
                    <a:pt x="2" y="1555"/>
                  </a:lnTo>
                  <a:lnTo>
                    <a:pt x="0" y="1531"/>
                  </a:lnTo>
                  <a:lnTo>
                    <a:pt x="2" y="1507"/>
                  </a:lnTo>
                  <a:lnTo>
                    <a:pt x="3" y="1483"/>
                  </a:lnTo>
                  <a:lnTo>
                    <a:pt x="9" y="1459"/>
                  </a:lnTo>
                  <a:lnTo>
                    <a:pt x="15" y="1433"/>
                  </a:lnTo>
                  <a:lnTo>
                    <a:pt x="24" y="1407"/>
                  </a:lnTo>
                  <a:lnTo>
                    <a:pt x="35" y="1381"/>
                  </a:lnTo>
                  <a:lnTo>
                    <a:pt x="48" y="1355"/>
                  </a:lnTo>
                  <a:lnTo>
                    <a:pt x="65" y="1328"/>
                  </a:lnTo>
                  <a:lnTo>
                    <a:pt x="87" y="1298"/>
                  </a:lnTo>
                  <a:lnTo>
                    <a:pt x="111" y="1266"/>
                  </a:lnTo>
                  <a:lnTo>
                    <a:pt x="140" y="1233"/>
                  </a:lnTo>
                  <a:lnTo>
                    <a:pt x="172" y="1196"/>
                  </a:lnTo>
                  <a:lnTo>
                    <a:pt x="207" y="1159"/>
                  </a:lnTo>
                  <a:lnTo>
                    <a:pt x="246" y="1120"/>
                  </a:lnTo>
                  <a:lnTo>
                    <a:pt x="286" y="1080"/>
                  </a:lnTo>
                  <a:lnTo>
                    <a:pt x="329" y="1037"/>
                  </a:lnTo>
                  <a:lnTo>
                    <a:pt x="375" y="995"/>
                  </a:lnTo>
                  <a:lnTo>
                    <a:pt x="470" y="906"/>
                  </a:lnTo>
                  <a:lnTo>
                    <a:pt x="569" y="815"/>
                  </a:lnTo>
                  <a:lnTo>
                    <a:pt x="671" y="725"/>
                  </a:lnTo>
                  <a:lnTo>
                    <a:pt x="773" y="636"/>
                  </a:lnTo>
                  <a:lnTo>
                    <a:pt x="873" y="547"/>
                  </a:lnTo>
                  <a:lnTo>
                    <a:pt x="967" y="464"/>
                  </a:lnTo>
                  <a:lnTo>
                    <a:pt x="1012" y="423"/>
                  </a:lnTo>
                  <a:lnTo>
                    <a:pt x="1054" y="384"/>
                  </a:lnTo>
                  <a:lnTo>
                    <a:pt x="1095" y="347"/>
                  </a:lnTo>
                  <a:lnTo>
                    <a:pt x="1134" y="310"/>
                  </a:lnTo>
                  <a:lnTo>
                    <a:pt x="1169" y="277"/>
                  </a:lnTo>
                  <a:lnTo>
                    <a:pt x="1200" y="246"/>
                  </a:lnTo>
                  <a:lnTo>
                    <a:pt x="1228" y="216"/>
                  </a:lnTo>
                  <a:lnTo>
                    <a:pt x="1254" y="190"/>
                  </a:lnTo>
                  <a:lnTo>
                    <a:pt x="1274" y="166"/>
                  </a:lnTo>
                  <a:lnTo>
                    <a:pt x="1291" y="144"/>
                  </a:lnTo>
                  <a:lnTo>
                    <a:pt x="1304" y="125"/>
                  </a:lnTo>
                  <a:lnTo>
                    <a:pt x="1315" y="107"/>
                  </a:lnTo>
                  <a:lnTo>
                    <a:pt x="1322" y="92"/>
                  </a:lnTo>
                  <a:lnTo>
                    <a:pt x="1330" y="77"/>
                  </a:lnTo>
                  <a:lnTo>
                    <a:pt x="1333" y="64"/>
                  </a:lnTo>
                  <a:lnTo>
                    <a:pt x="1335" y="51"/>
                  </a:lnTo>
                  <a:lnTo>
                    <a:pt x="1335" y="42"/>
                  </a:lnTo>
                  <a:lnTo>
                    <a:pt x="1333" y="33"/>
                  </a:lnTo>
                  <a:lnTo>
                    <a:pt x="1324" y="18"/>
                  </a:lnTo>
                  <a:lnTo>
                    <a:pt x="1309" y="9"/>
                  </a:lnTo>
                  <a:lnTo>
                    <a:pt x="1287" y="3"/>
                  </a:lnTo>
                  <a:lnTo>
                    <a:pt x="1261" y="1"/>
                  </a:lnTo>
                  <a:lnTo>
                    <a:pt x="1232" y="3"/>
                  </a:lnTo>
                  <a:lnTo>
                    <a:pt x="1198" y="9"/>
                  </a:lnTo>
                  <a:lnTo>
                    <a:pt x="1161" y="16"/>
                  </a:lnTo>
                  <a:lnTo>
                    <a:pt x="1122" y="26"/>
                  </a:lnTo>
                  <a:lnTo>
                    <a:pt x="1039" y="50"/>
                  </a:lnTo>
                  <a:lnTo>
                    <a:pt x="958" y="77"/>
                  </a:lnTo>
                  <a:close/>
                </a:path>
              </a:pathLst>
            </a:custGeom>
            <a:noFill/>
            <a:ln w="17463">
              <a:solidFill>
                <a:srgbClr val="0000FF"/>
              </a:solidFill>
              <a:round/>
              <a:headEnd/>
              <a:tailEnd/>
            </a:ln>
          </p:spPr>
          <p:txBody>
            <a:bodyPr/>
            <a:lstStyle/>
            <a:p>
              <a:endParaRPr lang="zh-CN" altLang="en-US"/>
            </a:p>
          </p:txBody>
        </p:sp>
        <p:grpSp>
          <p:nvGrpSpPr>
            <p:cNvPr id="42000" name="Group 418"/>
            <p:cNvGrpSpPr>
              <a:grpSpLocks/>
            </p:cNvGrpSpPr>
            <p:nvPr/>
          </p:nvGrpSpPr>
          <p:grpSpPr bwMode="auto">
            <a:xfrm>
              <a:off x="2145" y="3088"/>
              <a:ext cx="137" cy="93"/>
              <a:chOff x="1989" y="3100"/>
              <a:chExt cx="137" cy="93"/>
            </a:xfrm>
          </p:grpSpPr>
          <p:sp>
            <p:nvSpPr>
              <p:cNvPr id="42041" name="Freeform 419"/>
              <p:cNvSpPr>
                <a:spLocks/>
              </p:cNvSpPr>
              <p:nvPr/>
            </p:nvSpPr>
            <p:spPr bwMode="auto">
              <a:xfrm>
                <a:off x="2046" y="3100"/>
                <a:ext cx="80" cy="59"/>
              </a:xfrm>
              <a:custGeom>
                <a:avLst/>
                <a:gdLst>
                  <a:gd name="T0" fmla="*/ 10 w 159"/>
                  <a:gd name="T1" fmla="*/ 2 h 118"/>
                  <a:gd name="T2" fmla="*/ 10 w 159"/>
                  <a:gd name="T3" fmla="*/ 0 h 118"/>
                  <a:gd name="T4" fmla="*/ 0 w 159"/>
                  <a:gd name="T5" fmla="*/ 7 h 118"/>
                  <a:gd name="T6" fmla="*/ 1 w 159"/>
                  <a:gd name="T7" fmla="*/ 7 h 118"/>
                  <a:gd name="T8" fmla="*/ 10 w 159"/>
                  <a:gd name="T9" fmla="*/ 2 h 118"/>
                  <a:gd name="T10" fmla="*/ 0 60000 65536"/>
                  <a:gd name="T11" fmla="*/ 0 60000 65536"/>
                  <a:gd name="T12" fmla="*/ 0 60000 65536"/>
                  <a:gd name="T13" fmla="*/ 0 60000 65536"/>
                  <a:gd name="T14" fmla="*/ 0 60000 65536"/>
                  <a:gd name="T15" fmla="*/ 0 w 159"/>
                  <a:gd name="T16" fmla="*/ 0 h 118"/>
                  <a:gd name="T17" fmla="*/ 159 w 159"/>
                  <a:gd name="T18" fmla="*/ 118 h 118"/>
                </a:gdLst>
                <a:ahLst/>
                <a:cxnLst>
                  <a:cxn ang="T10">
                    <a:pos x="T0" y="T1"/>
                  </a:cxn>
                  <a:cxn ang="T11">
                    <a:pos x="T2" y="T3"/>
                  </a:cxn>
                  <a:cxn ang="T12">
                    <a:pos x="T4" y="T5"/>
                  </a:cxn>
                  <a:cxn ang="T13">
                    <a:pos x="T6" y="T7"/>
                  </a:cxn>
                  <a:cxn ang="T14">
                    <a:pos x="T8" y="T9"/>
                  </a:cxn>
                </a:cxnLst>
                <a:rect l="T15" t="T16" r="T17" b="T18"/>
                <a:pathLst>
                  <a:path w="159" h="118">
                    <a:moveTo>
                      <a:pt x="159" y="18"/>
                    </a:moveTo>
                    <a:lnTo>
                      <a:pt x="146" y="0"/>
                    </a:lnTo>
                    <a:lnTo>
                      <a:pt x="0" y="100"/>
                    </a:lnTo>
                    <a:lnTo>
                      <a:pt x="13" y="118"/>
                    </a:lnTo>
                    <a:lnTo>
                      <a:pt x="159" y="18"/>
                    </a:lnTo>
                    <a:close/>
                  </a:path>
                </a:pathLst>
              </a:custGeom>
              <a:solidFill>
                <a:srgbClr val="000000"/>
              </a:solidFill>
              <a:ln w="9525">
                <a:noFill/>
                <a:round/>
                <a:headEnd/>
                <a:tailEnd/>
              </a:ln>
            </p:spPr>
            <p:txBody>
              <a:bodyPr/>
              <a:lstStyle/>
              <a:p>
                <a:endParaRPr lang="zh-CN" altLang="en-US"/>
              </a:p>
            </p:txBody>
          </p:sp>
          <p:sp>
            <p:nvSpPr>
              <p:cNvPr id="42042" name="Freeform 420"/>
              <p:cNvSpPr>
                <a:spLocks/>
              </p:cNvSpPr>
              <p:nvPr/>
            </p:nvSpPr>
            <p:spPr bwMode="auto">
              <a:xfrm>
                <a:off x="1989" y="3104"/>
                <a:ext cx="110" cy="89"/>
              </a:xfrm>
              <a:custGeom>
                <a:avLst/>
                <a:gdLst>
                  <a:gd name="T0" fmla="*/ 9 w 220"/>
                  <a:gd name="T1" fmla="*/ 0 h 179"/>
                  <a:gd name="T2" fmla="*/ 0 w 220"/>
                  <a:gd name="T3" fmla="*/ 11 h 179"/>
                  <a:gd name="T4" fmla="*/ 14 w 220"/>
                  <a:gd name="T5" fmla="*/ 7 h 179"/>
                  <a:gd name="T6" fmla="*/ 7 w 220"/>
                  <a:gd name="T7" fmla="*/ 6 h 179"/>
                  <a:gd name="T8" fmla="*/ 9 w 220"/>
                  <a:gd name="T9" fmla="*/ 0 h 179"/>
                  <a:gd name="T10" fmla="*/ 0 60000 65536"/>
                  <a:gd name="T11" fmla="*/ 0 60000 65536"/>
                  <a:gd name="T12" fmla="*/ 0 60000 65536"/>
                  <a:gd name="T13" fmla="*/ 0 60000 65536"/>
                  <a:gd name="T14" fmla="*/ 0 60000 65536"/>
                  <a:gd name="T15" fmla="*/ 0 w 220"/>
                  <a:gd name="T16" fmla="*/ 0 h 179"/>
                  <a:gd name="T17" fmla="*/ 220 w 220"/>
                  <a:gd name="T18" fmla="*/ 179 h 179"/>
                </a:gdLst>
                <a:ahLst/>
                <a:cxnLst>
                  <a:cxn ang="T10">
                    <a:pos x="T0" y="T1"/>
                  </a:cxn>
                  <a:cxn ang="T11">
                    <a:pos x="T2" y="T3"/>
                  </a:cxn>
                  <a:cxn ang="T12">
                    <a:pos x="T4" y="T5"/>
                  </a:cxn>
                  <a:cxn ang="T13">
                    <a:pos x="T6" y="T7"/>
                  </a:cxn>
                  <a:cxn ang="T14">
                    <a:pos x="T8" y="T9"/>
                  </a:cxn>
                </a:cxnLst>
                <a:rect l="T15" t="T16" r="T17" b="T18"/>
                <a:pathLst>
                  <a:path w="220" h="179">
                    <a:moveTo>
                      <a:pt x="141" y="0"/>
                    </a:moveTo>
                    <a:lnTo>
                      <a:pt x="0" y="179"/>
                    </a:lnTo>
                    <a:lnTo>
                      <a:pt x="220" y="120"/>
                    </a:lnTo>
                    <a:lnTo>
                      <a:pt x="124" y="98"/>
                    </a:lnTo>
                    <a:lnTo>
                      <a:pt x="141" y="0"/>
                    </a:lnTo>
                    <a:close/>
                  </a:path>
                </a:pathLst>
              </a:custGeom>
              <a:solidFill>
                <a:srgbClr val="FF6600"/>
              </a:solidFill>
              <a:ln w="9525">
                <a:noFill/>
                <a:round/>
                <a:headEnd/>
                <a:tailEnd/>
              </a:ln>
            </p:spPr>
            <p:txBody>
              <a:bodyPr/>
              <a:lstStyle/>
              <a:p>
                <a:endParaRPr lang="zh-CN" altLang="en-US"/>
              </a:p>
            </p:txBody>
          </p:sp>
        </p:grpSp>
        <p:grpSp>
          <p:nvGrpSpPr>
            <p:cNvPr id="42001" name="Group 421"/>
            <p:cNvGrpSpPr>
              <a:grpSpLocks/>
            </p:cNvGrpSpPr>
            <p:nvPr/>
          </p:nvGrpSpPr>
          <p:grpSpPr bwMode="auto">
            <a:xfrm>
              <a:off x="2859" y="2610"/>
              <a:ext cx="666" cy="927"/>
              <a:chOff x="2703" y="2622"/>
              <a:chExt cx="666" cy="927"/>
            </a:xfrm>
          </p:grpSpPr>
          <p:sp>
            <p:nvSpPr>
              <p:cNvPr id="42037" name="Freeform 422"/>
              <p:cNvSpPr>
                <a:spLocks/>
              </p:cNvSpPr>
              <p:nvPr/>
            </p:nvSpPr>
            <p:spPr bwMode="auto">
              <a:xfrm>
                <a:off x="2703" y="2622"/>
                <a:ext cx="666" cy="927"/>
              </a:xfrm>
              <a:custGeom>
                <a:avLst/>
                <a:gdLst>
                  <a:gd name="T0" fmla="*/ 64 w 1334"/>
                  <a:gd name="T1" fmla="*/ 0 h 1855"/>
                  <a:gd name="T2" fmla="*/ 55 w 1334"/>
                  <a:gd name="T3" fmla="*/ 4 h 1855"/>
                  <a:gd name="T4" fmla="*/ 38 w 1334"/>
                  <a:gd name="T5" fmla="*/ 13 h 1855"/>
                  <a:gd name="T6" fmla="*/ 29 w 1334"/>
                  <a:gd name="T7" fmla="*/ 20 h 1855"/>
                  <a:gd name="T8" fmla="*/ 15 w 1334"/>
                  <a:gd name="T9" fmla="*/ 30 h 1855"/>
                  <a:gd name="T10" fmla="*/ 4 w 1334"/>
                  <a:gd name="T11" fmla="*/ 39 h 1855"/>
                  <a:gd name="T12" fmla="*/ 0 w 1334"/>
                  <a:gd name="T13" fmla="*/ 45 h 1855"/>
                  <a:gd name="T14" fmla="*/ 0 w 1334"/>
                  <a:gd name="T15" fmla="*/ 50 h 1855"/>
                  <a:gd name="T16" fmla="*/ 1 w 1334"/>
                  <a:gd name="T17" fmla="*/ 56 h 1855"/>
                  <a:gd name="T18" fmla="*/ 6 w 1334"/>
                  <a:gd name="T19" fmla="*/ 63 h 1855"/>
                  <a:gd name="T20" fmla="*/ 14 w 1334"/>
                  <a:gd name="T21" fmla="*/ 71 h 1855"/>
                  <a:gd name="T22" fmla="*/ 31 w 1334"/>
                  <a:gd name="T23" fmla="*/ 87 h 1855"/>
                  <a:gd name="T24" fmla="*/ 52 w 1334"/>
                  <a:gd name="T25" fmla="*/ 103 h 1855"/>
                  <a:gd name="T26" fmla="*/ 61 w 1334"/>
                  <a:gd name="T27" fmla="*/ 109 h 1855"/>
                  <a:gd name="T28" fmla="*/ 67 w 1334"/>
                  <a:gd name="T29" fmla="*/ 113 h 1855"/>
                  <a:gd name="T30" fmla="*/ 76 w 1334"/>
                  <a:gd name="T31" fmla="*/ 115 h 1855"/>
                  <a:gd name="T32" fmla="*/ 81 w 1334"/>
                  <a:gd name="T33" fmla="*/ 113 h 1855"/>
                  <a:gd name="T34" fmla="*/ 83 w 1334"/>
                  <a:gd name="T35" fmla="*/ 106 h 1855"/>
                  <a:gd name="T36" fmla="*/ 78 w 1334"/>
                  <a:gd name="T37" fmla="*/ 96 h 1855"/>
                  <a:gd name="T38" fmla="*/ 72 w 1334"/>
                  <a:gd name="T39" fmla="*/ 89 h 1855"/>
                  <a:gd name="T40" fmla="*/ 64 w 1334"/>
                  <a:gd name="T41" fmla="*/ 80 h 1855"/>
                  <a:gd name="T42" fmla="*/ 47 w 1334"/>
                  <a:gd name="T43" fmla="*/ 64 h 1855"/>
                  <a:gd name="T44" fmla="*/ 23 w 1334"/>
                  <a:gd name="T45" fmla="*/ 42 h 1855"/>
                  <a:gd name="T46" fmla="*/ 14 w 1334"/>
                  <a:gd name="T47" fmla="*/ 32 h 1855"/>
                  <a:gd name="T48" fmla="*/ 6 w 1334"/>
                  <a:gd name="T49" fmla="*/ 24 h 1855"/>
                  <a:gd name="T50" fmla="*/ 2 w 1334"/>
                  <a:gd name="T51" fmla="*/ 18 h 1855"/>
                  <a:gd name="T52" fmla="*/ 0 w 1334"/>
                  <a:gd name="T53" fmla="*/ 10 h 1855"/>
                  <a:gd name="T54" fmla="*/ 2 w 1334"/>
                  <a:gd name="T55" fmla="*/ 3 h 1855"/>
                  <a:gd name="T56" fmla="*/ 9 w 1334"/>
                  <a:gd name="T57" fmla="*/ 1 h 1855"/>
                  <a:gd name="T58" fmla="*/ 18 w 1334"/>
                  <a:gd name="T59" fmla="*/ 2 h 1855"/>
                  <a:gd name="T60" fmla="*/ 24 w 1334"/>
                  <a:gd name="T61" fmla="*/ 5 h 1855"/>
                  <a:gd name="T62" fmla="*/ 33 w 1334"/>
                  <a:gd name="T63" fmla="*/ 10 h 1855"/>
                  <a:gd name="T64" fmla="*/ 55 w 1334"/>
                  <a:gd name="T65" fmla="*/ 23 h 1855"/>
                  <a:gd name="T66" fmla="*/ 70 w 1334"/>
                  <a:gd name="T67" fmla="*/ 34 h 1855"/>
                  <a:gd name="T68" fmla="*/ 78 w 1334"/>
                  <a:gd name="T69" fmla="*/ 42 h 1855"/>
                  <a:gd name="T70" fmla="*/ 82 w 1334"/>
                  <a:gd name="T71" fmla="*/ 50 h 1855"/>
                  <a:gd name="T72" fmla="*/ 82 w 1334"/>
                  <a:gd name="T73" fmla="*/ 57 h 1855"/>
                  <a:gd name="T74" fmla="*/ 77 w 1334"/>
                  <a:gd name="T75" fmla="*/ 65 h 1855"/>
                  <a:gd name="T76" fmla="*/ 70 w 1334"/>
                  <a:gd name="T77" fmla="*/ 74 h 1855"/>
                  <a:gd name="T78" fmla="*/ 55 w 1334"/>
                  <a:gd name="T79" fmla="*/ 87 h 1855"/>
                  <a:gd name="T80" fmla="*/ 33 w 1334"/>
                  <a:gd name="T81" fmla="*/ 103 h 1855"/>
                  <a:gd name="T82" fmla="*/ 24 w 1334"/>
                  <a:gd name="T83" fmla="*/ 109 h 1855"/>
                  <a:gd name="T84" fmla="*/ 17 w 1334"/>
                  <a:gd name="T85" fmla="*/ 113 h 1855"/>
                  <a:gd name="T86" fmla="*/ 8 w 1334"/>
                  <a:gd name="T87" fmla="*/ 115 h 1855"/>
                  <a:gd name="T88" fmla="*/ 2 w 1334"/>
                  <a:gd name="T89" fmla="*/ 113 h 1855"/>
                  <a:gd name="T90" fmla="*/ 0 w 1334"/>
                  <a:gd name="T91" fmla="*/ 106 h 1855"/>
                  <a:gd name="T92" fmla="*/ 5 w 1334"/>
                  <a:gd name="T93" fmla="*/ 96 h 1855"/>
                  <a:gd name="T94" fmla="*/ 10 w 1334"/>
                  <a:gd name="T95" fmla="*/ 89 h 1855"/>
                  <a:gd name="T96" fmla="*/ 19 w 1334"/>
                  <a:gd name="T97" fmla="*/ 80 h 1855"/>
                  <a:gd name="T98" fmla="*/ 35 w 1334"/>
                  <a:gd name="T99" fmla="*/ 63 h 1855"/>
                  <a:gd name="T100" fmla="*/ 58 w 1334"/>
                  <a:gd name="T101" fmla="*/ 41 h 1855"/>
                  <a:gd name="T102" fmla="*/ 67 w 1334"/>
                  <a:gd name="T103" fmla="*/ 31 h 1855"/>
                  <a:gd name="T104" fmla="*/ 75 w 1334"/>
                  <a:gd name="T105" fmla="*/ 22 h 1855"/>
                  <a:gd name="T106" fmla="*/ 79 w 1334"/>
                  <a:gd name="T107" fmla="*/ 16 h 1855"/>
                  <a:gd name="T108" fmla="*/ 82 w 1334"/>
                  <a:gd name="T109" fmla="*/ 9 h 1855"/>
                  <a:gd name="T110" fmla="*/ 81 w 1334"/>
                  <a:gd name="T111" fmla="*/ 3 h 1855"/>
                  <a:gd name="T112" fmla="*/ 76 w 1334"/>
                  <a:gd name="T113" fmla="*/ 0 h 185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34"/>
                  <a:gd name="T172" fmla="*/ 0 h 1855"/>
                  <a:gd name="T173" fmla="*/ 1334 w 1334"/>
                  <a:gd name="T174" fmla="*/ 1855 h 185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34" h="1855">
                    <a:moveTo>
                      <a:pt x="1125" y="0"/>
                    </a:moveTo>
                    <a:lnTo>
                      <a:pt x="1099" y="1"/>
                    </a:lnTo>
                    <a:lnTo>
                      <a:pt x="1069" y="7"/>
                    </a:lnTo>
                    <a:lnTo>
                      <a:pt x="1038" y="14"/>
                    </a:lnTo>
                    <a:lnTo>
                      <a:pt x="1001" y="25"/>
                    </a:lnTo>
                    <a:lnTo>
                      <a:pt x="964" y="40"/>
                    </a:lnTo>
                    <a:lnTo>
                      <a:pt x="923" y="57"/>
                    </a:lnTo>
                    <a:lnTo>
                      <a:pt x="881" y="75"/>
                    </a:lnTo>
                    <a:lnTo>
                      <a:pt x="836" y="96"/>
                    </a:lnTo>
                    <a:lnTo>
                      <a:pt x="749" y="142"/>
                    </a:lnTo>
                    <a:lnTo>
                      <a:pt x="661" y="194"/>
                    </a:lnTo>
                    <a:lnTo>
                      <a:pt x="618" y="220"/>
                    </a:lnTo>
                    <a:lnTo>
                      <a:pt x="577" y="247"/>
                    </a:lnTo>
                    <a:lnTo>
                      <a:pt x="540" y="275"/>
                    </a:lnTo>
                    <a:lnTo>
                      <a:pt x="503" y="303"/>
                    </a:lnTo>
                    <a:lnTo>
                      <a:pt x="466" y="331"/>
                    </a:lnTo>
                    <a:lnTo>
                      <a:pt x="426" y="360"/>
                    </a:lnTo>
                    <a:lnTo>
                      <a:pt x="381" y="390"/>
                    </a:lnTo>
                    <a:lnTo>
                      <a:pt x="335" y="419"/>
                    </a:lnTo>
                    <a:lnTo>
                      <a:pt x="243" y="484"/>
                    </a:lnTo>
                    <a:lnTo>
                      <a:pt x="196" y="517"/>
                    </a:lnTo>
                    <a:lnTo>
                      <a:pt x="154" y="553"/>
                    </a:lnTo>
                    <a:lnTo>
                      <a:pt x="115" y="588"/>
                    </a:lnTo>
                    <a:lnTo>
                      <a:pt x="78" y="625"/>
                    </a:lnTo>
                    <a:lnTo>
                      <a:pt x="48" y="663"/>
                    </a:lnTo>
                    <a:lnTo>
                      <a:pt x="35" y="684"/>
                    </a:lnTo>
                    <a:lnTo>
                      <a:pt x="24" y="704"/>
                    </a:lnTo>
                    <a:lnTo>
                      <a:pt x="15" y="725"/>
                    </a:lnTo>
                    <a:lnTo>
                      <a:pt x="10" y="747"/>
                    </a:lnTo>
                    <a:lnTo>
                      <a:pt x="4" y="767"/>
                    </a:lnTo>
                    <a:lnTo>
                      <a:pt x="0" y="789"/>
                    </a:lnTo>
                    <a:lnTo>
                      <a:pt x="0" y="811"/>
                    </a:lnTo>
                    <a:lnTo>
                      <a:pt x="2" y="834"/>
                    </a:lnTo>
                    <a:lnTo>
                      <a:pt x="8" y="856"/>
                    </a:lnTo>
                    <a:lnTo>
                      <a:pt x="15" y="880"/>
                    </a:lnTo>
                    <a:lnTo>
                      <a:pt x="26" y="904"/>
                    </a:lnTo>
                    <a:lnTo>
                      <a:pt x="41" y="930"/>
                    </a:lnTo>
                    <a:lnTo>
                      <a:pt x="59" y="958"/>
                    </a:lnTo>
                    <a:lnTo>
                      <a:pt x="80" y="987"/>
                    </a:lnTo>
                    <a:lnTo>
                      <a:pt x="104" y="1019"/>
                    </a:lnTo>
                    <a:lnTo>
                      <a:pt x="132" y="1050"/>
                    </a:lnTo>
                    <a:lnTo>
                      <a:pt x="161" y="1083"/>
                    </a:lnTo>
                    <a:lnTo>
                      <a:pt x="193" y="1117"/>
                    </a:lnTo>
                    <a:lnTo>
                      <a:pt x="228" y="1150"/>
                    </a:lnTo>
                    <a:lnTo>
                      <a:pt x="263" y="1185"/>
                    </a:lnTo>
                    <a:lnTo>
                      <a:pt x="341" y="1255"/>
                    </a:lnTo>
                    <a:lnTo>
                      <a:pt x="422" y="1327"/>
                    </a:lnTo>
                    <a:lnTo>
                      <a:pt x="507" y="1400"/>
                    </a:lnTo>
                    <a:lnTo>
                      <a:pt x="592" y="1468"/>
                    </a:lnTo>
                    <a:lnTo>
                      <a:pt x="677" y="1535"/>
                    </a:lnTo>
                    <a:lnTo>
                      <a:pt x="760" y="1597"/>
                    </a:lnTo>
                    <a:lnTo>
                      <a:pt x="840" y="1655"/>
                    </a:lnTo>
                    <a:lnTo>
                      <a:pt x="877" y="1681"/>
                    </a:lnTo>
                    <a:lnTo>
                      <a:pt x="914" y="1707"/>
                    </a:lnTo>
                    <a:lnTo>
                      <a:pt x="947" y="1729"/>
                    </a:lnTo>
                    <a:lnTo>
                      <a:pt x="979" y="1751"/>
                    </a:lnTo>
                    <a:lnTo>
                      <a:pt x="1008" y="1769"/>
                    </a:lnTo>
                    <a:lnTo>
                      <a:pt x="1036" y="1786"/>
                    </a:lnTo>
                    <a:lnTo>
                      <a:pt x="1060" y="1801"/>
                    </a:lnTo>
                    <a:lnTo>
                      <a:pt x="1080" y="1812"/>
                    </a:lnTo>
                    <a:lnTo>
                      <a:pt x="1119" y="1830"/>
                    </a:lnTo>
                    <a:lnTo>
                      <a:pt x="1154" y="1843"/>
                    </a:lnTo>
                    <a:lnTo>
                      <a:pt x="1188" y="1849"/>
                    </a:lnTo>
                    <a:lnTo>
                      <a:pt x="1219" y="1853"/>
                    </a:lnTo>
                    <a:lnTo>
                      <a:pt x="1247" y="1849"/>
                    </a:lnTo>
                    <a:lnTo>
                      <a:pt x="1273" y="1842"/>
                    </a:lnTo>
                    <a:lnTo>
                      <a:pt x="1293" y="1829"/>
                    </a:lnTo>
                    <a:lnTo>
                      <a:pt x="1310" y="1812"/>
                    </a:lnTo>
                    <a:lnTo>
                      <a:pt x="1323" y="1792"/>
                    </a:lnTo>
                    <a:lnTo>
                      <a:pt x="1330" y="1768"/>
                    </a:lnTo>
                    <a:lnTo>
                      <a:pt x="1334" y="1738"/>
                    </a:lnTo>
                    <a:lnTo>
                      <a:pt x="1330" y="1707"/>
                    </a:lnTo>
                    <a:lnTo>
                      <a:pt x="1323" y="1671"/>
                    </a:lnTo>
                    <a:lnTo>
                      <a:pt x="1308" y="1633"/>
                    </a:lnTo>
                    <a:lnTo>
                      <a:pt x="1286" y="1590"/>
                    </a:lnTo>
                    <a:lnTo>
                      <a:pt x="1258" y="1546"/>
                    </a:lnTo>
                    <a:lnTo>
                      <a:pt x="1240" y="1522"/>
                    </a:lnTo>
                    <a:lnTo>
                      <a:pt x="1219" y="1494"/>
                    </a:lnTo>
                    <a:lnTo>
                      <a:pt x="1193" y="1464"/>
                    </a:lnTo>
                    <a:lnTo>
                      <a:pt x="1166" y="1433"/>
                    </a:lnTo>
                    <a:lnTo>
                      <a:pt x="1134" y="1400"/>
                    </a:lnTo>
                    <a:lnTo>
                      <a:pt x="1099" y="1364"/>
                    </a:lnTo>
                    <a:lnTo>
                      <a:pt x="1064" y="1326"/>
                    </a:lnTo>
                    <a:lnTo>
                      <a:pt x="1025" y="1287"/>
                    </a:lnTo>
                    <a:lnTo>
                      <a:pt x="982" y="1248"/>
                    </a:lnTo>
                    <a:lnTo>
                      <a:pt x="940" y="1205"/>
                    </a:lnTo>
                    <a:lnTo>
                      <a:pt x="851" y="1120"/>
                    </a:lnTo>
                    <a:lnTo>
                      <a:pt x="757" y="1032"/>
                    </a:lnTo>
                    <a:lnTo>
                      <a:pt x="662" y="941"/>
                    </a:lnTo>
                    <a:lnTo>
                      <a:pt x="566" y="850"/>
                    </a:lnTo>
                    <a:lnTo>
                      <a:pt x="472" y="761"/>
                    </a:lnTo>
                    <a:lnTo>
                      <a:pt x="383" y="675"/>
                    </a:lnTo>
                    <a:lnTo>
                      <a:pt x="341" y="634"/>
                    </a:lnTo>
                    <a:lnTo>
                      <a:pt x="300" y="593"/>
                    </a:lnTo>
                    <a:lnTo>
                      <a:pt x="261" y="554"/>
                    </a:lnTo>
                    <a:lnTo>
                      <a:pt x="226" y="516"/>
                    </a:lnTo>
                    <a:lnTo>
                      <a:pt x="193" y="480"/>
                    </a:lnTo>
                    <a:lnTo>
                      <a:pt x="161" y="447"/>
                    </a:lnTo>
                    <a:lnTo>
                      <a:pt x="133" y="414"/>
                    </a:lnTo>
                    <a:lnTo>
                      <a:pt x="109" y="384"/>
                    </a:lnTo>
                    <a:lnTo>
                      <a:pt x="87" y="356"/>
                    </a:lnTo>
                    <a:lnTo>
                      <a:pt x="71" y="332"/>
                    </a:lnTo>
                    <a:lnTo>
                      <a:pt x="56" y="310"/>
                    </a:lnTo>
                    <a:lnTo>
                      <a:pt x="45" y="288"/>
                    </a:lnTo>
                    <a:lnTo>
                      <a:pt x="34" y="266"/>
                    </a:lnTo>
                    <a:lnTo>
                      <a:pt x="26" y="245"/>
                    </a:lnTo>
                    <a:lnTo>
                      <a:pt x="13" y="205"/>
                    </a:lnTo>
                    <a:lnTo>
                      <a:pt x="8" y="170"/>
                    </a:lnTo>
                    <a:lnTo>
                      <a:pt x="10" y="138"/>
                    </a:lnTo>
                    <a:lnTo>
                      <a:pt x="15" y="109"/>
                    </a:lnTo>
                    <a:lnTo>
                      <a:pt x="26" y="83"/>
                    </a:lnTo>
                    <a:lnTo>
                      <a:pt x="43" y="62"/>
                    </a:lnTo>
                    <a:lnTo>
                      <a:pt x="63" y="44"/>
                    </a:lnTo>
                    <a:lnTo>
                      <a:pt x="87" y="31"/>
                    </a:lnTo>
                    <a:lnTo>
                      <a:pt x="117" y="22"/>
                    </a:lnTo>
                    <a:lnTo>
                      <a:pt x="146" y="18"/>
                    </a:lnTo>
                    <a:lnTo>
                      <a:pt x="182" y="16"/>
                    </a:lnTo>
                    <a:lnTo>
                      <a:pt x="217" y="22"/>
                    </a:lnTo>
                    <a:lnTo>
                      <a:pt x="254" y="31"/>
                    </a:lnTo>
                    <a:lnTo>
                      <a:pt x="293" y="44"/>
                    </a:lnTo>
                    <a:lnTo>
                      <a:pt x="315" y="53"/>
                    </a:lnTo>
                    <a:lnTo>
                      <a:pt x="339" y="64"/>
                    </a:lnTo>
                    <a:lnTo>
                      <a:pt x="367" y="77"/>
                    </a:lnTo>
                    <a:lnTo>
                      <a:pt x="396" y="92"/>
                    </a:lnTo>
                    <a:lnTo>
                      <a:pt x="429" y="109"/>
                    </a:lnTo>
                    <a:lnTo>
                      <a:pt x="466" y="125"/>
                    </a:lnTo>
                    <a:lnTo>
                      <a:pt x="503" y="146"/>
                    </a:lnTo>
                    <a:lnTo>
                      <a:pt x="542" y="166"/>
                    </a:lnTo>
                    <a:lnTo>
                      <a:pt x="625" y="212"/>
                    </a:lnTo>
                    <a:lnTo>
                      <a:pt x="712" y="262"/>
                    </a:lnTo>
                    <a:lnTo>
                      <a:pt x="799" y="316"/>
                    </a:lnTo>
                    <a:lnTo>
                      <a:pt x="888" y="373"/>
                    </a:lnTo>
                    <a:lnTo>
                      <a:pt x="973" y="432"/>
                    </a:lnTo>
                    <a:lnTo>
                      <a:pt x="1055" y="493"/>
                    </a:lnTo>
                    <a:lnTo>
                      <a:pt x="1092" y="525"/>
                    </a:lnTo>
                    <a:lnTo>
                      <a:pt x="1129" y="556"/>
                    </a:lnTo>
                    <a:lnTo>
                      <a:pt x="1162" y="588"/>
                    </a:lnTo>
                    <a:lnTo>
                      <a:pt x="1193" y="619"/>
                    </a:lnTo>
                    <a:lnTo>
                      <a:pt x="1223" y="651"/>
                    </a:lnTo>
                    <a:lnTo>
                      <a:pt x="1249" y="680"/>
                    </a:lnTo>
                    <a:lnTo>
                      <a:pt x="1271" y="712"/>
                    </a:lnTo>
                    <a:lnTo>
                      <a:pt x="1289" y="741"/>
                    </a:lnTo>
                    <a:lnTo>
                      <a:pt x="1304" y="773"/>
                    </a:lnTo>
                    <a:lnTo>
                      <a:pt x="1315" y="800"/>
                    </a:lnTo>
                    <a:lnTo>
                      <a:pt x="1323" y="830"/>
                    </a:lnTo>
                    <a:lnTo>
                      <a:pt x="1325" y="858"/>
                    </a:lnTo>
                    <a:lnTo>
                      <a:pt x="1323" y="885"/>
                    </a:lnTo>
                    <a:lnTo>
                      <a:pt x="1315" y="915"/>
                    </a:lnTo>
                    <a:lnTo>
                      <a:pt x="1304" y="946"/>
                    </a:lnTo>
                    <a:lnTo>
                      <a:pt x="1288" y="978"/>
                    </a:lnTo>
                    <a:lnTo>
                      <a:pt x="1269" y="1011"/>
                    </a:lnTo>
                    <a:lnTo>
                      <a:pt x="1245" y="1044"/>
                    </a:lnTo>
                    <a:lnTo>
                      <a:pt x="1219" y="1080"/>
                    </a:lnTo>
                    <a:lnTo>
                      <a:pt x="1190" y="1115"/>
                    </a:lnTo>
                    <a:lnTo>
                      <a:pt x="1158" y="1150"/>
                    </a:lnTo>
                    <a:lnTo>
                      <a:pt x="1123" y="1187"/>
                    </a:lnTo>
                    <a:lnTo>
                      <a:pt x="1088" y="1222"/>
                    </a:lnTo>
                    <a:lnTo>
                      <a:pt x="1049" y="1259"/>
                    </a:lnTo>
                    <a:lnTo>
                      <a:pt x="966" y="1331"/>
                    </a:lnTo>
                    <a:lnTo>
                      <a:pt x="881" y="1401"/>
                    </a:lnTo>
                    <a:lnTo>
                      <a:pt x="792" y="1472"/>
                    </a:lnTo>
                    <a:lnTo>
                      <a:pt x="701" y="1536"/>
                    </a:lnTo>
                    <a:lnTo>
                      <a:pt x="614" y="1599"/>
                    </a:lnTo>
                    <a:lnTo>
                      <a:pt x="531" y="1657"/>
                    </a:lnTo>
                    <a:lnTo>
                      <a:pt x="492" y="1683"/>
                    </a:lnTo>
                    <a:lnTo>
                      <a:pt x="455" y="1707"/>
                    </a:lnTo>
                    <a:lnTo>
                      <a:pt x="418" y="1729"/>
                    </a:lnTo>
                    <a:lnTo>
                      <a:pt x="385" y="1751"/>
                    </a:lnTo>
                    <a:lnTo>
                      <a:pt x="355" y="1769"/>
                    </a:lnTo>
                    <a:lnTo>
                      <a:pt x="328" y="1786"/>
                    </a:lnTo>
                    <a:lnTo>
                      <a:pt x="302" y="1801"/>
                    </a:lnTo>
                    <a:lnTo>
                      <a:pt x="281" y="1812"/>
                    </a:lnTo>
                    <a:lnTo>
                      <a:pt x="243" y="1830"/>
                    </a:lnTo>
                    <a:lnTo>
                      <a:pt x="207" y="1843"/>
                    </a:lnTo>
                    <a:lnTo>
                      <a:pt x="172" y="1851"/>
                    </a:lnTo>
                    <a:lnTo>
                      <a:pt x="141" y="1855"/>
                    </a:lnTo>
                    <a:lnTo>
                      <a:pt x="111" y="1851"/>
                    </a:lnTo>
                    <a:lnTo>
                      <a:pt x="85" y="1843"/>
                    </a:lnTo>
                    <a:lnTo>
                      <a:pt x="61" y="1832"/>
                    </a:lnTo>
                    <a:lnTo>
                      <a:pt x="43" y="1816"/>
                    </a:lnTo>
                    <a:lnTo>
                      <a:pt x="30" y="1795"/>
                    </a:lnTo>
                    <a:lnTo>
                      <a:pt x="19" y="1769"/>
                    </a:lnTo>
                    <a:lnTo>
                      <a:pt x="15" y="1742"/>
                    </a:lnTo>
                    <a:lnTo>
                      <a:pt x="15" y="1708"/>
                    </a:lnTo>
                    <a:lnTo>
                      <a:pt x="22" y="1673"/>
                    </a:lnTo>
                    <a:lnTo>
                      <a:pt x="35" y="1634"/>
                    </a:lnTo>
                    <a:lnTo>
                      <a:pt x="56" y="1592"/>
                    </a:lnTo>
                    <a:lnTo>
                      <a:pt x="82" y="1546"/>
                    </a:lnTo>
                    <a:lnTo>
                      <a:pt x="98" y="1522"/>
                    </a:lnTo>
                    <a:lnTo>
                      <a:pt x="119" y="1494"/>
                    </a:lnTo>
                    <a:lnTo>
                      <a:pt x="143" y="1464"/>
                    </a:lnTo>
                    <a:lnTo>
                      <a:pt x="170" y="1431"/>
                    </a:lnTo>
                    <a:lnTo>
                      <a:pt x="202" y="1398"/>
                    </a:lnTo>
                    <a:lnTo>
                      <a:pt x="233" y="1361"/>
                    </a:lnTo>
                    <a:lnTo>
                      <a:pt x="270" y="1324"/>
                    </a:lnTo>
                    <a:lnTo>
                      <a:pt x="307" y="1283"/>
                    </a:lnTo>
                    <a:lnTo>
                      <a:pt x="346" y="1242"/>
                    </a:lnTo>
                    <a:lnTo>
                      <a:pt x="389" y="1200"/>
                    </a:lnTo>
                    <a:lnTo>
                      <a:pt x="476" y="1113"/>
                    </a:lnTo>
                    <a:lnTo>
                      <a:pt x="566" y="1022"/>
                    </a:lnTo>
                    <a:lnTo>
                      <a:pt x="659" y="932"/>
                    </a:lnTo>
                    <a:lnTo>
                      <a:pt x="753" y="839"/>
                    </a:lnTo>
                    <a:lnTo>
                      <a:pt x="844" y="749"/>
                    </a:lnTo>
                    <a:lnTo>
                      <a:pt x="932" y="660"/>
                    </a:lnTo>
                    <a:lnTo>
                      <a:pt x="973" y="617"/>
                    </a:lnTo>
                    <a:lnTo>
                      <a:pt x="1014" y="577"/>
                    </a:lnTo>
                    <a:lnTo>
                      <a:pt x="1053" y="536"/>
                    </a:lnTo>
                    <a:lnTo>
                      <a:pt x="1088" y="499"/>
                    </a:lnTo>
                    <a:lnTo>
                      <a:pt x="1123" y="462"/>
                    </a:lnTo>
                    <a:lnTo>
                      <a:pt x="1154" y="427"/>
                    </a:lnTo>
                    <a:lnTo>
                      <a:pt x="1182" y="393"/>
                    </a:lnTo>
                    <a:lnTo>
                      <a:pt x="1206" y="364"/>
                    </a:lnTo>
                    <a:lnTo>
                      <a:pt x="1228" y="336"/>
                    </a:lnTo>
                    <a:lnTo>
                      <a:pt x="1247" y="310"/>
                    </a:lnTo>
                    <a:lnTo>
                      <a:pt x="1262" y="286"/>
                    </a:lnTo>
                    <a:lnTo>
                      <a:pt x="1277" y="264"/>
                    </a:lnTo>
                    <a:lnTo>
                      <a:pt x="1288" y="244"/>
                    </a:lnTo>
                    <a:lnTo>
                      <a:pt x="1297" y="223"/>
                    </a:lnTo>
                    <a:lnTo>
                      <a:pt x="1312" y="186"/>
                    </a:lnTo>
                    <a:lnTo>
                      <a:pt x="1319" y="153"/>
                    </a:lnTo>
                    <a:lnTo>
                      <a:pt x="1321" y="125"/>
                    </a:lnTo>
                    <a:lnTo>
                      <a:pt x="1317" y="99"/>
                    </a:lnTo>
                    <a:lnTo>
                      <a:pt x="1310" y="77"/>
                    </a:lnTo>
                    <a:lnTo>
                      <a:pt x="1297" y="59"/>
                    </a:lnTo>
                    <a:lnTo>
                      <a:pt x="1282" y="44"/>
                    </a:lnTo>
                    <a:lnTo>
                      <a:pt x="1264" y="31"/>
                    </a:lnTo>
                    <a:lnTo>
                      <a:pt x="1243" y="20"/>
                    </a:lnTo>
                    <a:lnTo>
                      <a:pt x="1221" y="12"/>
                    </a:lnTo>
                    <a:lnTo>
                      <a:pt x="1197" y="7"/>
                    </a:lnTo>
                    <a:lnTo>
                      <a:pt x="1173" y="3"/>
                    </a:lnTo>
                    <a:lnTo>
                      <a:pt x="1125" y="0"/>
                    </a:lnTo>
                    <a:close/>
                  </a:path>
                </a:pathLst>
              </a:custGeom>
              <a:noFill/>
              <a:ln w="17463">
                <a:solidFill>
                  <a:srgbClr val="0000FF"/>
                </a:solidFill>
                <a:round/>
                <a:headEnd/>
                <a:tailEnd/>
              </a:ln>
            </p:spPr>
            <p:txBody>
              <a:bodyPr/>
              <a:lstStyle/>
              <a:p>
                <a:endParaRPr lang="zh-CN" altLang="en-US"/>
              </a:p>
            </p:txBody>
          </p:sp>
          <p:grpSp>
            <p:nvGrpSpPr>
              <p:cNvPr id="42038" name="Group 423"/>
              <p:cNvGrpSpPr>
                <a:grpSpLocks/>
              </p:cNvGrpSpPr>
              <p:nvPr/>
            </p:nvGrpSpPr>
            <p:grpSpPr bwMode="auto">
              <a:xfrm>
                <a:off x="3143" y="3011"/>
                <a:ext cx="137" cy="93"/>
                <a:chOff x="3143" y="3011"/>
                <a:chExt cx="137" cy="93"/>
              </a:xfrm>
            </p:grpSpPr>
            <p:sp>
              <p:nvSpPr>
                <p:cNvPr id="42039" name="Freeform 424"/>
                <p:cNvSpPr>
                  <a:spLocks/>
                </p:cNvSpPr>
                <p:nvPr/>
              </p:nvSpPr>
              <p:spPr bwMode="auto">
                <a:xfrm>
                  <a:off x="3200" y="3011"/>
                  <a:ext cx="80" cy="59"/>
                </a:xfrm>
                <a:custGeom>
                  <a:avLst/>
                  <a:gdLst>
                    <a:gd name="T0" fmla="*/ 10 w 159"/>
                    <a:gd name="T1" fmla="*/ 1 h 119"/>
                    <a:gd name="T2" fmla="*/ 10 w 159"/>
                    <a:gd name="T3" fmla="*/ 0 h 119"/>
                    <a:gd name="T4" fmla="*/ 0 w 159"/>
                    <a:gd name="T5" fmla="*/ 6 h 119"/>
                    <a:gd name="T6" fmla="*/ 1 w 159"/>
                    <a:gd name="T7" fmla="*/ 7 h 119"/>
                    <a:gd name="T8" fmla="*/ 10 w 159"/>
                    <a:gd name="T9" fmla="*/ 1 h 119"/>
                    <a:gd name="T10" fmla="*/ 0 60000 65536"/>
                    <a:gd name="T11" fmla="*/ 0 60000 65536"/>
                    <a:gd name="T12" fmla="*/ 0 60000 65536"/>
                    <a:gd name="T13" fmla="*/ 0 60000 65536"/>
                    <a:gd name="T14" fmla="*/ 0 60000 65536"/>
                    <a:gd name="T15" fmla="*/ 0 w 159"/>
                    <a:gd name="T16" fmla="*/ 0 h 119"/>
                    <a:gd name="T17" fmla="*/ 159 w 159"/>
                    <a:gd name="T18" fmla="*/ 119 h 119"/>
                  </a:gdLst>
                  <a:ahLst/>
                  <a:cxnLst>
                    <a:cxn ang="T10">
                      <a:pos x="T0" y="T1"/>
                    </a:cxn>
                    <a:cxn ang="T11">
                      <a:pos x="T2" y="T3"/>
                    </a:cxn>
                    <a:cxn ang="T12">
                      <a:pos x="T4" y="T5"/>
                    </a:cxn>
                    <a:cxn ang="T13">
                      <a:pos x="T6" y="T7"/>
                    </a:cxn>
                    <a:cxn ang="T14">
                      <a:pos x="T8" y="T9"/>
                    </a:cxn>
                  </a:cxnLst>
                  <a:rect l="T15" t="T16" r="T17" b="T18"/>
                  <a:pathLst>
                    <a:path w="159" h="119">
                      <a:moveTo>
                        <a:pt x="159" y="19"/>
                      </a:moveTo>
                      <a:lnTo>
                        <a:pt x="146" y="0"/>
                      </a:lnTo>
                      <a:lnTo>
                        <a:pt x="0" y="100"/>
                      </a:lnTo>
                      <a:lnTo>
                        <a:pt x="13" y="119"/>
                      </a:lnTo>
                      <a:lnTo>
                        <a:pt x="159" y="19"/>
                      </a:lnTo>
                      <a:close/>
                    </a:path>
                  </a:pathLst>
                </a:custGeom>
                <a:solidFill>
                  <a:srgbClr val="000000"/>
                </a:solidFill>
                <a:ln w="9525">
                  <a:noFill/>
                  <a:round/>
                  <a:headEnd/>
                  <a:tailEnd/>
                </a:ln>
              </p:spPr>
              <p:txBody>
                <a:bodyPr/>
                <a:lstStyle/>
                <a:p>
                  <a:endParaRPr lang="zh-CN" altLang="en-US"/>
                </a:p>
              </p:txBody>
            </p:sp>
            <p:sp>
              <p:nvSpPr>
                <p:cNvPr id="42040" name="Freeform 425"/>
                <p:cNvSpPr>
                  <a:spLocks/>
                </p:cNvSpPr>
                <p:nvPr/>
              </p:nvSpPr>
              <p:spPr bwMode="auto">
                <a:xfrm>
                  <a:off x="3143" y="3015"/>
                  <a:ext cx="110" cy="89"/>
                </a:xfrm>
                <a:custGeom>
                  <a:avLst/>
                  <a:gdLst>
                    <a:gd name="T0" fmla="*/ 9 w 220"/>
                    <a:gd name="T1" fmla="*/ 0 h 179"/>
                    <a:gd name="T2" fmla="*/ 0 w 220"/>
                    <a:gd name="T3" fmla="*/ 11 h 179"/>
                    <a:gd name="T4" fmla="*/ 14 w 220"/>
                    <a:gd name="T5" fmla="*/ 7 h 179"/>
                    <a:gd name="T6" fmla="*/ 7 w 220"/>
                    <a:gd name="T7" fmla="*/ 6 h 179"/>
                    <a:gd name="T8" fmla="*/ 9 w 220"/>
                    <a:gd name="T9" fmla="*/ 0 h 179"/>
                    <a:gd name="T10" fmla="*/ 0 60000 65536"/>
                    <a:gd name="T11" fmla="*/ 0 60000 65536"/>
                    <a:gd name="T12" fmla="*/ 0 60000 65536"/>
                    <a:gd name="T13" fmla="*/ 0 60000 65536"/>
                    <a:gd name="T14" fmla="*/ 0 60000 65536"/>
                    <a:gd name="T15" fmla="*/ 0 w 220"/>
                    <a:gd name="T16" fmla="*/ 0 h 179"/>
                    <a:gd name="T17" fmla="*/ 220 w 220"/>
                    <a:gd name="T18" fmla="*/ 179 h 179"/>
                  </a:gdLst>
                  <a:ahLst/>
                  <a:cxnLst>
                    <a:cxn ang="T10">
                      <a:pos x="T0" y="T1"/>
                    </a:cxn>
                    <a:cxn ang="T11">
                      <a:pos x="T2" y="T3"/>
                    </a:cxn>
                    <a:cxn ang="T12">
                      <a:pos x="T4" y="T5"/>
                    </a:cxn>
                    <a:cxn ang="T13">
                      <a:pos x="T6" y="T7"/>
                    </a:cxn>
                    <a:cxn ang="T14">
                      <a:pos x="T8" y="T9"/>
                    </a:cxn>
                  </a:cxnLst>
                  <a:rect l="T15" t="T16" r="T17" b="T18"/>
                  <a:pathLst>
                    <a:path w="220" h="179">
                      <a:moveTo>
                        <a:pt x="140" y="0"/>
                      </a:moveTo>
                      <a:lnTo>
                        <a:pt x="0" y="179"/>
                      </a:lnTo>
                      <a:lnTo>
                        <a:pt x="220" y="120"/>
                      </a:lnTo>
                      <a:lnTo>
                        <a:pt x="124" y="98"/>
                      </a:lnTo>
                      <a:lnTo>
                        <a:pt x="140" y="0"/>
                      </a:lnTo>
                      <a:close/>
                    </a:path>
                  </a:pathLst>
                </a:custGeom>
                <a:solidFill>
                  <a:srgbClr val="FF6600"/>
                </a:solidFill>
                <a:ln w="9525">
                  <a:noFill/>
                  <a:round/>
                  <a:headEnd/>
                  <a:tailEnd/>
                </a:ln>
              </p:spPr>
              <p:txBody>
                <a:bodyPr/>
                <a:lstStyle/>
                <a:p>
                  <a:endParaRPr lang="zh-CN" altLang="en-US"/>
                </a:p>
              </p:txBody>
            </p:sp>
          </p:grpSp>
        </p:grpSp>
        <p:grpSp>
          <p:nvGrpSpPr>
            <p:cNvPr id="42002" name="Group 426"/>
            <p:cNvGrpSpPr>
              <a:grpSpLocks/>
            </p:cNvGrpSpPr>
            <p:nvPr/>
          </p:nvGrpSpPr>
          <p:grpSpPr bwMode="auto">
            <a:xfrm>
              <a:off x="3293" y="1577"/>
              <a:ext cx="177" cy="134"/>
              <a:chOff x="3137" y="1589"/>
              <a:chExt cx="177" cy="134"/>
            </a:xfrm>
          </p:grpSpPr>
          <p:sp>
            <p:nvSpPr>
              <p:cNvPr id="42035" name="Freeform 427"/>
              <p:cNvSpPr>
                <a:spLocks/>
              </p:cNvSpPr>
              <p:nvPr/>
            </p:nvSpPr>
            <p:spPr bwMode="auto">
              <a:xfrm>
                <a:off x="3208" y="1589"/>
                <a:ext cx="106" cy="110"/>
              </a:xfrm>
              <a:custGeom>
                <a:avLst/>
                <a:gdLst>
                  <a:gd name="T0" fmla="*/ 13 w 213"/>
                  <a:gd name="T1" fmla="*/ 1 h 220"/>
                  <a:gd name="T2" fmla="*/ 12 w 213"/>
                  <a:gd name="T3" fmla="*/ 0 h 220"/>
                  <a:gd name="T4" fmla="*/ 11 w 213"/>
                  <a:gd name="T5" fmla="*/ 2 h 220"/>
                  <a:gd name="T6" fmla="*/ 12 w 213"/>
                  <a:gd name="T7" fmla="*/ 2 h 220"/>
                  <a:gd name="T8" fmla="*/ 11 w 213"/>
                  <a:gd name="T9" fmla="*/ 2 h 220"/>
                  <a:gd name="T10" fmla="*/ 10 w 213"/>
                  <a:gd name="T11" fmla="*/ 3 h 220"/>
                  <a:gd name="T12" fmla="*/ 9 w 213"/>
                  <a:gd name="T13" fmla="*/ 5 h 220"/>
                  <a:gd name="T14" fmla="*/ 8 w 213"/>
                  <a:gd name="T15" fmla="*/ 6 h 220"/>
                  <a:gd name="T16" fmla="*/ 7 w 213"/>
                  <a:gd name="T17" fmla="*/ 7 h 220"/>
                  <a:gd name="T18" fmla="*/ 6 w 213"/>
                  <a:gd name="T19" fmla="*/ 9 h 220"/>
                  <a:gd name="T20" fmla="*/ 4 w 213"/>
                  <a:gd name="T21" fmla="*/ 10 h 220"/>
                  <a:gd name="T22" fmla="*/ 5 w 213"/>
                  <a:gd name="T23" fmla="*/ 11 h 220"/>
                  <a:gd name="T24" fmla="*/ 4 w 213"/>
                  <a:gd name="T25" fmla="*/ 10 h 220"/>
                  <a:gd name="T26" fmla="*/ 3 w 213"/>
                  <a:gd name="T27" fmla="*/ 11 h 220"/>
                  <a:gd name="T28" fmla="*/ 3 w 213"/>
                  <a:gd name="T29" fmla="*/ 12 h 220"/>
                  <a:gd name="T30" fmla="*/ 3 w 213"/>
                  <a:gd name="T31" fmla="*/ 11 h 220"/>
                  <a:gd name="T32" fmla="*/ 1 w 213"/>
                  <a:gd name="T33" fmla="*/ 12 h 220"/>
                  <a:gd name="T34" fmla="*/ 0 w 213"/>
                  <a:gd name="T35" fmla="*/ 13 h 220"/>
                  <a:gd name="T36" fmla="*/ 0 w 213"/>
                  <a:gd name="T37" fmla="*/ 14 h 220"/>
                  <a:gd name="T38" fmla="*/ 2 w 213"/>
                  <a:gd name="T39" fmla="*/ 13 h 220"/>
                  <a:gd name="T40" fmla="*/ 3 w 213"/>
                  <a:gd name="T41" fmla="*/ 13 h 220"/>
                  <a:gd name="T42" fmla="*/ 3 w 213"/>
                  <a:gd name="T43" fmla="*/ 12 h 220"/>
                  <a:gd name="T44" fmla="*/ 5 w 213"/>
                  <a:gd name="T45" fmla="*/ 11 h 220"/>
                  <a:gd name="T46" fmla="*/ 5 w 213"/>
                  <a:gd name="T47" fmla="*/ 11 h 220"/>
                  <a:gd name="T48" fmla="*/ 7 w 213"/>
                  <a:gd name="T49" fmla="*/ 10 h 220"/>
                  <a:gd name="T50" fmla="*/ 8 w 213"/>
                  <a:gd name="T51" fmla="*/ 9 h 220"/>
                  <a:gd name="T52" fmla="*/ 9 w 213"/>
                  <a:gd name="T53" fmla="*/ 7 h 220"/>
                  <a:gd name="T54" fmla="*/ 11 w 213"/>
                  <a:gd name="T55" fmla="*/ 6 h 220"/>
                  <a:gd name="T56" fmla="*/ 11 w 213"/>
                  <a:gd name="T57" fmla="*/ 3 h 220"/>
                  <a:gd name="T58" fmla="*/ 12 w 213"/>
                  <a:gd name="T59" fmla="*/ 3 h 220"/>
                  <a:gd name="T60" fmla="*/ 12 w 213"/>
                  <a:gd name="T61" fmla="*/ 2 h 220"/>
                  <a:gd name="T62" fmla="*/ 12 w 213"/>
                  <a:gd name="T63" fmla="*/ 2 h 220"/>
                  <a:gd name="T64" fmla="*/ 13 w 213"/>
                  <a:gd name="T65" fmla="*/ 1 h 2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3"/>
                  <a:gd name="T100" fmla="*/ 0 h 220"/>
                  <a:gd name="T101" fmla="*/ 213 w 213"/>
                  <a:gd name="T102" fmla="*/ 220 h 2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3" h="220">
                    <a:moveTo>
                      <a:pt x="213" y="5"/>
                    </a:moveTo>
                    <a:lnTo>
                      <a:pt x="193" y="0"/>
                    </a:lnTo>
                    <a:lnTo>
                      <a:pt x="183" y="27"/>
                    </a:lnTo>
                    <a:lnTo>
                      <a:pt x="194" y="27"/>
                    </a:lnTo>
                    <a:lnTo>
                      <a:pt x="185" y="18"/>
                    </a:lnTo>
                    <a:lnTo>
                      <a:pt x="174" y="44"/>
                    </a:lnTo>
                    <a:lnTo>
                      <a:pt x="159" y="68"/>
                    </a:lnTo>
                    <a:lnTo>
                      <a:pt x="143" y="92"/>
                    </a:lnTo>
                    <a:lnTo>
                      <a:pt x="122" y="114"/>
                    </a:lnTo>
                    <a:lnTo>
                      <a:pt x="98" y="137"/>
                    </a:lnTo>
                    <a:lnTo>
                      <a:pt x="74" y="157"/>
                    </a:lnTo>
                    <a:lnTo>
                      <a:pt x="83" y="164"/>
                    </a:lnTo>
                    <a:lnTo>
                      <a:pt x="78" y="155"/>
                    </a:lnTo>
                    <a:lnTo>
                      <a:pt x="50" y="174"/>
                    </a:lnTo>
                    <a:lnTo>
                      <a:pt x="56" y="183"/>
                    </a:lnTo>
                    <a:lnTo>
                      <a:pt x="52" y="174"/>
                    </a:lnTo>
                    <a:lnTo>
                      <a:pt x="24" y="186"/>
                    </a:lnTo>
                    <a:lnTo>
                      <a:pt x="0" y="199"/>
                    </a:lnTo>
                    <a:lnTo>
                      <a:pt x="9" y="220"/>
                    </a:lnTo>
                    <a:lnTo>
                      <a:pt x="33" y="207"/>
                    </a:lnTo>
                    <a:lnTo>
                      <a:pt x="61" y="194"/>
                    </a:lnTo>
                    <a:lnTo>
                      <a:pt x="61" y="192"/>
                    </a:lnTo>
                    <a:lnTo>
                      <a:pt x="87" y="175"/>
                    </a:lnTo>
                    <a:lnTo>
                      <a:pt x="91" y="174"/>
                    </a:lnTo>
                    <a:lnTo>
                      <a:pt x="115" y="153"/>
                    </a:lnTo>
                    <a:lnTo>
                      <a:pt x="139" y="131"/>
                    </a:lnTo>
                    <a:lnTo>
                      <a:pt x="159" y="109"/>
                    </a:lnTo>
                    <a:lnTo>
                      <a:pt x="176" y="85"/>
                    </a:lnTo>
                    <a:lnTo>
                      <a:pt x="191" y="61"/>
                    </a:lnTo>
                    <a:lnTo>
                      <a:pt x="202" y="35"/>
                    </a:lnTo>
                    <a:lnTo>
                      <a:pt x="205" y="27"/>
                    </a:lnTo>
                    <a:lnTo>
                      <a:pt x="213" y="5"/>
                    </a:lnTo>
                    <a:close/>
                  </a:path>
                </a:pathLst>
              </a:custGeom>
              <a:solidFill>
                <a:srgbClr val="FF3300"/>
              </a:solidFill>
              <a:ln w="9525">
                <a:noFill/>
                <a:round/>
                <a:headEnd/>
                <a:tailEnd/>
              </a:ln>
            </p:spPr>
            <p:txBody>
              <a:bodyPr/>
              <a:lstStyle/>
              <a:p>
                <a:endParaRPr lang="zh-CN" altLang="en-US"/>
              </a:p>
            </p:txBody>
          </p:sp>
          <p:sp>
            <p:nvSpPr>
              <p:cNvPr id="42036" name="Freeform 428"/>
              <p:cNvSpPr>
                <a:spLocks/>
              </p:cNvSpPr>
              <p:nvPr/>
            </p:nvSpPr>
            <p:spPr bwMode="auto">
              <a:xfrm>
                <a:off x="3137" y="1653"/>
                <a:ext cx="113" cy="70"/>
              </a:xfrm>
              <a:custGeom>
                <a:avLst/>
                <a:gdLst>
                  <a:gd name="T0" fmla="*/ 13 w 225"/>
                  <a:gd name="T1" fmla="*/ 0 h 141"/>
                  <a:gd name="T2" fmla="*/ 0 w 225"/>
                  <a:gd name="T3" fmla="*/ 6 h 141"/>
                  <a:gd name="T4" fmla="*/ 15 w 225"/>
                  <a:gd name="T5" fmla="*/ 8 h 141"/>
                  <a:gd name="T6" fmla="*/ 10 w 225"/>
                  <a:gd name="T7" fmla="*/ 5 h 141"/>
                  <a:gd name="T8" fmla="*/ 13 w 225"/>
                  <a:gd name="T9" fmla="*/ 0 h 141"/>
                  <a:gd name="T10" fmla="*/ 0 60000 65536"/>
                  <a:gd name="T11" fmla="*/ 0 60000 65536"/>
                  <a:gd name="T12" fmla="*/ 0 60000 65536"/>
                  <a:gd name="T13" fmla="*/ 0 60000 65536"/>
                  <a:gd name="T14" fmla="*/ 0 60000 65536"/>
                  <a:gd name="T15" fmla="*/ 0 w 225"/>
                  <a:gd name="T16" fmla="*/ 0 h 141"/>
                  <a:gd name="T17" fmla="*/ 225 w 225"/>
                  <a:gd name="T18" fmla="*/ 141 h 141"/>
                </a:gdLst>
                <a:ahLst/>
                <a:cxnLst>
                  <a:cxn ang="T10">
                    <a:pos x="T0" y="T1"/>
                  </a:cxn>
                  <a:cxn ang="T11">
                    <a:pos x="T2" y="T3"/>
                  </a:cxn>
                  <a:cxn ang="T12">
                    <a:pos x="T4" y="T5"/>
                  </a:cxn>
                  <a:cxn ang="T13">
                    <a:pos x="T6" y="T7"/>
                  </a:cxn>
                  <a:cxn ang="T14">
                    <a:pos x="T8" y="T9"/>
                  </a:cxn>
                </a:cxnLst>
                <a:rect l="T15" t="T16" r="T17" b="T18"/>
                <a:pathLst>
                  <a:path w="225" h="141">
                    <a:moveTo>
                      <a:pt x="199" y="0"/>
                    </a:moveTo>
                    <a:lnTo>
                      <a:pt x="0" y="109"/>
                    </a:lnTo>
                    <a:lnTo>
                      <a:pt x="225" y="141"/>
                    </a:lnTo>
                    <a:lnTo>
                      <a:pt x="146" y="84"/>
                    </a:lnTo>
                    <a:lnTo>
                      <a:pt x="199" y="0"/>
                    </a:lnTo>
                    <a:close/>
                  </a:path>
                </a:pathLst>
              </a:custGeom>
              <a:solidFill>
                <a:srgbClr val="FF3300"/>
              </a:solidFill>
              <a:ln w="9525">
                <a:noFill/>
                <a:round/>
                <a:headEnd/>
                <a:tailEnd/>
              </a:ln>
            </p:spPr>
            <p:txBody>
              <a:bodyPr/>
              <a:lstStyle/>
              <a:p>
                <a:endParaRPr lang="zh-CN" altLang="en-US"/>
              </a:p>
            </p:txBody>
          </p:sp>
        </p:grpSp>
        <p:sp>
          <p:nvSpPr>
            <p:cNvPr id="42003" name="Freeform 429"/>
            <p:cNvSpPr>
              <a:spLocks/>
            </p:cNvSpPr>
            <p:nvPr/>
          </p:nvSpPr>
          <p:spPr bwMode="auto">
            <a:xfrm>
              <a:off x="985" y="425"/>
              <a:ext cx="674" cy="942"/>
            </a:xfrm>
            <a:custGeom>
              <a:avLst/>
              <a:gdLst>
                <a:gd name="T0" fmla="*/ 84 w 1348"/>
                <a:gd name="T1" fmla="*/ 0 h 1885"/>
                <a:gd name="T2" fmla="*/ 69 w 1348"/>
                <a:gd name="T3" fmla="*/ 7 h 1885"/>
                <a:gd name="T4" fmla="*/ 53 w 1348"/>
                <a:gd name="T5" fmla="*/ 15 h 1885"/>
                <a:gd name="T6" fmla="*/ 40 w 1348"/>
                <a:gd name="T7" fmla="*/ 23 h 1885"/>
                <a:gd name="T8" fmla="*/ 29 w 1348"/>
                <a:gd name="T9" fmla="*/ 29 h 1885"/>
                <a:gd name="T10" fmla="*/ 26 w 1348"/>
                <a:gd name="T11" fmla="*/ 31 h 1885"/>
                <a:gd name="T12" fmla="*/ 21 w 1348"/>
                <a:gd name="T13" fmla="*/ 34 h 1885"/>
                <a:gd name="T14" fmla="*/ 15 w 1348"/>
                <a:gd name="T15" fmla="*/ 38 h 1885"/>
                <a:gd name="T16" fmla="*/ 11 w 1348"/>
                <a:gd name="T17" fmla="*/ 42 h 1885"/>
                <a:gd name="T18" fmla="*/ 7 w 1348"/>
                <a:gd name="T19" fmla="*/ 46 h 1885"/>
                <a:gd name="T20" fmla="*/ 5 w 1348"/>
                <a:gd name="T21" fmla="*/ 50 h 1885"/>
                <a:gd name="T22" fmla="*/ 3 w 1348"/>
                <a:gd name="T23" fmla="*/ 53 h 1885"/>
                <a:gd name="T24" fmla="*/ 1 w 1348"/>
                <a:gd name="T25" fmla="*/ 56 h 1885"/>
                <a:gd name="T26" fmla="*/ 1 w 1348"/>
                <a:gd name="T27" fmla="*/ 59 h 1885"/>
                <a:gd name="T28" fmla="*/ 1 w 1348"/>
                <a:gd name="T29" fmla="*/ 63 h 1885"/>
                <a:gd name="T30" fmla="*/ 1 w 1348"/>
                <a:gd name="T31" fmla="*/ 67 h 1885"/>
                <a:gd name="T32" fmla="*/ 3 w 1348"/>
                <a:gd name="T33" fmla="*/ 69 h 1885"/>
                <a:gd name="T34" fmla="*/ 5 w 1348"/>
                <a:gd name="T35" fmla="*/ 72 h 1885"/>
                <a:gd name="T36" fmla="*/ 7 w 1348"/>
                <a:gd name="T37" fmla="*/ 76 h 1885"/>
                <a:gd name="T38" fmla="*/ 11 w 1348"/>
                <a:gd name="T39" fmla="*/ 80 h 1885"/>
                <a:gd name="T40" fmla="*/ 15 w 1348"/>
                <a:gd name="T41" fmla="*/ 83 h 1885"/>
                <a:gd name="T42" fmla="*/ 21 w 1348"/>
                <a:gd name="T43" fmla="*/ 86 h 1885"/>
                <a:gd name="T44" fmla="*/ 23 w 1348"/>
                <a:gd name="T45" fmla="*/ 88 h 1885"/>
                <a:gd name="T46" fmla="*/ 29 w 1348"/>
                <a:gd name="T47" fmla="*/ 92 h 1885"/>
                <a:gd name="T48" fmla="*/ 40 w 1348"/>
                <a:gd name="T49" fmla="*/ 97 h 1885"/>
                <a:gd name="T50" fmla="*/ 53 w 1348"/>
                <a:gd name="T51" fmla="*/ 104 h 1885"/>
                <a:gd name="T52" fmla="*/ 69 w 1348"/>
                <a:gd name="T53" fmla="*/ 111 h 1885"/>
                <a:gd name="T54" fmla="*/ 84 w 1348"/>
                <a:gd name="T55" fmla="*/ 117 h 1885"/>
                <a:gd name="T56" fmla="*/ 77 w 1348"/>
                <a:gd name="T57" fmla="*/ 113 h 1885"/>
                <a:gd name="T58" fmla="*/ 61 w 1348"/>
                <a:gd name="T59" fmla="*/ 106 h 1885"/>
                <a:gd name="T60" fmla="*/ 46 w 1348"/>
                <a:gd name="T61" fmla="*/ 99 h 1885"/>
                <a:gd name="T62" fmla="*/ 34 w 1348"/>
                <a:gd name="T63" fmla="*/ 92 h 1885"/>
                <a:gd name="T64" fmla="*/ 27 w 1348"/>
                <a:gd name="T65" fmla="*/ 89 h 1885"/>
                <a:gd name="T66" fmla="*/ 21 w 1348"/>
                <a:gd name="T67" fmla="*/ 85 h 1885"/>
                <a:gd name="T68" fmla="*/ 21 w 1348"/>
                <a:gd name="T69" fmla="*/ 85 h 1885"/>
                <a:gd name="T70" fmla="*/ 17 w 1348"/>
                <a:gd name="T71" fmla="*/ 82 h 1885"/>
                <a:gd name="T72" fmla="*/ 12 w 1348"/>
                <a:gd name="T73" fmla="*/ 78 h 1885"/>
                <a:gd name="T74" fmla="*/ 9 w 1348"/>
                <a:gd name="T75" fmla="*/ 75 h 1885"/>
                <a:gd name="T76" fmla="*/ 5 w 1348"/>
                <a:gd name="T77" fmla="*/ 71 h 1885"/>
                <a:gd name="T78" fmla="*/ 3 w 1348"/>
                <a:gd name="T79" fmla="*/ 68 h 1885"/>
                <a:gd name="T80" fmla="*/ 1 w 1348"/>
                <a:gd name="T81" fmla="*/ 67 h 1885"/>
                <a:gd name="T82" fmla="*/ 1 w 1348"/>
                <a:gd name="T83" fmla="*/ 65 h 1885"/>
                <a:gd name="T84" fmla="*/ 1 w 1348"/>
                <a:gd name="T85" fmla="*/ 61 h 1885"/>
                <a:gd name="T86" fmla="*/ 1 w 1348"/>
                <a:gd name="T87" fmla="*/ 57 h 1885"/>
                <a:gd name="T88" fmla="*/ 1 w 1348"/>
                <a:gd name="T89" fmla="*/ 56 h 1885"/>
                <a:gd name="T90" fmla="*/ 3 w 1348"/>
                <a:gd name="T91" fmla="*/ 54 h 1885"/>
                <a:gd name="T92" fmla="*/ 5 w 1348"/>
                <a:gd name="T93" fmla="*/ 51 h 1885"/>
                <a:gd name="T94" fmla="*/ 9 w 1348"/>
                <a:gd name="T95" fmla="*/ 47 h 1885"/>
                <a:gd name="T96" fmla="*/ 12 w 1348"/>
                <a:gd name="T97" fmla="*/ 43 h 1885"/>
                <a:gd name="T98" fmla="*/ 17 w 1348"/>
                <a:gd name="T99" fmla="*/ 39 h 1885"/>
                <a:gd name="T100" fmla="*/ 21 w 1348"/>
                <a:gd name="T101" fmla="*/ 35 h 1885"/>
                <a:gd name="T102" fmla="*/ 27 w 1348"/>
                <a:gd name="T103" fmla="*/ 32 h 1885"/>
                <a:gd name="T104" fmla="*/ 27 w 1348"/>
                <a:gd name="T105" fmla="*/ 32 h 1885"/>
                <a:gd name="T106" fmla="*/ 34 w 1348"/>
                <a:gd name="T107" fmla="*/ 28 h 1885"/>
                <a:gd name="T108" fmla="*/ 46 w 1348"/>
                <a:gd name="T109" fmla="*/ 20 h 1885"/>
                <a:gd name="T110" fmla="*/ 61 w 1348"/>
                <a:gd name="T111" fmla="*/ 12 h 1885"/>
                <a:gd name="T112" fmla="*/ 77 w 1348"/>
                <a:gd name="T113" fmla="*/ 5 h 18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48"/>
                <a:gd name="T172" fmla="*/ 0 h 1885"/>
                <a:gd name="T173" fmla="*/ 1348 w 1348"/>
                <a:gd name="T174" fmla="*/ 1885 h 188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48" h="1885">
                  <a:moveTo>
                    <a:pt x="1348" y="21"/>
                  </a:moveTo>
                  <a:lnTo>
                    <a:pt x="1339" y="0"/>
                  </a:lnTo>
                  <a:lnTo>
                    <a:pt x="1213" y="61"/>
                  </a:lnTo>
                  <a:lnTo>
                    <a:pt x="1089" y="124"/>
                  </a:lnTo>
                  <a:lnTo>
                    <a:pt x="967" y="187"/>
                  </a:lnTo>
                  <a:lnTo>
                    <a:pt x="849" y="248"/>
                  </a:lnTo>
                  <a:lnTo>
                    <a:pt x="734" y="311"/>
                  </a:lnTo>
                  <a:lnTo>
                    <a:pt x="625" y="372"/>
                  </a:lnTo>
                  <a:lnTo>
                    <a:pt x="520" y="435"/>
                  </a:lnTo>
                  <a:lnTo>
                    <a:pt x="470" y="464"/>
                  </a:lnTo>
                  <a:lnTo>
                    <a:pt x="424" y="496"/>
                  </a:lnTo>
                  <a:lnTo>
                    <a:pt x="420" y="498"/>
                  </a:lnTo>
                  <a:lnTo>
                    <a:pt x="374" y="529"/>
                  </a:lnTo>
                  <a:lnTo>
                    <a:pt x="329" y="559"/>
                  </a:lnTo>
                  <a:lnTo>
                    <a:pt x="289" y="590"/>
                  </a:lnTo>
                  <a:lnTo>
                    <a:pt x="248" y="620"/>
                  </a:lnTo>
                  <a:lnTo>
                    <a:pt x="213" y="651"/>
                  </a:lnTo>
                  <a:lnTo>
                    <a:pt x="178" y="681"/>
                  </a:lnTo>
                  <a:lnTo>
                    <a:pt x="146" y="710"/>
                  </a:lnTo>
                  <a:lnTo>
                    <a:pt x="117" y="740"/>
                  </a:lnTo>
                  <a:lnTo>
                    <a:pt x="91" y="771"/>
                  </a:lnTo>
                  <a:lnTo>
                    <a:pt x="68" y="801"/>
                  </a:lnTo>
                  <a:lnTo>
                    <a:pt x="50" y="831"/>
                  </a:lnTo>
                  <a:lnTo>
                    <a:pt x="33" y="860"/>
                  </a:lnTo>
                  <a:lnTo>
                    <a:pt x="20" y="890"/>
                  </a:lnTo>
                  <a:lnTo>
                    <a:pt x="17" y="897"/>
                  </a:lnTo>
                  <a:lnTo>
                    <a:pt x="7" y="927"/>
                  </a:lnTo>
                  <a:lnTo>
                    <a:pt x="2" y="956"/>
                  </a:lnTo>
                  <a:lnTo>
                    <a:pt x="0" y="986"/>
                  </a:lnTo>
                  <a:lnTo>
                    <a:pt x="2" y="1016"/>
                  </a:lnTo>
                  <a:lnTo>
                    <a:pt x="7" y="1043"/>
                  </a:lnTo>
                  <a:lnTo>
                    <a:pt x="17" y="1073"/>
                  </a:lnTo>
                  <a:lnTo>
                    <a:pt x="20" y="1080"/>
                  </a:lnTo>
                  <a:lnTo>
                    <a:pt x="33" y="1110"/>
                  </a:lnTo>
                  <a:lnTo>
                    <a:pt x="50" y="1138"/>
                  </a:lnTo>
                  <a:lnTo>
                    <a:pt x="68" y="1167"/>
                  </a:lnTo>
                  <a:lnTo>
                    <a:pt x="91" y="1195"/>
                  </a:lnTo>
                  <a:lnTo>
                    <a:pt x="117" y="1223"/>
                  </a:lnTo>
                  <a:lnTo>
                    <a:pt x="146" y="1252"/>
                  </a:lnTo>
                  <a:lnTo>
                    <a:pt x="178" y="1280"/>
                  </a:lnTo>
                  <a:lnTo>
                    <a:pt x="213" y="1308"/>
                  </a:lnTo>
                  <a:lnTo>
                    <a:pt x="248" y="1336"/>
                  </a:lnTo>
                  <a:lnTo>
                    <a:pt x="289" y="1363"/>
                  </a:lnTo>
                  <a:lnTo>
                    <a:pt x="329" y="1391"/>
                  </a:lnTo>
                  <a:lnTo>
                    <a:pt x="333" y="1393"/>
                  </a:lnTo>
                  <a:lnTo>
                    <a:pt x="377" y="1421"/>
                  </a:lnTo>
                  <a:lnTo>
                    <a:pt x="424" y="1448"/>
                  </a:lnTo>
                  <a:lnTo>
                    <a:pt x="470" y="1476"/>
                  </a:lnTo>
                  <a:lnTo>
                    <a:pt x="520" y="1504"/>
                  </a:lnTo>
                  <a:lnTo>
                    <a:pt x="625" y="1557"/>
                  </a:lnTo>
                  <a:lnTo>
                    <a:pt x="734" y="1613"/>
                  </a:lnTo>
                  <a:lnTo>
                    <a:pt x="849" y="1667"/>
                  </a:lnTo>
                  <a:lnTo>
                    <a:pt x="967" y="1722"/>
                  </a:lnTo>
                  <a:lnTo>
                    <a:pt x="1089" y="1776"/>
                  </a:lnTo>
                  <a:lnTo>
                    <a:pt x="1213" y="1829"/>
                  </a:lnTo>
                  <a:lnTo>
                    <a:pt x="1339" y="1885"/>
                  </a:lnTo>
                  <a:lnTo>
                    <a:pt x="1348" y="1864"/>
                  </a:lnTo>
                  <a:lnTo>
                    <a:pt x="1223" y="1809"/>
                  </a:lnTo>
                  <a:lnTo>
                    <a:pt x="1099" y="1755"/>
                  </a:lnTo>
                  <a:lnTo>
                    <a:pt x="977" y="1702"/>
                  </a:lnTo>
                  <a:lnTo>
                    <a:pt x="858" y="1646"/>
                  </a:lnTo>
                  <a:lnTo>
                    <a:pt x="744" y="1593"/>
                  </a:lnTo>
                  <a:lnTo>
                    <a:pt x="634" y="1537"/>
                  </a:lnTo>
                  <a:lnTo>
                    <a:pt x="529" y="1484"/>
                  </a:lnTo>
                  <a:lnTo>
                    <a:pt x="479" y="1456"/>
                  </a:lnTo>
                  <a:lnTo>
                    <a:pt x="433" y="1428"/>
                  </a:lnTo>
                  <a:lnTo>
                    <a:pt x="387" y="1400"/>
                  </a:lnTo>
                  <a:lnTo>
                    <a:pt x="342" y="1373"/>
                  </a:lnTo>
                  <a:lnTo>
                    <a:pt x="338" y="1384"/>
                  </a:lnTo>
                  <a:lnTo>
                    <a:pt x="346" y="1374"/>
                  </a:lnTo>
                  <a:lnTo>
                    <a:pt x="305" y="1347"/>
                  </a:lnTo>
                  <a:lnTo>
                    <a:pt x="264" y="1319"/>
                  </a:lnTo>
                  <a:lnTo>
                    <a:pt x="229" y="1291"/>
                  </a:lnTo>
                  <a:lnTo>
                    <a:pt x="194" y="1263"/>
                  </a:lnTo>
                  <a:lnTo>
                    <a:pt x="163" y="1236"/>
                  </a:lnTo>
                  <a:lnTo>
                    <a:pt x="133" y="1206"/>
                  </a:lnTo>
                  <a:lnTo>
                    <a:pt x="107" y="1178"/>
                  </a:lnTo>
                  <a:lnTo>
                    <a:pt x="85" y="1151"/>
                  </a:lnTo>
                  <a:lnTo>
                    <a:pt x="67" y="1121"/>
                  </a:lnTo>
                  <a:lnTo>
                    <a:pt x="50" y="1093"/>
                  </a:lnTo>
                  <a:lnTo>
                    <a:pt x="37" y="1064"/>
                  </a:lnTo>
                  <a:lnTo>
                    <a:pt x="28" y="1073"/>
                  </a:lnTo>
                  <a:lnTo>
                    <a:pt x="39" y="1073"/>
                  </a:lnTo>
                  <a:lnTo>
                    <a:pt x="30" y="1043"/>
                  </a:lnTo>
                  <a:lnTo>
                    <a:pt x="24" y="1016"/>
                  </a:lnTo>
                  <a:lnTo>
                    <a:pt x="22" y="986"/>
                  </a:lnTo>
                  <a:lnTo>
                    <a:pt x="24" y="956"/>
                  </a:lnTo>
                  <a:lnTo>
                    <a:pt x="30" y="927"/>
                  </a:lnTo>
                  <a:lnTo>
                    <a:pt x="39" y="897"/>
                  </a:lnTo>
                  <a:lnTo>
                    <a:pt x="28" y="897"/>
                  </a:lnTo>
                  <a:lnTo>
                    <a:pt x="37" y="906"/>
                  </a:lnTo>
                  <a:lnTo>
                    <a:pt x="50" y="877"/>
                  </a:lnTo>
                  <a:lnTo>
                    <a:pt x="67" y="847"/>
                  </a:lnTo>
                  <a:lnTo>
                    <a:pt x="85" y="818"/>
                  </a:lnTo>
                  <a:lnTo>
                    <a:pt x="107" y="788"/>
                  </a:lnTo>
                  <a:lnTo>
                    <a:pt x="133" y="757"/>
                  </a:lnTo>
                  <a:lnTo>
                    <a:pt x="163" y="727"/>
                  </a:lnTo>
                  <a:lnTo>
                    <a:pt x="194" y="697"/>
                  </a:lnTo>
                  <a:lnTo>
                    <a:pt x="229" y="668"/>
                  </a:lnTo>
                  <a:lnTo>
                    <a:pt x="264" y="636"/>
                  </a:lnTo>
                  <a:lnTo>
                    <a:pt x="305" y="607"/>
                  </a:lnTo>
                  <a:lnTo>
                    <a:pt x="346" y="575"/>
                  </a:lnTo>
                  <a:lnTo>
                    <a:pt x="390" y="546"/>
                  </a:lnTo>
                  <a:lnTo>
                    <a:pt x="436" y="514"/>
                  </a:lnTo>
                  <a:lnTo>
                    <a:pt x="427" y="507"/>
                  </a:lnTo>
                  <a:lnTo>
                    <a:pt x="433" y="516"/>
                  </a:lnTo>
                  <a:lnTo>
                    <a:pt x="479" y="485"/>
                  </a:lnTo>
                  <a:lnTo>
                    <a:pt x="529" y="455"/>
                  </a:lnTo>
                  <a:lnTo>
                    <a:pt x="634" y="392"/>
                  </a:lnTo>
                  <a:lnTo>
                    <a:pt x="744" y="331"/>
                  </a:lnTo>
                  <a:lnTo>
                    <a:pt x="858" y="268"/>
                  </a:lnTo>
                  <a:lnTo>
                    <a:pt x="977" y="207"/>
                  </a:lnTo>
                  <a:lnTo>
                    <a:pt x="1099" y="145"/>
                  </a:lnTo>
                  <a:lnTo>
                    <a:pt x="1223" y="82"/>
                  </a:lnTo>
                  <a:lnTo>
                    <a:pt x="1348" y="21"/>
                  </a:lnTo>
                  <a:close/>
                </a:path>
              </a:pathLst>
            </a:custGeom>
            <a:solidFill>
              <a:srgbClr val="3333CC"/>
            </a:solidFill>
            <a:ln w="9525">
              <a:noFill/>
              <a:round/>
              <a:headEnd/>
              <a:tailEnd/>
            </a:ln>
          </p:spPr>
          <p:txBody>
            <a:bodyPr/>
            <a:lstStyle/>
            <a:p>
              <a:endParaRPr lang="zh-CN" altLang="en-US"/>
            </a:p>
          </p:txBody>
        </p:sp>
        <p:sp>
          <p:nvSpPr>
            <p:cNvPr id="42004" name="Freeform 430"/>
            <p:cNvSpPr>
              <a:spLocks/>
            </p:cNvSpPr>
            <p:nvPr/>
          </p:nvSpPr>
          <p:spPr bwMode="auto">
            <a:xfrm>
              <a:off x="1923" y="466"/>
              <a:ext cx="666" cy="895"/>
            </a:xfrm>
            <a:custGeom>
              <a:avLst/>
              <a:gdLst>
                <a:gd name="T0" fmla="*/ 83 w 1332"/>
                <a:gd name="T1" fmla="*/ 0 h 1791"/>
                <a:gd name="T2" fmla="*/ 80 w 1332"/>
                <a:gd name="T3" fmla="*/ 0 h 1791"/>
                <a:gd name="T4" fmla="*/ 74 w 1332"/>
                <a:gd name="T5" fmla="*/ 0 h 1791"/>
                <a:gd name="T6" fmla="*/ 63 w 1332"/>
                <a:gd name="T7" fmla="*/ 2 h 1791"/>
                <a:gd name="T8" fmla="*/ 53 w 1332"/>
                <a:gd name="T9" fmla="*/ 5 h 1791"/>
                <a:gd name="T10" fmla="*/ 34 w 1332"/>
                <a:gd name="T11" fmla="*/ 11 h 1791"/>
                <a:gd name="T12" fmla="*/ 22 w 1332"/>
                <a:gd name="T13" fmla="*/ 16 h 1791"/>
                <a:gd name="T14" fmla="*/ 13 w 1332"/>
                <a:gd name="T15" fmla="*/ 21 h 1791"/>
                <a:gd name="T16" fmla="*/ 5 w 1332"/>
                <a:gd name="T17" fmla="*/ 26 h 1791"/>
                <a:gd name="T18" fmla="*/ 1 w 1332"/>
                <a:gd name="T19" fmla="*/ 32 h 1791"/>
                <a:gd name="T20" fmla="*/ 0 w 1332"/>
                <a:gd name="T21" fmla="*/ 35 h 1791"/>
                <a:gd name="T22" fmla="*/ 1 w 1332"/>
                <a:gd name="T23" fmla="*/ 39 h 1791"/>
                <a:gd name="T24" fmla="*/ 5 w 1332"/>
                <a:gd name="T25" fmla="*/ 46 h 1791"/>
                <a:gd name="T26" fmla="*/ 13 w 1332"/>
                <a:gd name="T27" fmla="*/ 54 h 1791"/>
                <a:gd name="T28" fmla="*/ 22 w 1332"/>
                <a:gd name="T29" fmla="*/ 62 h 1791"/>
                <a:gd name="T30" fmla="*/ 34 w 1332"/>
                <a:gd name="T31" fmla="*/ 71 h 1791"/>
                <a:gd name="T32" fmla="*/ 53 w 1332"/>
                <a:gd name="T33" fmla="*/ 86 h 1791"/>
                <a:gd name="T34" fmla="*/ 63 w 1332"/>
                <a:gd name="T35" fmla="*/ 94 h 1791"/>
                <a:gd name="T36" fmla="*/ 74 w 1332"/>
                <a:gd name="T37" fmla="*/ 100 h 1791"/>
                <a:gd name="T38" fmla="*/ 80 w 1332"/>
                <a:gd name="T39" fmla="*/ 106 h 1791"/>
                <a:gd name="T40" fmla="*/ 83 w 1332"/>
                <a:gd name="T41" fmla="*/ 110 h 1791"/>
                <a:gd name="T42" fmla="*/ 83 w 1332"/>
                <a:gd name="T43" fmla="*/ 111 h 1791"/>
                <a:gd name="T44" fmla="*/ 82 w 1332"/>
                <a:gd name="T45" fmla="*/ 111 h 1791"/>
                <a:gd name="T46" fmla="*/ 76 w 1332"/>
                <a:gd name="T47" fmla="*/ 111 h 1791"/>
                <a:gd name="T48" fmla="*/ 68 w 1332"/>
                <a:gd name="T49" fmla="*/ 110 h 1791"/>
                <a:gd name="T50" fmla="*/ 56 w 1332"/>
                <a:gd name="T51" fmla="*/ 107 h 1791"/>
                <a:gd name="T52" fmla="*/ 42 w 1332"/>
                <a:gd name="T53" fmla="*/ 102 h 1791"/>
                <a:gd name="T54" fmla="*/ 26 w 1332"/>
                <a:gd name="T55" fmla="*/ 96 h 1791"/>
                <a:gd name="T56" fmla="*/ 17 w 1332"/>
                <a:gd name="T57" fmla="*/ 91 h 1791"/>
                <a:gd name="T58" fmla="*/ 7 w 1332"/>
                <a:gd name="T59" fmla="*/ 86 h 1791"/>
                <a:gd name="T60" fmla="*/ 3 w 1332"/>
                <a:gd name="T61" fmla="*/ 81 h 1791"/>
                <a:gd name="T62" fmla="*/ 1 w 1332"/>
                <a:gd name="T63" fmla="*/ 77 h 1791"/>
                <a:gd name="T64" fmla="*/ 1 w 1332"/>
                <a:gd name="T65" fmla="*/ 74 h 1791"/>
                <a:gd name="T66" fmla="*/ 3 w 1332"/>
                <a:gd name="T67" fmla="*/ 68 h 1791"/>
                <a:gd name="T68" fmla="*/ 10 w 1332"/>
                <a:gd name="T69" fmla="*/ 60 h 1791"/>
                <a:gd name="T70" fmla="*/ 20 w 1332"/>
                <a:gd name="T71" fmla="*/ 52 h 1791"/>
                <a:gd name="T72" fmla="*/ 30 w 1332"/>
                <a:gd name="T73" fmla="*/ 43 h 1791"/>
                <a:gd name="T74" fmla="*/ 49 w 1332"/>
                <a:gd name="T75" fmla="*/ 28 h 1791"/>
                <a:gd name="T76" fmla="*/ 60 w 1332"/>
                <a:gd name="T77" fmla="*/ 20 h 1791"/>
                <a:gd name="T78" fmla="*/ 71 w 1332"/>
                <a:gd name="T79" fmla="*/ 13 h 1791"/>
                <a:gd name="T80" fmla="*/ 78 w 1332"/>
                <a:gd name="T81" fmla="*/ 7 h 1791"/>
                <a:gd name="T82" fmla="*/ 83 w 1332"/>
                <a:gd name="T83" fmla="*/ 2 h 1791"/>
                <a:gd name="T84" fmla="*/ 83 w 1332"/>
                <a:gd name="T85" fmla="*/ 1 h 179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32"/>
                <a:gd name="T130" fmla="*/ 0 h 1791"/>
                <a:gd name="T131" fmla="*/ 1332 w 1332"/>
                <a:gd name="T132" fmla="*/ 1791 h 179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32" h="1791">
                  <a:moveTo>
                    <a:pt x="1332" y="19"/>
                  </a:moveTo>
                  <a:lnTo>
                    <a:pt x="1332" y="13"/>
                  </a:lnTo>
                  <a:lnTo>
                    <a:pt x="1328" y="10"/>
                  </a:lnTo>
                  <a:lnTo>
                    <a:pt x="1317" y="4"/>
                  </a:lnTo>
                  <a:lnTo>
                    <a:pt x="1299" y="0"/>
                  </a:lnTo>
                  <a:lnTo>
                    <a:pt x="1275" y="0"/>
                  </a:lnTo>
                  <a:lnTo>
                    <a:pt x="1245" y="2"/>
                  </a:lnTo>
                  <a:lnTo>
                    <a:pt x="1210" y="6"/>
                  </a:lnTo>
                  <a:lnTo>
                    <a:pt x="1169" y="12"/>
                  </a:lnTo>
                  <a:lnTo>
                    <a:pt x="1125" y="19"/>
                  </a:lnTo>
                  <a:lnTo>
                    <a:pt x="1075" y="28"/>
                  </a:lnTo>
                  <a:lnTo>
                    <a:pt x="1023" y="41"/>
                  </a:lnTo>
                  <a:lnTo>
                    <a:pt x="968" y="54"/>
                  </a:lnTo>
                  <a:lnTo>
                    <a:pt x="910" y="69"/>
                  </a:lnTo>
                  <a:lnTo>
                    <a:pt x="851" y="87"/>
                  </a:lnTo>
                  <a:lnTo>
                    <a:pt x="790" y="106"/>
                  </a:lnTo>
                  <a:lnTo>
                    <a:pt x="666" y="147"/>
                  </a:lnTo>
                  <a:lnTo>
                    <a:pt x="542" y="191"/>
                  </a:lnTo>
                  <a:lnTo>
                    <a:pt x="481" y="215"/>
                  </a:lnTo>
                  <a:lnTo>
                    <a:pt x="422" y="241"/>
                  </a:lnTo>
                  <a:lnTo>
                    <a:pt x="365" y="267"/>
                  </a:lnTo>
                  <a:lnTo>
                    <a:pt x="309" y="293"/>
                  </a:lnTo>
                  <a:lnTo>
                    <a:pt x="258" y="320"/>
                  </a:lnTo>
                  <a:lnTo>
                    <a:pt x="209" y="346"/>
                  </a:lnTo>
                  <a:lnTo>
                    <a:pt x="163" y="376"/>
                  </a:lnTo>
                  <a:lnTo>
                    <a:pt x="123" y="404"/>
                  </a:lnTo>
                  <a:lnTo>
                    <a:pt x="87" y="431"/>
                  </a:lnTo>
                  <a:lnTo>
                    <a:pt x="58" y="459"/>
                  </a:lnTo>
                  <a:lnTo>
                    <a:pt x="34" y="489"/>
                  </a:lnTo>
                  <a:lnTo>
                    <a:pt x="15" y="516"/>
                  </a:lnTo>
                  <a:lnTo>
                    <a:pt x="4" y="544"/>
                  </a:lnTo>
                  <a:lnTo>
                    <a:pt x="2" y="559"/>
                  </a:lnTo>
                  <a:lnTo>
                    <a:pt x="0" y="572"/>
                  </a:lnTo>
                  <a:lnTo>
                    <a:pt x="2" y="587"/>
                  </a:lnTo>
                  <a:lnTo>
                    <a:pt x="4" y="602"/>
                  </a:lnTo>
                  <a:lnTo>
                    <a:pt x="15" y="633"/>
                  </a:lnTo>
                  <a:lnTo>
                    <a:pt x="34" y="666"/>
                  </a:lnTo>
                  <a:lnTo>
                    <a:pt x="58" y="703"/>
                  </a:lnTo>
                  <a:lnTo>
                    <a:pt x="87" y="742"/>
                  </a:lnTo>
                  <a:lnTo>
                    <a:pt x="123" y="783"/>
                  </a:lnTo>
                  <a:lnTo>
                    <a:pt x="163" y="823"/>
                  </a:lnTo>
                  <a:lnTo>
                    <a:pt x="209" y="868"/>
                  </a:lnTo>
                  <a:lnTo>
                    <a:pt x="258" y="912"/>
                  </a:lnTo>
                  <a:lnTo>
                    <a:pt x="309" y="958"/>
                  </a:lnTo>
                  <a:lnTo>
                    <a:pt x="365" y="1005"/>
                  </a:lnTo>
                  <a:lnTo>
                    <a:pt x="422" y="1053"/>
                  </a:lnTo>
                  <a:lnTo>
                    <a:pt x="481" y="1099"/>
                  </a:lnTo>
                  <a:lnTo>
                    <a:pt x="542" y="1147"/>
                  </a:lnTo>
                  <a:lnTo>
                    <a:pt x="666" y="1241"/>
                  </a:lnTo>
                  <a:lnTo>
                    <a:pt x="790" y="1334"/>
                  </a:lnTo>
                  <a:lnTo>
                    <a:pt x="851" y="1378"/>
                  </a:lnTo>
                  <a:lnTo>
                    <a:pt x="910" y="1423"/>
                  </a:lnTo>
                  <a:lnTo>
                    <a:pt x="968" y="1465"/>
                  </a:lnTo>
                  <a:lnTo>
                    <a:pt x="1023" y="1506"/>
                  </a:lnTo>
                  <a:lnTo>
                    <a:pt x="1075" y="1545"/>
                  </a:lnTo>
                  <a:lnTo>
                    <a:pt x="1125" y="1580"/>
                  </a:lnTo>
                  <a:lnTo>
                    <a:pt x="1169" y="1615"/>
                  </a:lnTo>
                  <a:lnTo>
                    <a:pt x="1210" y="1646"/>
                  </a:lnTo>
                  <a:lnTo>
                    <a:pt x="1245" y="1676"/>
                  </a:lnTo>
                  <a:lnTo>
                    <a:pt x="1275" y="1702"/>
                  </a:lnTo>
                  <a:lnTo>
                    <a:pt x="1299" y="1724"/>
                  </a:lnTo>
                  <a:lnTo>
                    <a:pt x="1317" y="1745"/>
                  </a:lnTo>
                  <a:lnTo>
                    <a:pt x="1328" y="1761"/>
                  </a:lnTo>
                  <a:lnTo>
                    <a:pt x="1332" y="1767"/>
                  </a:lnTo>
                  <a:lnTo>
                    <a:pt x="1332" y="1772"/>
                  </a:lnTo>
                  <a:lnTo>
                    <a:pt x="1332" y="1778"/>
                  </a:lnTo>
                  <a:lnTo>
                    <a:pt x="1328" y="1781"/>
                  </a:lnTo>
                  <a:lnTo>
                    <a:pt x="1317" y="1787"/>
                  </a:lnTo>
                  <a:lnTo>
                    <a:pt x="1299" y="1791"/>
                  </a:lnTo>
                  <a:lnTo>
                    <a:pt x="1275" y="1791"/>
                  </a:lnTo>
                  <a:lnTo>
                    <a:pt x="1245" y="1789"/>
                  </a:lnTo>
                  <a:lnTo>
                    <a:pt x="1210" y="1785"/>
                  </a:lnTo>
                  <a:lnTo>
                    <a:pt x="1169" y="1780"/>
                  </a:lnTo>
                  <a:lnTo>
                    <a:pt x="1125" y="1772"/>
                  </a:lnTo>
                  <a:lnTo>
                    <a:pt x="1075" y="1761"/>
                  </a:lnTo>
                  <a:lnTo>
                    <a:pt x="1023" y="1750"/>
                  </a:lnTo>
                  <a:lnTo>
                    <a:pt x="968" y="1737"/>
                  </a:lnTo>
                  <a:lnTo>
                    <a:pt x="910" y="1720"/>
                  </a:lnTo>
                  <a:lnTo>
                    <a:pt x="851" y="1704"/>
                  </a:lnTo>
                  <a:lnTo>
                    <a:pt x="790" y="1685"/>
                  </a:lnTo>
                  <a:lnTo>
                    <a:pt x="666" y="1645"/>
                  </a:lnTo>
                  <a:lnTo>
                    <a:pt x="542" y="1600"/>
                  </a:lnTo>
                  <a:lnTo>
                    <a:pt x="481" y="1574"/>
                  </a:lnTo>
                  <a:lnTo>
                    <a:pt x="422" y="1550"/>
                  </a:lnTo>
                  <a:lnTo>
                    <a:pt x="365" y="1524"/>
                  </a:lnTo>
                  <a:lnTo>
                    <a:pt x="309" y="1499"/>
                  </a:lnTo>
                  <a:lnTo>
                    <a:pt x="258" y="1471"/>
                  </a:lnTo>
                  <a:lnTo>
                    <a:pt x="209" y="1443"/>
                  </a:lnTo>
                  <a:lnTo>
                    <a:pt x="163" y="1415"/>
                  </a:lnTo>
                  <a:lnTo>
                    <a:pt x="123" y="1388"/>
                  </a:lnTo>
                  <a:lnTo>
                    <a:pt x="87" y="1360"/>
                  </a:lnTo>
                  <a:lnTo>
                    <a:pt x="58" y="1330"/>
                  </a:lnTo>
                  <a:lnTo>
                    <a:pt x="34" y="1302"/>
                  </a:lnTo>
                  <a:lnTo>
                    <a:pt x="15" y="1275"/>
                  </a:lnTo>
                  <a:lnTo>
                    <a:pt x="4" y="1247"/>
                  </a:lnTo>
                  <a:lnTo>
                    <a:pt x="2" y="1232"/>
                  </a:lnTo>
                  <a:lnTo>
                    <a:pt x="0" y="1219"/>
                  </a:lnTo>
                  <a:lnTo>
                    <a:pt x="2" y="1204"/>
                  </a:lnTo>
                  <a:lnTo>
                    <a:pt x="4" y="1190"/>
                  </a:lnTo>
                  <a:lnTo>
                    <a:pt x="15" y="1158"/>
                  </a:lnTo>
                  <a:lnTo>
                    <a:pt x="34" y="1125"/>
                  </a:lnTo>
                  <a:lnTo>
                    <a:pt x="58" y="1088"/>
                  </a:lnTo>
                  <a:lnTo>
                    <a:pt x="87" y="1049"/>
                  </a:lnTo>
                  <a:lnTo>
                    <a:pt x="123" y="1008"/>
                  </a:lnTo>
                  <a:lnTo>
                    <a:pt x="163" y="968"/>
                  </a:lnTo>
                  <a:lnTo>
                    <a:pt x="209" y="923"/>
                  </a:lnTo>
                  <a:lnTo>
                    <a:pt x="258" y="879"/>
                  </a:lnTo>
                  <a:lnTo>
                    <a:pt x="309" y="833"/>
                  </a:lnTo>
                  <a:lnTo>
                    <a:pt x="365" y="786"/>
                  </a:lnTo>
                  <a:lnTo>
                    <a:pt x="422" y="740"/>
                  </a:lnTo>
                  <a:lnTo>
                    <a:pt x="481" y="692"/>
                  </a:lnTo>
                  <a:lnTo>
                    <a:pt x="542" y="644"/>
                  </a:lnTo>
                  <a:lnTo>
                    <a:pt x="666" y="550"/>
                  </a:lnTo>
                  <a:lnTo>
                    <a:pt x="790" y="457"/>
                  </a:lnTo>
                  <a:lnTo>
                    <a:pt x="851" y="413"/>
                  </a:lnTo>
                  <a:lnTo>
                    <a:pt x="910" y="369"/>
                  </a:lnTo>
                  <a:lnTo>
                    <a:pt x="968" y="326"/>
                  </a:lnTo>
                  <a:lnTo>
                    <a:pt x="1023" y="285"/>
                  </a:lnTo>
                  <a:lnTo>
                    <a:pt x="1075" y="246"/>
                  </a:lnTo>
                  <a:lnTo>
                    <a:pt x="1125" y="211"/>
                  </a:lnTo>
                  <a:lnTo>
                    <a:pt x="1169" y="176"/>
                  </a:lnTo>
                  <a:lnTo>
                    <a:pt x="1210" y="145"/>
                  </a:lnTo>
                  <a:lnTo>
                    <a:pt x="1245" y="115"/>
                  </a:lnTo>
                  <a:lnTo>
                    <a:pt x="1275" y="89"/>
                  </a:lnTo>
                  <a:lnTo>
                    <a:pt x="1299" y="67"/>
                  </a:lnTo>
                  <a:lnTo>
                    <a:pt x="1317" y="47"/>
                  </a:lnTo>
                  <a:lnTo>
                    <a:pt x="1328" y="32"/>
                  </a:lnTo>
                  <a:lnTo>
                    <a:pt x="1332" y="25"/>
                  </a:lnTo>
                  <a:lnTo>
                    <a:pt x="1332" y="19"/>
                  </a:lnTo>
                  <a:close/>
                </a:path>
              </a:pathLst>
            </a:custGeom>
            <a:noFill/>
            <a:ln w="17463">
              <a:solidFill>
                <a:srgbClr val="3333CC"/>
              </a:solidFill>
              <a:round/>
              <a:headEnd/>
              <a:tailEnd/>
            </a:ln>
          </p:spPr>
          <p:txBody>
            <a:bodyPr/>
            <a:lstStyle/>
            <a:p>
              <a:endParaRPr lang="zh-CN" altLang="en-US"/>
            </a:p>
          </p:txBody>
        </p:sp>
        <p:sp>
          <p:nvSpPr>
            <p:cNvPr id="42005" name="Freeform 431"/>
            <p:cNvSpPr>
              <a:spLocks/>
            </p:cNvSpPr>
            <p:nvPr/>
          </p:nvSpPr>
          <p:spPr bwMode="auto">
            <a:xfrm>
              <a:off x="2849" y="429"/>
              <a:ext cx="679" cy="926"/>
            </a:xfrm>
            <a:custGeom>
              <a:avLst/>
              <a:gdLst>
                <a:gd name="T0" fmla="*/ 34 w 1357"/>
                <a:gd name="T1" fmla="*/ 1 h 1852"/>
                <a:gd name="T2" fmla="*/ 24 w 1357"/>
                <a:gd name="T3" fmla="*/ 4 h 1852"/>
                <a:gd name="T4" fmla="*/ 13 w 1357"/>
                <a:gd name="T5" fmla="*/ 10 h 1852"/>
                <a:gd name="T6" fmla="*/ 6 w 1357"/>
                <a:gd name="T7" fmla="*/ 14 h 1852"/>
                <a:gd name="T8" fmla="*/ 3 w 1357"/>
                <a:gd name="T9" fmla="*/ 19 h 1852"/>
                <a:gd name="T10" fmla="*/ 1 w 1357"/>
                <a:gd name="T11" fmla="*/ 23 h 1852"/>
                <a:gd name="T12" fmla="*/ 1 w 1357"/>
                <a:gd name="T13" fmla="*/ 27 h 1852"/>
                <a:gd name="T14" fmla="*/ 3 w 1357"/>
                <a:gd name="T15" fmla="*/ 30 h 1852"/>
                <a:gd name="T16" fmla="*/ 8 w 1357"/>
                <a:gd name="T17" fmla="*/ 36 h 1852"/>
                <a:gd name="T18" fmla="*/ 14 w 1357"/>
                <a:gd name="T19" fmla="*/ 41 h 1852"/>
                <a:gd name="T20" fmla="*/ 23 w 1357"/>
                <a:gd name="T21" fmla="*/ 47 h 1852"/>
                <a:gd name="T22" fmla="*/ 36 w 1357"/>
                <a:gd name="T23" fmla="*/ 55 h 1852"/>
                <a:gd name="T24" fmla="*/ 57 w 1357"/>
                <a:gd name="T25" fmla="*/ 68 h 1852"/>
                <a:gd name="T26" fmla="*/ 67 w 1357"/>
                <a:gd name="T27" fmla="*/ 74 h 1852"/>
                <a:gd name="T28" fmla="*/ 75 w 1357"/>
                <a:gd name="T29" fmla="*/ 80 h 1852"/>
                <a:gd name="T30" fmla="*/ 81 w 1357"/>
                <a:gd name="T31" fmla="*/ 85 h 1852"/>
                <a:gd name="T32" fmla="*/ 84 w 1357"/>
                <a:gd name="T33" fmla="*/ 89 h 1852"/>
                <a:gd name="T34" fmla="*/ 85 w 1357"/>
                <a:gd name="T35" fmla="*/ 93 h 1852"/>
                <a:gd name="T36" fmla="*/ 84 w 1357"/>
                <a:gd name="T37" fmla="*/ 97 h 1852"/>
                <a:gd name="T38" fmla="*/ 82 w 1357"/>
                <a:gd name="T39" fmla="*/ 101 h 1852"/>
                <a:gd name="T40" fmla="*/ 78 w 1357"/>
                <a:gd name="T41" fmla="*/ 104 h 1852"/>
                <a:gd name="T42" fmla="*/ 68 w 1357"/>
                <a:gd name="T43" fmla="*/ 110 h 1852"/>
                <a:gd name="T44" fmla="*/ 57 w 1357"/>
                <a:gd name="T45" fmla="*/ 114 h 1852"/>
                <a:gd name="T46" fmla="*/ 47 w 1357"/>
                <a:gd name="T47" fmla="*/ 116 h 1852"/>
                <a:gd name="T48" fmla="*/ 41 w 1357"/>
                <a:gd name="T49" fmla="*/ 116 h 1852"/>
                <a:gd name="T50" fmla="*/ 31 w 1357"/>
                <a:gd name="T51" fmla="*/ 114 h 1852"/>
                <a:gd name="T52" fmla="*/ 19 w 1357"/>
                <a:gd name="T53" fmla="*/ 110 h 1852"/>
                <a:gd name="T54" fmla="*/ 8 w 1357"/>
                <a:gd name="T55" fmla="*/ 104 h 1852"/>
                <a:gd name="T56" fmla="*/ 4 w 1357"/>
                <a:gd name="T57" fmla="*/ 100 h 1852"/>
                <a:gd name="T58" fmla="*/ 1 w 1357"/>
                <a:gd name="T59" fmla="*/ 97 h 1852"/>
                <a:gd name="T60" fmla="*/ 0 w 1357"/>
                <a:gd name="T61" fmla="*/ 93 h 1852"/>
                <a:gd name="T62" fmla="*/ 1 w 1357"/>
                <a:gd name="T63" fmla="*/ 89 h 1852"/>
                <a:gd name="T64" fmla="*/ 5 w 1357"/>
                <a:gd name="T65" fmla="*/ 84 h 1852"/>
                <a:gd name="T66" fmla="*/ 11 w 1357"/>
                <a:gd name="T67" fmla="*/ 79 h 1852"/>
                <a:gd name="T68" fmla="*/ 19 w 1357"/>
                <a:gd name="T69" fmla="*/ 73 h 1852"/>
                <a:gd name="T70" fmla="*/ 29 w 1357"/>
                <a:gd name="T71" fmla="*/ 67 h 1852"/>
                <a:gd name="T72" fmla="*/ 50 w 1357"/>
                <a:gd name="T73" fmla="*/ 54 h 1852"/>
                <a:gd name="T74" fmla="*/ 64 w 1357"/>
                <a:gd name="T75" fmla="*/ 46 h 1852"/>
                <a:gd name="T76" fmla="*/ 72 w 1357"/>
                <a:gd name="T77" fmla="*/ 40 h 1852"/>
                <a:gd name="T78" fmla="*/ 79 w 1357"/>
                <a:gd name="T79" fmla="*/ 34 h 1852"/>
                <a:gd name="T80" fmla="*/ 84 w 1357"/>
                <a:gd name="T81" fmla="*/ 29 h 1852"/>
                <a:gd name="T82" fmla="*/ 85 w 1357"/>
                <a:gd name="T83" fmla="*/ 25 h 1852"/>
                <a:gd name="T84" fmla="*/ 84 w 1357"/>
                <a:gd name="T85" fmla="*/ 21 h 1852"/>
                <a:gd name="T86" fmla="*/ 82 w 1357"/>
                <a:gd name="T87" fmla="*/ 18 h 1852"/>
                <a:gd name="T88" fmla="*/ 78 w 1357"/>
                <a:gd name="T89" fmla="*/ 14 h 1852"/>
                <a:gd name="T90" fmla="*/ 70 w 1357"/>
                <a:gd name="T91" fmla="*/ 8 h 1852"/>
                <a:gd name="T92" fmla="*/ 58 w 1357"/>
                <a:gd name="T93" fmla="*/ 4 h 1852"/>
                <a:gd name="T94" fmla="*/ 46 w 1357"/>
                <a:gd name="T95" fmla="*/ 1 h 1852"/>
                <a:gd name="T96" fmla="*/ 40 w 1357"/>
                <a:gd name="T97" fmla="*/ 0 h 185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57"/>
                <a:gd name="T148" fmla="*/ 0 h 1852"/>
                <a:gd name="T149" fmla="*/ 1357 w 1357"/>
                <a:gd name="T150" fmla="*/ 1852 h 185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57" h="1852">
                  <a:moveTo>
                    <a:pt x="632" y="0"/>
                  </a:moveTo>
                  <a:lnTo>
                    <a:pt x="588" y="4"/>
                  </a:lnTo>
                  <a:lnTo>
                    <a:pt x="538" y="12"/>
                  </a:lnTo>
                  <a:lnTo>
                    <a:pt x="484" y="25"/>
                  </a:lnTo>
                  <a:lnTo>
                    <a:pt x="429" y="41"/>
                  </a:lnTo>
                  <a:lnTo>
                    <a:pt x="370" y="63"/>
                  </a:lnTo>
                  <a:lnTo>
                    <a:pt x="312" y="87"/>
                  </a:lnTo>
                  <a:lnTo>
                    <a:pt x="257" y="115"/>
                  </a:lnTo>
                  <a:lnTo>
                    <a:pt x="201" y="147"/>
                  </a:lnTo>
                  <a:lnTo>
                    <a:pt x="151" y="180"/>
                  </a:lnTo>
                  <a:lnTo>
                    <a:pt x="107" y="217"/>
                  </a:lnTo>
                  <a:lnTo>
                    <a:pt x="89" y="235"/>
                  </a:lnTo>
                  <a:lnTo>
                    <a:pt x="70" y="254"/>
                  </a:lnTo>
                  <a:lnTo>
                    <a:pt x="53" y="274"/>
                  </a:lnTo>
                  <a:lnTo>
                    <a:pt x="40" y="295"/>
                  </a:lnTo>
                  <a:lnTo>
                    <a:pt x="28" y="315"/>
                  </a:lnTo>
                  <a:lnTo>
                    <a:pt x="18" y="335"/>
                  </a:lnTo>
                  <a:lnTo>
                    <a:pt x="13" y="357"/>
                  </a:lnTo>
                  <a:lnTo>
                    <a:pt x="9" y="380"/>
                  </a:lnTo>
                  <a:lnTo>
                    <a:pt x="9" y="400"/>
                  </a:lnTo>
                  <a:lnTo>
                    <a:pt x="11" y="422"/>
                  </a:lnTo>
                  <a:lnTo>
                    <a:pt x="16" y="444"/>
                  </a:lnTo>
                  <a:lnTo>
                    <a:pt x="26" y="467"/>
                  </a:lnTo>
                  <a:lnTo>
                    <a:pt x="40" y="489"/>
                  </a:lnTo>
                  <a:lnTo>
                    <a:pt x="59" y="515"/>
                  </a:lnTo>
                  <a:lnTo>
                    <a:pt x="83" y="539"/>
                  </a:lnTo>
                  <a:lnTo>
                    <a:pt x="113" y="566"/>
                  </a:lnTo>
                  <a:lnTo>
                    <a:pt x="144" y="594"/>
                  </a:lnTo>
                  <a:lnTo>
                    <a:pt x="181" y="622"/>
                  </a:lnTo>
                  <a:lnTo>
                    <a:pt x="222" y="653"/>
                  </a:lnTo>
                  <a:lnTo>
                    <a:pt x="266" y="683"/>
                  </a:lnTo>
                  <a:lnTo>
                    <a:pt x="312" y="714"/>
                  </a:lnTo>
                  <a:lnTo>
                    <a:pt x="360" y="746"/>
                  </a:lnTo>
                  <a:lnTo>
                    <a:pt x="412" y="779"/>
                  </a:lnTo>
                  <a:lnTo>
                    <a:pt x="466" y="812"/>
                  </a:lnTo>
                  <a:lnTo>
                    <a:pt x="575" y="879"/>
                  </a:lnTo>
                  <a:lnTo>
                    <a:pt x="688" y="946"/>
                  </a:lnTo>
                  <a:lnTo>
                    <a:pt x="799" y="1014"/>
                  </a:lnTo>
                  <a:lnTo>
                    <a:pt x="908" y="1081"/>
                  </a:lnTo>
                  <a:lnTo>
                    <a:pt x="962" y="1112"/>
                  </a:lnTo>
                  <a:lnTo>
                    <a:pt x="1012" y="1145"/>
                  </a:lnTo>
                  <a:lnTo>
                    <a:pt x="1061" y="1177"/>
                  </a:lnTo>
                  <a:lnTo>
                    <a:pt x="1106" y="1208"/>
                  </a:lnTo>
                  <a:lnTo>
                    <a:pt x="1150" y="1238"/>
                  </a:lnTo>
                  <a:lnTo>
                    <a:pt x="1191" y="1267"/>
                  </a:lnTo>
                  <a:lnTo>
                    <a:pt x="1226" y="1295"/>
                  </a:lnTo>
                  <a:lnTo>
                    <a:pt x="1259" y="1323"/>
                  </a:lnTo>
                  <a:lnTo>
                    <a:pt x="1287" y="1349"/>
                  </a:lnTo>
                  <a:lnTo>
                    <a:pt x="1311" y="1375"/>
                  </a:lnTo>
                  <a:lnTo>
                    <a:pt x="1330" y="1399"/>
                  </a:lnTo>
                  <a:lnTo>
                    <a:pt x="1343" y="1421"/>
                  </a:lnTo>
                  <a:lnTo>
                    <a:pt x="1352" y="1443"/>
                  </a:lnTo>
                  <a:lnTo>
                    <a:pt x="1356" y="1463"/>
                  </a:lnTo>
                  <a:lnTo>
                    <a:pt x="1357" y="1486"/>
                  </a:lnTo>
                  <a:lnTo>
                    <a:pt x="1356" y="1506"/>
                  </a:lnTo>
                  <a:lnTo>
                    <a:pt x="1352" y="1526"/>
                  </a:lnTo>
                  <a:lnTo>
                    <a:pt x="1343" y="1547"/>
                  </a:lnTo>
                  <a:lnTo>
                    <a:pt x="1333" y="1567"/>
                  </a:lnTo>
                  <a:lnTo>
                    <a:pt x="1320" y="1585"/>
                  </a:lnTo>
                  <a:lnTo>
                    <a:pt x="1304" y="1606"/>
                  </a:lnTo>
                  <a:lnTo>
                    <a:pt x="1287" y="1624"/>
                  </a:lnTo>
                  <a:lnTo>
                    <a:pt x="1267" y="1641"/>
                  </a:lnTo>
                  <a:lnTo>
                    <a:pt x="1246" y="1659"/>
                  </a:lnTo>
                  <a:lnTo>
                    <a:pt x="1198" y="1693"/>
                  </a:lnTo>
                  <a:lnTo>
                    <a:pt x="1145" y="1724"/>
                  </a:lnTo>
                  <a:lnTo>
                    <a:pt x="1087" y="1752"/>
                  </a:lnTo>
                  <a:lnTo>
                    <a:pt x="1028" y="1778"/>
                  </a:lnTo>
                  <a:lnTo>
                    <a:pt x="967" y="1800"/>
                  </a:lnTo>
                  <a:lnTo>
                    <a:pt x="908" y="1819"/>
                  </a:lnTo>
                  <a:lnTo>
                    <a:pt x="849" y="1833"/>
                  </a:lnTo>
                  <a:lnTo>
                    <a:pt x="793" y="1843"/>
                  </a:lnTo>
                  <a:lnTo>
                    <a:pt x="741" y="1850"/>
                  </a:lnTo>
                  <a:lnTo>
                    <a:pt x="697" y="1852"/>
                  </a:lnTo>
                  <a:lnTo>
                    <a:pt x="675" y="1852"/>
                  </a:lnTo>
                  <a:lnTo>
                    <a:pt x="651" y="1850"/>
                  </a:lnTo>
                  <a:lnTo>
                    <a:pt x="599" y="1843"/>
                  </a:lnTo>
                  <a:lnTo>
                    <a:pt x="542" y="1831"/>
                  </a:lnTo>
                  <a:lnTo>
                    <a:pt x="481" y="1815"/>
                  </a:lnTo>
                  <a:lnTo>
                    <a:pt x="418" y="1796"/>
                  </a:lnTo>
                  <a:lnTo>
                    <a:pt x="355" y="1774"/>
                  </a:lnTo>
                  <a:lnTo>
                    <a:pt x="292" y="1748"/>
                  </a:lnTo>
                  <a:lnTo>
                    <a:pt x="231" y="1720"/>
                  </a:lnTo>
                  <a:lnTo>
                    <a:pt x="175" y="1689"/>
                  </a:lnTo>
                  <a:lnTo>
                    <a:pt x="124" y="1656"/>
                  </a:lnTo>
                  <a:lnTo>
                    <a:pt x="100" y="1637"/>
                  </a:lnTo>
                  <a:lnTo>
                    <a:pt x="79" y="1619"/>
                  </a:lnTo>
                  <a:lnTo>
                    <a:pt x="61" y="1600"/>
                  </a:lnTo>
                  <a:lnTo>
                    <a:pt x="44" y="1582"/>
                  </a:lnTo>
                  <a:lnTo>
                    <a:pt x="29" y="1561"/>
                  </a:lnTo>
                  <a:lnTo>
                    <a:pt x="16" y="1541"/>
                  </a:lnTo>
                  <a:lnTo>
                    <a:pt x="9" y="1521"/>
                  </a:lnTo>
                  <a:lnTo>
                    <a:pt x="2" y="1500"/>
                  </a:lnTo>
                  <a:lnTo>
                    <a:pt x="0" y="1478"/>
                  </a:lnTo>
                  <a:lnTo>
                    <a:pt x="0" y="1458"/>
                  </a:lnTo>
                  <a:lnTo>
                    <a:pt x="5" y="1436"/>
                  </a:lnTo>
                  <a:lnTo>
                    <a:pt x="13" y="1413"/>
                  </a:lnTo>
                  <a:lnTo>
                    <a:pt x="26" y="1391"/>
                  </a:lnTo>
                  <a:lnTo>
                    <a:pt x="44" y="1367"/>
                  </a:lnTo>
                  <a:lnTo>
                    <a:pt x="68" y="1341"/>
                  </a:lnTo>
                  <a:lnTo>
                    <a:pt x="96" y="1314"/>
                  </a:lnTo>
                  <a:lnTo>
                    <a:pt x="129" y="1286"/>
                  </a:lnTo>
                  <a:lnTo>
                    <a:pt x="166" y="1256"/>
                  </a:lnTo>
                  <a:lnTo>
                    <a:pt x="207" y="1227"/>
                  </a:lnTo>
                  <a:lnTo>
                    <a:pt x="251" y="1195"/>
                  </a:lnTo>
                  <a:lnTo>
                    <a:pt x="298" y="1164"/>
                  </a:lnTo>
                  <a:lnTo>
                    <a:pt x="348" y="1132"/>
                  </a:lnTo>
                  <a:lnTo>
                    <a:pt x="399" y="1099"/>
                  </a:lnTo>
                  <a:lnTo>
                    <a:pt x="453" y="1066"/>
                  </a:lnTo>
                  <a:lnTo>
                    <a:pt x="564" y="997"/>
                  </a:lnTo>
                  <a:lnTo>
                    <a:pt x="679" y="929"/>
                  </a:lnTo>
                  <a:lnTo>
                    <a:pt x="793" y="860"/>
                  </a:lnTo>
                  <a:lnTo>
                    <a:pt x="904" y="792"/>
                  </a:lnTo>
                  <a:lnTo>
                    <a:pt x="958" y="759"/>
                  </a:lnTo>
                  <a:lnTo>
                    <a:pt x="1010" y="725"/>
                  </a:lnTo>
                  <a:lnTo>
                    <a:pt x="1060" y="694"/>
                  </a:lnTo>
                  <a:lnTo>
                    <a:pt x="1106" y="663"/>
                  </a:lnTo>
                  <a:lnTo>
                    <a:pt x="1150" y="631"/>
                  </a:lnTo>
                  <a:lnTo>
                    <a:pt x="1191" y="602"/>
                  </a:lnTo>
                  <a:lnTo>
                    <a:pt x="1228" y="572"/>
                  </a:lnTo>
                  <a:lnTo>
                    <a:pt x="1259" y="544"/>
                  </a:lnTo>
                  <a:lnTo>
                    <a:pt x="1289" y="516"/>
                  </a:lnTo>
                  <a:lnTo>
                    <a:pt x="1311" y="491"/>
                  </a:lnTo>
                  <a:lnTo>
                    <a:pt x="1330" y="467"/>
                  </a:lnTo>
                  <a:lnTo>
                    <a:pt x="1343" y="444"/>
                  </a:lnTo>
                  <a:lnTo>
                    <a:pt x="1350" y="422"/>
                  </a:lnTo>
                  <a:lnTo>
                    <a:pt x="1354" y="400"/>
                  </a:lnTo>
                  <a:lnTo>
                    <a:pt x="1354" y="380"/>
                  </a:lnTo>
                  <a:lnTo>
                    <a:pt x="1352" y="357"/>
                  </a:lnTo>
                  <a:lnTo>
                    <a:pt x="1344" y="335"/>
                  </a:lnTo>
                  <a:lnTo>
                    <a:pt x="1335" y="315"/>
                  </a:lnTo>
                  <a:lnTo>
                    <a:pt x="1322" y="295"/>
                  </a:lnTo>
                  <a:lnTo>
                    <a:pt x="1307" y="274"/>
                  </a:lnTo>
                  <a:lnTo>
                    <a:pt x="1289" y="254"/>
                  </a:lnTo>
                  <a:lnTo>
                    <a:pt x="1269" y="234"/>
                  </a:lnTo>
                  <a:lnTo>
                    <a:pt x="1246" y="215"/>
                  </a:lnTo>
                  <a:lnTo>
                    <a:pt x="1222" y="197"/>
                  </a:lnTo>
                  <a:lnTo>
                    <a:pt x="1169" y="161"/>
                  </a:lnTo>
                  <a:lnTo>
                    <a:pt x="1110" y="128"/>
                  </a:lnTo>
                  <a:lnTo>
                    <a:pt x="1047" y="99"/>
                  </a:lnTo>
                  <a:lnTo>
                    <a:pt x="982" y="73"/>
                  </a:lnTo>
                  <a:lnTo>
                    <a:pt x="917" y="50"/>
                  </a:lnTo>
                  <a:lnTo>
                    <a:pt x="852" y="30"/>
                  </a:lnTo>
                  <a:lnTo>
                    <a:pt x="790" y="15"/>
                  </a:lnTo>
                  <a:lnTo>
                    <a:pt x="730" y="6"/>
                  </a:lnTo>
                  <a:lnTo>
                    <a:pt x="679" y="0"/>
                  </a:lnTo>
                  <a:lnTo>
                    <a:pt x="655" y="0"/>
                  </a:lnTo>
                  <a:lnTo>
                    <a:pt x="632" y="0"/>
                  </a:lnTo>
                  <a:close/>
                </a:path>
              </a:pathLst>
            </a:custGeom>
            <a:noFill/>
            <a:ln w="17463">
              <a:solidFill>
                <a:srgbClr val="3333CC"/>
              </a:solidFill>
              <a:round/>
              <a:headEnd/>
              <a:tailEnd/>
            </a:ln>
          </p:spPr>
          <p:txBody>
            <a:bodyPr/>
            <a:lstStyle/>
            <a:p>
              <a:endParaRPr lang="zh-CN" altLang="en-US"/>
            </a:p>
          </p:txBody>
        </p:sp>
        <p:sp>
          <p:nvSpPr>
            <p:cNvPr id="42006" name="Freeform 432"/>
            <p:cNvSpPr>
              <a:spLocks/>
            </p:cNvSpPr>
            <p:nvPr/>
          </p:nvSpPr>
          <p:spPr bwMode="auto">
            <a:xfrm>
              <a:off x="3787" y="454"/>
              <a:ext cx="666" cy="895"/>
            </a:xfrm>
            <a:custGeom>
              <a:avLst/>
              <a:gdLst>
                <a:gd name="T0" fmla="*/ 1 w 1332"/>
                <a:gd name="T1" fmla="*/ 0 h 1791"/>
                <a:gd name="T2" fmla="*/ 3 w 1332"/>
                <a:gd name="T3" fmla="*/ 0 h 1791"/>
                <a:gd name="T4" fmla="*/ 10 w 1332"/>
                <a:gd name="T5" fmla="*/ 0 h 1791"/>
                <a:gd name="T6" fmla="*/ 20 w 1332"/>
                <a:gd name="T7" fmla="*/ 2 h 1791"/>
                <a:gd name="T8" fmla="*/ 30 w 1332"/>
                <a:gd name="T9" fmla="*/ 5 h 1791"/>
                <a:gd name="T10" fmla="*/ 49 w 1332"/>
                <a:gd name="T11" fmla="*/ 11 h 1791"/>
                <a:gd name="T12" fmla="*/ 60 w 1332"/>
                <a:gd name="T13" fmla="*/ 16 h 1791"/>
                <a:gd name="T14" fmla="*/ 71 w 1332"/>
                <a:gd name="T15" fmla="*/ 21 h 1791"/>
                <a:gd name="T16" fmla="*/ 78 w 1332"/>
                <a:gd name="T17" fmla="*/ 26 h 1791"/>
                <a:gd name="T18" fmla="*/ 83 w 1332"/>
                <a:gd name="T19" fmla="*/ 32 h 1791"/>
                <a:gd name="T20" fmla="*/ 83 w 1332"/>
                <a:gd name="T21" fmla="*/ 35 h 1791"/>
                <a:gd name="T22" fmla="*/ 83 w 1332"/>
                <a:gd name="T23" fmla="*/ 39 h 1791"/>
                <a:gd name="T24" fmla="*/ 78 w 1332"/>
                <a:gd name="T25" fmla="*/ 46 h 1791"/>
                <a:gd name="T26" fmla="*/ 71 w 1332"/>
                <a:gd name="T27" fmla="*/ 54 h 1791"/>
                <a:gd name="T28" fmla="*/ 60 w 1332"/>
                <a:gd name="T29" fmla="*/ 62 h 1791"/>
                <a:gd name="T30" fmla="*/ 49 w 1332"/>
                <a:gd name="T31" fmla="*/ 71 h 1791"/>
                <a:gd name="T32" fmla="*/ 30 w 1332"/>
                <a:gd name="T33" fmla="*/ 86 h 1791"/>
                <a:gd name="T34" fmla="*/ 20 w 1332"/>
                <a:gd name="T35" fmla="*/ 94 h 1791"/>
                <a:gd name="T36" fmla="*/ 10 w 1332"/>
                <a:gd name="T37" fmla="*/ 100 h 1791"/>
                <a:gd name="T38" fmla="*/ 3 w 1332"/>
                <a:gd name="T39" fmla="*/ 106 h 1791"/>
                <a:gd name="T40" fmla="*/ 1 w 1332"/>
                <a:gd name="T41" fmla="*/ 110 h 1791"/>
                <a:gd name="T42" fmla="*/ 1 w 1332"/>
                <a:gd name="T43" fmla="*/ 111 h 1791"/>
                <a:gd name="T44" fmla="*/ 3 w 1332"/>
                <a:gd name="T45" fmla="*/ 111 h 1791"/>
                <a:gd name="T46" fmla="*/ 7 w 1332"/>
                <a:gd name="T47" fmla="*/ 111 h 1791"/>
                <a:gd name="T48" fmla="*/ 17 w 1332"/>
                <a:gd name="T49" fmla="*/ 110 h 1791"/>
                <a:gd name="T50" fmla="*/ 26 w 1332"/>
                <a:gd name="T51" fmla="*/ 107 h 1791"/>
                <a:gd name="T52" fmla="*/ 42 w 1332"/>
                <a:gd name="T53" fmla="*/ 102 h 1791"/>
                <a:gd name="T54" fmla="*/ 56 w 1332"/>
                <a:gd name="T55" fmla="*/ 96 h 1791"/>
                <a:gd name="T56" fmla="*/ 68 w 1332"/>
                <a:gd name="T57" fmla="*/ 91 h 1791"/>
                <a:gd name="T58" fmla="*/ 76 w 1332"/>
                <a:gd name="T59" fmla="*/ 86 h 1791"/>
                <a:gd name="T60" fmla="*/ 82 w 1332"/>
                <a:gd name="T61" fmla="*/ 81 h 1791"/>
                <a:gd name="T62" fmla="*/ 83 w 1332"/>
                <a:gd name="T63" fmla="*/ 77 h 1791"/>
                <a:gd name="T64" fmla="*/ 83 w 1332"/>
                <a:gd name="T65" fmla="*/ 74 h 1791"/>
                <a:gd name="T66" fmla="*/ 80 w 1332"/>
                <a:gd name="T67" fmla="*/ 68 h 1791"/>
                <a:gd name="T68" fmla="*/ 74 w 1332"/>
                <a:gd name="T69" fmla="*/ 60 h 1791"/>
                <a:gd name="T70" fmla="*/ 63 w 1332"/>
                <a:gd name="T71" fmla="*/ 52 h 1791"/>
                <a:gd name="T72" fmla="*/ 53 w 1332"/>
                <a:gd name="T73" fmla="*/ 43 h 1791"/>
                <a:gd name="T74" fmla="*/ 34 w 1332"/>
                <a:gd name="T75" fmla="*/ 28 h 1791"/>
                <a:gd name="T76" fmla="*/ 22 w 1332"/>
                <a:gd name="T77" fmla="*/ 20 h 1791"/>
                <a:gd name="T78" fmla="*/ 13 w 1332"/>
                <a:gd name="T79" fmla="*/ 13 h 1791"/>
                <a:gd name="T80" fmla="*/ 5 w 1332"/>
                <a:gd name="T81" fmla="*/ 7 h 1791"/>
                <a:gd name="T82" fmla="*/ 1 w 1332"/>
                <a:gd name="T83" fmla="*/ 2 h 1791"/>
                <a:gd name="T84" fmla="*/ 0 w 1332"/>
                <a:gd name="T85" fmla="*/ 1 h 179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32"/>
                <a:gd name="T130" fmla="*/ 0 h 1791"/>
                <a:gd name="T131" fmla="*/ 1332 w 1332"/>
                <a:gd name="T132" fmla="*/ 1791 h 179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32" h="1791">
                  <a:moveTo>
                    <a:pt x="0" y="19"/>
                  </a:moveTo>
                  <a:lnTo>
                    <a:pt x="2" y="13"/>
                  </a:lnTo>
                  <a:lnTo>
                    <a:pt x="4" y="10"/>
                  </a:lnTo>
                  <a:lnTo>
                    <a:pt x="15" y="4"/>
                  </a:lnTo>
                  <a:lnTo>
                    <a:pt x="34" y="0"/>
                  </a:lnTo>
                  <a:lnTo>
                    <a:pt x="58" y="0"/>
                  </a:lnTo>
                  <a:lnTo>
                    <a:pt x="87" y="2"/>
                  </a:lnTo>
                  <a:lnTo>
                    <a:pt x="122" y="6"/>
                  </a:lnTo>
                  <a:lnTo>
                    <a:pt x="163" y="12"/>
                  </a:lnTo>
                  <a:lnTo>
                    <a:pt x="209" y="19"/>
                  </a:lnTo>
                  <a:lnTo>
                    <a:pt x="257" y="28"/>
                  </a:lnTo>
                  <a:lnTo>
                    <a:pt x="309" y="41"/>
                  </a:lnTo>
                  <a:lnTo>
                    <a:pt x="365" y="54"/>
                  </a:lnTo>
                  <a:lnTo>
                    <a:pt x="422" y="69"/>
                  </a:lnTo>
                  <a:lnTo>
                    <a:pt x="481" y="87"/>
                  </a:lnTo>
                  <a:lnTo>
                    <a:pt x="542" y="106"/>
                  </a:lnTo>
                  <a:lnTo>
                    <a:pt x="666" y="147"/>
                  </a:lnTo>
                  <a:lnTo>
                    <a:pt x="790" y="191"/>
                  </a:lnTo>
                  <a:lnTo>
                    <a:pt x="851" y="215"/>
                  </a:lnTo>
                  <a:lnTo>
                    <a:pt x="910" y="241"/>
                  </a:lnTo>
                  <a:lnTo>
                    <a:pt x="968" y="267"/>
                  </a:lnTo>
                  <a:lnTo>
                    <a:pt x="1023" y="293"/>
                  </a:lnTo>
                  <a:lnTo>
                    <a:pt x="1075" y="320"/>
                  </a:lnTo>
                  <a:lnTo>
                    <a:pt x="1125" y="346"/>
                  </a:lnTo>
                  <a:lnTo>
                    <a:pt x="1169" y="376"/>
                  </a:lnTo>
                  <a:lnTo>
                    <a:pt x="1210" y="404"/>
                  </a:lnTo>
                  <a:lnTo>
                    <a:pt x="1245" y="431"/>
                  </a:lnTo>
                  <a:lnTo>
                    <a:pt x="1275" y="459"/>
                  </a:lnTo>
                  <a:lnTo>
                    <a:pt x="1299" y="489"/>
                  </a:lnTo>
                  <a:lnTo>
                    <a:pt x="1317" y="516"/>
                  </a:lnTo>
                  <a:lnTo>
                    <a:pt x="1328" y="544"/>
                  </a:lnTo>
                  <a:lnTo>
                    <a:pt x="1332" y="559"/>
                  </a:lnTo>
                  <a:lnTo>
                    <a:pt x="1332" y="572"/>
                  </a:lnTo>
                  <a:lnTo>
                    <a:pt x="1332" y="587"/>
                  </a:lnTo>
                  <a:lnTo>
                    <a:pt x="1328" y="602"/>
                  </a:lnTo>
                  <a:lnTo>
                    <a:pt x="1317" y="633"/>
                  </a:lnTo>
                  <a:lnTo>
                    <a:pt x="1299" y="666"/>
                  </a:lnTo>
                  <a:lnTo>
                    <a:pt x="1275" y="703"/>
                  </a:lnTo>
                  <a:lnTo>
                    <a:pt x="1245" y="742"/>
                  </a:lnTo>
                  <a:lnTo>
                    <a:pt x="1210" y="783"/>
                  </a:lnTo>
                  <a:lnTo>
                    <a:pt x="1169" y="823"/>
                  </a:lnTo>
                  <a:lnTo>
                    <a:pt x="1125" y="868"/>
                  </a:lnTo>
                  <a:lnTo>
                    <a:pt x="1075" y="912"/>
                  </a:lnTo>
                  <a:lnTo>
                    <a:pt x="1023" y="958"/>
                  </a:lnTo>
                  <a:lnTo>
                    <a:pt x="968" y="1005"/>
                  </a:lnTo>
                  <a:lnTo>
                    <a:pt x="910" y="1053"/>
                  </a:lnTo>
                  <a:lnTo>
                    <a:pt x="851" y="1099"/>
                  </a:lnTo>
                  <a:lnTo>
                    <a:pt x="790" y="1147"/>
                  </a:lnTo>
                  <a:lnTo>
                    <a:pt x="666" y="1241"/>
                  </a:lnTo>
                  <a:lnTo>
                    <a:pt x="542" y="1334"/>
                  </a:lnTo>
                  <a:lnTo>
                    <a:pt x="481" y="1378"/>
                  </a:lnTo>
                  <a:lnTo>
                    <a:pt x="422" y="1423"/>
                  </a:lnTo>
                  <a:lnTo>
                    <a:pt x="365" y="1465"/>
                  </a:lnTo>
                  <a:lnTo>
                    <a:pt x="309" y="1506"/>
                  </a:lnTo>
                  <a:lnTo>
                    <a:pt x="257" y="1545"/>
                  </a:lnTo>
                  <a:lnTo>
                    <a:pt x="209" y="1580"/>
                  </a:lnTo>
                  <a:lnTo>
                    <a:pt x="163" y="1615"/>
                  </a:lnTo>
                  <a:lnTo>
                    <a:pt x="122" y="1646"/>
                  </a:lnTo>
                  <a:lnTo>
                    <a:pt x="87" y="1676"/>
                  </a:lnTo>
                  <a:lnTo>
                    <a:pt x="58" y="1702"/>
                  </a:lnTo>
                  <a:lnTo>
                    <a:pt x="34" y="1724"/>
                  </a:lnTo>
                  <a:lnTo>
                    <a:pt x="15" y="1744"/>
                  </a:lnTo>
                  <a:lnTo>
                    <a:pt x="4" y="1761"/>
                  </a:lnTo>
                  <a:lnTo>
                    <a:pt x="2" y="1767"/>
                  </a:lnTo>
                  <a:lnTo>
                    <a:pt x="0" y="1772"/>
                  </a:lnTo>
                  <a:lnTo>
                    <a:pt x="2" y="1778"/>
                  </a:lnTo>
                  <a:lnTo>
                    <a:pt x="4" y="1781"/>
                  </a:lnTo>
                  <a:lnTo>
                    <a:pt x="15" y="1787"/>
                  </a:lnTo>
                  <a:lnTo>
                    <a:pt x="34" y="1791"/>
                  </a:lnTo>
                  <a:lnTo>
                    <a:pt x="58" y="1791"/>
                  </a:lnTo>
                  <a:lnTo>
                    <a:pt x="87" y="1789"/>
                  </a:lnTo>
                  <a:lnTo>
                    <a:pt x="122" y="1785"/>
                  </a:lnTo>
                  <a:lnTo>
                    <a:pt x="163" y="1780"/>
                  </a:lnTo>
                  <a:lnTo>
                    <a:pt x="209" y="1772"/>
                  </a:lnTo>
                  <a:lnTo>
                    <a:pt x="257" y="1761"/>
                  </a:lnTo>
                  <a:lnTo>
                    <a:pt x="309" y="1750"/>
                  </a:lnTo>
                  <a:lnTo>
                    <a:pt x="365" y="1737"/>
                  </a:lnTo>
                  <a:lnTo>
                    <a:pt x="422" y="1720"/>
                  </a:lnTo>
                  <a:lnTo>
                    <a:pt x="481" y="1704"/>
                  </a:lnTo>
                  <a:lnTo>
                    <a:pt x="542" y="1685"/>
                  </a:lnTo>
                  <a:lnTo>
                    <a:pt x="666" y="1645"/>
                  </a:lnTo>
                  <a:lnTo>
                    <a:pt x="790" y="1600"/>
                  </a:lnTo>
                  <a:lnTo>
                    <a:pt x="851" y="1574"/>
                  </a:lnTo>
                  <a:lnTo>
                    <a:pt x="910" y="1550"/>
                  </a:lnTo>
                  <a:lnTo>
                    <a:pt x="968" y="1524"/>
                  </a:lnTo>
                  <a:lnTo>
                    <a:pt x="1023" y="1498"/>
                  </a:lnTo>
                  <a:lnTo>
                    <a:pt x="1075" y="1471"/>
                  </a:lnTo>
                  <a:lnTo>
                    <a:pt x="1125" y="1443"/>
                  </a:lnTo>
                  <a:lnTo>
                    <a:pt x="1169" y="1415"/>
                  </a:lnTo>
                  <a:lnTo>
                    <a:pt x="1210" y="1388"/>
                  </a:lnTo>
                  <a:lnTo>
                    <a:pt x="1245" y="1360"/>
                  </a:lnTo>
                  <a:lnTo>
                    <a:pt x="1275" y="1330"/>
                  </a:lnTo>
                  <a:lnTo>
                    <a:pt x="1299" y="1302"/>
                  </a:lnTo>
                  <a:lnTo>
                    <a:pt x="1317" y="1275"/>
                  </a:lnTo>
                  <a:lnTo>
                    <a:pt x="1328" y="1247"/>
                  </a:lnTo>
                  <a:lnTo>
                    <a:pt x="1332" y="1232"/>
                  </a:lnTo>
                  <a:lnTo>
                    <a:pt x="1332" y="1219"/>
                  </a:lnTo>
                  <a:lnTo>
                    <a:pt x="1332" y="1204"/>
                  </a:lnTo>
                  <a:lnTo>
                    <a:pt x="1328" y="1190"/>
                  </a:lnTo>
                  <a:lnTo>
                    <a:pt x="1317" y="1158"/>
                  </a:lnTo>
                  <a:lnTo>
                    <a:pt x="1299" y="1125"/>
                  </a:lnTo>
                  <a:lnTo>
                    <a:pt x="1275" y="1088"/>
                  </a:lnTo>
                  <a:lnTo>
                    <a:pt x="1245" y="1049"/>
                  </a:lnTo>
                  <a:lnTo>
                    <a:pt x="1210" y="1008"/>
                  </a:lnTo>
                  <a:lnTo>
                    <a:pt x="1169" y="968"/>
                  </a:lnTo>
                  <a:lnTo>
                    <a:pt x="1125" y="923"/>
                  </a:lnTo>
                  <a:lnTo>
                    <a:pt x="1075" y="879"/>
                  </a:lnTo>
                  <a:lnTo>
                    <a:pt x="1023" y="833"/>
                  </a:lnTo>
                  <a:lnTo>
                    <a:pt x="968" y="786"/>
                  </a:lnTo>
                  <a:lnTo>
                    <a:pt x="910" y="740"/>
                  </a:lnTo>
                  <a:lnTo>
                    <a:pt x="851" y="692"/>
                  </a:lnTo>
                  <a:lnTo>
                    <a:pt x="790" y="644"/>
                  </a:lnTo>
                  <a:lnTo>
                    <a:pt x="666" y="550"/>
                  </a:lnTo>
                  <a:lnTo>
                    <a:pt x="542" y="457"/>
                  </a:lnTo>
                  <a:lnTo>
                    <a:pt x="481" y="413"/>
                  </a:lnTo>
                  <a:lnTo>
                    <a:pt x="422" y="368"/>
                  </a:lnTo>
                  <a:lnTo>
                    <a:pt x="365" y="326"/>
                  </a:lnTo>
                  <a:lnTo>
                    <a:pt x="309" y="285"/>
                  </a:lnTo>
                  <a:lnTo>
                    <a:pt x="257" y="246"/>
                  </a:lnTo>
                  <a:lnTo>
                    <a:pt x="209" y="211"/>
                  </a:lnTo>
                  <a:lnTo>
                    <a:pt x="163" y="176"/>
                  </a:lnTo>
                  <a:lnTo>
                    <a:pt x="122" y="145"/>
                  </a:lnTo>
                  <a:lnTo>
                    <a:pt x="87" y="115"/>
                  </a:lnTo>
                  <a:lnTo>
                    <a:pt x="58" y="89"/>
                  </a:lnTo>
                  <a:lnTo>
                    <a:pt x="34" y="67"/>
                  </a:lnTo>
                  <a:lnTo>
                    <a:pt x="15" y="47"/>
                  </a:lnTo>
                  <a:lnTo>
                    <a:pt x="4" y="32"/>
                  </a:lnTo>
                  <a:lnTo>
                    <a:pt x="2" y="24"/>
                  </a:lnTo>
                  <a:lnTo>
                    <a:pt x="0" y="19"/>
                  </a:lnTo>
                  <a:close/>
                </a:path>
              </a:pathLst>
            </a:custGeom>
            <a:noFill/>
            <a:ln w="17463">
              <a:solidFill>
                <a:srgbClr val="3333CC"/>
              </a:solidFill>
              <a:round/>
              <a:headEnd/>
              <a:tailEnd/>
            </a:ln>
          </p:spPr>
          <p:txBody>
            <a:bodyPr/>
            <a:lstStyle/>
            <a:p>
              <a:endParaRPr lang="zh-CN" altLang="en-US"/>
            </a:p>
          </p:txBody>
        </p:sp>
        <p:grpSp>
          <p:nvGrpSpPr>
            <p:cNvPr id="42007" name="Group 433"/>
            <p:cNvGrpSpPr>
              <a:grpSpLocks/>
            </p:cNvGrpSpPr>
            <p:nvPr/>
          </p:nvGrpSpPr>
          <p:grpSpPr bwMode="auto">
            <a:xfrm>
              <a:off x="4096" y="513"/>
              <a:ext cx="187" cy="80"/>
              <a:chOff x="3940" y="525"/>
              <a:chExt cx="187" cy="80"/>
            </a:xfrm>
          </p:grpSpPr>
          <p:sp>
            <p:nvSpPr>
              <p:cNvPr id="42033" name="Freeform 434"/>
              <p:cNvSpPr>
                <a:spLocks/>
              </p:cNvSpPr>
              <p:nvPr/>
            </p:nvSpPr>
            <p:spPr bwMode="auto">
              <a:xfrm>
                <a:off x="3940" y="525"/>
                <a:ext cx="123" cy="58"/>
              </a:xfrm>
              <a:custGeom>
                <a:avLst/>
                <a:gdLst>
                  <a:gd name="T0" fmla="*/ 1 w 246"/>
                  <a:gd name="T1" fmla="*/ 0 h 114"/>
                  <a:gd name="T2" fmla="*/ 0 w 246"/>
                  <a:gd name="T3" fmla="*/ 2 h 114"/>
                  <a:gd name="T4" fmla="*/ 15 w 246"/>
                  <a:gd name="T5" fmla="*/ 8 h 114"/>
                  <a:gd name="T6" fmla="*/ 15 w 246"/>
                  <a:gd name="T7" fmla="*/ 6 h 114"/>
                  <a:gd name="T8" fmla="*/ 1 w 246"/>
                  <a:gd name="T9" fmla="*/ 0 h 114"/>
                  <a:gd name="T10" fmla="*/ 0 60000 65536"/>
                  <a:gd name="T11" fmla="*/ 0 60000 65536"/>
                  <a:gd name="T12" fmla="*/ 0 60000 65536"/>
                  <a:gd name="T13" fmla="*/ 0 60000 65536"/>
                  <a:gd name="T14" fmla="*/ 0 60000 65536"/>
                  <a:gd name="T15" fmla="*/ 0 w 246"/>
                  <a:gd name="T16" fmla="*/ 0 h 114"/>
                  <a:gd name="T17" fmla="*/ 246 w 246"/>
                  <a:gd name="T18" fmla="*/ 114 h 114"/>
                </a:gdLst>
                <a:ahLst/>
                <a:cxnLst>
                  <a:cxn ang="T10">
                    <a:pos x="T0" y="T1"/>
                  </a:cxn>
                  <a:cxn ang="T11">
                    <a:pos x="T2" y="T3"/>
                  </a:cxn>
                  <a:cxn ang="T12">
                    <a:pos x="T4" y="T5"/>
                  </a:cxn>
                  <a:cxn ang="T13">
                    <a:pos x="T6" y="T7"/>
                  </a:cxn>
                  <a:cxn ang="T14">
                    <a:pos x="T8" y="T9"/>
                  </a:cxn>
                </a:cxnLst>
                <a:rect l="T15" t="T16" r="T17" b="T18"/>
                <a:pathLst>
                  <a:path w="246" h="114">
                    <a:moveTo>
                      <a:pt x="9" y="0"/>
                    </a:moveTo>
                    <a:lnTo>
                      <a:pt x="0" y="20"/>
                    </a:lnTo>
                    <a:lnTo>
                      <a:pt x="237" y="114"/>
                    </a:lnTo>
                    <a:lnTo>
                      <a:pt x="246" y="94"/>
                    </a:lnTo>
                    <a:lnTo>
                      <a:pt x="9" y="0"/>
                    </a:lnTo>
                    <a:close/>
                  </a:path>
                </a:pathLst>
              </a:custGeom>
              <a:solidFill>
                <a:srgbClr val="FF3300"/>
              </a:solidFill>
              <a:ln w="9525">
                <a:noFill/>
                <a:round/>
                <a:headEnd/>
                <a:tailEnd/>
              </a:ln>
            </p:spPr>
            <p:txBody>
              <a:bodyPr/>
              <a:lstStyle/>
              <a:p>
                <a:endParaRPr lang="zh-CN" altLang="en-US"/>
              </a:p>
            </p:txBody>
          </p:sp>
          <p:sp>
            <p:nvSpPr>
              <p:cNvPr id="42034" name="Freeform 435"/>
              <p:cNvSpPr>
                <a:spLocks/>
              </p:cNvSpPr>
              <p:nvPr/>
            </p:nvSpPr>
            <p:spPr bwMode="auto">
              <a:xfrm>
                <a:off x="4013" y="532"/>
                <a:ext cx="114" cy="73"/>
              </a:xfrm>
              <a:custGeom>
                <a:avLst/>
                <a:gdLst>
                  <a:gd name="T0" fmla="*/ 0 w 228"/>
                  <a:gd name="T1" fmla="*/ 9 h 146"/>
                  <a:gd name="T2" fmla="*/ 14 w 228"/>
                  <a:gd name="T3" fmla="*/ 9 h 146"/>
                  <a:gd name="T4" fmla="*/ 4 w 228"/>
                  <a:gd name="T5" fmla="*/ 0 h 146"/>
                  <a:gd name="T6" fmla="*/ 6 w 228"/>
                  <a:gd name="T7" fmla="*/ 5 h 146"/>
                  <a:gd name="T8" fmla="*/ 0 w 228"/>
                  <a:gd name="T9" fmla="*/ 9 h 146"/>
                  <a:gd name="T10" fmla="*/ 0 60000 65536"/>
                  <a:gd name="T11" fmla="*/ 0 60000 65536"/>
                  <a:gd name="T12" fmla="*/ 0 60000 65536"/>
                  <a:gd name="T13" fmla="*/ 0 60000 65536"/>
                  <a:gd name="T14" fmla="*/ 0 60000 65536"/>
                  <a:gd name="T15" fmla="*/ 0 w 228"/>
                  <a:gd name="T16" fmla="*/ 0 h 146"/>
                  <a:gd name="T17" fmla="*/ 228 w 228"/>
                  <a:gd name="T18" fmla="*/ 146 h 146"/>
                </a:gdLst>
                <a:ahLst/>
                <a:cxnLst>
                  <a:cxn ang="T10">
                    <a:pos x="T0" y="T1"/>
                  </a:cxn>
                  <a:cxn ang="T11">
                    <a:pos x="T2" y="T3"/>
                  </a:cxn>
                  <a:cxn ang="T12">
                    <a:pos x="T4" y="T5"/>
                  </a:cxn>
                  <a:cxn ang="T13">
                    <a:pos x="T6" y="T7"/>
                  </a:cxn>
                  <a:cxn ang="T14">
                    <a:pos x="T8" y="T9"/>
                  </a:cxn>
                </a:cxnLst>
                <a:rect l="T15" t="T16" r="T17" b="T18"/>
                <a:pathLst>
                  <a:path w="228" h="146">
                    <a:moveTo>
                      <a:pt x="0" y="131"/>
                    </a:moveTo>
                    <a:lnTo>
                      <a:pt x="228" y="146"/>
                    </a:lnTo>
                    <a:lnTo>
                      <a:pt x="54" y="0"/>
                    </a:lnTo>
                    <a:lnTo>
                      <a:pt x="91" y="90"/>
                    </a:lnTo>
                    <a:lnTo>
                      <a:pt x="0" y="131"/>
                    </a:lnTo>
                    <a:close/>
                  </a:path>
                </a:pathLst>
              </a:custGeom>
              <a:solidFill>
                <a:srgbClr val="FF3300"/>
              </a:solidFill>
              <a:ln w="9525">
                <a:noFill/>
                <a:round/>
                <a:headEnd/>
                <a:tailEnd/>
              </a:ln>
            </p:spPr>
            <p:txBody>
              <a:bodyPr/>
              <a:lstStyle/>
              <a:p>
                <a:endParaRPr lang="zh-CN" altLang="en-US"/>
              </a:p>
            </p:txBody>
          </p:sp>
        </p:grpSp>
        <p:grpSp>
          <p:nvGrpSpPr>
            <p:cNvPr id="42008" name="Group 436"/>
            <p:cNvGrpSpPr>
              <a:grpSpLocks/>
            </p:cNvGrpSpPr>
            <p:nvPr/>
          </p:nvGrpSpPr>
          <p:grpSpPr bwMode="auto">
            <a:xfrm>
              <a:off x="2145" y="507"/>
              <a:ext cx="187" cy="79"/>
              <a:chOff x="1989" y="519"/>
              <a:chExt cx="187" cy="79"/>
            </a:xfrm>
          </p:grpSpPr>
          <p:sp>
            <p:nvSpPr>
              <p:cNvPr id="42031" name="Freeform 437"/>
              <p:cNvSpPr>
                <a:spLocks/>
              </p:cNvSpPr>
              <p:nvPr/>
            </p:nvSpPr>
            <p:spPr bwMode="auto">
              <a:xfrm>
                <a:off x="2053" y="519"/>
                <a:ext cx="123" cy="57"/>
              </a:xfrm>
              <a:custGeom>
                <a:avLst/>
                <a:gdLst>
                  <a:gd name="T0" fmla="*/ 15 w 246"/>
                  <a:gd name="T1" fmla="*/ 1 h 115"/>
                  <a:gd name="T2" fmla="*/ 15 w 246"/>
                  <a:gd name="T3" fmla="*/ 0 h 115"/>
                  <a:gd name="T4" fmla="*/ 0 w 246"/>
                  <a:gd name="T5" fmla="*/ 5 h 115"/>
                  <a:gd name="T6" fmla="*/ 1 w 246"/>
                  <a:gd name="T7" fmla="*/ 7 h 115"/>
                  <a:gd name="T8" fmla="*/ 15 w 246"/>
                  <a:gd name="T9" fmla="*/ 1 h 115"/>
                  <a:gd name="T10" fmla="*/ 0 60000 65536"/>
                  <a:gd name="T11" fmla="*/ 0 60000 65536"/>
                  <a:gd name="T12" fmla="*/ 0 60000 65536"/>
                  <a:gd name="T13" fmla="*/ 0 60000 65536"/>
                  <a:gd name="T14" fmla="*/ 0 60000 65536"/>
                  <a:gd name="T15" fmla="*/ 0 w 246"/>
                  <a:gd name="T16" fmla="*/ 0 h 115"/>
                  <a:gd name="T17" fmla="*/ 246 w 246"/>
                  <a:gd name="T18" fmla="*/ 115 h 115"/>
                </a:gdLst>
                <a:ahLst/>
                <a:cxnLst>
                  <a:cxn ang="T10">
                    <a:pos x="T0" y="T1"/>
                  </a:cxn>
                  <a:cxn ang="T11">
                    <a:pos x="T2" y="T3"/>
                  </a:cxn>
                  <a:cxn ang="T12">
                    <a:pos x="T4" y="T5"/>
                  </a:cxn>
                  <a:cxn ang="T13">
                    <a:pos x="T6" y="T7"/>
                  </a:cxn>
                  <a:cxn ang="T14">
                    <a:pos x="T8" y="T9"/>
                  </a:cxn>
                </a:cxnLst>
                <a:rect l="T15" t="T16" r="T17" b="T18"/>
                <a:pathLst>
                  <a:path w="246" h="115">
                    <a:moveTo>
                      <a:pt x="246" y="20"/>
                    </a:moveTo>
                    <a:lnTo>
                      <a:pt x="237" y="0"/>
                    </a:lnTo>
                    <a:lnTo>
                      <a:pt x="0" y="94"/>
                    </a:lnTo>
                    <a:lnTo>
                      <a:pt x="9" y="115"/>
                    </a:lnTo>
                    <a:lnTo>
                      <a:pt x="246" y="20"/>
                    </a:lnTo>
                    <a:close/>
                  </a:path>
                </a:pathLst>
              </a:custGeom>
              <a:solidFill>
                <a:srgbClr val="FF3300"/>
              </a:solidFill>
              <a:ln w="9525">
                <a:noFill/>
                <a:round/>
                <a:headEnd/>
                <a:tailEnd/>
              </a:ln>
            </p:spPr>
            <p:txBody>
              <a:bodyPr/>
              <a:lstStyle/>
              <a:p>
                <a:endParaRPr lang="zh-CN" altLang="en-US"/>
              </a:p>
            </p:txBody>
          </p:sp>
          <p:sp>
            <p:nvSpPr>
              <p:cNvPr id="42032" name="Freeform 438"/>
              <p:cNvSpPr>
                <a:spLocks/>
              </p:cNvSpPr>
              <p:nvPr/>
            </p:nvSpPr>
            <p:spPr bwMode="auto">
              <a:xfrm>
                <a:off x="1989" y="524"/>
                <a:ext cx="113" cy="74"/>
              </a:xfrm>
              <a:custGeom>
                <a:avLst/>
                <a:gdLst>
                  <a:gd name="T0" fmla="*/ 10 w 228"/>
                  <a:gd name="T1" fmla="*/ 0 h 148"/>
                  <a:gd name="T2" fmla="*/ 0 w 228"/>
                  <a:gd name="T3" fmla="*/ 9 h 148"/>
                  <a:gd name="T4" fmla="*/ 14 w 228"/>
                  <a:gd name="T5" fmla="*/ 9 h 148"/>
                  <a:gd name="T6" fmla="*/ 8 w 228"/>
                  <a:gd name="T7" fmla="*/ 5 h 148"/>
                  <a:gd name="T8" fmla="*/ 10 w 228"/>
                  <a:gd name="T9" fmla="*/ 0 h 148"/>
                  <a:gd name="T10" fmla="*/ 0 60000 65536"/>
                  <a:gd name="T11" fmla="*/ 0 60000 65536"/>
                  <a:gd name="T12" fmla="*/ 0 60000 65536"/>
                  <a:gd name="T13" fmla="*/ 0 60000 65536"/>
                  <a:gd name="T14" fmla="*/ 0 60000 65536"/>
                  <a:gd name="T15" fmla="*/ 0 w 228"/>
                  <a:gd name="T16" fmla="*/ 0 h 148"/>
                  <a:gd name="T17" fmla="*/ 228 w 228"/>
                  <a:gd name="T18" fmla="*/ 148 h 148"/>
                </a:gdLst>
                <a:ahLst/>
                <a:cxnLst>
                  <a:cxn ang="T10">
                    <a:pos x="T0" y="T1"/>
                  </a:cxn>
                  <a:cxn ang="T11">
                    <a:pos x="T2" y="T3"/>
                  </a:cxn>
                  <a:cxn ang="T12">
                    <a:pos x="T4" y="T5"/>
                  </a:cxn>
                  <a:cxn ang="T13">
                    <a:pos x="T6" y="T7"/>
                  </a:cxn>
                  <a:cxn ang="T14">
                    <a:pos x="T8" y="T9"/>
                  </a:cxn>
                </a:cxnLst>
                <a:rect l="T15" t="T16" r="T17" b="T18"/>
                <a:pathLst>
                  <a:path w="228" h="148">
                    <a:moveTo>
                      <a:pt x="174" y="0"/>
                    </a:moveTo>
                    <a:lnTo>
                      <a:pt x="0" y="148"/>
                    </a:lnTo>
                    <a:lnTo>
                      <a:pt x="228" y="131"/>
                    </a:lnTo>
                    <a:lnTo>
                      <a:pt x="137" y="92"/>
                    </a:lnTo>
                    <a:lnTo>
                      <a:pt x="174" y="0"/>
                    </a:lnTo>
                    <a:close/>
                  </a:path>
                </a:pathLst>
              </a:custGeom>
              <a:solidFill>
                <a:srgbClr val="FF3300"/>
              </a:solidFill>
              <a:ln w="9525">
                <a:noFill/>
                <a:round/>
                <a:headEnd/>
                <a:tailEnd/>
              </a:ln>
            </p:spPr>
            <p:txBody>
              <a:bodyPr/>
              <a:lstStyle/>
              <a:p>
                <a:endParaRPr lang="zh-CN" altLang="en-US"/>
              </a:p>
            </p:txBody>
          </p:sp>
        </p:grpSp>
        <p:sp>
          <p:nvSpPr>
            <p:cNvPr id="42009" name="Freeform 439"/>
            <p:cNvSpPr>
              <a:spLocks/>
            </p:cNvSpPr>
            <p:nvPr/>
          </p:nvSpPr>
          <p:spPr bwMode="auto">
            <a:xfrm>
              <a:off x="4717" y="425"/>
              <a:ext cx="674" cy="942"/>
            </a:xfrm>
            <a:custGeom>
              <a:avLst/>
              <a:gdLst>
                <a:gd name="T0" fmla="*/ 0 w 1347"/>
                <a:gd name="T1" fmla="*/ 1 h 1885"/>
                <a:gd name="T2" fmla="*/ 16 w 1347"/>
                <a:gd name="T3" fmla="*/ 9 h 1885"/>
                <a:gd name="T4" fmla="*/ 31 w 1347"/>
                <a:gd name="T5" fmla="*/ 16 h 1885"/>
                <a:gd name="T6" fmla="*/ 45 w 1347"/>
                <a:gd name="T7" fmla="*/ 24 h 1885"/>
                <a:gd name="T8" fmla="*/ 55 w 1347"/>
                <a:gd name="T9" fmla="*/ 30 h 1885"/>
                <a:gd name="T10" fmla="*/ 58 w 1347"/>
                <a:gd name="T11" fmla="*/ 31 h 1885"/>
                <a:gd name="T12" fmla="*/ 60 w 1347"/>
                <a:gd name="T13" fmla="*/ 34 h 1885"/>
                <a:gd name="T14" fmla="*/ 66 w 1347"/>
                <a:gd name="T15" fmla="*/ 37 h 1885"/>
                <a:gd name="T16" fmla="*/ 70 w 1347"/>
                <a:gd name="T17" fmla="*/ 41 h 1885"/>
                <a:gd name="T18" fmla="*/ 74 w 1347"/>
                <a:gd name="T19" fmla="*/ 45 h 1885"/>
                <a:gd name="T20" fmla="*/ 78 w 1347"/>
                <a:gd name="T21" fmla="*/ 49 h 1885"/>
                <a:gd name="T22" fmla="*/ 81 w 1347"/>
                <a:gd name="T23" fmla="*/ 52 h 1885"/>
                <a:gd name="T24" fmla="*/ 82 w 1347"/>
                <a:gd name="T25" fmla="*/ 56 h 1885"/>
                <a:gd name="T26" fmla="*/ 82 w 1347"/>
                <a:gd name="T27" fmla="*/ 56 h 1885"/>
                <a:gd name="T28" fmla="*/ 83 w 1347"/>
                <a:gd name="T29" fmla="*/ 59 h 1885"/>
                <a:gd name="T30" fmla="*/ 83 w 1347"/>
                <a:gd name="T31" fmla="*/ 63 h 1885"/>
                <a:gd name="T32" fmla="*/ 82 w 1347"/>
                <a:gd name="T33" fmla="*/ 67 h 1885"/>
                <a:gd name="T34" fmla="*/ 82 w 1347"/>
                <a:gd name="T35" fmla="*/ 66 h 1885"/>
                <a:gd name="T36" fmla="*/ 81 w 1347"/>
                <a:gd name="T37" fmla="*/ 70 h 1885"/>
                <a:gd name="T38" fmla="*/ 78 w 1347"/>
                <a:gd name="T39" fmla="*/ 73 h 1885"/>
                <a:gd name="T40" fmla="*/ 74 w 1347"/>
                <a:gd name="T41" fmla="*/ 77 h 1885"/>
                <a:gd name="T42" fmla="*/ 70 w 1347"/>
                <a:gd name="T43" fmla="*/ 80 h 1885"/>
                <a:gd name="T44" fmla="*/ 66 w 1347"/>
                <a:gd name="T45" fmla="*/ 84 h 1885"/>
                <a:gd name="T46" fmla="*/ 63 w 1347"/>
                <a:gd name="T47" fmla="*/ 86 h 1885"/>
                <a:gd name="T48" fmla="*/ 60 w 1347"/>
                <a:gd name="T49" fmla="*/ 87 h 1885"/>
                <a:gd name="T50" fmla="*/ 55 w 1347"/>
                <a:gd name="T51" fmla="*/ 91 h 1885"/>
                <a:gd name="T52" fmla="*/ 45 w 1347"/>
                <a:gd name="T53" fmla="*/ 96 h 1885"/>
                <a:gd name="T54" fmla="*/ 31 w 1347"/>
                <a:gd name="T55" fmla="*/ 102 h 1885"/>
                <a:gd name="T56" fmla="*/ 16 w 1347"/>
                <a:gd name="T57" fmla="*/ 109 h 1885"/>
                <a:gd name="T58" fmla="*/ 0 w 1347"/>
                <a:gd name="T59" fmla="*/ 116 h 1885"/>
                <a:gd name="T60" fmla="*/ 9 w 1347"/>
                <a:gd name="T61" fmla="*/ 114 h 1885"/>
                <a:gd name="T62" fmla="*/ 24 w 1347"/>
                <a:gd name="T63" fmla="*/ 107 h 1885"/>
                <a:gd name="T64" fmla="*/ 39 w 1347"/>
                <a:gd name="T65" fmla="*/ 100 h 1885"/>
                <a:gd name="T66" fmla="*/ 52 w 1347"/>
                <a:gd name="T67" fmla="*/ 94 h 1885"/>
                <a:gd name="T68" fmla="*/ 58 w 1347"/>
                <a:gd name="T69" fmla="*/ 90 h 1885"/>
                <a:gd name="T70" fmla="*/ 64 w 1347"/>
                <a:gd name="T71" fmla="*/ 87 h 1885"/>
                <a:gd name="T72" fmla="*/ 67 w 1347"/>
                <a:gd name="T73" fmla="*/ 85 h 1885"/>
                <a:gd name="T74" fmla="*/ 71 w 1347"/>
                <a:gd name="T75" fmla="*/ 81 h 1885"/>
                <a:gd name="T76" fmla="*/ 75 w 1347"/>
                <a:gd name="T77" fmla="*/ 78 h 1885"/>
                <a:gd name="T78" fmla="*/ 79 w 1347"/>
                <a:gd name="T79" fmla="*/ 74 h 1885"/>
                <a:gd name="T80" fmla="*/ 82 w 1347"/>
                <a:gd name="T81" fmla="*/ 71 h 1885"/>
                <a:gd name="T82" fmla="*/ 83 w 1347"/>
                <a:gd name="T83" fmla="*/ 67 h 1885"/>
                <a:gd name="T84" fmla="*/ 84 w 1347"/>
                <a:gd name="T85" fmla="*/ 67 h 1885"/>
                <a:gd name="T86" fmla="*/ 85 w 1347"/>
                <a:gd name="T87" fmla="*/ 63 h 1885"/>
                <a:gd name="T88" fmla="*/ 85 w 1347"/>
                <a:gd name="T89" fmla="*/ 59 h 1885"/>
                <a:gd name="T90" fmla="*/ 84 w 1347"/>
                <a:gd name="T91" fmla="*/ 56 h 1885"/>
                <a:gd name="T92" fmla="*/ 83 w 1347"/>
                <a:gd name="T93" fmla="*/ 53 h 1885"/>
                <a:gd name="T94" fmla="*/ 80 w 1347"/>
                <a:gd name="T95" fmla="*/ 50 h 1885"/>
                <a:gd name="T96" fmla="*/ 77 w 1347"/>
                <a:gd name="T97" fmla="*/ 46 h 1885"/>
                <a:gd name="T98" fmla="*/ 74 w 1347"/>
                <a:gd name="T99" fmla="*/ 42 h 1885"/>
                <a:gd name="T100" fmla="*/ 69 w 1347"/>
                <a:gd name="T101" fmla="*/ 38 h 1885"/>
                <a:gd name="T102" fmla="*/ 64 w 1347"/>
                <a:gd name="T103" fmla="*/ 34 h 1885"/>
                <a:gd name="T104" fmla="*/ 58 w 1347"/>
                <a:gd name="T105" fmla="*/ 31 h 1885"/>
                <a:gd name="T106" fmla="*/ 55 w 1347"/>
                <a:gd name="T107" fmla="*/ 29 h 1885"/>
                <a:gd name="T108" fmla="*/ 46 w 1347"/>
                <a:gd name="T109" fmla="*/ 23 h 1885"/>
                <a:gd name="T110" fmla="*/ 32 w 1347"/>
                <a:gd name="T111" fmla="*/ 15 h 1885"/>
                <a:gd name="T112" fmla="*/ 17 w 1347"/>
                <a:gd name="T113" fmla="*/ 7 h 1885"/>
                <a:gd name="T114" fmla="*/ 1 w 1347"/>
                <a:gd name="T115" fmla="*/ 0 h 18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47"/>
                <a:gd name="T175" fmla="*/ 0 h 1885"/>
                <a:gd name="T176" fmla="*/ 1347 w 1347"/>
                <a:gd name="T177" fmla="*/ 1885 h 188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47" h="1885">
                  <a:moveTo>
                    <a:pt x="9" y="0"/>
                  </a:moveTo>
                  <a:lnTo>
                    <a:pt x="0" y="21"/>
                  </a:lnTo>
                  <a:lnTo>
                    <a:pt x="124" y="82"/>
                  </a:lnTo>
                  <a:lnTo>
                    <a:pt x="248" y="145"/>
                  </a:lnTo>
                  <a:lnTo>
                    <a:pt x="370" y="207"/>
                  </a:lnTo>
                  <a:lnTo>
                    <a:pt x="488" y="268"/>
                  </a:lnTo>
                  <a:lnTo>
                    <a:pt x="603" y="331"/>
                  </a:lnTo>
                  <a:lnTo>
                    <a:pt x="714" y="392"/>
                  </a:lnTo>
                  <a:lnTo>
                    <a:pt x="818" y="455"/>
                  </a:lnTo>
                  <a:lnTo>
                    <a:pt x="867" y="485"/>
                  </a:lnTo>
                  <a:lnTo>
                    <a:pt x="916" y="516"/>
                  </a:lnTo>
                  <a:lnTo>
                    <a:pt x="919" y="507"/>
                  </a:lnTo>
                  <a:lnTo>
                    <a:pt x="912" y="514"/>
                  </a:lnTo>
                  <a:lnTo>
                    <a:pt x="956" y="546"/>
                  </a:lnTo>
                  <a:lnTo>
                    <a:pt x="1001" y="575"/>
                  </a:lnTo>
                  <a:lnTo>
                    <a:pt x="1041" y="607"/>
                  </a:lnTo>
                  <a:lnTo>
                    <a:pt x="1082" y="636"/>
                  </a:lnTo>
                  <a:lnTo>
                    <a:pt x="1119" y="668"/>
                  </a:lnTo>
                  <a:lnTo>
                    <a:pt x="1152" y="697"/>
                  </a:lnTo>
                  <a:lnTo>
                    <a:pt x="1184" y="727"/>
                  </a:lnTo>
                  <a:lnTo>
                    <a:pt x="1213" y="757"/>
                  </a:lnTo>
                  <a:lnTo>
                    <a:pt x="1239" y="788"/>
                  </a:lnTo>
                  <a:lnTo>
                    <a:pt x="1261" y="818"/>
                  </a:lnTo>
                  <a:lnTo>
                    <a:pt x="1282" y="847"/>
                  </a:lnTo>
                  <a:lnTo>
                    <a:pt x="1297" y="877"/>
                  </a:lnTo>
                  <a:lnTo>
                    <a:pt x="1310" y="906"/>
                  </a:lnTo>
                  <a:lnTo>
                    <a:pt x="1319" y="897"/>
                  </a:lnTo>
                  <a:lnTo>
                    <a:pt x="1308" y="897"/>
                  </a:lnTo>
                  <a:lnTo>
                    <a:pt x="1317" y="927"/>
                  </a:lnTo>
                  <a:lnTo>
                    <a:pt x="1322" y="956"/>
                  </a:lnTo>
                  <a:lnTo>
                    <a:pt x="1324" y="986"/>
                  </a:lnTo>
                  <a:lnTo>
                    <a:pt x="1322" y="1016"/>
                  </a:lnTo>
                  <a:lnTo>
                    <a:pt x="1317" y="1043"/>
                  </a:lnTo>
                  <a:lnTo>
                    <a:pt x="1308" y="1073"/>
                  </a:lnTo>
                  <a:lnTo>
                    <a:pt x="1319" y="1073"/>
                  </a:lnTo>
                  <a:lnTo>
                    <a:pt x="1310" y="1064"/>
                  </a:lnTo>
                  <a:lnTo>
                    <a:pt x="1297" y="1093"/>
                  </a:lnTo>
                  <a:lnTo>
                    <a:pt x="1282" y="1121"/>
                  </a:lnTo>
                  <a:lnTo>
                    <a:pt x="1261" y="1151"/>
                  </a:lnTo>
                  <a:lnTo>
                    <a:pt x="1239" y="1178"/>
                  </a:lnTo>
                  <a:lnTo>
                    <a:pt x="1213" y="1206"/>
                  </a:lnTo>
                  <a:lnTo>
                    <a:pt x="1184" y="1236"/>
                  </a:lnTo>
                  <a:lnTo>
                    <a:pt x="1152" y="1263"/>
                  </a:lnTo>
                  <a:lnTo>
                    <a:pt x="1119" y="1291"/>
                  </a:lnTo>
                  <a:lnTo>
                    <a:pt x="1082" y="1319"/>
                  </a:lnTo>
                  <a:lnTo>
                    <a:pt x="1041" y="1347"/>
                  </a:lnTo>
                  <a:lnTo>
                    <a:pt x="1001" y="1374"/>
                  </a:lnTo>
                  <a:lnTo>
                    <a:pt x="1008" y="1384"/>
                  </a:lnTo>
                  <a:lnTo>
                    <a:pt x="1004" y="1373"/>
                  </a:lnTo>
                  <a:lnTo>
                    <a:pt x="960" y="1400"/>
                  </a:lnTo>
                  <a:lnTo>
                    <a:pt x="916" y="1428"/>
                  </a:lnTo>
                  <a:lnTo>
                    <a:pt x="867" y="1456"/>
                  </a:lnTo>
                  <a:lnTo>
                    <a:pt x="818" y="1484"/>
                  </a:lnTo>
                  <a:lnTo>
                    <a:pt x="714" y="1537"/>
                  </a:lnTo>
                  <a:lnTo>
                    <a:pt x="603" y="1593"/>
                  </a:lnTo>
                  <a:lnTo>
                    <a:pt x="488" y="1646"/>
                  </a:lnTo>
                  <a:lnTo>
                    <a:pt x="370" y="1702"/>
                  </a:lnTo>
                  <a:lnTo>
                    <a:pt x="248" y="1755"/>
                  </a:lnTo>
                  <a:lnTo>
                    <a:pt x="124" y="1809"/>
                  </a:lnTo>
                  <a:lnTo>
                    <a:pt x="0" y="1864"/>
                  </a:lnTo>
                  <a:lnTo>
                    <a:pt x="9" y="1885"/>
                  </a:lnTo>
                  <a:lnTo>
                    <a:pt x="133" y="1829"/>
                  </a:lnTo>
                  <a:lnTo>
                    <a:pt x="257" y="1776"/>
                  </a:lnTo>
                  <a:lnTo>
                    <a:pt x="379" y="1722"/>
                  </a:lnTo>
                  <a:lnTo>
                    <a:pt x="498" y="1667"/>
                  </a:lnTo>
                  <a:lnTo>
                    <a:pt x="612" y="1613"/>
                  </a:lnTo>
                  <a:lnTo>
                    <a:pt x="723" y="1557"/>
                  </a:lnTo>
                  <a:lnTo>
                    <a:pt x="827" y="1504"/>
                  </a:lnTo>
                  <a:lnTo>
                    <a:pt x="877" y="1476"/>
                  </a:lnTo>
                  <a:lnTo>
                    <a:pt x="925" y="1448"/>
                  </a:lnTo>
                  <a:lnTo>
                    <a:pt x="969" y="1421"/>
                  </a:lnTo>
                  <a:lnTo>
                    <a:pt x="1014" y="1393"/>
                  </a:lnTo>
                  <a:lnTo>
                    <a:pt x="1017" y="1391"/>
                  </a:lnTo>
                  <a:lnTo>
                    <a:pt x="1058" y="1363"/>
                  </a:lnTo>
                  <a:lnTo>
                    <a:pt x="1099" y="1336"/>
                  </a:lnTo>
                  <a:lnTo>
                    <a:pt x="1136" y="1308"/>
                  </a:lnTo>
                  <a:lnTo>
                    <a:pt x="1169" y="1280"/>
                  </a:lnTo>
                  <a:lnTo>
                    <a:pt x="1200" y="1252"/>
                  </a:lnTo>
                  <a:lnTo>
                    <a:pt x="1230" y="1223"/>
                  </a:lnTo>
                  <a:lnTo>
                    <a:pt x="1256" y="1195"/>
                  </a:lnTo>
                  <a:lnTo>
                    <a:pt x="1278" y="1167"/>
                  </a:lnTo>
                  <a:lnTo>
                    <a:pt x="1298" y="1138"/>
                  </a:lnTo>
                  <a:lnTo>
                    <a:pt x="1313" y="1110"/>
                  </a:lnTo>
                  <a:lnTo>
                    <a:pt x="1326" y="1080"/>
                  </a:lnTo>
                  <a:lnTo>
                    <a:pt x="1330" y="1073"/>
                  </a:lnTo>
                  <a:lnTo>
                    <a:pt x="1339" y="1043"/>
                  </a:lnTo>
                  <a:lnTo>
                    <a:pt x="1345" y="1016"/>
                  </a:lnTo>
                  <a:lnTo>
                    <a:pt x="1347" y="986"/>
                  </a:lnTo>
                  <a:lnTo>
                    <a:pt x="1345" y="956"/>
                  </a:lnTo>
                  <a:lnTo>
                    <a:pt x="1339" y="927"/>
                  </a:lnTo>
                  <a:lnTo>
                    <a:pt x="1330" y="897"/>
                  </a:lnTo>
                  <a:lnTo>
                    <a:pt x="1326" y="890"/>
                  </a:lnTo>
                  <a:lnTo>
                    <a:pt x="1313" y="860"/>
                  </a:lnTo>
                  <a:lnTo>
                    <a:pt x="1298" y="831"/>
                  </a:lnTo>
                  <a:lnTo>
                    <a:pt x="1278" y="801"/>
                  </a:lnTo>
                  <a:lnTo>
                    <a:pt x="1256" y="771"/>
                  </a:lnTo>
                  <a:lnTo>
                    <a:pt x="1230" y="740"/>
                  </a:lnTo>
                  <a:lnTo>
                    <a:pt x="1200" y="710"/>
                  </a:lnTo>
                  <a:lnTo>
                    <a:pt x="1169" y="681"/>
                  </a:lnTo>
                  <a:lnTo>
                    <a:pt x="1136" y="651"/>
                  </a:lnTo>
                  <a:lnTo>
                    <a:pt x="1099" y="620"/>
                  </a:lnTo>
                  <a:lnTo>
                    <a:pt x="1058" y="590"/>
                  </a:lnTo>
                  <a:lnTo>
                    <a:pt x="1017" y="559"/>
                  </a:lnTo>
                  <a:lnTo>
                    <a:pt x="973" y="529"/>
                  </a:lnTo>
                  <a:lnTo>
                    <a:pt x="928" y="498"/>
                  </a:lnTo>
                  <a:lnTo>
                    <a:pt x="925" y="496"/>
                  </a:lnTo>
                  <a:lnTo>
                    <a:pt x="877" y="464"/>
                  </a:lnTo>
                  <a:lnTo>
                    <a:pt x="827" y="435"/>
                  </a:lnTo>
                  <a:lnTo>
                    <a:pt x="723" y="372"/>
                  </a:lnTo>
                  <a:lnTo>
                    <a:pt x="612" y="311"/>
                  </a:lnTo>
                  <a:lnTo>
                    <a:pt x="498" y="248"/>
                  </a:lnTo>
                  <a:lnTo>
                    <a:pt x="379" y="187"/>
                  </a:lnTo>
                  <a:lnTo>
                    <a:pt x="257" y="124"/>
                  </a:lnTo>
                  <a:lnTo>
                    <a:pt x="133" y="61"/>
                  </a:lnTo>
                  <a:lnTo>
                    <a:pt x="9" y="0"/>
                  </a:lnTo>
                  <a:close/>
                </a:path>
              </a:pathLst>
            </a:custGeom>
            <a:solidFill>
              <a:srgbClr val="3333CC"/>
            </a:solidFill>
            <a:ln w="9525">
              <a:noFill/>
              <a:round/>
              <a:headEnd/>
              <a:tailEnd/>
            </a:ln>
          </p:spPr>
          <p:txBody>
            <a:bodyPr/>
            <a:lstStyle/>
            <a:p>
              <a:endParaRPr lang="zh-CN" altLang="en-US"/>
            </a:p>
          </p:txBody>
        </p:sp>
        <p:grpSp>
          <p:nvGrpSpPr>
            <p:cNvPr id="42010" name="Group 440"/>
            <p:cNvGrpSpPr>
              <a:grpSpLocks/>
            </p:cNvGrpSpPr>
            <p:nvPr/>
          </p:nvGrpSpPr>
          <p:grpSpPr bwMode="auto">
            <a:xfrm>
              <a:off x="3297" y="513"/>
              <a:ext cx="185" cy="183"/>
              <a:chOff x="3141" y="525"/>
              <a:chExt cx="185" cy="183"/>
            </a:xfrm>
          </p:grpSpPr>
          <p:sp>
            <p:nvSpPr>
              <p:cNvPr id="42029" name="Freeform 441"/>
              <p:cNvSpPr>
                <a:spLocks/>
              </p:cNvSpPr>
              <p:nvPr/>
            </p:nvSpPr>
            <p:spPr bwMode="auto">
              <a:xfrm>
                <a:off x="3141" y="525"/>
                <a:ext cx="185" cy="159"/>
              </a:xfrm>
              <a:custGeom>
                <a:avLst/>
                <a:gdLst>
                  <a:gd name="T0" fmla="*/ 1 w 370"/>
                  <a:gd name="T1" fmla="*/ 0 h 316"/>
                  <a:gd name="T2" fmla="*/ 0 w 370"/>
                  <a:gd name="T3" fmla="*/ 2 h 316"/>
                  <a:gd name="T4" fmla="*/ 3 w 370"/>
                  <a:gd name="T5" fmla="*/ 3 h 316"/>
                  <a:gd name="T6" fmla="*/ 7 w 370"/>
                  <a:gd name="T7" fmla="*/ 5 h 316"/>
                  <a:gd name="T8" fmla="*/ 12 w 370"/>
                  <a:gd name="T9" fmla="*/ 6 h 316"/>
                  <a:gd name="T10" fmla="*/ 14 w 370"/>
                  <a:gd name="T11" fmla="*/ 7 h 316"/>
                  <a:gd name="T12" fmla="*/ 17 w 370"/>
                  <a:gd name="T13" fmla="*/ 8 h 316"/>
                  <a:gd name="T14" fmla="*/ 18 w 370"/>
                  <a:gd name="T15" fmla="*/ 9 h 316"/>
                  <a:gd name="T16" fmla="*/ 19 w 370"/>
                  <a:gd name="T17" fmla="*/ 9 h 316"/>
                  <a:gd name="T18" fmla="*/ 20 w 370"/>
                  <a:gd name="T19" fmla="*/ 10 h 316"/>
                  <a:gd name="T20" fmla="*/ 21 w 370"/>
                  <a:gd name="T21" fmla="*/ 9 h 316"/>
                  <a:gd name="T22" fmla="*/ 20 w 370"/>
                  <a:gd name="T23" fmla="*/ 10 h 316"/>
                  <a:gd name="T24" fmla="*/ 21 w 370"/>
                  <a:gd name="T25" fmla="*/ 11 h 316"/>
                  <a:gd name="T26" fmla="*/ 22 w 370"/>
                  <a:gd name="T27" fmla="*/ 11 h 316"/>
                  <a:gd name="T28" fmla="*/ 22 w 370"/>
                  <a:gd name="T29" fmla="*/ 12 h 316"/>
                  <a:gd name="T30" fmla="*/ 23 w 370"/>
                  <a:gd name="T31" fmla="*/ 11 h 316"/>
                  <a:gd name="T32" fmla="*/ 22 w 370"/>
                  <a:gd name="T33" fmla="*/ 11 h 316"/>
                  <a:gd name="T34" fmla="*/ 22 w 370"/>
                  <a:gd name="T35" fmla="*/ 12 h 316"/>
                  <a:gd name="T36" fmla="*/ 22 w 370"/>
                  <a:gd name="T37" fmla="*/ 13 h 316"/>
                  <a:gd name="T38" fmla="*/ 22 w 370"/>
                  <a:gd name="T39" fmla="*/ 14 h 316"/>
                  <a:gd name="T40" fmla="*/ 23 w 370"/>
                  <a:gd name="T41" fmla="*/ 14 h 316"/>
                  <a:gd name="T42" fmla="*/ 22 w 370"/>
                  <a:gd name="T43" fmla="*/ 13 h 316"/>
                  <a:gd name="T44" fmla="*/ 21 w 370"/>
                  <a:gd name="T45" fmla="*/ 14 h 316"/>
                  <a:gd name="T46" fmla="*/ 20 w 370"/>
                  <a:gd name="T47" fmla="*/ 15 h 316"/>
                  <a:gd name="T48" fmla="*/ 19 w 370"/>
                  <a:gd name="T49" fmla="*/ 16 h 316"/>
                  <a:gd name="T50" fmla="*/ 20 w 370"/>
                  <a:gd name="T51" fmla="*/ 17 h 316"/>
                  <a:gd name="T52" fmla="*/ 19 w 370"/>
                  <a:gd name="T53" fmla="*/ 16 h 316"/>
                  <a:gd name="T54" fmla="*/ 18 w 370"/>
                  <a:gd name="T55" fmla="*/ 17 h 316"/>
                  <a:gd name="T56" fmla="*/ 15 w 370"/>
                  <a:gd name="T57" fmla="*/ 18 h 316"/>
                  <a:gd name="T58" fmla="*/ 13 w 370"/>
                  <a:gd name="T59" fmla="*/ 19 h 316"/>
                  <a:gd name="T60" fmla="*/ 14 w 370"/>
                  <a:gd name="T61" fmla="*/ 20 h 316"/>
                  <a:gd name="T62" fmla="*/ 17 w 370"/>
                  <a:gd name="T63" fmla="*/ 19 h 316"/>
                  <a:gd name="T64" fmla="*/ 18 w 370"/>
                  <a:gd name="T65" fmla="*/ 18 h 316"/>
                  <a:gd name="T66" fmla="*/ 20 w 370"/>
                  <a:gd name="T67" fmla="*/ 18 h 316"/>
                  <a:gd name="T68" fmla="*/ 20 w 370"/>
                  <a:gd name="T69" fmla="*/ 17 h 316"/>
                  <a:gd name="T70" fmla="*/ 21 w 370"/>
                  <a:gd name="T71" fmla="*/ 16 h 316"/>
                  <a:gd name="T72" fmla="*/ 22 w 370"/>
                  <a:gd name="T73" fmla="*/ 15 h 316"/>
                  <a:gd name="T74" fmla="*/ 23 w 370"/>
                  <a:gd name="T75" fmla="*/ 15 h 316"/>
                  <a:gd name="T76" fmla="*/ 23 w 370"/>
                  <a:gd name="T77" fmla="*/ 14 h 316"/>
                  <a:gd name="T78" fmla="*/ 23 w 370"/>
                  <a:gd name="T79" fmla="*/ 14 h 316"/>
                  <a:gd name="T80" fmla="*/ 23 w 370"/>
                  <a:gd name="T81" fmla="*/ 13 h 316"/>
                  <a:gd name="T82" fmla="*/ 23 w 370"/>
                  <a:gd name="T83" fmla="*/ 12 h 316"/>
                  <a:gd name="T84" fmla="*/ 23 w 370"/>
                  <a:gd name="T85" fmla="*/ 11 h 316"/>
                  <a:gd name="T86" fmla="*/ 23 w 370"/>
                  <a:gd name="T87" fmla="*/ 11 h 316"/>
                  <a:gd name="T88" fmla="*/ 23 w 370"/>
                  <a:gd name="T89" fmla="*/ 10 h 316"/>
                  <a:gd name="T90" fmla="*/ 22 w 370"/>
                  <a:gd name="T91" fmla="*/ 10 h 316"/>
                  <a:gd name="T92" fmla="*/ 21 w 370"/>
                  <a:gd name="T93" fmla="*/ 9 h 316"/>
                  <a:gd name="T94" fmla="*/ 21 w 370"/>
                  <a:gd name="T95" fmla="*/ 9 h 316"/>
                  <a:gd name="T96" fmla="*/ 20 w 370"/>
                  <a:gd name="T97" fmla="*/ 8 h 316"/>
                  <a:gd name="T98" fmla="*/ 19 w 370"/>
                  <a:gd name="T99" fmla="*/ 7 h 316"/>
                  <a:gd name="T100" fmla="*/ 17 w 370"/>
                  <a:gd name="T101" fmla="*/ 7 h 316"/>
                  <a:gd name="T102" fmla="*/ 15 w 370"/>
                  <a:gd name="T103" fmla="*/ 6 h 316"/>
                  <a:gd name="T104" fmla="*/ 12 w 370"/>
                  <a:gd name="T105" fmla="*/ 5 h 316"/>
                  <a:gd name="T106" fmla="*/ 9 w 370"/>
                  <a:gd name="T107" fmla="*/ 3 h 316"/>
                  <a:gd name="T108" fmla="*/ 5 w 370"/>
                  <a:gd name="T109" fmla="*/ 2 h 316"/>
                  <a:gd name="T110" fmla="*/ 1 w 370"/>
                  <a:gd name="T111" fmla="*/ 0 h 3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70"/>
                  <a:gd name="T169" fmla="*/ 0 h 316"/>
                  <a:gd name="T170" fmla="*/ 370 w 370"/>
                  <a:gd name="T171" fmla="*/ 316 h 3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70" h="316">
                    <a:moveTo>
                      <a:pt x="7" y="0"/>
                    </a:moveTo>
                    <a:lnTo>
                      <a:pt x="0" y="20"/>
                    </a:lnTo>
                    <a:lnTo>
                      <a:pt x="63" y="42"/>
                    </a:lnTo>
                    <a:lnTo>
                      <a:pt x="124" y="65"/>
                    </a:lnTo>
                    <a:lnTo>
                      <a:pt x="183" y="87"/>
                    </a:lnTo>
                    <a:lnTo>
                      <a:pt x="235" y="109"/>
                    </a:lnTo>
                    <a:lnTo>
                      <a:pt x="259" y="120"/>
                    </a:lnTo>
                    <a:lnTo>
                      <a:pt x="281" y="131"/>
                    </a:lnTo>
                    <a:lnTo>
                      <a:pt x="300" y="142"/>
                    </a:lnTo>
                    <a:lnTo>
                      <a:pt x="316" y="153"/>
                    </a:lnTo>
                    <a:lnTo>
                      <a:pt x="322" y="142"/>
                    </a:lnTo>
                    <a:lnTo>
                      <a:pt x="313" y="151"/>
                    </a:lnTo>
                    <a:lnTo>
                      <a:pt x="327" y="163"/>
                    </a:lnTo>
                    <a:lnTo>
                      <a:pt x="338" y="174"/>
                    </a:lnTo>
                    <a:lnTo>
                      <a:pt x="346" y="185"/>
                    </a:lnTo>
                    <a:lnTo>
                      <a:pt x="355" y="175"/>
                    </a:lnTo>
                    <a:lnTo>
                      <a:pt x="344" y="175"/>
                    </a:lnTo>
                    <a:lnTo>
                      <a:pt x="350" y="190"/>
                    </a:lnTo>
                    <a:lnTo>
                      <a:pt x="348" y="201"/>
                    </a:lnTo>
                    <a:lnTo>
                      <a:pt x="342" y="216"/>
                    </a:lnTo>
                    <a:lnTo>
                      <a:pt x="353" y="216"/>
                    </a:lnTo>
                    <a:lnTo>
                      <a:pt x="346" y="207"/>
                    </a:lnTo>
                    <a:lnTo>
                      <a:pt x="333" y="222"/>
                    </a:lnTo>
                    <a:lnTo>
                      <a:pt x="318" y="238"/>
                    </a:lnTo>
                    <a:lnTo>
                      <a:pt x="298" y="253"/>
                    </a:lnTo>
                    <a:lnTo>
                      <a:pt x="305" y="261"/>
                    </a:lnTo>
                    <a:lnTo>
                      <a:pt x="301" y="251"/>
                    </a:lnTo>
                    <a:lnTo>
                      <a:pt x="277" y="266"/>
                    </a:lnTo>
                    <a:lnTo>
                      <a:pt x="250" y="281"/>
                    </a:lnTo>
                    <a:lnTo>
                      <a:pt x="220" y="296"/>
                    </a:lnTo>
                    <a:lnTo>
                      <a:pt x="229" y="316"/>
                    </a:lnTo>
                    <a:lnTo>
                      <a:pt x="259" y="301"/>
                    </a:lnTo>
                    <a:lnTo>
                      <a:pt x="287" y="286"/>
                    </a:lnTo>
                    <a:lnTo>
                      <a:pt x="311" y="272"/>
                    </a:lnTo>
                    <a:lnTo>
                      <a:pt x="314" y="270"/>
                    </a:lnTo>
                    <a:lnTo>
                      <a:pt x="335" y="255"/>
                    </a:lnTo>
                    <a:lnTo>
                      <a:pt x="350" y="238"/>
                    </a:lnTo>
                    <a:lnTo>
                      <a:pt x="363" y="224"/>
                    </a:lnTo>
                    <a:lnTo>
                      <a:pt x="364" y="216"/>
                    </a:lnTo>
                    <a:lnTo>
                      <a:pt x="370" y="201"/>
                    </a:lnTo>
                    <a:lnTo>
                      <a:pt x="370" y="185"/>
                    </a:lnTo>
                    <a:lnTo>
                      <a:pt x="366" y="175"/>
                    </a:lnTo>
                    <a:lnTo>
                      <a:pt x="363" y="168"/>
                    </a:lnTo>
                    <a:lnTo>
                      <a:pt x="355" y="157"/>
                    </a:lnTo>
                    <a:lnTo>
                      <a:pt x="344" y="146"/>
                    </a:lnTo>
                    <a:lnTo>
                      <a:pt x="329" y="135"/>
                    </a:lnTo>
                    <a:lnTo>
                      <a:pt x="326" y="133"/>
                    </a:lnTo>
                    <a:lnTo>
                      <a:pt x="309" y="122"/>
                    </a:lnTo>
                    <a:lnTo>
                      <a:pt x="290" y="111"/>
                    </a:lnTo>
                    <a:lnTo>
                      <a:pt x="268" y="100"/>
                    </a:lnTo>
                    <a:lnTo>
                      <a:pt x="244" y="89"/>
                    </a:lnTo>
                    <a:lnTo>
                      <a:pt x="192" y="66"/>
                    </a:lnTo>
                    <a:lnTo>
                      <a:pt x="133" y="44"/>
                    </a:lnTo>
                    <a:lnTo>
                      <a:pt x="72" y="22"/>
                    </a:lnTo>
                    <a:lnTo>
                      <a:pt x="7" y="0"/>
                    </a:lnTo>
                    <a:close/>
                  </a:path>
                </a:pathLst>
              </a:custGeom>
              <a:solidFill>
                <a:srgbClr val="FF3300"/>
              </a:solidFill>
              <a:ln w="9525">
                <a:noFill/>
                <a:round/>
                <a:headEnd/>
                <a:tailEnd/>
              </a:ln>
            </p:spPr>
            <p:txBody>
              <a:bodyPr/>
              <a:lstStyle/>
              <a:p>
                <a:endParaRPr lang="zh-CN" altLang="en-US"/>
              </a:p>
            </p:txBody>
          </p:sp>
          <p:sp>
            <p:nvSpPr>
              <p:cNvPr id="42030" name="Freeform 442"/>
              <p:cNvSpPr>
                <a:spLocks/>
              </p:cNvSpPr>
              <p:nvPr/>
            </p:nvSpPr>
            <p:spPr bwMode="auto">
              <a:xfrm>
                <a:off x="3187" y="631"/>
                <a:ext cx="113" cy="77"/>
              </a:xfrm>
              <a:custGeom>
                <a:avLst/>
                <a:gdLst>
                  <a:gd name="T0" fmla="*/ 11 w 226"/>
                  <a:gd name="T1" fmla="*/ 0 h 153"/>
                  <a:gd name="T2" fmla="*/ 0 w 226"/>
                  <a:gd name="T3" fmla="*/ 10 h 153"/>
                  <a:gd name="T4" fmla="*/ 14 w 226"/>
                  <a:gd name="T5" fmla="*/ 9 h 153"/>
                  <a:gd name="T6" fmla="*/ 9 w 226"/>
                  <a:gd name="T7" fmla="*/ 6 h 153"/>
                  <a:gd name="T8" fmla="*/ 11 w 226"/>
                  <a:gd name="T9" fmla="*/ 0 h 153"/>
                  <a:gd name="T10" fmla="*/ 0 60000 65536"/>
                  <a:gd name="T11" fmla="*/ 0 60000 65536"/>
                  <a:gd name="T12" fmla="*/ 0 60000 65536"/>
                  <a:gd name="T13" fmla="*/ 0 60000 65536"/>
                  <a:gd name="T14" fmla="*/ 0 60000 65536"/>
                  <a:gd name="T15" fmla="*/ 0 w 226"/>
                  <a:gd name="T16" fmla="*/ 0 h 153"/>
                  <a:gd name="T17" fmla="*/ 226 w 226"/>
                  <a:gd name="T18" fmla="*/ 153 h 153"/>
                </a:gdLst>
                <a:ahLst/>
                <a:cxnLst>
                  <a:cxn ang="T10">
                    <a:pos x="T0" y="T1"/>
                  </a:cxn>
                  <a:cxn ang="T11">
                    <a:pos x="T2" y="T3"/>
                  </a:cxn>
                  <a:cxn ang="T12">
                    <a:pos x="T4" y="T5"/>
                  </a:cxn>
                  <a:cxn ang="T13">
                    <a:pos x="T6" y="T7"/>
                  </a:cxn>
                  <a:cxn ang="T14">
                    <a:pos x="T8" y="T9"/>
                  </a:cxn>
                </a:cxnLst>
                <a:rect l="T15" t="T16" r="T17" b="T18"/>
                <a:pathLst>
                  <a:path w="226" h="153">
                    <a:moveTo>
                      <a:pt x="169" y="0"/>
                    </a:moveTo>
                    <a:lnTo>
                      <a:pt x="0" y="153"/>
                    </a:lnTo>
                    <a:lnTo>
                      <a:pt x="226" y="129"/>
                    </a:lnTo>
                    <a:lnTo>
                      <a:pt x="135" y="94"/>
                    </a:lnTo>
                    <a:lnTo>
                      <a:pt x="169" y="0"/>
                    </a:lnTo>
                    <a:close/>
                  </a:path>
                </a:pathLst>
              </a:custGeom>
              <a:solidFill>
                <a:srgbClr val="FF3300"/>
              </a:solidFill>
              <a:ln w="9525">
                <a:noFill/>
                <a:round/>
                <a:headEnd/>
                <a:tailEnd/>
              </a:ln>
            </p:spPr>
            <p:txBody>
              <a:bodyPr/>
              <a:lstStyle/>
              <a:p>
                <a:endParaRPr lang="zh-CN" altLang="en-US"/>
              </a:p>
            </p:txBody>
          </p:sp>
        </p:grpSp>
        <p:sp>
          <p:nvSpPr>
            <p:cNvPr id="42011" name="Freeform 443"/>
            <p:cNvSpPr>
              <a:spLocks/>
            </p:cNvSpPr>
            <p:nvPr/>
          </p:nvSpPr>
          <p:spPr bwMode="auto">
            <a:xfrm>
              <a:off x="1918" y="1534"/>
              <a:ext cx="672" cy="884"/>
            </a:xfrm>
            <a:custGeom>
              <a:avLst/>
              <a:gdLst>
                <a:gd name="T0" fmla="*/ 1 w 1345"/>
                <a:gd name="T1" fmla="*/ 7 h 1768"/>
                <a:gd name="T2" fmla="*/ 0 w 1345"/>
                <a:gd name="T3" fmla="*/ 5 h 1768"/>
                <a:gd name="T4" fmla="*/ 2 w 1345"/>
                <a:gd name="T5" fmla="*/ 3 h 1768"/>
                <a:gd name="T6" fmla="*/ 10 w 1345"/>
                <a:gd name="T7" fmla="*/ 1 h 1768"/>
                <a:gd name="T8" fmla="*/ 20 w 1345"/>
                <a:gd name="T9" fmla="*/ 1 h 1768"/>
                <a:gd name="T10" fmla="*/ 28 w 1345"/>
                <a:gd name="T11" fmla="*/ 2 h 1768"/>
                <a:gd name="T12" fmla="*/ 36 w 1345"/>
                <a:gd name="T13" fmla="*/ 3 h 1768"/>
                <a:gd name="T14" fmla="*/ 56 w 1345"/>
                <a:gd name="T15" fmla="*/ 7 h 1768"/>
                <a:gd name="T16" fmla="*/ 70 w 1345"/>
                <a:gd name="T17" fmla="*/ 12 h 1768"/>
                <a:gd name="T18" fmla="*/ 78 w 1345"/>
                <a:gd name="T19" fmla="*/ 15 h 1768"/>
                <a:gd name="T20" fmla="*/ 83 w 1345"/>
                <a:gd name="T21" fmla="*/ 19 h 1768"/>
                <a:gd name="T22" fmla="*/ 83 w 1345"/>
                <a:gd name="T23" fmla="*/ 23 h 1768"/>
                <a:gd name="T24" fmla="*/ 79 w 1345"/>
                <a:gd name="T25" fmla="*/ 27 h 1768"/>
                <a:gd name="T26" fmla="*/ 69 w 1345"/>
                <a:gd name="T27" fmla="*/ 31 h 1768"/>
                <a:gd name="T28" fmla="*/ 55 w 1345"/>
                <a:gd name="T29" fmla="*/ 37 h 1768"/>
                <a:gd name="T30" fmla="*/ 29 w 1345"/>
                <a:gd name="T31" fmla="*/ 45 h 1768"/>
                <a:gd name="T32" fmla="*/ 16 w 1345"/>
                <a:gd name="T33" fmla="*/ 51 h 1768"/>
                <a:gd name="T34" fmla="*/ 5 w 1345"/>
                <a:gd name="T35" fmla="*/ 55 h 1768"/>
                <a:gd name="T36" fmla="*/ 0 w 1345"/>
                <a:gd name="T37" fmla="*/ 60 h 1768"/>
                <a:gd name="T38" fmla="*/ 2 w 1345"/>
                <a:gd name="T39" fmla="*/ 66 h 1768"/>
                <a:gd name="T40" fmla="*/ 9 w 1345"/>
                <a:gd name="T41" fmla="*/ 71 h 1768"/>
                <a:gd name="T42" fmla="*/ 20 w 1345"/>
                <a:gd name="T43" fmla="*/ 77 h 1768"/>
                <a:gd name="T44" fmla="*/ 38 w 1345"/>
                <a:gd name="T45" fmla="*/ 84 h 1768"/>
                <a:gd name="T46" fmla="*/ 59 w 1345"/>
                <a:gd name="T47" fmla="*/ 92 h 1768"/>
                <a:gd name="T48" fmla="*/ 71 w 1345"/>
                <a:gd name="T49" fmla="*/ 97 h 1768"/>
                <a:gd name="T50" fmla="*/ 79 w 1345"/>
                <a:gd name="T51" fmla="*/ 101 h 1768"/>
                <a:gd name="T52" fmla="*/ 83 w 1345"/>
                <a:gd name="T53" fmla="*/ 104 h 1768"/>
                <a:gd name="T54" fmla="*/ 83 w 1345"/>
                <a:gd name="T55" fmla="*/ 106 h 1768"/>
                <a:gd name="T56" fmla="*/ 80 w 1345"/>
                <a:gd name="T57" fmla="*/ 108 h 1768"/>
                <a:gd name="T58" fmla="*/ 73 w 1345"/>
                <a:gd name="T59" fmla="*/ 110 h 1768"/>
                <a:gd name="T60" fmla="*/ 60 w 1345"/>
                <a:gd name="T61" fmla="*/ 111 h 1768"/>
                <a:gd name="T62" fmla="*/ 48 w 1345"/>
                <a:gd name="T63" fmla="*/ 110 h 1768"/>
                <a:gd name="T64" fmla="*/ 42 w 1345"/>
                <a:gd name="T65" fmla="*/ 108 h 1768"/>
                <a:gd name="T66" fmla="*/ 26 w 1345"/>
                <a:gd name="T67" fmla="*/ 103 h 1768"/>
                <a:gd name="T68" fmla="*/ 9 w 1345"/>
                <a:gd name="T69" fmla="*/ 96 h 1768"/>
                <a:gd name="T70" fmla="*/ 3 w 1345"/>
                <a:gd name="T71" fmla="*/ 92 h 1768"/>
                <a:gd name="T72" fmla="*/ 0 w 1345"/>
                <a:gd name="T73" fmla="*/ 88 h 1768"/>
                <a:gd name="T74" fmla="*/ 0 w 1345"/>
                <a:gd name="T75" fmla="*/ 84 h 1768"/>
                <a:gd name="T76" fmla="*/ 5 w 1345"/>
                <a:gd name="T77" fmla="*/ 80 h 1768"/>
                <a:gd name="T78" fmla="*/ 15 w 1345"/>
                <a:gd name="T79" fmla="*/ 75 h 1768"/>
                <a:gd name="T80" fmla="*/ 29 w 1345"/>
                <a:gd name="T81" fmla="*/ 70 h 1768"/>
                <a:gd name="T82" fmla="*/ 55 w 1345"/>
                <a:gd name="T83" fmla="*/ 61 h 1768"/>
                <a:gd name="T84" fmla="*/ 68 w 1345"/>
                <a:gd name="T85" fmla="*/ 56 h 1768"/>
                <a:gd name="T86" fmla="*/ 78 w 1345"/>
                <a:gd name="T87" fmla="*/ 51 h 1768"/>
                <a:gd name="T88" fmla="*/ 83 w 1345"/>
                <a:gd name="T89" fmla="*/ 47 h 1768"/>
                <a:gd name="T90" fmla="*/ 82 w 1345"/>
                <a:gd name="T91" fmla="*/ 42 h 1768"/>
                <a:gd name="T92" fmla="*/ 75 w 1345"/>
                <a:gd name="T93" fmla="*/ 37 h 1768"/>
                <a:gd name="T94" fmla="*/ 64 w 1345"/>
                <a:gd name="T95" fmla="*/ 31 h 1768"/>
                <a:gd name="T96" fmla="*/ 47 w 1345"/>
                <a:gd name="T97" fmla="*/ 26 h 1768"/>
                <a:gd name="T98" fmla="*/ 26 w 1345"/>
                <a:gd name="T99" fmla="*/ 19 h 1768"/>
                <a:gd name="T100" fmla="*/ 14 w 1345"/>
                <a:gd name="T101" fmla="*/ 14 h 1768"/>
                <a:gd name="T102" fmla="*/ 5 w 1345"/>
                <a:gd name="T103" fmla="*/ 11 h 17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45"/>
                <a:gd name="T157" fmla="*/ 0 h 1768"/>
                <a:gd name="T158" fmla="*/ 1345 w 1345"/>
                <a:gd name="T159" fmla="*/ 1768 h 17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45" h="1768">
                  <a:moveTo>
                    <a:pt x="54" y="148"/>
                  </a:moveTo>
                  <a:lnTo>
                    <a:pt x="41" y="136"/>
                  </a:lnTo>
                  <a:lnTo>
                    <a:pt x="30" y="125"/>
                  </a:lnTo>
                  <a:lnTo>
                    <a:pt x="22" y="116"/>
                  </a:lnTo>
                  <a:lnTo>
                    <a:pt x="15" y="107"/>
                  </a:lnTo>
                  <a:lnTo>
                    <a:pt x="11" y="98"/>
                  </a:lnTo>
                  <a:lnTo>
                    <a:pt x="11" y="88"/>
                  </a:lnTo>
                  <a:lnTo>
                    <a:pt x="11" y="79"/>
                  </a:lnTo>
                  <a:lnTo>
                    <a:pt x="13" y="72"/>
                  </a:lnTo>
                  <a:lnTo>
                    <a:pt x="19" y="64"/>
                  </a:lnTo>
                  <a:lnTo>
                    <a:pt x="24" y="57"/>
                  </a:lnTo>
                  <a:lnTo>
                    <a:pt x="41" y="42"/>
                  </a:lnTo>
                  <a:lnTo>
                    <a:pt x="65" y="31"/>
                  </a:lnTo>
                  <a:lnTo>
                    <a:pt x="93" y="22"/>
                  </a:lnTo>
                  <a:lnTo>
                    <a:pt x="126" y="14"/>
                  </a:lnTo>
                  <a:lnTo>
                    <a:pt x="161" y="7"/>
                  </a:lnTo>
                  <a:lnTo>
                    <a:pt x="200" y="3"/>
                  </a:lnTo>
                  <a:lnTo>
                    <a:pt x="241" y="1"/>
                  </a:lnTo>
                  <a:lnTo>
                    <a:pt x="283" y="0"/>
                  </a:lnTo>
                  <a:lnTo>
                    <a:pt x="326" y="1"/>
                  </a:lnTo>
                  <a:lnTo>
                    <a:pt x="368" y="5"/>
                  </a:lnTo>
                  <a:lnTo>
                    <a:pt x="409" y="11"/>
                  </a:lnTo>
                  <a:lnTo>
                    <a:pt x="431" y="14"/>
                  </a:lnTo>
                  <a:lnTo>
                    <a:pt x="455" y="18"/>
                  </a:lnTo>
                  <a:lnTo>
                    <a:pt x="483" y="24"/>
                  </a:lnTo>
                  <a:lnTo>
                    <a:pt x="513" y="29"/>
                  </a:lnTo>
                  <a:lnTo>
                    <a:pt x="546" y="35"/>
                  </a:lnTo>
                  <a:lnTo>
                    <a:pt x="581" y="42"/>
                  </a:lnTo>
                  <a:lnTo>
                    <a:pt x="655" y="59"/>
                  </a:lnTo>
                  <a:lnTo>
                    <a:pt x="735" y="75"/>
                  </a:lnTo>
                  <a:lnTo>
                    <a:pt x="816" y="96"/>
                  </a:lnTo>
                  <a:lnTo>
                    <a:pt x="899" y="116"/>
                  </a:lnTo>
                  <a:lnTo>
                    <a:pt x="981" y="140"/>
                  </a:lnTo>
                  <a:lnTo>
                    <a:pt x="1058" y="164"/>
                  </a:lnTo>
                  <a:lnTo>
                    <a:pt x="1097" y="177"/>
                  </a:lnTo>
                  <a:lnTo>
                    <a:pt x="1132" y="190"/>
                  </a:lnTo>
                  <a:lnTo>
                    <a:pt x="1165" y="203"/>
                  </a:lnTo>
                  <a:lnTo>
                    <a:pt x="1197" y="218"/>
                  </a:lnTo>
                  <a:lnTo>
                    <a:pt x="1227" y="231"/>
                  </a:lnTo>
                  <a:lnTo>
                    <a:pt x="1254" y="246"/>
                  </a:lnTo>
                  <a:lnTo>
                    <a:pt x="1278" y="259"/>
                  </a:lnTo>
                  <a:lnTo>
                    <a:pt x="1299" y="273"/>
                  </a:lnTo>
                  <a:lnTo>
                    <a:pt x="1315" y="288"/>
                  </a:lnTo>
                  <a:lnTo>
                    <a:pt x="1328" y="303"/>
                  </a:lnTo>
                  <a:lnTo>
                    <a:pt x="1339" y="318"/>
                  </a:lnTo>
                  <a:lnTo>
                    <a:pt x="1345" y="334"/>
                  </a:lnTo>
                  <a:lnTo>
                    <a:pt x="1345" y="349"/>
                  </a:lnTo>
                  <a:lnTo>
                    <a:pt x="1341" y="364"/>
                  </a:lnTo>
                  <a:lnTo>
                    <a:pt x="1332" y="379"/>
                  </a:lnTo>
                  <a:lnTo>
                    <a:pt x="1315" y="395"/>
                  </a:lnTo>
                  <a:lnTo>
                    <a:pt x="1293" y="412"/>
                  </a:lnTo>
                  <a:lnTo>
                    <a:pt x="1265" y="429"/>
                  </a:lnTo>
                  <a:lnTo>
                    <a:pt x="1232" y="445"/>
                  </a:lnTo>
                  <a:lnTo>
                    <a:pt x="1193" y="464"/>
                  </a:lnTo>
                  <a:lnTo>
                    <a:pt x="1153" y="482"/>
                  </a:lnTo>
                  <a:lnTo>
                    <a:pt x="1106" y="501"/>
                  </a:lnTo>
                  <a:lnTo>
                    <a:pt x="1056" y="519"/>
                  </a:lnTo>
                  <a:lnTo>
                    <a:pt x="1003" y="538"/>
                  </a:lnTo>
                  <a:lnTo>
                    <a:pt x="949" y="556"/>
                  </a:lnTo>
                  <a:lnTo>
                    <a:pt x="892" y="577"/>
                  </a:lnTo>
                  <a:lnTo>
                    <a:pt x="773" y="615"/>
                  </a:lnTo>
                  <a:lnTo>
                    <a:pt x="651" y="656"/>
                  </a:lnTo>
                  <a:lnTo>
                    <a:pt x="531" y="697"/>
                  </a:lnTo>
                  <a:lnTo>
                    <a:pt x="472" y="719"/>
                  </a:lnTo>
                  <a:lnTo>
                    <a:pt x="415" y="739"/>
                  </a:lnTo>
                  <a:lnTo>
                    <a:pt x="359" y="760"/>
                  </a:lnTo>
                  <a:lnTo>
                    <a:pt x="307" y="780"/>
                  </a:lnTo>
                  <a:lnTo>
                    <a:pt x="257" y="802"/>
                  </a:lnTo>
                  <a:lnTo>
                    <a:pt x="209" y="823"/>
                  </a:lnTo>
                  <a:lnTo>
                    <a:pt x="167" y="843"/>
                  </a:lnTo>
                  <a:lnTo>
                    <a:pt x="128" y="863"/>
                  </a:lnTo>
                  <a:lnTo>
                    <a:pt x="95" y="884"/>
                  </a:lnTo>
                  <a:lnTo>
                    <a:pt x="65" y="904"/>
                  </a:lnTo>
                  <a:lnTo>
                    <a:pt x="41" y="924"/>
                  </a:lnTo>
                  <a:lnTo>
                    <a:pt x="24" y="945"/>
                  </a:lnTo>
                  <a:lnTo>
                    <a:pt x="13" y="965"/>
                  </a:lnTo>
                  <a:lnTo>
                    <a:pt x="9" y="985"/>
                  </a:lnTo>
                  <a:lnTo>
                    <a:pt x="13" y="1006"/>
                  </a:lnTo>
                  <a:lnTo>
                    <a:pt x="22" y="1026"/>
                  </a:lnTo>
                  <a:lnTo>
                    <a:pt x="37" y="1046"/>
                  </a:lnTo>
                  <a:lnTo>
                    <a:pt x="59" y="1069"/>
                  </a:lnTo>
                  <a:lnTo>
                    <a:pt x="85" y="1091"/>
                  </a:lnTo>
                  <a:lnTo>
                    <a:pt x="117" y="1111"/>
                  </a:lnTo>
                  <a:lnTo>
                    <a:pt x="154" y="1135"/>
                  </a:lnTo>
                  <a:lnTo>
                    <a:pt x="194" y="1157"/>
                  </a:lnTo>
                  <a:lnTo>
                    <a:pt x="237" y="1180"/>
                  </a:lnTo>
                  <a:lnTo>
                    <a:pt x="285" y="1202"/>
                  </a:lnTo>
                  <a:lnTo>
                    <a:pt x="335" y="1224"/>
                  </a:lnTo>
                  <a:lnTo>
                    <a:pt x="387" y="1248"/>
                  </a:lnTo>
                  <a:lnTo>
                    <a:pt x="440" y="1270"/>
                  </a:lnTo>
                  <a:lnTo>
                    <a:pt x="498" y="1292"/>
                  </a:lnTo>
                  <a:lnTo>
                    <a:pt x="612" y="1337"/>
                  </a:lnTo>
                  <a:lnTo>
                    <a:pt x="729" y="1381"/>
                  </a:lnTo>
                  <a:lnTo>
                    <a:pt x="844" y="1424"/>
                  </a:lnTo>
                  <a:lnTo>
                    <a:pt x="899" y="1444"/>
                  </a:lnTo>
                  <a:lnTo>
                    <a:pt x="955" y="1464"/>
                  </a:lnTo>
                  <a:lnTo>
                    <a:pt x="1006" y="1483"/>
                  </a:lnTo>
                  <a:lnTo>
                    <a:pt x="1055" y="1503"/>
                  </a:lnTo>
                  <a:lnTo>
                    <a:pt x="1103" y="1522"/>
                  </a:lnTo>
                  <a:lnTo>
                    <a:pt x="1145" y="1538"/>
                  </a:lnTo>
                  <a:lnTo>
                    <a:pt x="1186" y="1555"/>
                  </a:lnTo>
                  <a:lnTo>
                    <a:pt x="1221" y="1572"/>
                  </a:lnTo>
                  <a:lnTo>
                    <a:pt x="1252" y="1586"/>
                  </a:lnTo>
                  <a:lnTo>
                    <a:pt x="1278" y="1601"/>
                  </a:lnTo>
                  <a:lnTo>
                    <a:pt x="1299" y="1614"/>
                  </a:lnTo>
                  <a:lnTo>
                    <a:pt x="1313" y="1627"/>
                  </a:lnTo>
                  <a:lnTo>
                    <a:pt x="1325" y="1638"/>
                  </a:lnTo>
                  <a:lnTo>
                    <a:pt x="1330" y="1649"/>
                  </a:lnTo>
                  <a:lnTo>
                    <a:pt x="1336" y="1660"/>
                  </a:lnTo>
                  <a:lnTo>
                    <a:pt x="1336" y="1672"/>
                  </a:lnTo>
                  <a:lnTo>
                    <a:pt x="1334" y="1681"/>
                  </a:lnTo>
                  <a:lnTo>
                    <a:pt x="1330" y="1690"/>
                  </a:lnTo>
                  <a:lnTo>
                    <a:pt x="1323" y="1699"/>
                  </a:lnTo>
                  <a:lnTo>
                    <a:pt x="1313" y="1707"/>
                  </a:lnTo>
                  <a:lnTo>
                    <a:pt x="1302" y="1714"/>
                  </a:lnTo>
                  <a:lnTo>
                    <a:pt x="1289" y="1721"/>
                  </a:lnTo>
                  <a:lnTo>
                    <a:pt x="1275" y="1729"/>
                  </a:lnTo>
                  <a:lnTo>
                    <a:pt x="1258" y="1734"/>
                  </a:lnTo>
                  <a:lnTo>
                    <a:pt x="1219" y="1745"/>
                  </a:lnTo>
                  <a:lnTo>
                    <a:pt x="1175" y="1755"/>
                  </a:lnTo>
                  <a:lnTo>
                    <a:pt x="1127" y="1760"/>
                  </a:lnTo>
                  <a:lnTo>
                    <a:pt x="1077" y="1766"/>
                  </a:lnTo>
                  <a:lnTo>
                    <a:pt x="1025" y="1768"/>
                  </a:lnTo>
                  <a:lnTo>
                    <a:pt x="971" y="1768"/>
                  </a:lnTo>
                  <a:lnTo>
                    <a:pt x="919" y="1768"/>
                  </a:lnTo>
                  <a:lnTo>
                    <a:pt x="870" y="1762"/>
                  </a:lnTo>
                  <a:lnTo>
                    <a:pt x="821" y="1757"/>
                  </a:lnTo>
                  <a:lnTo>
                    <a:pt x="779" y="1749"/>
                  </a:lnTo>
                  <a:lnTo>
                    <a:pt x="757" y="1744"/>
                  </a:lnTo>
                  <a:lnTo>
                    <a:pt x="735" y="1738"/>
                  </a:lnTo>
                  <a:lnTo>
                    <a:pt x="709" y="1733"/>
                  </a:lnTo>
                  <a:lnTo>
                    <a:pt x="679" y="1725"/>
                  </a:lnTo>
                  <a:lnTo>
                    <a:pt x="620" y="1708"/>
                  </a:lnTo>
                  <a:lnTo>
                    <a:pt x="555" y="1690"/>
                  </a:lnTo>
                  <a:lnTo>
                    <a:pt x="485" y="1668"/>
                  </a:lnTo>
                  <a:lnTo>
                    <a:pt x="416" y="1644"/>
                  </a:lnTo>
                  <a:lnTo>
                    <a:pt x="346" y="1618"/>
                  </a:lnTo>
                  <a:lnTo>
                    <a:pt x="278" y="1592"/>
                  </a:lnTo>
                  <a:lnTo>
                    <a:pt x="213" y="1562"/>
                  </a:lnTo>
                  <a:lnTo>
                    <a:pt x="154" y="1533"/>
                  </a:lnTo>
                  <a:lnTo>
                    <a:pt x="128" y="1518"/>
                  </a:lnTo>
                  <a:lnTo>
                    <a:pt x="102" y="1501"/>
                  </a:lnTo>
                  <a:lnTo>
                    <a:pt x="80" y="1487"/>
                  </a:lnTo>
                  <a:lnTo>
                    <a:pt x="59" y="1470"/>
                  </a:lnTo>
                  <a:lnTo>
                    <a:pt x="41" y="1453"/>
                  </a:lnTo>
                  <a:lnTo>
                    <a:pt x="26" y="1438"/>
                  </a:lnTo>
                  <a:lnTo>
                    <a:pt x="15" y="1422"/>
                  </a:lnTo>
                  <a:lnTo>
                    <a:pt x="6" y="1405"/>
                  </a:lnTo>
                  <a:lnTo>
                    <a:pt x="2" y="1389"/>
                  </a:lnTo>
                  <a:lnTo>
                    <a:pt x="0" y="1374"/>
                  </a:lnTo>
                  <a:lnTo>
                    <a:pt x="2" y="1357"/>
                  </a:lnTo>
                  <a:lnTo>
                    <a:pt x="9" y="1340"/>
                  </a:lnTo>
                  <a:lnTo>
                    <a:pt x="22" y="1324"/>
                  </a:lnTo>
                  <a:lnTo>
                    <a:pt x="39" y="1307"/>
                  </a:lnTo>
                  <a:lnTo>
                    <a:pt x="65" y="1291"/>
                  </a:lnTo>
                  <a:lnTo>
                    <a:pt x="93" y="1272"/>
                  </a:lnTo>
                  <a:lnTo>
                    <a:pt x="128" y="1255"/>
                  </a:lnTo>
                  <a:lnTo>
                    <a:pt x="167" y="1237"/>
                  </a:lnTo>
                  <a:lnTo>
                    <a:pt x="209" y="1218"/>
                  </a:lnTo>
                  <a:lnTo>
                    <a:pt x="255" y="1198"/>
                  </a:lnTo>
                  <a:lnTo>
                    <a:pt x="305" y="1180"/>
                  </a:lnTo>
                  <a:lnTo>
                    <a:pt x="359" y="1159"/>
                  </a:lnTo>
                  <a:lnTo>
                    <a:pt x="413" y="1141"/>
                  </a:lnTo>
                  <a:lnTo>
                    <a:pt x="470" y="1120"/>
                  </a:lnTo>
                  <a:lnTo>
                    <a:pt x="588" y="1080"/>
                  </a:lnTo>
                  <a:lnTo>
                    <a:pt x="709" y="1039"/>
                  </a:lnTo>
                  <a:lnTo>
                    <a:pt x="827" y="998"/>
                  </a:lnTo>
                  <a:lnTo>
                    <a:pt x="884" y="978"/>
                  </a:lnTo>
                  <a:lnTo>
                    <a:pt x="942" y="958"/>
                  </a:lnTo>
                  <a:lnTo>
                    <a:pt x="995" y="937"/>
                  </a:lnTo>
                  <a:lnTo>
                    <a:pt x="1049" y="917"/>
                  </a:lnTo>
                  <a:lnTo>
                    <a:pt x="1097" y="897"/>
                  </a:lnTo>
                  <a:lnTo>
                    <a:pt x="1143" y="876"/>
                  </a:lnTo>
                  <a:lnTo>
                    <a:pt x="1186" y="856"/>
                  </a:lnTo>
                  <a:lnTo>
                    <a:pt x="1223" y="836"/>
                  </a:lnTo>
                  <a:lnTo>
                    <a:pt x="1258" y="815"/>
                  </a:lnTo>
                  <a:lnTo>
                    <a:pt x="1286" y="795"/>
                  </a:lnTo>
                  <a:lnTo>
                    <a:pt x="1310" y="776"/>
                  </a:lnTo>
                  <a:lnTo>
                    <a:pt x="1326" y="756"/>
                  </a:lnTo>
                  <a:lnTo>
                    <a:pt x="1337" y="738"/>
                  </a:lnTo>
                  <a:lnTo>
                    <a:pt x="1341" y="719"/>
                  </a:lnTo>
                  <a:lnTo>
                    <a:pt x="1339" y="701"/>
                  </a:lnTo>
                  <a:lnTo>
                    <a:pt x="1330" y="682"/>
                  </a:lnTo>
                  <a:lnTo>
                    <a:pt x="1315" y="662"/>
                  </a:lnTo>
                  <a:lnTo>
                    <a:pt x="1295" y="643"/>
                  </a:lnTo>
                  <a:lnTo>
                    <a:pt x="1269" y="623"/>
                  </a:lnTo>
                  <a:lnTo>
                    <a:pt x="1238" y="603"/>
                  </a:lnTo>
                  <a:lnTo>
                    <a:pt x="1204" y="582"/>
                  </a:lnTo>
                  <a:lnTo>
                    <a:pt x="1165" y="564"/>
                  </a:lnTo>
                  <a:lnTo>
                    <a:pt x="1123" y="543"/>
                  </a:lnTo>
                  <a:lnTo>
                    <a:pt x="1077" y="523"/>
                  </a:lnTo>
                  <a:lnTo>
                    <a:pt x="1029" y="503"/>
                  </a:lnTo>
                  <a:lnTo>
                    <a:pt x="979" y="482"/>
                  </a:lnTo>
                  <a:lnTo>
                    <a:pt x="925" y="462"/>
                  </a:lnTo>
                  <a:lnTo>
                    <a:pt x="871" y="443"/>
                  </a:lnTo>
                  <a:lnTo>
                    <a:pt x="759" y="403"/>
                  </a:lnTo>
                  <a:lnTo>
                    <a:pt x="644" y="366"/>
                  </a:lnTo>
                  <a:lnTo>
                    <a:pt x="531" y="329"/>
                  </a:lnTo>
                  <a:lnTo>
                    <a:pt x="476" y="310"/>
                  </a:lnTo>
                  <a:lnTo>
                    <a:pt x="422" y="294"/>
                  </a:lnTo>
                  <a:lnTo>
                    <a:pt x="372" y="275"/>
                  </a:lnTo>
                  <a:lnTo>
                    <a:pt x="322" y="259"/>
                  </a:lnTo>
                  <a:lnTo>
                    <a:pt x="274" y="244"/>
                  </a:lnTo>
                  <a:lnTo>
                    <a:pt x="231" y="227"/>
                  </a:lnTo>
                  <a:lnTo>
                    <a:pt x="191" y="212"/>
                  </a:lnTo>
                  <a:lnTo>
                    <a:pt x="154" y="197"/>
                  </a:lnTo>
                  <a:lnTo>
                    <a:pt x="122" y="185"/>
                  </a:lnTo>
                  <a:lnTo>
                    <a:pt x="95" y="172"/>
                  </a:lnTo>
                  <a:lnTo>
                    <a:pt x="71" y="159"/>
                  </a:lnTo>
                  <a:lnTo>
                    <a:pt x="54" y="148"/>
                  </a:lnTo>
                  <a:close/>
                </a:path>
              </a:pathLst>
            </a:custGeom>
            <a:noFill/>
            <a:ln w="17463">
              <a:solidFill>
                <a:srgbClr val="3333CC"/>
              </a:solidFill>
              <a:round/>
              <a:headEnd/>
              <a:tailEnd/>
            </a:ln>
          </p:spPr>
          <p:txBody>
            <a:bodyPr/>
            <a:lstStyle/>
            <a:p>
              <a:endParaRPr lang="zh-CN" altLang="en-US"/>
            </a:p>
          </p:txBody>
        </p:sp>
        <p:sp>
          <p:nvSpPr>
            <p:cNvPr id="42012" name="Freeform 444"/>
            <p:cNvSpPr>
              <a:spLocks/>
            </p:cNvSpPr>
            <p:nvPr/>
          </p:nvSpPr>
          <p:spPr bwMode="auto">
            <a:xfrm>
              <a:off x="3787" y="1532"/>
              <a:ext cx="672" cy="884"/>
            </a:xfrm>
            <a:custGeom>
              <a:avLst/>
              <a:gdLst>
                <a:gd name="T0" fmla="*/ 82 w 1345"/>
                <a:gd name="T1" fmla="*/ 7 h 1768"/>
                <a:gd name="T2" fmla="*/ 83 w 1345"/>
                <a:gd name="T3" fmla="*/ 5 h 1768"/>
                <a:gd name="T4" fmla="*/ 81 w 1345"/>
                <a:gd name="T5" fmla="*/ 3 h 1768"/>
                <a:gd name="T6" fmla="*/ 74 w 1345"/>
                <a:gd name="T7" fmla="*/ 1 h 1768"/>
                <a:gd name="T8" fmla="*/ 63 w 1345"/>
                <a:gd name="T9" fmla="*/ 1 h 1768"/>
                <a:gd name="T10" fmla="*/ 55 w 1345"/>
                <a:gd name="T11" fmla="*/ 2 h 1768"/>
                <a:gd name="T12" fmla="*/ 47 w 1345"/>
                <a:gd name="T13" fmla="*/ 3 h 1768"/>
                <a:gd name="T14" fmla="*/ 27 w 1345"/>
                <a:gd name="T15" fmla="*/ 7 h 1768"/>
                <a:gd name="T16" fmla="*/ 13 w 1345"/>
                <a:gd name="T17" fmla="*/ 12 h 1768"/>
                <a:gd name="T18" fmla="*/ 5 w 1345"/>
                <a:gd name="T19" fmla="*/ 15 h 1768"/>
                <a:gd name="T20" fmla="*/ 1 w 1345"/>
                <a:gd name="T21" fmla="*/ 19 h 1768"/>
                <a:gd name="T22" fmla="*/ 0 w 1345"/>
                <a:gd name="T23" fmla="*/ 23 h 1768"/>
                <a:gd name="T24" fmla="*/ 5 w 1345"/>
                <a:gd name="T25" fmla="*/ 27 h 1768"/>
                <a:gd name="T26" fmla="*/ 14 w 1345"/>
                <a:gd name="T27" fmla="*/ 31 h 1768"/>
                <a:gd name="T28" fmla="*/ 28 w 1345"/>
                <a:gd name="T29" fmla="*/ 37 h 1768"/>
                <a:gd name="T30" fmla="*/ 54 w 1345"/>
                <a:gd name="T31" fmla="*/ 45 h 1768"/>
                <a:gd name="T32" fmla="*/ 68 w 1345"/>
                <a:gd name="T33" fmla="*/ 51 h 1768"/>
                <a:gd name="T34" fmla="*/ 78 w 1345"/>
                <a:gd name="T35" fmla="*/ 55 h 1768"/>
                <a:gd name="T36" fmla="*/ 83 w 1345"/>
                <a:gd name="T37" fmla="*/ 60 h 1768"/>
                <a:gd name="T38" fmla="*/ 81 w 1345"/>
                <a:gd name="T39" fmla="*/ 66 h 1768"/>
                <a:gd name="T40" fmla="*/ 74 w 1345"/>
                <a:gd name="T41" fmla="*/ 71 h 1768"/>
                <a:gd name="T42" fmla="*/ 63 w 1345"/>
                <a:gd name="T43" fmla="*/ 77 h 1768"/>
                <a:gd name="T44" fmla="*/ 45 w 1345"/>
                <a:gd name="T45" fmla="*/ 84 h 1768"/>
                <a:gd name="T46" fmla="*/ 24 w 1345"/>
                <a:gd name="T47" fmla="*/ 92 h 1768"/>
                <a:gd name="T48" fmla="*/ 12 w 1345"/>
                <a:gd name="T49" fmla="*/ 97 h 1768"/>
                <a:gd name="T50" fmla="*/ 4 w 1345"/>
                <a:gd name="T51" fmla="*/ 101 h 1768"/>
                <a:gd name="T52" fmla="*/ 0 w 1345"/>
                <a:gd name="T53" fmla="*/ 104 h 1768"/>
                <a:gd name="T54" fmla="*/ 0 w 1345"/>
                <a:gd name="T55" fmla="*/ 106 h 1768"/>
                <a:gd name="T56" fmla="*/ 3 w 1345"/>
                <a:gd name="T57" fmla="*/ 108 h 1768"/>
                <a:gd name="T58" fmla="*/ 10 w 1345"/>
                <a:gd name="T59" fmla="*/ 110 h 1768"/>
                <a:gd name="T60" fmla="*/ 23 w 1345"/>
                <a:gd name="T61" fmla="*/ 111 h 1768"/>
                <a:gd name="T62" fmla="*/ 35 w 1345"/>
                <a:gd name="T63" fmla="*/ 110 h 1768"/>
                <a:gd name="T64" fmla="*/ 41 w 1345"/>
                <a:gd name="T65" fmla="*/ 108 h 1768"/>
                <a:gd name="T66" fmla="*/ 58 w 1345"/>
                <a:gd name="T67" fmla="*/ 103 h 1768"/>
                <a:gd name="T68" fmla="*/ 74 w 1345"/>
                <a:gd name="T69" fmla="*/ 96 h 1768"/>
                <a:gd name="T70" fmla="*/ 80 w 1345"/>
                <a:gd name="T71" fmla="*/ 92 h 1768"/>
                <a:gd name="T72" fmla="*/ 83 w 1345"/>
                <a:gd name="T73" fmla="*/ 88 h 1768"/>
                <a:gd name="T74" fmla="*/ 83 w 1345"/>
                <a:gd name="T75" fmla="*/ 84 h 1768"/>
                <a:gd name="T76" fmla="*/ 78 w 1345"/>
                <a:gd name="T77" fmla="*/ 80 h 1768"/>
                <a:gd name="T78" fmla="*/ 68 w 1345"/>
                <a:gd name="T79" fmla="*/ 75 h 1768"/>
                <a:gd name="T80" fmla="*/ 54 w 1345"/>
                <a:gd name="T81" fmla="*/ 71 h 1768"/>
                <a:gd name="T82" fmla="*/ 28 w 1345"/>
                <a:gd name="T83" fmla="*/ 61 h 1768"/>
                <a:gd name="T84" fmla="*/ 15 w 1345"/>
                <a:gd name="T85" fmla="*/ 56 h 1768"/>
                <a:gd name="T86" fmla="*/ 5 w 1345"/>
                <a:gd name="T87" fmla="*/ 51 h 1768"/>
                <a:gd name="T88" fmla="*/ 0 w 1345"/>
                <a:gd name="T89" fmla="*/ 47 h 1768"/>
                <a:gd name="T90" fmla="*/ 1 w 1345"/>
                <a:gd name="T91" fmla="*/ 42 h 1768"/>
                <a:gd name="T92" fmla="*/ 8 w 1345"/>
                <a:gd name="T93" fmla="*/ 37 h 1768"/>
                <a:gd name="T94" fmla="*/ 19 w 1345"/>
                <a:gd name="T95" fmla="*/ 31 h 1768"/>
                <a:gd name="T96" fmla="*/ 36 w 1345"/>
                <a:gd name="T97" fmla="*/ 26 h 1768"/>
                <a:gd name="T98" fmla="*/ 57 w 1345"/>
                <a:gd name="T99" fmla="*/ 19 h 1768"/>
                <a:gd name="T100" fmla="*/ 69 w 1345"/>
                <a:gd name="T101" fmla="*/ 14 h 1768"/>
                <a:gd name="T102" fmla="*/ 78 w 1345"/>
                <a:gd name="T103" fmla="*/ 11 h 17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45"/>
                <a:gd name="T157" fmla="*/ 0 h 1768"/>
                <a:gd name="T158" fmla="*/ 1345 w 1345"/>
                <a:gd name="T159" fmla="*/ 1768 h 17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45" h="1768">
                  <a:moveTo>
                    <a:pt x="1291" y="148"/>
                  </a:moveTo>
                  <a:lnTo>
                    <a:pt x="1304" y="137"/>
                  </a:lnTo>
                  <a:lnTo>
                    <a:pt x="1315" y="126"/>
                  </a:lnTo>
                  <a:lnTo>
                    <a:pt x="1323" y="117"/>
                  </a:lnTo>
                  <a:lnTo>
                    <a:pt x="1330" y="107"/>
                  </a:lnTo>
                  <a:lnTo>
                    <a:pt x="1334" y="98"/>
                  </a:lnTo>
                  <a:lnTo>
                    <a:pt x="1334" y="89"/>
                  </a:lnTo>
                  <a:lnTo>
                    <a:pt x="1334" y="80"/>
                  </a:lnTo>
                  <a:lnTo>
                    <a:pt x="1332" y="72"/>
                  </a:lnTo>
                  <a:lnTo>
                    <a:pt x="1326" y="65"/>
                  </a:lnTo>
                  <a:lnTo>
                    <a:pt x="1321" y="57"/>
                  </a:lnTo>
                  <a:lnTo>
                    <a:pt x="1304" y="43"/>
                  </a:lnTo>
                  <a:lnTo>
                    <a:pt x="1280" y="31"/>
                  </a:lnTo>
                  <a:lnTo>
                    <a:pt x="1252" y="22"/>
                  </a:lnTo>
                  <a:lnTo>
                    <a:pt x="1219" y="15"/>
                  </a:lnTo>
                  <a:lnTo>
                    <a:pt x="1184" y="7"/>
                  </a:lnTo>
                  <a:lnTo>
                    <a:pt x="1145" y="4"/>
                  </a:lnTo>
                  <a:lnTo>
                    <a:pt x="1105" y="2"/>
                  </a:lnTo>
                  <a:lnTo>
                    <a:pt x="1062" y="0"/>
                  </a:lnTo>
                  <a:lnTo>
                    <a:pt x="1019" y="2"/>
                  </a:lnTo>
                  <a:lnTo>
                    <a:pt x="977" y="6"/>
                  </a:lnTo>
                  <a:lnTo>
                    <a:pt x="936" y="11"/>
                  </a:lnTo>
                  <a:lnTo>
                    <a:pt x="914" y="15"/>
                  </a:lnTo>
                  <a:lnTo>
                    <a:pt x="890" y="19"/>
                  </a:lnTo>
                  <a:lnTo>
                    <a:pt x="862" y="24"/>
                  </a:lnTo>
                  <a:lnTo>
                    <a:pt x="833" y="30"/>
                  </a:lnTo>
                  <a:lnTo>
                    <a:pt x="799" y="35"/>
                  </a:lnTo>
                  <a:lnTo>
                    <a:pt x="764" y="43"/>
                  </a:lnTo>
                  <a:lnTo>
                    <a:pt x="690" y="59"/>
                  </a:lnTo>
                  <a:lnTo>
                    <a:pt x="611" y="76"/>
                  </a:lnTo>
                  <a:lnTo>
                    <a:pt x="529" y="96"/>
                  </a:lnTo>
                  <a:lnTo>
                    <a:pt x="446" y="117"/>
                  </a:lnTo>
                  <a:lnTo>
                    <a:pt x="365" y="141"/>
                  </a:lnTo>
                  <a:lnTo>
                    <a:pt x="287" y="165"/>
                  </a:lnTo>
                  <a:lnTo>
                    <a:pt x="248" y="178"/>
                  </a:lnTo>
                  <a:lnTo>
                    <a:pt x="213" y="191"/>
                  </a:lnTo>
                  <a:lnTo>
                    <a:pt x="180" y="203"/>
                  </a:lnTo>
                  <a:lnTo>
                    <a:pt x="148" y="218"/>
                  </a:lnTo>
                  <a:lnTo>
                    <a:pt x="119" y="231"/>
                  </a:lnTo>
                  <a:lnTo>
                    <a:pt x="91" y="246"/>
                  </a:lnTo>
                  <a:lnTo>
                    <a:pt x="67" y="259"/>
                  </a:lnTo>
                  <a:lnTo>
                    <a:pt x="47" y="274"/>
                  </a:lnTo>
                  <a:lnTo>
                    <a:pt x="30" y="289"/>
                  </a:lnTo>
                  <a:lnTo>
                    <a:pt x="17" y="303"/>
                  </a:lnTo>
                  <a:lnTo>
                    <a:pt x="6" y="318"/>
                  </a:lnTo>
                  <a:lnTo>
                    <a:pt x="0" y="335"/>
                  </a:lnTo>
                  <a:lnTo>
                    <a:pt x="0" y="350"/>
                  </a:lnTo>
                  <a:lnTo>
                    <a:pt x="4" y="364"/>
                  </a:lnTo>
                  <a:lnTo>
                    <a:pt x="13" y="379"/>
                  </a:lnTo>
                  <a:lnTo>
                    <a:pt x="30" y="396"/>
                  </a:lnTo>
                  <a:lnTo>
                    <a:pt x="52" y="412"/>
                  </a:lnTo>
                  <a:lnTo>
                    <a:pt x="80" y="429"/>
                  </a:lnTo>
                  <a:lnTo>
                    <a:pt x="113" y="446"/>
                  </a:lnTo>
                  <a:lnTo>
                    <a:pt x="152" y="464"/>
                  </a:lnTo>
                  <a:lnTo>
                    <a:pt x="194" y="483"/>
                  </a:lnTo>
                  <a:lnTo>
                    <a:pt x="239" y="501"/>
                  </a:lnTo>
                  <a:lnTo>
                    <a:pt x="289" y="520"/>
                  </a:lnTo>
                  <a:lnTo>
                    <a:pt x="342" y="538"/>
                  </a:lnTo>
                  <a:lnTo>
                    <a:pt x="396" y="557"/>
                  </a:lnTo>
                  <a:lnTo>
                    <a:pt x="453" y="577"/>
                  </a:lnTo>
                  <a:lnTo>
                    <a:pt x="572" y="616"/>
                  </a:lnTo>
                  <a:lnTo>
                    <a:pt x="694" y="657"/>
                  </a:lnTo>
                  <a:lnTo>
                    <a:pt x="814" y="697"/>
                  </a:lnTo>
                  <a:lnTo>
                    <a:pt x="873" y="719"/>
                  </a:lnTo>
                  <a:lnTo>
                    <a:pt x="931" y="740"/>
                  </a:lnTo>
                  <a:lnTo>
                    <a:pt x="986" y="760"/>
                  </a:lnTo>
                  <a:lnTo>
                    <a:pt x="1038" y="781"/>
                  </a:lnTo>
                  <a:lnTo>
                    <a:pt x="1088" y="803"/>
                  </a:lnTo>
                  <a:lnTo>
                    <a:pt x="1136" y="823"/>
                  </a:lnTo>
                  <a:lnTo>
                    <a:pt x="1178" y="843"/>
                  </a:lnTo>
                  <a:lnTo>
                    <a:pt x="1217" y="864"/>
                  </a:lnTo>
                  <a:lnTo>
                    <a:pt x="1251" y="884"/>
                  </a:lnTo>
                  <a:lnTo>
                    <a:pt x="1280" y="904"/>
                  </a:lnTo>
                  <a:lnTo>
                    <a:pt x="1304" y="925"/>
                  </a:lnTo>
                  <a:lnTo>
                    <a:pt x="1321" y="945"/>
                  </a:lnTo>
                  <a:lnTo>
                    <a:pt x="1332" y="965"/>
                  </a:lnTo>
                  <a:lnTo>
                    <a:pt x="1336" y="986"/>
                  </a:lnTo>
                  <a:lnTo>
                    <a:pt x="1332" y="1006"/>
                  </a:lnTo>
                  <a:lnTo>
                    <a:pt x="1323" y="1026"/>
                  </a:lnTo>
                  <a:lnTo>
                    <a:pt x="1308" y="1047"/>
                  </a:lnTo>
                  <a:lnTo>
                    <a:pt x="1286" y="1069"/>
                  </a:lnTo>
                  <a:lnTo>
                    <a:pt x="1260" y="1091"/>
                  </a:lnTo>
                  <a:lnTo>
                    <a:pt x="1228" y="1112"/>
                  </a:lnTo>
                  <a:lnTo>
                    <a:pt x="1191" y="1136"/>
                  </a:lnTo>
                  <a:lnTo>
                    <a:pt x="1151" y="1158"/>
                  </a:lnTo>
                  <a:lnTo>
                    <a:pt x="1108" y="1180"/>
                  </a:lnTo>
                  <a:lnTo>
                    <a:pt x="1060" y="1202"/>
                  </a:lnTo>
                  <a:lnTo>
                    <a:pt x="1010" y="1224"/>
                  </a:lnTo>
                  <a:lnTo>
                    <a:pt x="958" y="1248"/>
                  </a:lnTo>
                  <a:lnTo>
                    <a:pt x="905" y="1271"/>
                  </a:lnTo>
                  <a:lnTo>
                    <a:pt x="847" y="1293"/>
                  </a:lnTo>
                  <a:lnTo>
                    <a:pt x="733" y="1337"/>
                  </a:lnTo>
                  <a:lnTo>
                    <a:pt x="616" y="1382"/>
                  </a:lnTo>
                  <a:lnTo>
                    <a:pt x="502" y="1424"/>
                  </a:lnTo>
                  <a:lnTo>
                    <a:pt x="446" y="1444"/>
                  </a:lnTo>
                  <a:lnTo>
                    <a:pt x="392" y="1465"/>
                  </a:lnTo>
                  <a:lnTo>
                    <a:pt x="339" y="1483"/>
                  </a:lnTo>
                  <a:lnTo>
                    <a:pt x="291" y="1504"/>
                  </a:lnTo>
                  <a:lnTo>
                    <a:pt x="243" y="1522"/>
                  </a:lnTo>
                  <a:lnTo>
                    <a:pt x="200" y="1539"/>
                  </a:lnTo>
                  <a:lnTo>
                    <a:pt x="159" y="1555"/>
                  </a:lnTo>
                  <a:lnTo>
                    <a:pt x="124" y="1572"/>
                  </a:lnTo>
                  <a:lnTo>
                    <a:pt x="93" y="1587"/>
                  </a:lnTo>
                  <a:lnTo>
                    <a:pt x="67" y="1602"/>
                  </a:lnTo>
                  <a:lnTo>
                    <a:pt x="47" y="1615"/>
                  </a:lnTo>
                  <a:lnTo>
                    <a:pt x="32" y="1628"/>
                  </a:lnTo>
                  <a:lnTo>
                    <a:pt x="21" y="1639"/>
                  </a:lnTo>
                  <a:lnTo>
                    <a:pt x="15" y="1650"/>
                  </a:lnTo>
                  <a:lnTo>
                    <a:pt x="10" y="1661"/>
                  </a:lnTo>
                  <a:lnTo>
                    <a:pt x="10" y="1672"/>
                  </a:lnTo>
                  <a:lnTo>
                    <a:pt x="11" y="1681"/>
                  </a:lnTo>
                  <a:lnTo>
                    <a:pt x="15" y="1690"/>
                  </a:lnTo>
                  <a:lnTo>
                    <a:pt x="22" y="1700"/>
                  </a:lnTo>
                  <a:lnTo>
                    <a:pt x="32" y="1707"/>
                  </a:lnTo>
                  <a:lnTo>
                    <a:pt x="43" y="1714"/>
                  </a:lnTo>
                  <a:lnTo>
                    <a:pt x="56" y="1722"/>
                  </a:lnTo>
                  <a:lnTo>
                    <a:pt x="71" y="1729"/>
                  </a:lnTo>
                  <a:lnTo>
                    <a:pt x="87" y="1735"/>
                  </a:lnTo>
                  <a:lnTo>
                    <a:pt x="126" y="1746"/>
                  </a:lnTo>
                  <a:lnTo>
                    <a:pt x="170" y="1755"/>
                  </a:lnTo>
                  <a:lnTo>
                    <a:pt x="219" y="1761"/>
                  </a:lnTo>
                  <a:lnTo>
                    <a:pt x="268" y="1766"/>
                  </a:lnTo>
                  <a:lnTo>
                    <a:pt x="320" y="1768"/>
                  </a:lnTo>
                  <a:lnTo>
                    <a:pt x="374" y="1768"/>
                  </a:lnTo>
                  <a:lnTo>
                    <a:pt x="426" y="1768"/>
                  </a:lnTo>
                  <a:lnTo>
                    <a:pt x="476" y="1763"/>
                  </a:lnTo>
                  <a:lnTo>
                    <a:pt x="524" y="1757"/>
                  </a:lnTo>
                  <a:lnTo>
                    <a:pt x="566" y="1750"/>
                  </a:lnTo>
                  <a:lnTo>
                    <a:pt x="588" y="1744"/>
                  </a:lnTo>
                  <a:lnTo>
                    <a:pt x="613" y="1739"/>
                  </a:lnTo>
                  <a:lnTo>
                    <a:pt x="638" y="1733"/>
                  </a:lnTo>
                  <a:lnTo>
                    <a:pt x="666" y="1726"/>
                  </a:lnTo>
                  <a:lnTo>
                    <a:pt x="725" y="1709"/>
                  </a:lnTo>
                  <a:lnTo>
                    <a:pt x="792" y="1690"/>
                  </a:lnTo>
                  <a:lnTo>
                    <a:pt x="860" y="1668"/>
                  </a:lnTo>
                  <a:lnTo>
                    <a:pt x="931" y="1644"/>
                  </a:lnTo>
                  <a:lnTo>
                    <a:pt x="999" y="1618"/>
                  </a:lnTo>
                  <a:lnTo>
                    <a:pt x="1068" y="1592"/>
                  </a:lnTo>
                  <a:lnTo>
                    <a:pt x="1132" y="1563"/>
                  </a:lnTo>
                  <a:lnTo>
                    <a:pt x="1191" y="1533"/>
                  </a:lnTo>
                  <a:lnTo>
                    <a:pt x="1217" y="1518"/>
                  </a:lnTo>
                  <a:lnTo>
                    <a:pt x="1243" y="1502"/>
                  </a:lnTo>
                  <a:lnTo>
                    <a:pt x="1265" y="1487"/>
                  </a:lnTo>
                  <a:lnTo>
                    <a:pt x="1286" y="1470"/>
                  </a:lnTo>
                  <a:lnTo>
                    <a:pt x="1304" y="1454"/>
                  </a:lnTo>
                  <a:lnTo>
                    <a:pt x="1319" y="1439"/>
                  </a:lnTo>
                  <a:lnTo>
                    <a:pt x="1330" y="1422"/>
                  </a:lnTo>
                  <a:lnTo>
                    <a:pt x="1339" y="1406"/>
                  </a:lnTo>
                  <a:lnTo>
                    <a:pt x="1343" y="1389"/>
                  </a:lnTo>
                  <a:lnTo>
                    <a:pt x="1345" y="1374"/>
                  </a:lnTo>
                  <a:lnTo>
                    <a:pt x="1343" y="1358"/>
                  </a:lnTo>
                  <a:lnTo>
                    <a:pt x="1336" y="1341"/>
                  </a:lnTo>
                  <a:lnTo>
                    <a:pt x="1323" y="1324"/>
                  </a:lnTo>
                  <a:lnTo>
                    <a:pt x="1306" y="1308"/>
                  </a:lnTo>
                  <a:lnTo>
                    <a:pt x="1282" y="1291"/>
                  </a:lnTo>
                  <a:lnTo>
                    <a:pt x="1252" y="1272"/>
                  </a:lnTo>
                  <a:lnTo>
                    <a:pt x="1217" y="1256"/>
                  </a:lnTo>
                  <a:lnTo>
                    <a:pt x="1178" y="1237"/>
                  </a:lnTo>
                  <a:lnTo>
                    <a:pt x="1136" y="1219"/>
                  </a:lnTo>
                  <a:lnTo>
                    <a:pt x="1090" y="1198"/>
                  </a:lnTo>
                  <a:lnTo>
                    <a:pt x="1040" y="1180"/>
                  </a:lnTo>
                  <a:lnTo>
                    <a:pt x="986" y="1160"/>
                  </a:lnTo>
                  <a:lnTo>
                    <a:pt x="932" y="1141"/>
                  </a:lnTo>
                  <a:lnTo>
                    <a:pt x="875" y="1121"/>
                  </a:lnTo>
                  <a:lnTo>
                    <a:pt x="757" y="1080"/>
                  </a:lnTo>
                  <a:lnTo>
                    <a:pt x="637" y="1039"/>
                  </a:lnTo>
                  <a:lnTo>
                    <a:pt x="518" y="999"/>
                  </a:lnTo>
                  <a:lnTo>
                    <a:pt x="461" y="978"/>
                  </a:lnTo>
                  <a:lnTo>
                    <a:pt x="403" y="958"/>
                  </a:lnTo>
                  <a:lnTo>
                    <a:pt x="350" y="938"/>
                  </a:lnTo>
                  <a:lnTo>
                    <a:pt x="298" y="917"/>
                  </a:lnTo>
                  <a:lnTo>
                    <a:pt x="248" y="897"/>
                  </a:lnTo>
                  <a:lnTo>
                    <a:pt x="202" y="877"/>
                  </a:lnTo>
                  <a:lnTo>
                    <a:pt x="159" y="856"/>
                  </a:lnTo>
                  <a:lnTo>
                    <a:pt x="122" y="836"/>
                  </a:lnTo>
                  <a:lnTo>
                    <a:pt x="87" y="816"/>
                  </a:lnTo>
                  <a:lnTo>
                    <a:pt x="59" y="795"/>
                  </a:lnTo>
                  <a:lnTo>
                    <a:pt x="37" y="777"/>
                  </a:lnTo>
                  <a:lnTo>
                    <a:pt x="19" y="756"/>
                  </a:lnTo>
                  <a:lnTo>
                    <a:pt x="8" y="738"/>
                  </a:lnTo>
                  <a:lnTo>
                    <a:pt x="4" y="719"/>
                  </a:lnTo>
                  <a:lnTo>
                    <a:pt x="6" y="701"/>
                  </a:lnTo>
                  <a:lnTo>
                    <a:pt x="15" y="682"/>
                  </a:lnTo>
                  <a:lnTo>
                    <a:pt x="30" y="662"/>
                  </a:lnTo>
                  <a:lnTo>
                    <a:pt x="50" y="644"/>
                  </a:lnTo>
                  <a:lnTo>
                    <a:pt x="76" y="623"/>
                  </a:lnTo>
                  <a:lnTo>
                    <a:pt x="108" y="603"/>
                  </a:lnTo>
                  <a:lnTo>
                    <a:pt x="141" y="583"/>
                  </a:lnTo>
                  <a:lnTo>
                    <a:pt x="180" y="564"/>
                  </a:lnTo>
                  <a:lnTo>
                    <a:pt x="222" y="544"/>
                  </a:lnTo>
                  <a:lnTo>
                    <a:pt x="268" y="523"/>
                  </a:lnTo>
                  <a:lnTo>
                    <a:pt x="317" y="503"/>
                  </a:lnTo>
                  <a:lnTo>
                    <a:pt x="367" y="483"/>
                  </a:lnTo>
                  <a:lnTo>
                    <a:pt x="420" y="462"/>
                  </a:lnTo>
                  <a:lnTo>
                    <a:pt x="474" y="444"/>
                  </a:lnTo>
                  <a:lnTo>
                    <a:pt x="587" y="403"/>
                  </a:lnTo>
                  <a:lnTo>
                    <a:pt x="701" y="366"/>
                  </a:lnTo>
                  <a:lnTo>
                    <a:pt x="814" y="329"/>
                  </a:lnTo>
                  <a:lnTo>
                    <a:pt x="870" y="311"/>
                  </a:lnTo>
                  <a:lnTo>
                    <a:pt x="923" y="294"/>
                  </a:lnTo>
                  <a:lnTo>
                    <a:pt x="975" y="276"/>
                  </a:lnTo>
                  <a:lnTo>
                    <a:pt x="1023" y="259"/>
                  </a:lnTo>
                  <a:lnTo>
                    <a:pt x="1071" y="244"/>
                  </a:lnTo>
                  <a:lnTo>
                    <a:pt x="1114" y="228"/>
                  </a:lnTo>
                  <a:lnTo>
                    <a:pt x="1154" y="213"/>
                  </a:lnTo>
                  <a:lnTo>
                    <a:pt x="1191" y="198"/>
                  </a:lnTo>
                  <a:lnTo>
                    <a:pt x="1223" y="185"/>
                  </a:lnTo>
                  <a:lnTo>
                    <a:pt x="1251" y="172"/>
                  </a:lnTo>
                  <a:lnTo>
                    <a:pt x="1275" y="159"/>
                  </a:lnTo>
                  <a:lnTo>
                    <a:pt x="1291" y="148"/>
                  </a:lnTo>
                  <a:close/>
                </a:path>
              </a:pathLst>
            </a:custGeom>
            <a:noFill/>
            <a:ln w="17463">
              <a:solidFill>
                <a:srgbClr val="3333CC"/>
              </a:solidFill>
              <a:round/>
              <a:headEnd/>
              <a:tailEnd/>
            </a:ln>
          </p:spPr>
          <p:txBody>
            <a:bodyPr/>
            <a:lstStyle/>
            <a:p>
              <a:endParaRPr lang="zh-CN" altLang="en-US"/>
            </a:p>
          </p:txBody>
        </p:sp>
        <p:sp>
          <p:nvSpPr>
            <p:cNvPr id="42013" name="Freeform 445"/>
            <p:cNvSpPr>
              <a:spLocks/>
            </p:cNvSpPr>
            <p:nvPr/>
          </p:nvSpPr>
          <p:spPr bwMode="auto">
            <a:xfrm>
              <a:off x="2848" y="1506"/>
              <a:ext cx="680" cy="924"/>
            </a:xfrm>
            <a:custGeom>
              <a:avLst/>
              <a:gdLst>
                <a:gd name="T0" fmla="*/ 33 w 1359"/>
                <a:gd name="T1" fmla="*/ 0 h 1850"/>
                <a:gd name="T2" fmla="*/ 19 w 1359"/>
                <a:gd name="T3" fmla="*/ 4 h 1850"/>
                <a:gd name="T4" fmla="*/ 8 w 1359"/>
                <a:gd name="T5" fmla="*/ 8 h 1850"/>
                <a:gd name="T6" fmla="*/ 4 w 1359"/>
                <a:gd name="T7" fmla="*/ 11 h 1850"/>
                <a:gd name="T8" fmla="*/ 2 w 1359"/>
                <a:gd name="T9" fmla="*/ 15 h 1850"/>
                <a:gd name="T10" fmla="*/ 4 w 1359"/>
                <a:gd name="T11" fmla="*/ 18 h 1850"/>
                <a:gd name="T12" fmla="*/ 11 w 1359"/>
                <a:gd name="T13" fmla="*/ 23 h 1850"/>
                <a:gd name="T14" fmla="*/ 22 w 1359"/>
                <a:gd name="T15" fmla="*/ 27 h 1850"/>
                <a:gd name="T16" fmla="*/ 39 w 1359"/>
                <a:gd name="T17" fmla="*/ 34 h 1850"/>
                <a:gd name="T18" fmla="*/ 60 w 1359"/>
                <a:gd name="T19" fmla="*/ 42 h 1850"/>
                <a:gd name="T20" fmla="*/ 72 w 1359"/>
                <a:gd name="T21" fmla="*/ 48 h 1850"/>
                <a:gd name="T22" fmla="*/ 80 w 1359"/>
                <a:gd name="T23" fmla="*/ 53 h 1850"/>
                <a:gd name="T24" fmla="*/ 84 w 1359"/>
                <a:gd name="T25" fmla="*/ 59 h 1850"/>
                <a:gd name="T26" fmla="*/ 80 w 1359"/>
                <a:gd name="T27" fmla="*/ 64 h 1850"/>
                <a:gd name="T28" fmla="*/ 72 w 1359"/>
                <a:gd name="T29" fmla="*/ 69 h 1850"/>
                <a:gd name="T30" fmla="*/ 59 w 1359"/>
                <a:gd name="T31" fmla="*/ 74 h 1850"/>
                <a:gd name="T32" fmla="*/ 37 w 1359"/>
                <a:gd name="T33" fmla="*/ 82 h 1850"/>
                <a:gd name="T34" fmla="*/ 20 w 1359"/>
                <a:gd name="T35" fmla="*/ 88 h 1850"/>
                <a:gd name="T36" fmla="*/ 9 w 1359"/>
                <a:gd name="T37" fmla="*/ 93 h 1850"/>
                <a:gd name="T38" fmla="*/ 2 w 1359"/>
                <a:gd name="T39" fmla="*/ 97 h 1850"/>
                <a:gd name="T40" fmla="*/ 0 w 1359"/>
                <a:gd name="T41" fmla="*/ 101 h 1850"/>
                <a:gd name="T42" fmla="*/ 2 w 1359"/>
                <a:gd name="T43" fmla="*/ 104 h 1850"/>
                <a:gd name="T44" fmla="*/ 7 w 1359"/>
                <a:gd name="T45" fmla="*/ 107 h 1850"/>
                <a:gd name="T46" fmla="*/ 19 w 1359"/>
                <a:gd name="T47" fmla="*/ 111 h 1850"/>
                <a:gd name="T48" fmla="*/ 34 w 1359"/>
                <a:gd name="T49" fmla="*/ 114 h 1850"/>
                <a:gd name="T50" fmla="*/ 44 w 1359"/>
                <a:gd name="T51" fmla="*/ 115 h 1850"/>
                <a:gd name="T52" fmla="*/ 57 w 1359"/>
                <a:gd name="T53" fmla="*/ 114 h 1850"/>
                <a:gd name="T54" fmla="*/ 72 w 1359"/>
                <a:gd name="T55" fmla="*/ 110 h 1850"/>
                <a:gd name="T56" fmla="*/ 81 w 1359"/>
                <a:gd name="T57" fmla="*/ 106 h 1850"/>
                <a:gd name="T58" fmla="*/ 85 w 1359"/>
                <a:gd name="T59" fmla="*/ 103 h 1850"/>
                <a:gd name="T60" fmla="*/ 85 w 1359"/>
                <a:gd name="T61" fmla="*/ 100 h 1850"/>
                <a:gd name="T62" fmla="*/ 82 w 1359"/>
                <a:gd name="T63" fmla="*/ 96 h 1850"/>
                <a:gd name="T64" fmla="*/ 74 w 1359"/>
                <a:gd name="T65" fmla="*/ 92 h 1850"/>
                <a:gd name="T66" fmla="*/ 62 w 1359"/>
                <a:gd name="T67" fmla="*/ 87 h 1850"/>
                <a:gd name="T68" fmla="*/ 41 w 1359"/>
                <a:gd name="T69" fmla="*/ 80 h 1850"/>
                <a:gd name="T70" fmla="*/ 23 w 1359"/>
                <a:gd name="T71" fmla="*/ 73 h 1850"/>
                <a:gd name="T72" fmla="*/ 11 w 1359"/>
                <a:gd name="T73" fmla="*/ 68 h 1850"/>
                <a:gd name="T74" fmla="*/ 4 w 1359"/>
                <a:gd name="T75" fmla="*/ 62 h 1850"/>
                <a:gd name="T76" fmla="*/ 2 w 1359"/>
                <a:gd name="T77" fmla="*/ 57 h 1850"/>
                <a:gd name="T78" fmla="*/ 7 w 1359"/>
                <a:gd name="T79" fmla="*/ 52 h 1850"/>
                <a:gd name="T80" fmla="*/ 17 w 1359"/>
                <a:gd name="T81" fmla="*/ 46 h 1850"/>
                <a:gd name="T82" fmla="*/ 30 w 1359"/>
                <a:gd name="T83" fmla="*/ 40 h 1850"/>
                <a:gd name="T84" fmla="*/ 55 w 1359"/>
                <a:gd name="T85" fmla="*/ 30 h 1850"/>
                <a:gd name="T86" fmla="*/ 69 w 1359"/>
                <a:gd name="T87" fmla="*/ 25 h 1850"/>
                <a:gd name="T88" fmla="*/ 79 w 1359"/>
                <a:gd name="T89" fmla="*/ 20 h 1850"/>
                <a:gd name="T90" fmla="*/ 84 w 1359"/>
                <a:gd name="T91" fmla="*/ 16 h 1850"/>
                <a:gd name="T92" fmla="*/ 85 w 1359"/>
                <a:gd name="T93" fmla="*/ 12 h 1850"/>
                <a:gd name="T94" fmla="*/ 83 w 1359"/>
                <a:gd name="T95" fmla="*/ 9 h 1850"/>
                <a:gd name="T96" fmla="*/ 78 w 1359"/>
                <a:gd name="T97" fmla="*/ 6 h 1850"/>
                <a:gd name="T98" fmla="*/ 63 w 1359"/>
                <a:gd name="T99" fmla="*/ 2 h 1850"/>
                <a:gd name="T100" fmla="*/ 48 w 1359"/>
                <a:gd name="T101" fmla="*/ 0 h 18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359"/>
                <a:gd name="T154" fmla="*/ 0 h 1850"/>
                <a:gd name="T155" fmla="*/ 1359 w 1359"/>
                <a:gd name="T156" fmla="*/ 1850 h 185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359" h="1850">
                  <a:moveTo>
                    <a:pt x="671" y="0"/>
                  </a:moveTo>
                  <a:lnTo>
                    <a:pt x="627" y="2"/>
                  </a:lnTo>
                  <a:lnTo>
                    <a:pt x="577" y="8"/>
                  </a:lnTo>
                  <a:lnTo>
                    <a:pt x="523" y="15"/>
                  </a:lnTo>
                  <a:lnTo>
                    <a:pt x="466" y="24"/>
                  </a:lnTo>
                  <a:lnTo>
                    <a:pt x="407" y="37"/>
                  </a:lnTo>
                  <a:lnTo>
                    <a:pt x="348" y="52"/>
                  </a:lnTo>
                  <a:lnTo>
                    <a:pt x="290" y="67"/>
                  </a:lnTo>
                  <a:lnTo>
                    <a:pt x="235" y="85"/>
                  </a:lnTo>
                  <a:lnTo>
                    <a:pt x="181" y="106"/>
                  </a:lnTo>
                  <a:lnTo>
                    <a:pt x="135" y="128"/>
                  </a:lnTo>
                  <a:lnTo>
                    <a:pt x="115" y="139"/>
                  </a:lnTo>
                  <a:lnTo>
                    <a:pt x="94" y="152"/>
                  </a:lnTo>
                  <a:lnTo>
                    <a:pt x="78" y="163"/>
                  </a:lnTo>
                  <a:lnTo>
                    <a:pt x="63" y="176"/>
                  </a:lnTo>
                  <a:lnTo>
                    <a:pt x="50" y="189"/>
                  </a:lnTo>
                  <a:lnTo>
                    <a:pt x="41" y="202"/>
                  </a:lnTo>
                  <a:lnTo>
                    <a:pt x="31" y="217"/>
                  </a:lnTo>
                  <a:lnTo>
                    <a:pt x="28" y="230"/>
                  </a:lnTo>
                  <a:lnTo>
                    <a:pt x="26" y="244"/>
                  </a:lnTo>
                  <a:lnTo>
                    <a:pt x="28" y="257"/>
                  </a:lnTo>
                  <a:lnTo>
                    <a:pt x="31" y="272"/>
                  </a:lnTo>
                  <a:lnTo>
                    <a:pt x="41" y="287"/>
                  </a:lnTo>
                  <a:lnTo>
                    <a:pt x="54" y="302"/>
                  </a:lnTo>
                  <a:lnTo>
                    <a:pt x="74" y="318"/>
                  </a:lnTo>
                  <a:lnTo>
                    <a:pt x="98" y="335"/>
                  </a:lnTo>
                  <a:lnTo>
                    <a:pt x="128" y="352"/>
                  </a:lnTo>
                  <a:lnTo>
                    <a:pt x="163" y="370"/>
                  </a:lnTo>
                  <a:lnTo>
                    <a:pt x="200" y="389"/>
                  </a:lnTo>
                  <a:lnTo>
                    <a:pt x="242" y="407"/>
                  </a:lnTo>
                  <a:lnTo>
                    <a:pt x="288" y="426"/>
                  </a:lnTo>
                  <a:lnTo>
                    <a:pt x="337" y="446"/>
                  </a:lnTo>
                  <a:lnTo>
                    <a:pt x="388" y="466"/>
                  </a:lnTo>
                  <a:lnTo>
                    <a:pt x="442" y="487"/>
                  </a:lnTo>
                  <a:lnTo>
                    <a:pt x="497" y="507"/>
                  </a:lnTo>
                  <a:lnTo>
                    <a:pt x="612" y="551"/>
                  </a:lnTo>
                  <a:lnTo>
                    <a:pt x="727" y="594"/>
                  </a:lnTo>
                  <a:lnTo>
                    <a:pt x="842" y="640"/>
                  </a:lnTo>
                  <a:lnTo>
                    <a:pt x="899" y="662"/>
                  </a:lnTo>
                  <a:lnTo>
                    <a:pt x="952" y="685"/>
                  </a:lnTo>
                  <a:lnTo>
                    <a:pt x="1004" y="707"/>
                  </a:lnTo>
                  <a:lnTo>
                    <a:pt x="1054" y="729"/>
                  </a:lnTo>
                  <a:lnTo>
                    <a:pt x="1102" y="751"/>
                  </a:lnTo>
                  <a:lnTo>
                    <a:pt x="1145" y="773"/>
                  </a:lnTo>
                  <a:lnTo>
                    <a:pt x="1186" y="796"/>
                  </a:lnTo>
                  <a:lnTo>
                    <a:pt x="1223" y="818"/>
                  </a:lnTo>
                  <a:lnTo>
                    <a:pt x="1254" y="840"/>
                  </a:lnTo>
                  <a:lnTo>
                    <a:pt x="1280" y="862"/>
                  </a:lnTo>
                  <a:lnTo>
                    <a:pt x="1302" y="882"/>
                  </a:lnTo>
                  <a:lnTo>
                    <a:pt x="1317" y="905"/>
                  </a:lnTo>
                  <a:lnTo>
                    <a:pt x="1326" y="925"/>
                  </a:lnTo>
                  <a:lnTo>
                    <a:pt x="1330" y="945"/>
                  </a:lnTo>
                  <a:lnTo>
                    <a:pt x="1326" y="966"/>
                  </a:lnTo>
                  <a:lnTo>
                    <a:pt x="1315" y="986"/>
                  </a:lnTo>
                  <a:lnTo>
                    <a:pt x="1298" y="1006"/>
                  </a:lnTo>
                  <a:lnTo>
                    <a:pt x="1276" y="1029"/>
                  </a:lnTo>
                  <a:lnTo>
                    <a:pt x="1248" y="1049"/>
                  </a:lnTo>
                  <a:lnTo>
                    <a:pt x="1215" y="1071"/>
                  </a:lnTo>
                  <a:lnTo>
                    <a:pt x="1178" y="1091"/>
                  </a:lnTo>
                  <a:lnTo>
                    <a:pt x="1137" y="1114"/>
                  </a:lnTo>
                  <a:lnTo>
                    <a:pt x="1093" y="1134"/>
                  </a:lnTo>
                  <a:lnTo>
                    <a:pt x="1043" y="1156"/>
                  </a:lnTo>
                  <a:lnTo>
                    <a:pt x="993" y="1178"/>
                  </a:lnTo>
                  <a:lnTo>
                    <a:pt x="940" y="1199"/>
                  </a:lnTo>
                  <a:lnTo>
                    <a:pt x="884" y="1221"/>
                  </a:lnTo>
                  <a:lnTo>
                    <a:pt x="827" y="1241"/>
                  </a:lnTo>
                  <a:lnTo>
                    <a:pt x="710" y="1284"/>
                  </a:lnTo>
                  <a:lnTo>
                    <a:pt x="592" y="1326"/>
                  </a:lnTo>
                  <a:lnTo>
                    <a:pt x="475" y="1367"/>
                  </a:lnTo>
                  <a:lnTo>
                    <a:pt x="418" y="1386"/>
                  </a:lnTo>
                  <a:lnTo>
                    <a:pt x="364" y="1406"/>
                  </a:lnTo>
                  <a:lnTo>
                    <a:pt x="313" y="1424"/>
                  </a:lnTo>
                  <a:lnTo>
                    <a:pt x="263" y="1443"/>
                  </a:lnTo>
                  <a:lnTo>
                    <a:pt x="216" y="1461"/>
                  </a:lnTo>
                  <a:lnTo>
                    <a:pt x="174" y="1480"/>
                  </a:lnTo>
                  <a:lnTo>
                    <a:pt x="135" y="1496"/>
                  </a:lnTo>
                  <a:lnTo>
                    <a:pt x="100" y="1515"/>
                  </a:lnTo>
                  <a:lnTo>
                    <a:pt x="70" y="1530"/>
                  </a:lnTo>
                  <a:lnTo>
                    <a:pt x="44" y="1546"/>
                  </a:lnTo>
                  <a:lnTo>
                    <a:pt x="26" y="1561"/>
                  </a:lnTo>
                  <a:lnTo>
                    <a:pt x="13" y="1576"/>
                  </a:lnTo>
                  <a:lnTo>
                    <a:pt x="5" y="1591"/>
                  </a:lnTo>
                  <a:lnTo>
                    <a:pt x="0" y="1604"/>
                  </a:lnTo>
                  <a:lnTo>
                    <a:pt x="0" y="1619"/>
                  </a:lnTo>
                  <a:lnTo>
                    <a:pt x="4" y="1631"/>
                  </a:lnTo>
                  <a:lnTo>
                    <a:pt x="9" y="1644"/>
                  </a:lnTo>
                  <a:lnTo>
                    <a:pt x="18" y="1657"/>
                  </a:lnTo>
                  <a:lnTo>
                    <a:pt x="30" y="1670"/>
                  </a:lnTo>
                  <a:lnTo>
                    <a:pt x="44" y="1683"/>
                  </a:lnTo>
                  <a:lnTo>
                    <a:pt x="61" y="1694"/>
                  </a:lnTo>
                  <a:lnTo>
                    <a:pt x="81" y="1707"/>
                  </a:lnTo>
                  <a:lnTo>
                    <a:pt x="102" y="1718"/>
                  </a:lnTo>
                  <a:lnTo>
                    <a:pt x="126" y="1730"/>
                  </a:lnTo>
                  <a:lnTo>
                    <a:pt x="176" y="1750"/>
                  </a:lnTo>
                  <a:lnTo>
                    <a:pt x="233" y="1770"/>
                  </a:lnTo>
                  <a:lnTo>
                    <a:pt x="294" y="1787"/>
                  </a:lnTo>
                  <a:lnTo>
                    <a:pt x="357" y="1803"/>
                  </a:lnTo>
                  <a:lnTo>
                    <a:pt x="420" y="1816"/>
                  </a:lnTo>
                  <a:lnTo>
                    <a:pt x="483" y="1828"/>
                  </a:lnTo>
                  <a:lnTo>
                    <a:pt x="544" y="1837"/>
                  </a:lnTo>
                  <a:lnTo>
                    <a:pt x="601" y="1844"/>
                  </a:lnTo>
                  <a:lnTo>
                    <a:pt x="653" y="1848"/>
                  </a:lnTo>
                  <a:lnTo>
                    <a:pt x="677" y="1850"/>
                  </a:lnTo>
                  <a:lnTo>
                    <a:pt x="699" y="1850"/>
                  </a:lnTo>
                  <a:lnTo>
                    <a:pt x="743" y="1848"/>
                  </a:lnTo>
                  <a:lnTo>
                    <a:pt x="795" y="1844"/>
                  </a:lnTo>
                  <a:lnTo>
                    <a:pt x="851" y="1837"/>
                  </a:lnTo>
                  <a:lnTo>
                    <a:pt x="910" y="1828"/>
                  </a:lnTo>
                  <a:lnTo>
                    <a:pt x="969" y="1816"/>
                  </a:lnTo>
                  <a:lnTo>
                    <a:pt x="1030" y="1803"/>
                  </a:lnTo>
                  <a:lnTo>
                    <a:pt x="1091" y="1787"/>
                  </a:lnTo>
                  <a:lnTo>
                    <a:pt x="1147" y="1770"/>
                  </a:lnTo>
                  <a:lnTo>
                    <a:pt x="1200" y="1750"/>
                  </a:lnTo>
                  <a:lnTo>
                    <a:pt x="1248" y="1730"/>
                  </a:lnTo>
                  <a:lnTo>
                    <a:pt x="1271" y="1718"/>
                  </a:lnTo>
                  <a:lnTo>
                    <a:pt x="1289" y="1707"/>
                  </a:lnTo>
                  <a:lnTo>
                    <a:pt x="1308" y="1694"/>
                  </a:lnTo>
                  <a:lnTo>
                    <a:pt x="1322" y="1683"/>
                  </a:lnTo>
                  <a:lnTo>
                    <a:pt x="1335" y="1670"/>
                  </a:lnTo>
                  <a:lnTo>
                    <a:pt x="1346" y="1657"/>
                  </a:lnTo>
                  <a:lnTo>
                    <a:pt x="1354" y="1644"/>
                  </a:lnTo>
                  <a:lnTo>
                    <a:pt x="1358" y="1631"/>
                  </a:lnTo>
                  <a:lnTo>
                    <a:pt x="1359" y="1619"/>
                  </a:lnTo>
                  <a:lnTo>
                    <a:pt x="1358" y="1604"/>
                  </a:lnTo>
                  <a:lnTo>
                    <a:pt x="1354" y="1591"/>
                  </a:lnTo>
                  <a:lnTo>
                    <a:pt x="1345" y="1576"/>
                  </a:lnTo>
                  <a:lnTo>
                    <a:pt x="1332" y="1561"/>
                  </a:lnTo>
                  <a:lnTo>
                    <a:pt x="1311" y="1546"/>
                  </a:lnTo>
                  <a:lnTo>
                    <a:pt x="1285" y="1532"/>
                  </a:lnTo>
                  <a:lnTo>
                    <a:pt x="1256" y="1515"/>
                  </a:lnTo>
                  <a:lnTo>
                    <a:pt x="1221" y="1498"/>
                  </a:lnTo>
                  <a:lnTo>
                    <a:pt x="1182" y="1480"/>
                  </a:lnTo>
                  <a:lnTo>
                    <a:pt x="1137" y="1463"/>
                  </a:lnTo>
                  <a:lnTo>
                    <a:pt x="1091" y="1445"/>
                  </a:lnTo>
                  <a:lnTo>
                    <a:pt x="1041" y="1426"/>
                  </a:lnTo>
                  <a:lnTo>
                    <a:pt x="989" y="1408"/>
                  </a:lnTo>
                  <a:lnTo>
                    <a:pt x="934" y="1387"/>
                  </a:lnTo>
                  <a:lnTo>
                    <a:pt x="878" y="1367"/>
                  </a:lnTo>
                  <a:lnTo>
                    <a:pt x="762" y="1328"/>
                  </a:lnTo>
                  <a:lnTo>
                    <a:pt x="644" y="1286"/>
                  </a:lnTo>
                  <a:lnTo>
                    <a:pt x="527" y="1245"/>
                  </a:lnTo>
                  <a:lnTo>
                    <a:pt x="470" y="1223"/>
                  </a:lnTo>
                  <a:lnTo>
                    <a:pt x="414" y="1202"/>
                  </a:lnTo>
                  <a:lnTo>
                    <a:pt x="361" y="1180"/>
                  </a:lnTo>
                  <a:lnTo>
                    <a:pt x="311" y="1158"/>
                  </a:lnTo>
                  <a:lnTo>
                    <a:pt x="263" y="1138"/>
                  </a:lnTo>
                  <a:lnTo>
                    <a:pt x="218" y="1115"/>
                  </a:lnTo>
                  <a:lnTo>
                    <a:pt x="176" y="1093"/>
                  </a:lnTo>
                  <a:lnTo>
                    <a:pt x="141" y="1073"/>
                  </a:lnTo>
                  <a:lnTo>
                    <a:pt x="107" y="1051"/>
                  </a:lnTo>
                  <a:lnTo>
                    <a:pt x="79" y="1029"/>
                  </a:lnTo>
                  <a:lnTo>
                    <a:pt x="57" y="1008"/>
                  </a:lnTo>
                  <a:lnTo>
                    <a:pt x="41" y="988"/>
                  </a:lnTo>
                  <a:lnTo>
                    <a:pt x="31" y="966"/>
                  </a:lnTo>
                  <a:lnTo>
                    <a:pt x="28" y="945"/>
                  </a:lnTo>
                  <a:lnTo>
                    <a:pt x="31" y="925"/>
                  </a:lnTo>
                  <a:lnTo>
                    <a:pt x="41" y="903"/>
                  </a:lnTo>
                  <a:lnTo>
                    <a:pt x="57" y="881"/>
                  </a:lnTo>
                  <a:lnTo>
                    <a:pt x="79" y="858"/>
                  </a:lnTo>
                  <a:lnTo>
                    <a:pt x="107" y="836"/>
                  </a:lnTo>
                  <a:lnTo>
                    <a:pt x="141" y="814"/>
                  </a:lnTo>
                  <a:lnTo>
                    <a:pt x="177" y="790"/>
                  </a:lnTo>
                  <a:lnTo>
                    <a:pt x="218" y="768"/>
                  </a:lnTo>
                  <a:lnTo>
                    <a:pt x="263" y="744"/>
                  </a:lnTo>
                  <a:lnTo>
                    <a:pt x="311" y="720"/>
                  </a:lnTo>
                  <a:lnTo>
                    <a:pt x="362" y="698"/>
                  </a:lnTo>
                  <a:lnTo>
                    <a:pt x="416" y="673"/>
                  </a:lnTo>
                  <a:lnTo>
                    <a:pt x="472" y="649"/>
                  </a:lnTo>
                  <a:lnTo>
                    <a:pt x="527" y="625"/>
                  </a:lnTo>
                  <a:lnTo>
                    <a:pt x="645" y="579"/>
                  </a:lnTo>
                  <a:lnTo>
                    <a:pt x="764" y="533"/>
                  </a:lnTo>
                  <a:lnTo>
                    <a:pt x="880" y="487"/>
                  </a:lnTo>
                  <a:lnTo>
                    <a:pt x="936" y="464"/>
                  </a:lnTo>
                  <a:lnTo>
                    <a:pt x="989" y="444"/>
                  </a:lnTo>
                  <a:lnTo>
                    <a:pt x="1043" y="422"/>
                  </a:lnTo>
                  <a:lnTo>
                    <a:pt x="1091" y="402"/>
                  </a:lnTo>
                  <a:lnTo>
                    <a:pt x="1139" y="381"/>
                  </a:lnTo>
                  <a:lnTo>
                    <a:pt x="1182" y="363"/>
                  </a:lnTo>
                  <a:lnTo>
                    <a:pt x="1221" y="342"/>
                  </a:lnTo>
                  <a:lnTo>
                    <a:pt x="1256" y="324"/>
                  </a:lnTo>
                  <a:lnTo>
                    <a:pt x="1285" y="307"/>
                  </a:lnTo>
                  <a:lnTo>
                    <a:pt x="1309" y="291"/>
                  </a:lnTo>
                  <a:lnTo>
                    <a:pt x="1330" y="274"/>
                  </a:lnTo>
                  <a:lnTo>
                    <a:pt x="1343" y="259"/>
                  </a:lnTo>
                  <a:lnTo>
                    <a:pt x="1350" y="244"/>
                  </a:lnTo>
                  <a:lnTo>
                    <a:pt x="1356" y="230"/>
                  </a:lnTo>
                  <a:lnTo>
                    <a:pt x="1356" y="217"/>
                  </a:lnTo>
                  <a:lnTo>
                    <a:pt x="1354" y="204"/>
                  </a:lnTo>
                  <a:lnTo>
                    <a:pt x="1348" y="189"/>
                  </a:lnTo>
                  <a:lnTo>
                    <a:pt x="1339" y="176"/>
                  </a:lnTo>
                  <a:lnTo>
                    <a:pt x="1328" y="165"/>
                  </a:lnTo>
                  <a:lnTo>
                    <a:pt x="1313" y="152"/>
                  </a:lnTo>
                  <a:lnTo>
                    <a:pt x="1297" y="141"/>
                  </a:lnTo>
                  <a:lnTo>
                    <a:pt x="1278" y="128"/>
                  </a:lnTo>
                  <a:lnTo>
                    <a:pt x="1258" y="119"/>
                  </a:lnTo>
                  <a:lnTo>
                    <a:pt x="1235" y="108"/>
                  </a:lnTo>
                  <a:lnTo>
                    <a:pt x="1184" y="87"/>
                  </a:lnTo>
                  <a:lnTo>
                    <a:pt x="1128" y="69"/>
                  </a:lnTo>
                  <a:lnTo>
                    <a:pt x="1069" y="54"/>
                  </a:lnTo>
                  <a:lnTo>
                    <a:pt x="1008" y="39"/>
                  </a:lnTo>
                  <a:lnTo>
                    <a:pt x="945" y="26"/>
                  </a:lnTo>
                  <a:lnTo>
                    <a:pt x="882" y="17"/>
                  </a:lnTo>
                  <a:lnTo>
                    <a:pt x="823" y="10"/>
                  </a:lnTo>
                  <a:lnTo>
                    <a:pt x="768" y="4"/>
                  </a:lnTo>
                  <a:lnTo>
                    <a:pt x="716" y="0"/>
                  </a:lnTo>
                  <a:lnTo>
                    <a:pt x="694" y="0"/>
                  </a:lnTo>
                  <a:lnTo>
                    <a:pt x="671" y="0"/>
                  </a:lnTo>
                  <a:close/>
                </a:path>
              </a:pathLst>
            </a:custGeom>
            <a:noFill/>
            <a:ln w="17463">
              <a:solidFill>
                <a:srgbClr val="3333CC"/>
              </a:solidFill>
              <a:round/>
              <a:headEnd/>
              <a:tailEnd/>
            </a:ln>
          </p:spPr>
          <p:txBody>
            <a:bodyPr/>
            <a:lstStyle/>
            <a:p>
              <a:endParaRPr lang="zh-CN" altLang="en-US"/>
            </a:p>
          </p:txBody>
        </p:sp>
        <p:sp>
          <p:nvSpPr>
            <p:cNvPr id="42014" name="Freeform 446"/>
            <p:cNvSpPr>
              <a:spLocks/>
            </p:cNvSpPr>
            <p:nvPr/>
          </p:nvSpPr>
          <p:spPr bwMode="auto">
            <a:xfrm>
              <a:off x="985" y="2600"/>
              <a:ext cx="682" cy="942"/>
            </a:xfrm>
            <a:custGeom>
              <a:avLst/>
              <a:gdLst>
                <a:gd name="T0" fmla="*/ 21 w 1365"/>
                <a:gd name="T1" fmla="*/ 18 h 1885"/>
                <a:gd name="T2" fmla="*/ 47 w 1365"/>
                <a:gd name="T3" fmla="*/ 42 h 1885"/>
                <a:gd name="T4" fmla="*/ 64 w 1365"/>
                <a:gd name="T5" fmla="*/ 57 h 1885"/>
                <a:gd name="T6" fmla="*/ 73 w 1365"/>
                <a:gd name="T7" fmla="*/ 67 h 1885"/>
                <a:gd name="T8" fmla="*/ 79 w 1365"/>
                <a:gd name="T9" fmla="*/ 76 h 1885"/>
                <a:gd name="T10" fmla="*/ 83 w 1365"/>
                <a:gd name="T11" fmla="*/ 81 h 1885"/>
                <a:gd name="T12" fmla="*/ 83 w 1365"/>
                <a:gd name="T13" fmla="*/ 87 h 1885"/>
                <a:gd name="T14" fmla="*/ 82 w 1365"/>
                <a:gd name="T15" fmla="*/ 94 h 1885"/>
                <a:gd name="T16" fmla="*/ 81 w 1365"/>
                <a:gd name="T17" fmla="*/ 96 h 1885"/>
                <a:gd name="T18" fmla="*/ 75 w 1365"/>
                <a:gd name="T19" fmla="*/ 102 h 1885"/>
                <a:gd name="T20" fmla="*/ 69 w 1365"/>
                <a:gd name="T21" fmla="*/ 107 h 1885"/>
                <a:gd name="T22" fmla="*/ 52 w 1365"/>
                <a:gd name="T23" fmla="*/ 114 h 1885"/>
                <a:gd name="T24" fmla="*/ 45 w 1365"/>
                <a:gd name="T25" fmla="*/ 115 h 1885"/>
                <a:gd name="T26" fmla="*/ 36 w 1365"/>
                <a:gd name="T27" fmla="*/ 116 h 1885"/>
                <a:gd name="T28" fmla="*/ 30 w 1365"/>
                <a:gd name="T29" fmla="*/ 114 h 1885"/>
                <a:gd name="T30" fmla="*/ 16 w 1365"/>
                <a:gd name="T31" fmla="*/ 107 h 1885"/>
                <a:gd name="T32" fmla="*/ 10 w 1365"/>
                <a:gd name="T33" fmla="*/ 102 h 1885"/>
                <a:gd name="T34" fmla="*/ 4 w 1365"/>
                <a:gd name="T35" fmla="*/ 95 h 1885"/>
                <a:gd name="T36" fmla="*/ 2 w 1365"/>
                <a:gd name="T37" fmla="*/ 92 h 1885"/>
                <a:gd name="T38" fmla="*/ 1 w 1365"/>
                <a:gd name="T39" fmla="*/ 86 h 1885"/>
                <a:gd name="T40" fmla="*/ 3 w 1365"/>
                <a:gd name="T41" fmla="*/ 78 h 1885"/>
                <a:gd name="T42" fmla="*/ 5 w 1365"/>
                <a:gd name="T43" fmla="*/ 75 h 1885"/>
                <a:gd name="T44" fmla="*/ 13 w 1365"/>
                <a:gd name="T45" fmla="*/ 65 h 1885"/>
                <a:gd name="T46" fmla="*/ 24 w 1365"/>
                <a:gd name="T47" fmla="*/ 54 h 1885"/>
                <a:gd name="T48" fmla="*/ 46 w 1365"/>
                <a:gd name="T49" fmla="*/ 34 h 1885"/>
                <a:gd name="T50" fmla="*/ 68 w 1365"/>
                <a:gd name="T51" fmla="*/ 15 h 1885"/>
                <a:gd name="T52" fmla="*/ 78 w 1365"/>
                <a:gd name="T53" fmla="*/ 6 h 1885"/>
                <a:gd name="T54" fmla="*/ 83 w 1365"/>
                <a:gd name="T55" fmla="*/ 0 h 1885"/>
                <a:gd name="T56" fmla="*/ 75 w 1365"/>
                <a:gd name="T57" fmla="*/ 7 h 1885"/>
                <a:gd name="T58" fmla="*/ 64 w 1365"/>
                <a:gd name="T59" fmla="*/ 16 h 1885"/>
                <a:gd name="T60" fmla="*/ 38 w 1365"/>
                <a:gd name="T61" fmla="*/ 39 h 1885"/>
                <a:gd name="T62" fmla="*/ 20 w 1365"/>
                <a:gd name="T63" fmla="*/ 56 h 1885"/>
                <a:gd name="T64" fmla="*/ 10 w 1365"/>
                <a:gd name="T65" fmla="*/ 67 h 1885"/>
                <a:gd name="T66" fmla="*/ 3 w 1365"/>
                <a:gd name="T67" fmla="*/ 76 h 1885"/>
                <a:gd name="T68" fmla="*/ 1 w 1365"/>
                <a:gd name="T69" fmla="*/ 80 h 1885"/>
                <a:gd name="T70" fmla="*/ 0 w 1365"/>
                <a:gd name="T71" fmla="*/ 87 h 1885"/>
                <a:gd name="T72" fmla="*/ 1 w 1365"/>
                <a:gd name="T73" fmla="*/ 93 h 1885"/>
                <a:gd name="T74" fmla="*/ 5 w 1365"/>
                <a:gd name="T75" fmla="*/ 99 h 1885"/>
                <a:gd name="T76" fmla="*/ 15 w 1365"/>
                <a:gd name="T77" fmla="*/ 108 h 1885"/>
                <a:gd name="T78" fmla="*/ 26 w 1365"/>
                <a:gd name="T79" fmla="*/ 114 h 1885"/>
                <a:gd name="T80" fmla="*/ 36 w 1365"/>
                <a:gd name="T81" fmla="*/ 117 h 1885"/>
                <a:gd name="T82" fmla="*/ 45 w 1365"/>
                <a:gd name="T83" fmla="*/ 117 h 1885"/>
                <a:gd name="T84" fmla="*/ 57 w 1365"/>
                <a:gd name="T85" fmla="*/ 114 h 1885"/>
                <a:gd name="T86" fmla="*/ 73 w 1365"/>
                <a:gd name="T87" fmla="*/ 106 h 1885"/>
                <a:gd name="T88" fmla="*/ 79 w 1365"/>
                <a:gd name="T89" fmla="*/ 100 h 1885"/>
                <a:gd name="T90" fmla="*/ 83 w 1365"/>
                <a:gd name="T91" fmla="*/ 94 h 1885"/>
                <a:gd name="T92" fmla="*/ 85 w 1365"/>
                <a:gd name="T93" fmla="*/ 90 h 1885"/>
                <a:gd name="T94" fmla="*/ 84 w 1365"/>
                <a:gd name="T95" fmla="*/ 83 h 1885"/>
                <a:gd name="T96" fmla="*/ 81 w 1365"/>
                <a:gd name="T97" fmla="*/ 77 h 1885"/>
                <a:gd name="T98" fmla="*/ 75 w 1365"/>
                <a:gd name="T99" fmla="*/ 68 h 1885"/>
                <a:gd name="T100" fmla="*/ 67 w 1365"/>
                <a:gd name="T101" fmla="*/ 59 h 1885"/>
                <a:gd name="T102" fmla="*/ 54 w 1365"/>
                <a:gd name="T103" fmla="*/ 46 h 1885"/>
                <a:gd name="T104" fmla="*/ 29 w 1365"/>
                <a:gd name="T105" fmla="*/ 23 h 188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65"/>
                <a:gd name="T160" fmla="*/ 0 h 1885"/>
                <a:gd name="T161" fmla="*/ 1365 w 1365"/>
                <a:gd name="T162" fmla="*/ 1885 h 188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65" h="1885">
                  <a:moveTo>
                    <a:pt x="18" y="0"/>
                  </a:moveTo>
                  <a:lnTo>
                    <a:pt x="6" y="19"/>
                  </a:lnTo>
                  <a:lnTo>
                    <a:pt x="231" y="209"/>
                  </a:lnTo>
                  <a:lnTo>
                    <a:pt x="344" y="303"/>
                  </a:lnTo>
                  <a:lnTo>
                    <a:pt x="455" y="398"/>
                  </a:lnTo>
                  <a:lnTo>
                    <a:pt x="562" y="490"/>
                  </a:lnTo>
                  <a:lnTo>
                    <a:pt x="666" y="581"/>
                  </a:lnTo>
                  <a:lnTo>
                    <a:pt x="766" y="672"/>
                  </a:lnTo>
                  <a:lnTo>
                    <a:pt x="860" y="758"/>
                  </a:lnTo>
                  <a:lnTo>
                    <a:pt x="949" y="844"/>
                  </a:lnTo>
                  <a:lnTo>
                    <a:pt x="990" y="886"/>
                  </a:lnTo>
                  <a:lnTo>
                    <a:pt x="1030" y="927"/>
                  </a:lnTo>
                  <a:lnTo>
                    <a:pt x="1067" y="966"/>
                  </a:lnTo>
                  <a:lnTo>
                    <a:pt x="1104" y="1006"/>
                  </a:lnTo>
                  <a:lnTo>
                    <a:pt x="1137" y="1045"/>
                  </a:lnTo>
                  <a:lnTo>
                    <a:pt x="1169" y="1082"/>
                  </a:lnTo>
                  <a:lnTo>
                    <a:pt x="1199" y="1119"/>
                  </a:lnTo>
                  <a:lnTo>
                    <a:pt x="1226" y="1154"/>
                  </a:lnTo>
                  <a:lnTo>
                    <a:pt x="1250" y="1189"/>
                  </a:lnTo>
                  <a:lnTo>
                    <a:pt x="1273" y="1225"/>
                  </a:lnTo>
                  <a:lnTo>
                    <a:pt x="1293" y="1258"/>
                  </a:lnTo>
                  <a:lnTo>
                    <a:pt x="1309" y="1289"/>
                  </a:lnTo>
                  <a:lnTo>
                    <a:pt x="1322" y="1319"/>
                  </a:lnTo>
                  <a:lnTo>
                    <a:pt x="1332" y="1311"/>
                  </a:lnTo>
                  <a:lnTo>
                    <a:pt x="1321" y="1311"/>
                  </a:lnTo>
                  <a:lnTo>
                    <a:pt x="1334" y="1345"/>
                  </a:lnTo>
                  <a:lnTo>
                    <a:pt x="1339" y="1371"/>
                  </a:lnTo>
                  <a:lnTo>
                    <a:pt x="1343" y="1398"/>
                  </a:lnTo>
                  <a:lnTo>
                    <a:pt x="1343" y="1426"/>
                  </a:lnTo>
                  <a:lnTo>
                    <a:pt x="1339" y="1454"/>
                  </a:lnTo>
                  <a:lnTo>
                    <a:pt x="1334" y="1480"/>
                  </a:lnTo>
                  <a:lnTo>
                    <a:pt x="1324" y="1506"/>
                  </a:lnTo>
                  <a:lnTo>
                    <a:pt x="1335" y="1506"/>
                  </a:lnTo>
                  <a:lnTo>
                    <a:pt x="1326" y="1498"/>
                  </a:lnTo>
                  <a:lnTo>
                    <a:pt x="1313" y="1524"/>
                  </a:lnTo>
                  <a:lnTo>
                    <a:pt x="1298" y="1548"/>
                  </a:lnTo>
                  <a:lnTo>
                    <a:pt x="1280" y="1572"/>
                  </a:lnTo>
                  <a:lnTo>
                    <a:pt x="1260" y="1596"/>
                  </a:lnTo>
                  <a:lnTo>
                    <a:pt x="1237" y="1618"/>
                  </a:lnTo>
                  <a:lnTo>
                    <a:pt x="1213" y="1641"/>
                  </a:lnTo>
                  <a:lnTo>
                    <a:pt x="1160" y="1681"/>
                  </a:lnTo>
                  <a:lnTo>
                    <a:pt x="1167" y="1689"/>
                  </a:lnTo>
                  <a:lnTo>
                    <a:pt x="1163" y="1679"/>
                  </a:lnTo>
                  <a:lnTo>
                    <a:pt x="1104" y="1716"/>
                  </a:lnTo>
                  <a:lnTo>
                    <a:pt x="1041" y="1750"/>
                  </a:lnTo>
                  <a:lnTo>
                    <a:pt x="977" y="1779"/>
                  </a:lnTo>
                  <a:lnTo>
                    <a:pt x="910" y="1805"/>
                  </a:lnTo>
                  <a:lnTo>
                    <a:pt x="845" y="1827"/>
                  </a:lnTo>
                  <a:lnTo>
                    <a:pt x="784" y="1844"/>
                  </a:lnTo>
                  <a:lnTo>
                    <a:pt x="788" y="1853"/>
                  </a:lnTo>
                  <a:lnTo>
                    <a:pt x="788" y="1842"/>
                  </a:lnTo>
                  <a:lnTo>
                    <a:pt x="731" y="1855"/>
                  </a:lnTo>
                  <a:lnTo>
                    <a:pt x="677" y="1861"/>
                  </a:lnTo>
                  <a:lnTo>
                    <a:pt x="655" y="1863"/>
                  </a:lnTo>
                  <a:lnTo>
                    <a:pt x="633" y="1863"/>
                  </a:lnTo>
                  <a:lnTo>
                    <a:pt x="588" y="1859"/>
                  </a:lnTo>
                  <a:lnTo>
                    <a:pt x="538" y="1848"/>
                  </a:lnTo>
                  <a:lnTo>
                    <a:pt x="538" y="1859"/>
                  </a:lnTo>
                  <a:lnTo>
                    <a:pt x="544" y="1850"/>
                  </a:lnTo>
                  <a:lnTo>
                    <a:pt x="490" y="1833"/>
                  </a:lnTo>
                  <a:lnTo>
                    <a:pt x="435" y="1813"/>
                  </a:lnTo>
                  <a:lnTo>
                    <a:pt x="377" y="1789"/>
                  </a:lnTo>
                  <a:lnTo>
                    <a:pt x="318" y="1757"/>
                  </a:lnTo>
                  <a:lnTo>
                    <a:pt x="263" y="1724"/>
                  </a:lnTo>
                  <a:lnTo>
                    <a:pt x="257" y="1735"/>
                  </a:lnTo>
                  <a:lnTo>
                    <a:pt x="266" y="1726"/>
                  </a:lnTo>
                  <a:lnTo>
                    <a:pt x="213" y="1689"/>
                  </a:lnTo>
                  <a:lnTo>
                    <a:pt x="163" y="1646"/>
                  </a:lnTo>
                  <a:lnTo>
                    <a:pt x="118" y="1602"/>
                  </a:lnTo>
                  <a:lnTo>
                    <a:pt x="98" y="1578"/>
                  </a:lnTo>
                  <a:lnTo>
                    <a:pt x="80" y="1554"/>
                  </a:lnTo>
                  <a:lnTo>
                    <a:pt x="65" y="1530"/>
                  </a:lnTo>
                  <a:lnTo>
                    <a:pt x="50" y="1504"/>
                  </a:lnTo>
                  <a:lnTo>
                    <a:pt x="39" y="1478"/>
                  </a:lnTo>
                  <a:lnTo>
                    <a:pt x="30" y="1485"/>
                  </a:lnTo>
                  <a:lnTo>
                    <a:pt x="41" y="1485"/>
                  </a:lnTo>
                  <a:lnTo>
                    <a:pt x="31" y="1459"/>
                  </a:lnTo>
                  <a:lnTo>
                    <a:pt x="26" y="1433"/>
                  </a:lnTo>
                  <a:lnTo>
                    <a:pt x="22" y="1406"/>
                  </a:lnTo>
                  <a:lnTo>
                    <a:pt x="22" y="1378"/>
                  </a:lnTo>
                  <a:lnTo>
                    <a:pt x="24" y="1348"/>
                  </a:lnTo>
                  <a:lnTo>
                    <a:pt x="30" y="1321"/>
                  </a:lnTo>
                  <a:lnTo>
                    <a:pt x="37" y="1295"/>
                  </a:lnTo>
                  <a:lnTo>
                    <a:pt x="52" y="1261"/>
                  </a:lnTo>
                  <a:lnTo>
                    <a:pt x="41" y="1261"/>
                  </a:lnTo>
                  <a:lnTo>
                    <a:pt x="50" y="1269"/>
                  </a:lnTo>
                  <a:lnTo>
                    <a:pt x="67" y="1237"/>
                  </a:lnTo>
                  <a:lnTo>
                    <a:pt x="89" y="1202"/>
                  </a:lnTo>
                  <a:lnTo>
                    <a:pt x="115" y="1165"/>
                  </a:lnTo>
                  <a:lnTo>
                    <a:pt x="144" y="1128"/>
                  </a:lnTo>
                  <a:lnTo>
                    <a:pt x="178" y="1090"/>
                  </a:lnTo>
                  <a:lnTo>
                    <a:pt x="215" y="1047"/>
                  </a:lnTo>
                  <a:lnTo>
                    <a:pt x="253" y="1006"/>
                  </a:lnTo>
                  <a:lnTo>
                    <a:pt x="294" y="962"/>
                  </a:lnTo>
                  <a:lnTo>
                    <a:pt x="338" y="918"/>
                  </a:lnTo>
                  <a:lnTo>
                    <a:pt x="385" y="873"/>
                  </a:lnTo>
                  <a:lnTo>
                    <a:pt x="433" y="827"/>
                  </a:lnTo>
                  <a:lnTo>
                    <a:pt x="531" y="734"/>
                  </a:lnTo>
                  <a:lnTo>
                    <a:pt x="636" y="642"/>
                  </a:lnTo>
                  <a:lnTo>
                    <a:pt x="742" y="549"/>
                  </a:lnTo>
                  <a:lnTo>
                    <a:pt x="845" y="459"/>
                  </a:lnTo>
                  <a:lnTo>
                    <a:pt x="949" y="370"/>
                  </a:lnTo>
                  <a:lnTo>
                    <a:pt x="1047" y="287"/>
                  </a:lnTo>
                  <a:lnTo>
                    <a:pt x="1093" y="246"/>
                  </a:lnTo>
                  <a:lnTo>
                    <a:pt x="1137" y="209"/>
                  </a:lnTo>
                  <a:lnTo>
                    <a:pt x="1180" y="172"/>
                  </a:lnTo>
                  <a:lnTo>
                    <a:pt x="1221" y="137"/>
                  </a:lnTo>
                  <a:lnTo>
                    <a:pt x="1258" y="104"/>
                  </a:lnTo>
                  <a:lnTo>
                    <a:pt x="1293" y="72"/>
                  </a:lnTo>
                  <a:lnTo>
                    <a:pt x="1324" y="45"/>
                  </a:lnTo>
                  <a:lnTo>
                    <a:pt x="1350" y="19"/>
                  </a:lnTo>
                  <a:lnTo>
                    <a:pt x="1337" y="2"/>
                  </a:lnTo>
                  <a:lnTo>
                    <a:pt x="1308" y="28"/>
                  </a:lnTo>
                  <a:lnTo>
                    <a:pt x="1276" y="56"/>
                  </a:lnTo>
                  <a:lnTo>
                    <a:pt x="1241" y="87"/>
                  </a:lnTo>
                  <a:lnTo>
                    <a:pt x="1204" y="120"/>
                  </a:lnTo>
                  <a:lnTo>
                    <a:pt x="1163" y="156"/>
                  </a:lnTo>
                  <a:lnTo>
                    <a:pt x="1121" y="193"/>
                  </a:lnTo>
                  <a:lnTo>
                    <a:pt x="1076" y="230"/>
                  </a:lnTo>
                  <a:lnTo>
                    <a:pt x="1030" y="270"/>
                  </a:lnTo>
                  <a:lnTo>
                    <a:pt x="932" y="353"/>
                  </a:lnTo>
                  <a:lnTo>
                    <a:pt x="829" y="442"/>
                  </a:lnTo>
                  <a:lnTo>
                    <a:pt x="725" y="533"/>
                  </a:lnTo>
                  <a:lnTo>
                    <a:pt x="620" y="625"/>
                  </a:lnTo>
                  <a:lnTo>
                    <a:pt x="514" y="718"/>
                  </a:lnTo>
                  <a:lnTo>
                    <a:pt x="416" y="810"/>
                  </a:lnTo>
                  <a:lnTo>
                    <a:pt x="368" y="856"/>
                  </a:lnTo>
                  <a:lnTo>
                    <a:pt x="322" y="901"/>
                  </a:lnTo>
                  <a:lnTo>
                    <a:pt x="277" y="945"/>
                  </a:lnTo>
                  <a:lnTo>
                    <a:pt x="237" y="990"/>
                  </a:lnTo>
                  <a:lnTo>
                    <a:pt x="198" y="1030"/>
                  </a:lnTo>
                  <a:lnTo>
                    <a:pt x="161" y="1073"/>
                  </a:lnTo>
                  <a:lnTo>
                    <a:pt x="128" y="1112"/>
                  </a:lnTo>
                  <a:lnTo>
                    <a:pt x="98" y="1149"/>
                  </a:lnTo>
                  <a:lnTo>
                    <a:pt x="72" y="1186"/>
                  </a:lnTo>
                  <a:lnTo>
                    <a:pt x="50" y="1221"/>
                  </a:lnTo>
                  <a:lnTo>
                    <a:pt x="33" y="1252"/>
                  </a:lnTo>
                  <a:lnTo>
                    <a:pt x="30" y="1261"/>
                  </a:lnTo>
                  <a:lnTo>
                    <a:pt x="18" y="1287"/>
                  </a:lnTo>
                  <a:lnTo>
                    <a:pt x="7" y="1321"/>
                  </a:lnTo>
                  <a:lnTo>
                    <a:pt x="2" y="1348"/>
                  </a:lnTo>
                  <a:lnTo>
                    <a:pt x="0" y="1378"/>
                  </a:lnTo>
                  <a:lnTo>
                    <a:pt x="0" y="1406"/>
                  </a:lnTo>
                  <a:lnTo>
                    <a:pt x="4" y="1433"/>
                  </a:lnTo>
                  <a:lnTo>
                    <a:pt x="9" y="1459"/>
                  </a:lnTo>
                  <a:lnTo>
                    <a:pt x="18" y="1485"/>
                  </a:lnTo>
                  <a:lnTo>
                    <a:pt x="22" y="1495"/>
                  </a:lnTo>
                  <a:lnTo>
                    <a:pt x="33" y="1520"/>
                  </a:lnTo>
                  <a:lnTo>
                    <a:pt x="48" y="1546"/>
                  </a:lnTo>
                  <a:lnTo>
                    <a:pt x="63" y="1570"/>
                  </a:lnTo>
                  <a:lnTo>
                    <a:pt x="81" y="1594"/>
                  </a:lnTo>
                  <a:lnTo>
                    <a:pt x="102" y="1618"/>
                  </a:lnTo>
                  <a:lnTo>
                    <a:pt x="146" y="1663"/>
                  </a:lnTo>
                  <a:lnTo>
                    <a:pt x="196" y="1705"/>
                  </a:lnTo>
                  <a:lnTo>
                    <a:pt x="250" y="1742"/>
                  </a:lnTo>
                  <a:lnTo>
                    <a:pt x="253" y="1744"/>
                  </a:lnTo>
                  <a:lnTo>
                    <a:pt x="309" y="1777"/>
                  </a:lnTo>
                  <a:lnTo>
                    <a:pt x="368" y="1809"/>
                  </a:lnTo>
                  <a:lnTo>
                    <a:pt x="425" y="1833"/>
                  </a:lnTo>
                  <a:lnTo>
                    <a:pt x="481" y="1853"/>
                  </a:lnTo>
                  <a:lnTo>
                    <a:pt x="535" y="1870"/>
                  </a:lnTo>
                  <a:lnTo>
                    <a:pt x="538" y="1870"/>
                  </a:lnTo>
                  <a:lnTo>
                    <a:pt x="588" y="1881"/>
                  </a:lnTo>
                  <a:lnTo>
                    <a:pt x="633" y="1885"/>
                  </a:lnTo>
                  <a:lnTo>
                    <a:pt x="655" y="1885"/>
                  </a:lnTo>
                  <a:lnTo>
                    <a:pt x="677" y="1883"/>
                  </a:lnTo>
                  <a:lnTo>
                    <a:pt x="731" y="1877"/>
                  </a:lnTo>
                  <a:lnTo>
                    <a:pt x="788" y="1864"/>
                  </a:lnTo>
                  <a:lnTo>
                    <a:pt x="793" y="1864"/>
                  </a:lnTo>
                  <a:lnTo>
                    <a:pt x="854" y="1848"/>
                  </a:lnTo>
                  <a:lnTo>
                    <a:pt x="919" y="1826"/>
                  </a:lnTo>
                  <a:lnTo>
                    <a:pt x="986" y="1800"/>
                  </a:lnTo>
                  <a:lnTo>
                    <a:pt x="1051" y="1770"/>
                  </a:lnTo>
                  <a:lnTo>
                    <a:pt x="1113" y="1737"/>
                  </a:lnTo>
                  <a:lnTo>
                    <a:pt x="1173" y="1700"/>
                  </a:lnTo>
                  <a:lnTo>
                    <a:pt x="1176" y="1698"/>
                  </a:lnTo>
                  <a:lnTo>
                    <a:pt x="1230" y="1657"/>
                  </a:lnTo>
                  <a:lnTo>
                    <a:pt x="1254" y="1635"/>
                  </a:lnTo>
                  <a:lnTo>
                    <a:pt x="1276" y="1613"/>
                  </a:lnTo>
                  <a:lnTo>
                    <a:pt x="1297" y="1589"/>
                  </a:lnTo>
                  <a:lnTo>
                    <a:pt x="1315" y="1565"/>
                  </a:lnTo>
                  <a:lnTo>
                    <a:pt x="1330" y="1541"/>
                  </a:lnTo>
                  <a:lnTo>
                    <a:pt x="1343" y="1515"/>
                  </a:lnTo>
                  <a:lnTo>
                    <a:pt x="1346" y="1506"/>
                  </a:lnTo>
                  <a:lnTo>
                    <a:pt x="1356" y="1480"/>
                  </a:lnTo>
                  <a:lnTo>
                    <a:pt x="1361" y="1454"/>
                  </a:lnTo>
                  <a:lnTo>
                    <a:pt x="1365" y="1426"/>
                  </a:lnTo>
                  <a:lnTo>
                    <a:pt x="1365" y="1398"/>
                  </a:lnTo>
                  <a:lnTo>
                    <a:pt x="1361" y="1371"/>
                  </a:lnTo>
                  <a:lnTo>
                    <a:pt x="1354" y="1337"/>
                  </a:lnTo>
                  <a:lnTo>
                    <a:pt x="1343" y="1311"/>
                  </a:lnTo>
                  <a:lnTo>
                    <a:pt x="1339" y="1302"/>
                  </a:lnTo>
                  <a:lnTo>
                    <a:pt x="1326" y="1273"/>
                  </a:lnTo>
                  <a:lnTo>
                    <a:pt x="1309" y="1241"/>
                  </a:lnTo>
                  <a:lnTo>
                    <a:pt x="1289" y="1208"/>
                  </a:lnTo>
                  <a:lnTo>
                    <a:pt x="1267" y="1173"/>
                  </a:lnTo>
                  <a:lnTo>
                    <a:pt x="1243" y="1138"/>
                  </a:lnTo>
                  <a:lnTo>
                    <a:pt x="1215" y="1102"/>
                  </a:lnTo>
                  <a:lnTo>
                    <a:pt x="1186" y="1065"/>
                  </a:lnTo>
                  <a:lnTo>
                    <a:pt x="1154" y="1028"/>
                  </a:lnTo>
                  <a:lnTo>
                    <a:pt x="1121" y="990"/>
                  </a:lnTo>
                  <a:lnTo>
                    <a:pt x="1084" y="949"/>
                  </a:lnTo>
                  <a:lnTo>
                    <a:pt x="1047" y="910"/>
                  </a:lnTo>
                  <a:lnTo>
                    <a:pt x="1006" y="869"/>
                  </a:lnTo>
                  <a:lnTo>
                    <a:pt x="965" y="827"/>
                  </a:lnTo>
                  <a:lnTo>
                    <a:pt x="877" y="742"/>
                  </a:lnTo>
                  <a:lnTo>
                    <a:pt x="782" y="655"/>
                  </a:lnTo>
                  <a:lnTo>
                    <a:pt x="682" y="564"/>
                  </a:lnTo>
                  <a:lnTo>
                    <a:pt x="579" y="474"/>
                  </a:lnTo>
                  <a:lnTo>
                    <a:pt x="472" y="381"/>
                  </a:lnTo>
                  <a:lnTo>
                    <a:pt x="361" y="287"/>
                  </a:lnTo>
                  <a:lnTo>
                    <a:pt x="248" y="193"/>
                  </a:lnTo>
                  <a:lnTo>
                    <a:pt x="18" y="0"/>
                  </a:lnTo>
                  <a:close/>
                </a:path>
              </a:pathLst>
            </a:custGeom>
            <a:solidFill>
              <a:srgbClr val="3333CC"/>
            </a:solidFill>
            <a:ln w="9525">
              <a:noFill/>
              <a:round/>
              <a:headEnd/>
              <a:tailEnd/>
            </a:ln>
          </p:spPr>
          <p:txBody>
            <a:bodyPr/>
            <a:lstStyle/>
            <a:p>
              <a:endParaRPr lang="zh-CN" altLang="en-US"/>
            </a:p>
          </p:txBody>
        </p:sp>
        <p:sp>
          <p:nvSpPr>
            <p:cNvPr id="42015" name="Freeform 447"/>
            <p:cNvSpPr>
              <a:spLocks/>
            </p:cNvSpPr>
            <p:nvPr/>
          </p:nvSpPr>
          <p:spPr bwMode="auto">
            <a:xfrm>
              <a:off x="3783" y="2616"/>
              <a:ext cx="669" cy="917"/>
            </a:xfrm>
            <a:custGeom>
              <a:avLst/>
              <a:gdLst>
                <a:gd name="T0" fmla="*/ 56 w 1337"/>
                <a:gd name="T1" fmla="*/ 107 h 1833"/>
                <a:gd name="T2" fmla="*/ 46 w 1337"/>
                <a:gd name="T3" fmla="*/ 100 h 1833"/>
                <a:gd name="T4" fmla="*/ 26 w 1337"/>
                <a:gd name="T5" fmla="*/ 86 h 1833"/>
                <a:gd name="T6" fmla="*/ 13 w 1337"/>
                <a:gd name="T7" fmla="*/ 75 h 1833"/>
                <a:gd name="T8" fmla="*/ 6 w 1337"/>
                <a:gd name="T9" fmla="*/ 67 h 1833"/>
                <a:gd name="T10" fmla="*/ 2 w 1337"/>
                <a:gd name="T11" fmla="*/ 59 h 1833"/>
                <a:gd name="T12" fmla="*/ 2 w 1337"/>
                <a:gd name="T13" fmla="*/ 53 h 1833"/>
                <a:gd name="T14" fmla="*/ 5 w 1337"/>
                <a:gd name="T15" fmla="*/ 45 h 1833"/>
                <a:gd name="T16" fmla="*/ 11 w 1337"/>
                <a:gd name="T17" fmla="*/ 36 h 1833"/>
                <a:gd name="T18" fmla="*/ 24 w 1337"/>
                <a:gd name="T19" fmla="*/ 24 h 1833"/>
                <a:gd name="T20" fmla="*/ 42 w 1337"/>
                <a:gd name="T21" fmla="*/ 10 h 1833"/>
                <a:gd name="T22" fmla="*/ 52 w 1337"/>
                <a:gd name="T23" fmla="*/ 4 h 1833"/>
                <a:gd name="T24" fmla="*/ 59 w 1337"/>
                <a:gd name="T25" fmla="*/ 1 h 1833"/>
                <a:gd name="T26" fmla="*/ 70 w 1337"/>
                <a:gd name="T27" fmla="*/ 2 h 1833"/>
                <a:gd name="T28" fmla="*/ 80 w 1337"/>
                <a:gd name="T29" fmla="*/ 8 h 1833"/>
                <a:gd name="T30" fmla="*/ 84 w 1337"/>
                <a:gd name="T31" fmla="*/ 14 h 1833"/>
                <a:gd name="T32" fmla="*/ 84 w 1337"/>
                <a:gd name="T33" fmla="*/ 20 h 1833"/>
                <a:gd name="T34" fmla="*/ 82 w 1337"/>
                <a:gd name="T35" fmla="*/ 26 h 1833"/>
                <a:gd name="T36" fmla="*/ 77 w 1337"/>
                <a:gd name="T37" fmla="*/ 33 h 1833"/>
                <a:gd name="T38" fmla="*/ 69 w 1337"/>
                <a:gd name="T39" fmla="*/ 41 h 1833"/>
                <a:gd name="T40" fmla="*/ 52 w 1337"/>
                <a:gd name="T41" fmla="*/ 57 h 1833"/>
                <a:gd name="T42" fmla="*/ 28 w 1337"/>
                <a:gd name="T43" fmla="*/ 77 h 1833"/>
                <a:gd name="T44" fmla="*/ 18 w 1337"/>
                <a:gd name="T45" fmla="*/ 86 h 1833"/>
                <a:gd name="T46" fmla="*/ 10 w 1337"/>
                <a:gd name="T47" fmla="*/ 94 h 1833"/>
                <a:gd name="T48" fmla="*/ 4 w 1337"/>
                <a:gd name="T49" fmla="*/ 102 h 1833"/>
                <a:gd name="T50" fmla="*/ 1 w 1337"/>
                <a:gd name="T51" fmla="*/ 110 h 1833"/>
                <a:gd name="T52" fmla="*/ 3 w 1337"/>
                <a:gd name="T53" fmla="*/ 114 h 1833"/>
                <a:gd name="T54" fmla="*/ 9 w 1337"/>
                <a:gd name="T55" fmla="*/ 114 h 1833"/>
                <a:gd name="T56" fmla="*/ 17 w 1337"/>
                <a:gd name="T57" fmla="*/ 111 h 1833"/>
                <a:gd name="T58" fmla="*/ 25 w 1337"/>
                <a:gd name="T59" fmla="*/ 106 h 1833"/>
                <a:gd name="T60" fmla="*/ 41 w 1337"/>
                <a:gd name="T61" fmla="*/ 97 h 1833"/>
                <a:gd name="T62" fmla="*/ 64 w 1337"/>
                <a:gd name="T63" fmla="*/ 80 h 1833"/>
                <a:gd name="T64" fmla="*/ 73 w 1337"/>
                <a:gd name="T65" fmla="*/ 72 h 1833"/>
                <a:gd name="T66" fmla="*/ 80 w 1337"/>
                <a:gd name="T67" fmla="*/ 63 h 1833"/>
                <a:gd name="T68" fmla="*/ 83 w 1337"/>
                <a:gd name="T69" fmla="*/ 56 h 1833"/>
                <a:gd name="T70" fmla="*/ 81 w 1337"/>
                <a:gd name="T71" fmla="*/ 48 h 1833"/>
                <a:gd name="T72" fmla="*/ 76 w 1337"/>
                <a:gd name="T73" fmla="*/ 40 h 1833"/>
                <a:gd name="T74" fmla="*/ 68 w 1337"/>
                <a:gd name="T75" fmla="*/ 32 h 1833"/>
                <a:gd name="T76" fmla="*/ 48 w 1337"/>
                <a:gd name="T77" fmla="*/ 16 h 1833"/>
                <a:gd name="T78" fmla="*/ 32 w 1337"/>
                <a:gd name="T79" fmla="*/ 5 h 1833"/>
                <a:gd name="T80" fmla="*/ 25 w 1337"/>
                <a:gd name="T81" fmla="*/ 2 h 1833"/>
                <a:gd name="T82" fmla="*/ 18 w 1337"/>
                <a:gd name="T83" fmla="*/ 1 h 1833"/>
                <a:gd name="T84" fmla="*/ 9 w 1337"/>
                <a:gd name="T85" fmla="*/ 4 h 1833"/>
                <a:gd name="T86" fmla="*/ 2 w 1337"/>
                <a:gd name="T87" fmla="*/ 12 h 1833"/>
                <a:gd name="T88" fmla="*/ 1 w 1337"/>
                <a:gd name="T89" fmla="*/ 20 h 1833"/>
                <a:gd name="T90" fmla="*/ 2 w 1337"/>
                <a:gd name="T91" fmla="*/ 27 h 1833"/>
                <a:gd name="T92" fmla="*/ 6 w 1337"/>
                <a:gd name="T93" fmla="*/ 33 h 1833"/>
                <a:gd name="T94" fmla="*/ 13 w 1337"/>
                <a:gd name="T95" fmla="*/ 42 h 1833"/>
                <a:gd name="T96" fmla="*/ 24 w 1337"/>
                <a:gd name="T97" fmla="*/ 52 h 1833"/>
                <a:gd name="T98" fmla="*/ 49 w 1337"/>
                <a:gd name="T99" fmla="*/ 75 h 1833"/>
                <a:gd name="T100" fmla="*/ 66 w 1337"/>
                <a:gd name="T101" fmla="*/ 91 h 1833"/>
                <a:gd name="T102" fmla="*/ 75 w 1337"/>
                <a:gd name="T103" fmla="*/ 99 h 1833"/>
                <a:gd name="T104" fmla="*/ 81 w 1337"/>
                <a:gd name="T105" fmla="*/ 106 h 1833"/>
                <a:gd name="T106" fmla="*/ 84 w 1337"/>
                <a:gd name="T107" fmla="*/ 110 h 1833"/>
                <a:gd name="T108" fmla="*/ 84 w 1337"/>
                <a:gd name="T109" fmla="*/ 113 h 1833"/>
                <a:gd name="T110" fmla="*/ 79 w 1337"/>
                <a:gd name="T111" fmla="*/ 114 h 1833"/>
                <a:gd name="T112" fmla="*/ 71 w 1337"/>
                <a:gd name="T113" fmla="*/ 113 h 18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37"/>
                <a:gd name="T172" fmla="*/ 0 h 1833"/>
                <a:gd name="T173" fmla="*/ 1337 w 1337"/>
                <a:gd name="T174" fmla="*/ 1833 h 18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37" h="1833">
                  <a:moveTo>
                    <a:pt x="958" y="1748"/>
                  </a:moveTo>
                  <a:lnTo>
                    <a:pt x="938" y="1735"/>
                  </a:lnTo>
                  <a:lnTo>
                    <a:pt x="914" y="1720"/>
                  </a:lnTo>
                  <a:lnTo>
                    <a:pt x="886" y="1704"/>
                  </a:lnTo>
                  <a:lnTo>
                    <a:pt x="858" y="1685"/>
                  </a:lnTo>
                  <a:lnTo>
                    <a:pt x="827" y="1665"/>
                  </a:lnTo>
                  <a:lnTo>
                    <a:pt x="793" y="1645"/>
                  </a:lnTo>
                  <a:lnTo>
                    <a:pt x="723" y="1598"/>
                  </a:lnTo>
                  <a:lnTo>
                    <a:pt x="649" y="1548"/>
                  </a:lnTo>
                  <a:lnTo>
                    <a:pt x="571" y="1493"/>
                  </a:lnTo>
                  <a:lnTo>
                    <a:pt x="492" y="1436"/>
                  </a:lnTo>
                  <a:lnTo>
                    <a:pt x="414" y="1376"/>
                  </a:lnTo>
                  <a:lnTo>
                    <a:pt x="338" y="1315"/>
                  </a:lnTo>
                  <a:lnTo>
                    <a:pt x="266" y="1253"/>
                  </a:lnTo>
                  <a:lnTo>
                    <a:pt x="231" y="1221"/>
                  </a:lnTo>
                  <a:lnTo>
                    <a:pt x="200" y="1190"/>
                  </a:lnTo>
                  <a:lnTo>
                    <a:pt x="170" y="1156"/>
                  </a:lnTo>
                  <a:lnTo>
                    <a:pt x="140" y="1125"/>
                  </a:lnTo>
                  <a:lnTo>
                    <a:pt x="115" y="1093"/>
                  </a:lnTo>
                  <a:lnTo>
                    <a:pt x="92" y="1064"/>
                  </a:lnTo>
                  <a:lnTo>
                    <a:pt x="72" y="1032"/>
                  </a:lnTo>
                  <a:lnTo>
                    <a:pt x="55" y="1003"/>
                  </a:lnTo>
                  <a:lnTo>
                    <a:pt x="41" y="973"/>
                  </a:lnTo>
                  <a:lnTo>
                    <a:pt x="29" y="944"/>
                  </a:lnTo>
                  <a:lnTo>
                    <a:pt x="24" y="916"/>
                  </a:lnTo>
                  <a:lnTo>
                    <a:pt x="20" y="888"/>
                  </a:lnTo>
                  <a:lnTo>
                    <a:pt x="22" y="860"/>
                  </a:lnTo>
                  <a:lnTo>
                    <a:pt x="26" y="833"/>
                  </a:lnTo>
                  <a:lnTo>
                    <a:pt x="35" y="801"/>
                  </a:lnTo>
                  <a:lnTo>
                    <a:pt x="46" y="772"/>
                  </a:lnTo>
                  <a:lnTo>
                    <a:pt x="61" y="740"/>
                  </a:lnTo>
                  <a:lnTo>
                    <a:pt x="79" y="707"/>
                  </a:lnTo>
                  <a:lnTo>
                    <a:pt x="100" y="676"/>
                  </a:lnTo>
                  <a:lnTo>
                    <a:pt x="124" y="642"/>
                  </a:lnTo>
                  <a:lnTo>
                    <a:pt x="148" y="609"/>
                  </a:lnTo>
                  <a:lnTo>
                    <a:pt x="176" y="576"/>
                  </a:lnTo>
                  <a:lnTo>
                    <a:pt x="205" y="541"/>
                  </a:lnTo>
                  <a:lnTo>
                    <a:pt x="237" y="507"/>
                  </a:lnTo>
                  <a:lnTo>
                    <a:pt x="303" y="441"/>
                  </a:lnTo>
                  <a:lnTo>
                    <a:pt x="375" y="376"/>
                  </a:lnTo>
                  <a:lnTo>
                    <a:pt x="447" y="311"/>
                  </a:lnTo>
                  <a:lnTo>
                    <a:pt x="523" y="252"/>
                  </a:lnTo>
                  <a:lnTo>
                    <a:pt x="597" y="197"/>
                  </a:lnTo>
                  <a:lnTo>
                    <a:pt x="668" y="147"/>
                  </a:lnTo>
                  <a:lnTo>
                    <a:pt x="736" y="102"/>
                  </a:lnTo>
                  <a:lnTo>
                    <a:pt x="767" y="84"/>
                  </a:lnTo>
                  <a:lnTo>
                    <a:pt x="797" y="67"/>
                  </a:lnTo>
                  <a:lnTo>
                    <a:pt x="825" y="50"/>
                  </a:lnTo>
                  <a:lnTo>
                    <a:pt x="853" y="37"/>
                  </a:lnTo>
                  <a:lnTo>
                    <a:pt x="875" y="26"/>
                  </a:lnTo>
                  <a:lnTo>
                    <a:pt x="897" y="17"/>
                  </a:lnTo>
                  <a:lnTo>
                    <a:pt x="938" y="6"/>
                  </a:lnTo>
                  <a:lnTo>
                    <a:pt x="982" y="0"/>
                  </a:lnTo>
                  <a:lnTo>
                    <a:pt x="1026" y="0"/>
                  </a:lnTo>
                  <a:lnTo>
                    <a:pt x="1071" y="8"/>
                  </a:lnTo>
                  <a:lnTo>
                    <a:pt x="1113" y="19"/>
                  </a:lnTo>
                  <a:lnTo>
                    <a:pt x="1156" y="36"/>
                  </a:lnTo>
                  <a:lnTo>
                    <a:pt x="1195" y="58"/>
                  </a:lnTo>
                  <a:lnTo>
                    <a:pt x="1232" y="84"/>
                  </a:lnTo>
                  <a:lnTo>
                    <a:pt x="1265" y="113"/>
                  </a:lnTo>
                  <a:lnTo>
                    <a:pt x="1293" y="147"/>
                  </a:lnTo>
                  <a:lnTo>
                    <a:pt x="1313" y="184"/>
                  </a:lnTo>
                  <a:lnTo>
                    <a:pt x="1322" y="202"/>
                  </a:lnTo>
                  <a:lnTo>
                    <a:pt x="1330" y="222"/>
                  </a:lnTo>
                  <a:lnTo>
                    <a:pt x="1333" y="243"/>
                  </a:lnTo>
                  <a:lnTo>
                    <a:pt x="1337" y="265"/>
                  </a:lnTo>
                  <a:lnTo>
                    <a:pt x="1337" y="287"/>
                  </a:lnTo>
                  <a:lnTo>
                    <a:pt x="1337" y="309"/>
                  </a:lnTo>
                  <a:lnTo>
                    <a:pt x="1333" y="332"/>
                  </a:lnTo>
                  <a:lnTo>
                    <a:pt x="1328" y="354"/>
                  </a:lnTo>
                  <a:lnTo>
                    <a:pt x="1319" y="378"/>
                  </a:lnTo>
                  <a:lnTo>
                    <a:pt x="1308" y="402"/>
                  </a:lnTo>
                  <a:lnTo>
                    <a:pt x="1293" y="428"/>
                  </a:lnTo>
                  <a:lnTo>
                    <a:pt x="1274" y="454"/>
                  </a:lnTo>
                  <a:lnTo>
                    <a:pt x="1252" y="483"/>
                  </a:lnTo>
                  <a:lnTo>
                    <a:pt x="1226" y="515"/>
                  </a:lnTo>
                  <a:lnTo>
                    <a:pt x="1197" y="548"/>
                  </a:lnTo>
                  <a:lnTo>
                    <a:pt x="1165" y="583"/>
                  </a:lnTo>
                  <a:lnTo>
                    <a:pt x="1128" y="618"/>
                  </a:lnTo>
                  <a:lnTo>
                    <a:pt x="1091" y="655"/>
                  </a:lnTo>
                  <a:lnTo>
                    <a:pt x="1050" y="694"/>
                  </a:lnTo>
                  <a:lnTo>
                    <a:pt x="1010" y="733"/>
                  </a:lnTo>
                  <a:lnTo>
                    <a:pt x="921" y="814"/>
                  </a:lnTo>
                  <a:lnTo>
                    <a:pt x="827" y="897"/>
                  </a:lnTo>
                  <a:lnTo>
                    <a:pt x="730" y="983"/>
                  </a:lnTo>
                  <a:lnTo>
                    <a:pt x="632" y="1066"/>
                  </a:lnTo>
                  <a:lnTo>
                    <a:pt x="536" y="1149"/>
                  </a:lnTo>
                  <a:lnTo>
                    <a:pt x="446" y="1228"/>
                  </a:lnTo>
                  <a:lnTo>
                    <a:pt x="401" y="1267"/>
                  </a:lnTo>
                  <a:lnTo>
                    <a:pt x="359" y="1304"/>
                  </a:lnTo>
                  <a:lnTo>
                    <a:pt x="318" y="1341"/>
                  </a:lnTo>
                  <a:lnTo>
                    <a:pt x="281" y="1375"/>
                  </a:lnTo>
                  <a:lnTo>
                    <a:pt x="246" y="1408"/>
                  </a:lnTo>
                  <a:lnTo>
                    <a:pt x="213" y="1439"/>
                  </a:lnTo>
                  <a:lnTo>
                    <a:pt x="183" y="1469"/>
                  </a:lnTo>
                  <a:lnTo>
                    <a:pt x="157" y="1497"/>
                  </a:lnTo>
                  <a:lnTo>
                    <a:pt x="133" y="1523"/>
                  </a:lnTo>
                  <a:lnTo>
                    <a:pt x="115" y="1545"/>
                  </a:lnTo>
                  <a:lnTo>
                    <a:pt x="83" y="1587"/>
                  </a:lnTo>
                  <a:lnTo>
                    <a:pt x="59" y="1626"/>
                  </a:lnTo>
                  <a:lnTo>
                    <a:pt x="39" y="1663"/>
                  </a:lnTo>
                  <a:lnTo>
                    <a:pt x="26" y="1696"/>
                  </a:lnTo>
                  <a:lnTo>
                    <a:pt x="17" y="1726"/>
                  </a:lnTo>
                  <a:lnTo>
                    <a:pt x="13" y="1754"/>
                  </a:lnTo>
                  <a:lnTo>
                    <a:pt x="15" y="1778"/>
                  </a:lnTo>
                  <a:lnTo>
                    <a:pt x="20" y="1796"/>
                  </a:lnTo>
                  <a:lnTo>
                    <a:pt x="31" y="1811"/>
                  </a:lnTo>
                  <a:lnTo>
                    <a:pt x="46" y="1824"/>
                  </a:lnTo>
                  <a:lnTo>
                    <a:pt x="65" y="1830"/>
                  </a:lnTo>
                  <a:lnTo>
                    <a:pt x="89" y="1833"/>
                  </a:lnTo>
                  <a:lnTo>
                    <a:pt x="115" y="1830"/>
                  </a:lnTo>
                  <a:lnTo>
                    <a:pt x="144" y="1822"/>
                  </a:lnTo>
                  <a:lnTo>
                    <a:pt x="177" y="1811"/>
                  </a:lnTo>
                  <a:lnTo>
                    <a:pt x="214" y="1793"/>
                  </a:lnTo>
                  <a:lnTo>
                    <a:pt x="235" y="1781"/>
                  </a:lnTo>
                  <a:lnTo>
                    <a:pt x="261" y="1769"/>
                  </a:lnTo>
                  <a:lnTo>
                    <a:pt x="288" y="1752"/>
                  </a:lnTo>
                  <a:lnTo>
                    <a:pt x="320" y="1735"/>
                  </a:lnTo>
                  <a:lnTo>
                    <a:pt x="353" y="1715"/>
                  </a:lnTo>
                  <a:lnTo>
                    <a:pt x="390" y="1695"/>
                  </a:lnTo>
                  <a:lnTo>
                    <a:pt x="429" y="1671"/>
                  </a:lnTo>
                  <a:lnTo>
                    <a:pt x="470" y="1646"/>
                  </a:lnTo>
                  <a:lnTo>
                    <a:pt x="557" y="1595"/>
                  </a:lnTo>
                  <a:lnTo>
                    <a:pt x="647" y="1537"/>
                  </a:lnTo>
                  <a:lnTo>
                    <a:pt x="742" y="1474"/>
                  </a:lnTo>
                  <a:lnTo>
                    <a:pt x="836" y="1410"/>
                  </a:lnTo>
                  <a:lnTo>
                    <a:pt x="927" y="1343"/>
                  </a:lnTo>
                  <a:lnTo>
                    <a:pt x="1015" y="1277"/>
                  </a:lnTo>
                  <a:lnTo>
                    <a:pt x="1056" y="1241"/>
                  </a:lnTo>
                  <a:lnTo>
                    <a:pt x="1095" y="1206"/>
                  </a:lnTo>
                  <a:lnTo>
                    <a:pt x="1132" y="1173"/>
                  </a:lnTo>
                  <a:lnTo>
                    <a:pt x="1167" y="1140"/>
                  </a:lnTo>
                  <a:lnTo>
                    <a:pt x="1200" y="1105"/>
                  </a:lnTo>
                  <a:lnTo>
                    <a:pt x="1228" y="1073"/>
                  </a:lnTo>
                  <a:lnTo>
                    <a:pt x="1254" y="1040"/>
                  </a:lnTo>
                  <a:lnTo>
                    <a:pt x="1276" y="1008"/>
                  </a:lnTo>
                  <a:lnTo>
                    <a:pt x="1295" y="977"/>
                  </a:lnTo>
                  <a:lnTo>
                    <a:pt x="1308" y="946"/>
                  </a:lnTo>
                  <a:lnTo>
                    <a:pt x="1317" y="916"/>
                  </a:lnTo>
                  <a:lnTo>
                    <a:pt x="1322" y="888"/>
                  </a:lnTo>
                  <a:lnTo>
                    <a:pt x="1322" y="860"/>
                  </a:lnTo>
                  <a:lnTo>
                    <a:pt x="1319" y="831"/>
                  </a:lnTo>
                  <a:lnTo>
                    <a:pt x="1309" y="799"/>
                  </a:lnTo>
                  <a:lnTo>
                    <a:pt x="1296" y="768"/>
                  </a:lnTo>
                  <a:lnTo>
                    <a:pt x="1280" y="737"/>
                  </a:lnTo>
                  <a:lnTo>
                    <a:pt x="1261" y="703"/>
                  </a:lnTo>
                  <a:lnTo>
                    <a:pt x="1237" y="670"/>
                  </a:lnTo>
                  <a:lnTo>
                    <a:pt x="1213" y="637"/>
                  </a:lnTo>
                  <a:lnTo>
                    <a:pt x="1184" y="603"/>
                  </a:lnTo>
                  <a:lnTo>
                    <a:pt x="1154" y="570"/>
                  </a:lnTo>
                  <a:lnTo>
                    <a:pt x="1121" y="535"/>
                  </a:lnTo>
                  <a:lnTo>
                    <a:pt x="1086" y="502"/>
                  </a:lnTo>
                  <a:lnTo>
                    <a:pt x="1010" y="433"/>
                  </a:lnTo>
                  <a:lnTo>
                    <a:pt x="932" y="369"/>
                  </a:lnTo>
                  <a:lnTo>
                    <a:pt x="849" y="306"/>
                  </a:lnTo>
                  <a:lnTo>
                    <a:pt x="766" y="246"/>
                  </a:lnTo>
                  <a:lnTo>
                    <a:pt x="684" y="191"/>
                  </a:lnTo>
                  <a:lnTo>
                    <a:pt x="605" y="141"/>
                  </a:lnTo>
                  <a:lnTo>
                    <a:pt x="533" y="98"/>
                  </a:lnTo>
                  <a:lnTo>
                    <a:pt x="497" y="80"/>
                  </a:lnTo>
                  <a:lnTo>
                    <a:pt x="466" y="63"/>
                  </a:lnTo>
                  <a:lnTo>
                    <a:pt x="436" y="49"/>
                  </a:lnTo>
                  <a:lnTo>
                    <a:pt x="409" y="36"/>
                  </a:lnTo>
                  <a:lnTo>
                    <a:pt x="385" y="25"/>
                  </a:lnTo>
                  <a:lnTo>
                    <a:pt x="362" y="17"/>
                  </a:lnTo>
                  <a:lnTo>
                    <a:pt x="342" y="12"/>
                  </a:lnTo>
                  <a:lnTo>
                    <a:pt x="322" y="8"/>
                  </a:lnTo>
                  <a:lnTo>
                    <a:pt x="281" y="4"/>
                  </a:lnTo>
                  <a:lnTo>
                    <a:pt x="240" y="10"/>
                  </a:lnTo>
                  <a:lnTo>
                    <a:pt x="201" y="19"/>
                  </a:lnTo>
                  <a:lnTo>
                    <a:pt x="165" y="36"/>
                  </a:lnTo>
                  <a:lnTo>
                    <a:pt x="129" y="56"/>
                  </a:lnTo>
                  <a:lnTo>
                    <a:pt x="96" y="82"/>
                  </a:lnTo>
                  <a:lnTo>
                    <a:pt x="66" y="113"/>
                  </a:lnTo>
                  <a:lnTo>
                    <a:pt x="42" y="148"/>
                  </a:lnTo>
                  <a:lnTo>
                    <a:pt x="24" y="187"/>
                  </a:lnTo>
                  <a:lnTo>
                    <a:pt x="9" y="228"/>
                  </a:lnTo>
                  <a:lnTo>
                    <a:pt x="2" y="272"/>
                  </a:lnTo>
                  <a:lnTo>
                    <a:pt x="0" y="296"/>
                  </a:lnTo>
                  <a:lnTo>
                    <a:pt x="2" y="319"/>
                  </a:lnTo>
                  <a:lnTo>
                    <a:pt x="4" y="344"/>
                  </a:lnTo>
                  <a:lnTo>
                    <a:pt x="9" y="369"/>
                  </a:lnTo>
                  <a:lnTo>
                    <a:pt x="15" y="393"/>
                  </a:lnTo>
                  <a:lnTo>
                    <a:pt x="24" y="418"/>
                  </a:lnTo>
                  <a:lnTo>
                    <a:pt x="35" y="444"/>
                  </a:lnTo>
                  <a:lnTo>
                    <a:pt x="48" y="470"/>
                  </a:lnTo>
                  <a:lnTo>
                    <a:pt x="65" y="498"/>
                  </a:lnTo>
                  <a:lnTo>
                    <a:pt x="87" y="528"/>
                  </a:lnTo>
                  <a:lnTo>
                    <a:pt x="111" y="559"/>
                  </a:lnTo>
                  <a:lnTo>
                    <a:pt x="140" y="594"/>
                  </a:lnTo>
                  <a:lnTo>
                    <a:pt x="172" y="629"/>
                  </a:lnTo>
                  <a:lnTo>
                    <a:pt x="207" y="666"/>
                  </a:lnTo>
                  <a:lnTo>
                    <a:pt x="246" y="707"/>
                  </a:lnTo>
                  <a:lnTo>
                    <a:pt x="287" y="746"/>
                  </a:lnTo>
                  <a:lnTo>
                    <a:pt x="329" y="788"/>
                  </a:lnTo>
                  <a:lnTo>
                    <a:pt x="375" y="831"/>
                  </a:lnTo>
                  <a:lnTo>
                    <a:pt x="470" y="920"/>
                  </a:lnTo>
                  <a:lnTo>
                    <a:pt x="570" y="1010"/>
                  </a:lnTo>
                  <a:lnTo>
                    <a:pt x="671" y="1101"/>
                  </a:lnTo>
                  <a:lnTo>
                    <a:pt x="773" y="1190"/>
                  </a:lnTo>
                  <a:lnTo>
                    <a:pt x="873" y="1278"/>
                  </a:lnTo>
                  <a:lnTo>
                    <a:pt x="967" y="1362"/>
                  </a:lnTo>
                  <a:lnTo>
                    <a:pt x="1012" y="1402"/>
                  </a:lnTo>
                  <a:lnTo>
                    <a:pt x="1054" y="1441"/>
                  </a:lnTo>
                  <a:lnTo>
                    <a:pt x="1095" y="1478"/>
                  </a:lnTo>
                  <a:lnTo>
                    <a:pt x="1134" y="1515"/>
                  </a:lnTo>
                  <a:lnTo>
                    <a:pt x="1169" y="1548"/>
                  </a:lnTo>
                  <a:lnTo>
                    <a:pt x="1200" y="1580"/>
                  </a:lnTo>
                  <a:lnTo>
                    <a:pt x="1228" y="1609"/>
                  </a:lnTo>
                  <a:lnTo>
                    <a:pt x="1254" y="1635"/>
                  </a:lnTo>
                  <a:lnTo>
                    <a:pt x="1274" y="1659"/>
                  </a:lnTo>
                  <a:lnTo>
                    <a:pt x="1291" y="1682"/>
                  </a:lnTo>
                  <a:lnTo>
                    <a:pt x="1304" y="1700"/>
                  </a:lnTo>
                  <a:lnTo>
                    <a:pt x="1315" y="1719"/>
                  </a:lnTo>
                  <a:lnTo>
                    <a:pt x="1322" y="1733"/>
                  </a:lnTo>
                  <a:lnTo>
                    <a:pt x="1330" y="1748"/>
                  </a:lnTo>
                  <a:lnTo>
                    <a:pt x="1333" y="1761"/>
                  </a:lnTo>
                  <a:lnTo>
                    <a:pt x="1335" y="1774"/>
                  </a:lnTo>
                  <a:lnTo>
                    <a:pt x="1335" y="1783"/>
                  </a:lnTo>
                  <a:lnTo>
                    <a:pt x="1333" y="1793"/>
                  </a:lnTo>
                  <a:lnTo>
                    <a:pt x="1324" y="1807"/>
                  </a:lnTo>
                  <a:lnTo>
                    <a:pt x="1309" y="1817"/>
                  </a:lnTo>
                  <a:lnTo>
                    <a:pt x="1287" y="1822"/>
                  </a:lnTo>
                  <a:lnTo>
                    <a:pt x="1261" y="1824"/>
                  </a:lnTo>
                  <a:lnTo>
                    <a:pt x="1232" y="1822"/>
                  </a:lnTo>
                  <a:lnTo>
                    <a:pt x="1198" y="1817"/>
                  </a:lnTo>
                  <a:lnTo>
                    <a:pt x="1161" y="1809"/>
                  </a:lnTo>
                  <a:lnTo>
                    <a:pt x="1123" y="1800"/>
                  </a:lnTo>
                  <a:lnTo>
                    <a:pt x="1039" y="1776"/>
                  </a:lnTo>
                  <a:lnTo>
                    <a:pt x="958" y="1748"/>
                  </a:lnTo>
                  <a:close/>
                </a:path>
              </a:pathLst>
            </a:custGeom>
            <a:noFill/>
            <a:ln w="17463">
              <a:solidFill>
                <a:srgbClr val="0000FF"/>
              </a:solidFill>
              <a:round/>
              <a:headEnd/>
              <a:tailEnd/>
            </a:ln>
          </p:spPr>
          <p:txBody>
            <a:bodyPr/>
            <a:lstStyle/>
            <a:p>
              <a:endParaRPr lang="zh-CN" altLang="en-US"/>
            </a:p>
          </p:txBody>
        </p:sp>
        <p:sp>
          <p:nvSpPr>
            <p:cNvPr id="42016" name="Freeform 448"/>
            <p:cNvSpPr>
              <a:spLocks/>
            </p:cNvSpPr>
            <p:nvPr/>
          </p:nvSpPr>
          <p:spPr bwMode="auto">
            <a:xfrm>
              <a:off x="4714" y="2602"/>
              <a:ext cx="682" cy="943"/>
            </a:xfrm>
            <a:custGeom>
              <a:avLst/>
              <a:gdLst>
                <a:gd name="T0" fmla="*/ 22 w 1365"/>
                <a:gd name="T1" fmla="*/ 100 h 1884"/>
                <a:gd name="T2" fmla="*/ 48 w 1365"/>
                <a:gd name="T3" fmla="*/ 77 h 1884"/>
                <a:gd name="T4" fmla="*/ 65 w 1365"/>
                <a:gd name="T5" fmla="*/ 61 h 1884"/>
                <a:gd name="T6" fmla="*/ 74 w 1365"/>
                <a:gd name="T7" fmla="*/ 52 h 1884"/>
                <a:gd name="T8" fmla="*/ 80 w 1365"/>
                <a:gd name="T9" fmla="*/ 43 h 1884"/>
                <a:gd name="T10" fmla="*/ 83 w 1365"/>
                <a:gd name="T11" fmla="*/ 36 h 1884"/>
                <a:gd name="T12" fmla="*/ 85 w 1365"/>
                <a:gd name="T13" fmla="*/ 29 h 1884"/>
                <a:gd name="T14" fmla="*/ 83 w 1365"/>
                <a:gd name="T15" fmla="*/ 24 h 1884"/>
                <a:gd name="T16" fmla="*/ 79 w 1365"/>
                <a:gd name="T17" fmla="*/ 17 h 1884"/>
                <a:gd name="T18" fmla="*/ 73 w 1365"/>
                <a:gd name="T19" fmla="*/ 12 h 1884"/>
                <a:gd name="T20" fmla="*/ 57 w 1365"/>
                <a:gd name="T21" fmla="*/ 4 h 1884"/>
                <a:gd name="T22" fmla="*/ 45 w 1365"/>
                <a:gd name="T23" fmla="*/ 1 h 1884"/>
                <a:gd name="T24" fmla="*/ 36 w 1365"/>
                <a:gd name="T25" fmla="*/ 1 h 1884"/>
                <a:gd name="T26" fmla="*/ 26 w 1365"/>
                <a:gd name="T27" fmla="*/ 4 h 1884"/>
                <a:gd name="T28" fmla="*/ 15 w 1365"/>
                <a:gd name="T29" fmla="*/ 9 h 1884"/>
                <a:gd name="T30" fmla="*/ 5 w 1365"/>
                <a:gd name="T31" fmla="*/ 19 h 1884"/>
                <a:gd name="T32" fmla="*/ 1 w 1365"/>
                <a:gd name="T33" fmla="*/ 25 h 1884"/>
                <a:gd name="T34" fmla="*/ 0 w 1365"/>
                <a:gd name="T35" fmla="*/ 30 h 1884"/>
                <a:gd name="T36" fmla="*/ 1 w 1365"/>
                <a:gd name="T37" fmla="*/ 38 h 1884"/>
                <a:gd name="T38" fmla="*/ 4 w 1365"/>
                <a:gd name="T39" fmla="*/ 44 h 1884"/>
                <a:gd name="T40" fmla="*/ 12 w 1365"/>
                <a:gd name="T41" fmla="*/ 54 h 1884"/>
                <a:gd name="T42" fmla="*/ 23 w 1365"/>
                <a:gd name="T43" fmla="*/ 65 h 1884"/>
                <a:gd name="T44" fmla="*/ 45 w 1365"/>
                <a:gd name="T45" fmla="*/ 85 h 1884"/>
                <a:gd name="T46" fmla="*/ 67 w 1365"/>
                <a:gd name="T47" fmla="*/ 104 h 1884"/>
                <a:gd name="T48" fmla="*/ 77 w 1365"/>
                <a:gd name="T49" fmla="*/ 113 h 1884"/>
                <a:gd name="T50" fmla="*/ 84 w 1365"/>
                <a:gd name="T51" fmla="*/ 117 h 1884"/>
                <a:gd name="T52" fmla="*/ 76 w 1365"/>
                <a:gd name="T53" fmla="*/ 110 h 1884"/>
                <a:gd name="T54" fmla="*/ 65 w 1365"/>
                <a:gd name="T55" fmla="*/ 100 h 1884"/>
                <a:gd name="T56" fmla="*/ 39 w 1365"/>
                <a:gd name="T57" fmla="*/ 78 h 1884"/>
                <a:gd name="T58" fmla="*/ 21 w 1365"/>
                <a:gd name="T59" fmla="*/ 61 h 1884"/>
                <a:gd name="T60" fmla="*/ 11 w 1365"/>
                <a:gd name="T61" fmla="*/ 50 h 1884"/>
                <a:gd name="T62" fmla="*/ 4 w 1365"/>
                <a:gd name="T63" fmla="*/ 41 h 1884"/>
                <a:gd name="T64" fmla="*/ 2 w 1365"/>
                <a:gd name="T65" fmla="*/ 37 h 1884"/>
                <a:gd name="T66" fmla="*/ 1 w 1365"/>
                <a:gd name="T67" fmla="*/ 30 h 1884"/>
                <a:gd name="T68" fmla="*/ 1 w 1365"/>
                <a:gd name="T69" fmla="*/ 25 h 1884"/>
                <a:gd name="T70" fmla="*/ 4 w 1365"/>
                <a:gd name="T71" fmla="*/ 21 h 1884"/>
                <a:gd name="T72" fmla="*/ 13 w 1365"/>
                <a:gd name="T73" fmla="*/ 13 h 1884"/>
                <a:gd name="T74" fmla="*/ 19 w 1365"/>
                <a:gd name="T75" fmla="*/ 8 h 1884"/>
                <a:gd name="T76" fmla="*/ 33 w 1365"/>
                <a:gd name="T77" fmla="*/ 3 h 1884"/>
                <a:gd name="T78" fmla="*/ 39 w 1365"/>
                <a:gd name="T79" fmla="*/ 2 h 1884"/>
                <a:gd name="T80" fmla="*/ 49 w 1365"/>
                <a:gd name="T81" fmla="*/ 3 h 1884"/>
                <a:gd name="T82" fmla="*/ 56 w 1365"/>
                <a:gd name="T83" fmla="*/ 5 h 1884"/>
                <a:gd name="T84" fmla="*/ 72 w 1365"/>
                <a:gd name="T85" fmla="*/ 13 h 1884"/>
                <a:gd name="T86" fmla="*/ 77 w 1365"/>
                <a:gd name="T87" fmla="*/ 17 h 1884"/>
                <a:gd name="T88" fmla="*/ 82 w 1365"/>
                <a:gd name="T89" fmla="*/ 23 h 1884"/>
                <a:gd name="T90" fmla="*/ 83 w 1365"/>
                <a:gd name="T91" fmla="*/ 26 h 1884"/>
                <a:gd name="T92" fmla="*/ 83 w 1365"/>
                <a:gd name="T93" fmla="*/ 33 h 1884"/>
                <a:gd name="T94" fmla="*/ 82 w 1365"/>
                <a:gd name="T95" fmla="*/ 36 h 1884"/>
                <a:gd name="T96" fmla="*/ 78 w 1365"/>
                <a:gd name="T97" fmla="*/ 44 h 1884"/>
                <a:gd name="T98" fmla="*/ 71 w 1365"/>
                <a:gd name="T99" fmla="*/ 53 h 1884"/>
                <a:gd name="T100" fmla="*/ 61 w 1365"/>
                <a:gd name="T101" fmla="*/ 63 h 1884"/>
                <a:gd name="T102" fmla="*/ 41 w 1365"/>
                <a:gd name="T103" fmla="*/ 82 h 1884"/>
                <a:gd name="T104" fmla="*/ 14 w 1365"/>
                <a:gd name="T105" fmla="*/ 105 h 188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65"/>
                <a:gd name="T160" fmla="*/ 0 h 1884"/>
                <a:gd name="T161" fmla="*/ 1365 w 1365"/>
                <a:gd name="T162" fmla="*/ 1884 h 188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65" h="1884">
                  <a:moveTo>
                    <a:pt x="5" y="1866"/>
                  </a:moveTo>
                  <a:lnTo>
                    <a:pt x="18" y="1884"/>
                  </a:lnTo>
                  <a:lnTo>
                    <a:pt x="247" y="1692"/>
                  </a:lnTo>
                  <a:lnTo>
                    <a:pt x="360" y="1598"/>
                  </a:lnTo>
                  <a:lnTo>
                    <a:pt x="471" y="1503"/>
                  </a:lnTo>
                  <a:lnTo>
                    <a:pt x="579" y="1411"/>
                  </a:lnTo>
                  <a:lnTo>
                    <a:pt x="682" y="1320"/>
                  </a:lnTo>
                  <a:lnTo>
                    <a:pt x="782" y="1230"/>
                  </a:lnTo>
                  <a:lnTo>
                    <a:pt x="876" y="1143"/>
                  </a:lnTo>
                  <a:lnTo>
                    <a:pt x="965" y="1058"/>
                  </a:lnTo>
                  <a:lnTo>
                    <a:pt x="1006" y="1017"/>
                  </a:lnTo>
                  <a:lnTo>
                    <a:pt x="1046" y="974"/>
                  </a:lnTo>
                  <a:lnTo>
                    <a:pt x="1083" y="936"/>
                  </a:lnTo>
                  <a:lnTo>
                    <a:pt x="1120" y="895"/>
                  </a:lnTo>
                  <a:lnTo>
                    <a:pt x="1154" y="858"/>
                  </a:lnTo>
                  <a:lnTo>
                    <a:pt x="1185" y="819"/>
                  </a:lnTo>
                  <a:lnTo>
                    <a:pt x="1215" y="782"/>
                  </a:lnTo>
                  <a:lnTo>
                    <a:pt x="1243" y="747"/>
                  </a:lnTo>
                  <a:lnTo>
                    <a:pt x="1267" y="712"/>
                  </a:lnTo>
                  <a:lnTo>
                    <a:pt x="1289" y="677"/>
                  </a:lnTo>
                  <a:lnTo>
                    <a:pt x="1309" y="645"/>
                  </a:lnTo>
                  <a:lnTo>
                    <a:pt x="1326" y="612"/>
                  </a:lnTo>
                  <a:lnTo>
                    <a:pt x="1339" y="582"/>
                  </a:lnTo>
                  <a:lnTo>
                    <a:pt x="1342" y="573"/>
                  </a:lnTo>
                  <a:lnTo>
                    <a:pt x="1354" y="547"/>
                  </a:lnTo>
                  <a:lnTo>
                    <a:pt x="1361" y="514"/>
                  </a:lnTo>
                  <a:lnTo>
                    <a:pt x="1365" y="486"/>
                  </a:lnTo>
                  <a:lnTo>
                    <a:pt x="1365" y="458"/>
                  </a:lnTo>
                  <a:lnTo>
                    <a:pt x="1361" y="431"/>
                  </a:lnTo>
                  <a:lnTo>
                    <a:pt x="1355" y="405"/>
                  </a:lnTo>
                  <a:lnTo>
                    <a:pt x="1346" y="379"/>
                  </a:lnTo>
                  <a:lnTo>
                    <a:pt x="1342" y="370"/>
                  </a:lnTo>
                  <a:lnTo>
                    <a:pt x="1329" y="344"/>
                  </a:lnTo>
                  <a:lnTo>
                    <a:pt x="1315" y="320"/>
                  </a:lnTo>
                  <a:lnTo>
                    <a:pt x="1296" y="296"/>
                  </a:lnTo>
                  <a:lnTo>
                    <a:pt x="1276" y="272"/>
                  </a:lnTo>
                  <a:lnTo>
                    <a:pt x="1254" y="249"/>
                  </a:lnTo>
                  <a:lnTo>
                    <a:pt x="1230" y="229"/>
                  </a:lnTo>
                  <a:lnTo>
                    <a:pt x="1176" y="187"/>
                  </a:lnTo>
                  <a:lnTo>
                    <a:pt x="1172" y="185"/>
                  </a:lnTo>
                  <a:lnTo>
                    <a:pt x="1113" y="148"/>
                  </a:lnTo>
                  <a:lnTo>
                    <a:pt x="1050" y="114"/>
                  </a:lnTo>
                  <a:lnTo>
                    <a:pt x="985" y="85"/>
                  </a:lnTo>
                  <a:lnTo>
                    <a:pt x="919" y="59"/>
                  </a:lnTo>
                  <a:lnTo>
                    <a:pt x="854" y="37"/>
                  </a:lnTo>
                  <a:lnTo>
                    <a:pt x="793" y="20"/>
                  </a:lnTo>
                  <a:lnTo>
                    <a:pt x="788" y="20"/>
                  </a:lnTo>
                  <a:lnTo>
                    <a:pt x="730" y="7"/>
                  </a:lnTo>
                  <a:lnTo>
                    <a:pt x="677" y="2"/>
                  </a:lnTo>
                  <a:lnTo>
                    <a:pt x="654" y="0"/>
                  </a:lnTo>
                  <a:lnTo>
                    <a:pt x="632" y="0"/>
                  </a:lnTo>
                  <a:lnTo>
                    <a:pt x="588" y="3"/>
                  </a:lnTo>
                  <a:lnTo>
                    <a:pt x="538" y="15"/>
                  </a:lnTo>
                  <a:lnTo>
                    <a:pt x="534" y="15"/>
                  </a:lnTo>
                  <a:lnTo>
                    <a:pt x="480" y="31"/>
                  </a:lnTo>
                  <a:lnTo>
                    <a:pt x="425" y="52"/>
                  </a:lnTo>
                  <a:lnTo>
                    <a:pt x="368" y="77"/>
                  </a:lnTo>
                  <a:lnTo>
                    <a:pt x="308" y="107"/>
                  </a:lnTo>
                  <a:lnTo>
                    <a:pt x="253" y="140"/>
                  </a:lnTo>
                  <a:lnTo>
                    <a:pt x="249" y="142"/>
                  </a:lnTo>
                  <a:lnTo>
                    <a:pt x="196" y="181"/>
                  </a:lnTo>
                  <a:lnTo>
                    <a:pt x="146" y="222"/>
                  </a:lnTo>
                  <a:lnTo>
                    <a:pt x="101" y="266"/>
                  </a:lnTo>
                  <a:lnTo>
                    <a:pt x="81" y="290"/>
                  </a:lnTo>
                  <a:lnTo>
                    <a:pt x="62" y="314"/>
                  </a:lnTo>
                  <a:lnTo>
                    <a:pt x="48" y="338"/>
                  </a:lnTo>
                  <a:lnTo>
                    <a:pt x="33" y="364"/>
                  </a:lnTo>
                  <a:lnTo>
                    <a:pt x="22" y="390"/>
                  </a:lnTo>
                  <a:lnTo>
                    <a:pt x="18" y="399"/>
                  </a:lnTo>
                  <a:lnTo>
                    <a:pt x="9" y="425"/>
                  </a:lnTo>
                  <a:lnTo>
                    <a:pt x="3" y="453"/>
                  </a:lnTo>
                  <a:lnTo>
                    <a:pt x="0" y="479"/>
                  </a:lnTo>
                  <a:lnTo>
                    <a:pt x="0" y="508"/>
                  </a:lnTo>
                  <a:lnTo>
                    <a:pt x="1" y="536"/>
                  </a:lnTo>
                  <a:lnTo>
                    <a:pt x="7" y="564"/>
                  </a:lnTo>
                  <a:lnTo>
                    <a:pt x="18" y="597"/>
                  </a:lnTo>
                  <a:lnTo>
                    <a:pt x="29" y="623"/>
                  </a:lnTo>
                  <a:lnTo>
                    <a:pt x="33" y="632"/>
                  </a:lnTo>
                  <a:lnTo>
                    <a:pt x="50" y="664"/>
                  </a:lnTo>
                  <a:lnTo>
                    <a:pt x="72" y="699"/>
                  </a:lnTo>
                  <a:lnTo>
                    <a:pt x="98" y="736"/>
                  </a:lnTo>
                  <a:lnTo>
                    <a:pt x="127" y="773"/>
                  </a:lnTo>
                  <a:lnTo>
                    <a:pt x="161" y="813"/>
                  </a:lnTo>
                  <a:lnTo>
                    <a:pt x="197" y="854"/>
                  </a:lnTo>
                  <a:lnTo>
                    <a:pt x="236" y="895"/>
                  </a:lnTo>
                  <a:lnTo>
                    <a:pt x="277" y="939"/>
                  </a:lnTo>
                  <a:lnTo>
                    <a:pt x="321" y="984"/>
                  </a:lnTo>
                  <a:lnTo>
                    <a:pt x="368" y="1028"/>
                  </a:lnTo>
                  <a:lnTo>
                    <a:pt x="416" y="1074"/>
                  </a:lnTo>
                  <a:lnTo>
                    <a:pt x="514" y="1167"/>
                  </a:lnTo>
                  <a:lnTo>
                    <a:pt x="619" y="1259"/>
                  </a:lnTo>
                  <a:lnTo>
                    <a:pt x="725" y="1352"/>
                  </a:lnTo>
                  <a:lnTo>
                    <a:pt x="828" y="1442"/>
                  </a:lnTo>
                  <a:lnTo>
                    <a:pt x="932" y="1531"/>
                  </a:lnTo>
                  <a:lnTo>
                    <a:pt x="1030" y="1614"/>
                  </a:lnTo>
                  <a:lnTo>
                    <a:pt x="1076" y="1655"/>
                  </a:lnTo>
                  <a:lnTo>
                    <a:pt x="1120" y="1694"/>
                  </a:lnTo>
                  <a:lnTo>
                    <a:pt x="1163" y="1729"/>
                  </a:lnTo>
                  <a:lnTo>
                    <a:pt x="1204" y="1764"/>
                  </a:lnTo>
                  <a:lnTo>
                    <a:pt x="1241" y="1797"/>
                  </a:lnTo>
                  <a:lnTo>
                    <a:pt x="1276" y="1829"/>
                  </a:lnTo>
                  <a:lnTo>
                    <a:pt x="1307" y="1857"/>
                  </a:lnTo>
                  <a:lnTo>
                    <a:pt x="1337" y="1884"/>
                  </a:lnTo>
                  <a:lnTo>
                    <a:pt x="1350" y="1868"/>
                  </a:lnTo>
                  <a:lnTo>
                    <a:pt x="1324" y="1840"/>
                  </a:lnTo>
                  <a:lnTo>
                    <a:pt x="1292" y="1812"/>
                  </a:lnTo>
                  <a:lnTo>
                    <a:pt x="1257" y="1781"/>
                  </a:lnTo>
                  <a:lnTo>
                    <a:pt x="1220" y="1747"/>
                  </a:lnTo>
                  <a:lnTo>
                    <a:pt x="1180" y="1712"/>
                  </a:lnTo>
                  <a:lnTo>
                    <a:pt x="1137" y="1677"/>
                  </a:lnTo>
                  <a:lnTo>
                    <a:pt x="1093" y="1638"/>
                  </a:lnTo>
                  <a:lnTo>
                    <a:pt x="1046" y="1598"/>
                  </a:lnTo>
                  <a:lnTo>
                    <a:pt x="948" y="1514"/>
                  </a:lnTo>
                  <a:lnTo>
                    <a:pt x="845" y="1426"/>
                  </a:lnTo>
                  <a:lnTo>
                    <a:pt x="741" y="1335"/>
                  </a:lnTo>
                  <a:lnTo>
                    <a:pt x="636" y="1243"/>
                  </a:lnTo>
                  <a:lnTo>
                    <a:pt x="530" y="1150"/>
                  </a:lnTo>
                  <a:lnTo>
                    <a:pt x="432" y="1058"/>
                  </a:lnTo>
                  <a:lnTo>
                    <a:pt x="384" y="1011"/>
                  </a:lnTo>
                  <a:lnTo>
                    <a:pt x="338" y="967"/>
                  </a:lnTo>
                  <a:lnTo>
                    <a:pt x="294" y="923"/>
                  </a:lnTo>
                  <a:lnTo>
                    <a:pt x="253" y="878"/>
                  </a:lnTo>
                  <a:lnTo>
                    <a:pt x="214" y="838"/>
                  </a:lnTo>
                  <a:lnTo>
                    <a:pt x="177" y="797"/>
                  </a:lnTo>
                  <a:lnTo>
                    <a:pt x="144" y="756"/>
                  </a:lnTo>
                  <a:lnTo>
                    <a:pt x="114" y="719"/>
                  </a:lnTo>
                  <a:lnTo>
                    <a:pt x="88" y="682"/>
                  </a:lnTo>
                  <a:lnTo>
                    <a:pt x="66" y="647"/>
                  </a:lnTo>
                  <a:lnTo>
                    <a:pt x="50" y="616"/>
                  </a:lnTo>
                  <a:lnTo>
                    <a:pt x="40" y="623"/>
                  </a:lnTo>
                  <a:lnTo>
                    <a:pt x="51" y="623"/>
                  </a:lnTo>
                  <a:lnTo>
                    <a:pt x="37" y="590"/>
                  </a:lnTo>
                  <a:lnTo>
                    <a:pt x="29" y="564"/>
                  </a:lnTo>
                  <a:lnTo>
                    <a:pt x="24" y="536"/>
                  </a:lnTo>
                  <a:lnTo>
                    <a:pt x="22" y="508"/>
                  </a:lnTo>
                  <a:lnTo>
                    <a:pt x="22" y="479"/>
                  </a:lnTo>
                  <a:lnTo>
                    <a:pt x="25" y="453"/>
                  </a:lnTo>
                  <a:lnTo>
                    <a:pt x="31" y="425"/>
                  </a:lnTo>
                  <a:lnTo>
                    <a:pt x="40" y="399"/>
                  </a:lnTo>
                  <a:lnTo>
                    <a:pt x="29" y="399"/>
                  </a:lnTo>
                  <a:lnTo>
                    <a:pt x="38" y="407"/>
                  </a:lnTo>
                  <a:lnTo>
                    <a:pt x="50" y="381"/>
                  </a:lnTo>
                  <a:lnTo>
                    <a:pt x="64" y="355"/>
                  </a:lnTo>
                  <a:lnTo>
                    <a:pt x="79" y="331"/>
                  </a:lnTo>
                  <a:lnTo>
                    <a:pt x="98" y="307"/>
                  </a:lnTo>
                  <a:lnTo>
                    <a:pt x="118" y="283"/>
                  </a:lnTo>
                  <a:lnTo>
                    <a:pt x="162" y="238"/>
                  </a:lnTo>
                  <a:lnTo>
                    <a:pt x="212" y="198"/>
                  </a:lnTo>
                  <a:lnTo>
                    <a:pt x="266" y="159"/>
                  </a:lnTo>
                  <a:lnTo>
                    <a:pt x="257" y="151"/>
                  </a:lnTo>
                  <a:lnTo>
                    <a:pt x="262" y="161"/>
                  </a:lnTo>
                  <a:lnTo>
                    <a:pt x="318" y="127"/>
                  </a:lnTo>
                  <a:lnTo>
                    <a:pt x="377" y="98"/>
                  </a:lnTo>
                  <a:lnTo>
                    <a:pt x="434" y="72"/>
                  </a:lnTo>
                  <a:lnTo>
                    <a:pt x="490" y="52"/>
                  </a:lnTo>
                  <a:lnTo>
                    <a:pt x="543" y="35"/>
                  </a:lnTo>
                  <a:lnTo>
                    <a:pt x="538" y="26"/>
                  </a:lnTo>
                  <a:lnTo>
                    <a:pt x="538" y="37"/>
                  </a:lnTo>
                  <a:lnTo>
                    <a:pt x="588" y="26"/>
                  </a:lnTo>
                  <a:lnTo>
                    <a:pt x="632" y="22"/>
                  </a:lnTo>
                  <a:lnTo>
                    <a:pt x="654" y="22"/>
                  </a:lnTo>
                  <a:lnTo>
                    <a:pt x="677" y="24"/>
                  </a:lnTo>
                  <a:lnTo>
                    <a:pt x="730" y="29"/>
                  </a:lnTo>
                  <a:lnTo>
                    <a:pt x="788" y="42"/>
                  </a:lnTo>
                  <a:lnTo>
                    <a:pt x="788" y="31"/>
                  </a:lnTo>
                  <a:lnTo>
                    <a:pt x="784" y="40"/>
                  </a:lnTo>
                  <a:lnTo>
                    <a:pt x="845" y="57"/>
                  </a:lnTo>
                  <a:lnTo>
                    <a:pt x="910" y="79"/>
                  </a:lnTo>
                  <a:lnTo>
                    <a:pt x="976" y="105"/>
                  </a:lnTo>
                  <a:lnTo>
                    <a:pt x="1041" y="135"/>
                  </a:lnTo>
                  <a:lnTo>
                    <a:pt x="1104" y="168"/>
                  </a:lnTo>
                  <a:lnTo>
                    <a:pt x="1163" y="205"/>
                  </a:lnTo>
                  <a:lnTo>
                    <a:pt x="1167" y="196"/>
                  </a:lnTo>
                  <a:lnTo>
                    <a:pt x="1159" y="203"/>
                  </a:lnTo>
                  <a:lnTo>
                    <a:pt x="1213" y="246"/>
                  </a:lnTo>
                  <a:lnTo>
                    <a:pt x="1237" y="266"/>
                  </a:lnTo>
                  <a:lnTo>
                    <a:pt x="1259" y="288"/>
                  </a:lnTo>
                  <a:lnTo>
                    <a:pt x="1280" y="312"/>
                  </a:lnTo>
                  <a:lnTo>
                    <a:pt x="1298" y="336"/>
                  </a:lnTo>
                  <a:lnTo>
                    <a:pt x="1313" y="360"/>
                  </a:lnTo>
                  <a:lnTo>
                    <a:pt x="1326" y="386"/>
                  </a:lnTo>
                  <a:lnTo>
                    <a:pt x="1335" y="379"/>
                  </a:lnTo>
                  <a:lnTo>
                    <a:pt x="1324" y="379"/>
                  </a:lnTo>
                  <a:lnTo>
                    <a:pt x="1333" y="405"/>
                  </a:lnTo>
                  <a:lnTo>
                    <a:pt x="1339" y="431"/>
                  </a:lnTo>
                  <a:lnTo>
                    <a:pt x="1342" y="458"/>
                  </a:lnTo>
                  <a:lnTo>
                    <a:pt x="1342" y="486"/>
                  </a:lnTo>
                  <a:lnTo>
                    <a:pt x="1339" y="514"/>
                  </a:lnTo>
                  <a:lnTo>
                    <a:pt x="1333" y="540"/>
                  </a:lnTo>
                  <a:lnTo>
                    <a:pt x="1320" y="573"/>
                  </a:lnTo>
                  <a:lnTo>
                    <a:pt x="1331" y="573"/>
                  </a:lnTo>
                  <a:lnTo>
                    <a:pt x="1322" y="566"/>
                  </a:lnTo>
                  <a:lnTo>
                    <a:pt x="1309" y="595"/>
                  </a:lnTo>
                  <a:lnTo>
                    <a:pt x="1292" y="629"/>
                  </a:lnTo>
                  <a:lnTo>
                    <a:pt x="1272" y="660"/>
                  </a:lnTo>
                  <a:lnTo>
                    <a:pt x="1250" y="695"/>
                  </a:lnTo>
                  <a:lnTo>
                    <a:pt x="1226" y="730"/>
                  </a:lnTo>
                  <a:lnTo>
                    <a:pt x="1198" y="765"/>
                  </a:lnTo>
                  <a:lnTo>
                    <a:pt x="1169" y="802"/>
                  </a:lnTo>
                  <a:lnTo>
                    <a:pt x="1137" y="841"/>
                  </a:lnTo>
                  <a:lnTo>
                    <a:pt x="1104" y="878"/>
                  </a:lnTo>
                  <a:lnTo>
                    <a:pt x="1067" y="919"/>
                  </a:lnTo>
                  <a:lnTo>
                    <a:pt x="1030" y="958"/>
                  </a:lnTo>
                  <a:lnTo>
                    <a:pt x="989" y="1000"/>
                  </a:lnTo>
                  <a:lnTo>
                    <a:pt x="948" y="1041"/>
                  </a:lnTo>
                  <a:lnTo>
                    <a:pt x="860" y="1126"/>
                  </a:lnTo>
                  <a:lnTo>
                    <a:pt x="765" y="1213"/>
                  </a:lnTo>
                  <a:lnTo>
                    <a:pt x="665" y="1304"/>
                  </a:lnTo>
                  <a:lnTo>
                    <a:pt x="562" y="1394"/>
                  </a:lnTo>
                  <a:lnTo>
                    <a:pt x="455" y="1487"/>
                  </a:lnTo>
                  <a:lnTo>
                    <a:pt x="344" y="1581"/>
                  </a:lnTo>
                  <a:lnTo>
                    <a:pt x="231" y="1675"/>
                  </a:lnTo>
                  <a:lnTo>
                    <a:pt x="5" y="1866"/>
                  </a:lnTo>
                  <a:close/>
                </a:path>
              </a:pathLst>
            </a:custGeom>
            <a:solidFill>
              <a:srgbClr val="3333CC"/>
            </a:solidFill>
            <a:ln w="9525">
              <a:noFill/>
              <a:round/>
              <a:headEnd/>
              <a:tailEnd/>
            </a:ln>
          </p:spPr>
          <p:txBody>
            <a:bodyPr/>
            <a:lstStyle/>
            <a:p>
              <a:endParaRPr lang="zh-CN" altLang="en-US"/>
            </a:p>
          </p:txBody>
        </p:sp>
        <p:sp>
          <p:nvSpPr>
            <p:cNvPr id="42017" name="Text Box 449"/>
            <p:cNvSpPr txBox="1">
              <a:spLocks noChangeArrowheads="1"/>
            </p:cNvSpPr>
            <p:nvPr/>
          </p:nvSpPr>
          <p:spPr bwMode="auto">
            <a:xfrm>
              <a:off x="120" y="384"/>
              <a:ext cx="912" cy="353"/>
            </a:xfrm>
            <a:prstGeom prst="rect">
              <a:avLst/>
            </a:prstGeom>
            <a:noFill/>
            <a:ln w="9525">
              <a:noFill/>
              <a:miter lim="800000"/>
              <a:headEnd/>
              <a:tailEnd/>
            </a:ln>
          </p:spPr>
          <p:txBody>
            <a:bodyPr>
              <a:spAutoFit/>
            </a:bodyPr>
            <a:lstStyle/>
            <a:p>
              <a:pPr algn="l">
                <a:spcBef>
                  <a:spcPct val="50000"/>
                </a:spcBef>
              </a:pPr>
              <a:r>
                <a:rPr lang="en-US" altLang="zh-CN" sz="2800" b="1" i="1">
                  <a:sym typeface="Symbol" pitchFamily="18" charset="2"/>
                </a:rPr>
                <a:t></a:t>
              </a:r>
              <a:r>
                <a:rPr lang="en-US" altLang="zh-CN" sz="2800" b="1" i="1" baseline="-25000">
                  <a:sym typeface="Symbol" pitchFamily="18" charset="2"/>
                </a:rPr>
                <a:t>x</a:t>
              </a:r>
              <a:r>
                <a:rPr lang="en-US" altLang="zh-CN" sz="2800" b="1">
                  <a:sym typeface="Symbol" pitchFamily="18" charset="2"/>
                </a:rPr>
                <a:t>  </a:t>
              </a:r>
              <a:r>
                <a:rPr lang="en-US" altLang="zh-CN" sz="2800" b="1" i="1">
                  <a:sym typeface="Symbol" pitchFamily="18" charset="2"/>
                </a:rPr>
                <a:t></a:t>
              </a:r>
              <a:r>
                <a:rPr lang="en-US" altLang="zh-CN" sz="2800" b="1" i="1" baseline="-25000">
                  <a:sym typeface="Symbol" pitchFamily="18" charset="2"/>
                </a:rPr>
                <a:t>y</a:t>
              </a:r>
              <a:endParaRPr lang="en-US" altLang="zh-CN" sz="2800" b="1"/>
            </a:p>
          </p:txBody>
        </p:sp>
        <p:sp>
          <p:nvSpPr>
            <p:cNvPr id="42018" name="Text Box 450"/>
            <p:cNvSpPr txBox="1">
              <a:spLocks noChangeArrowheads="1"/>
            </p:cNvSpPr>
            <p:nvPr/>
          </p:nvSpPr>
          <p:spPr bwMode="auto">
            <a:xfrm>
              <a:off x="288" y="935"/>
              <a:ext cx="912" cy="354"/>
            </a:xfrm>
            <a:prstGeom prst="rect">
              <a:avLst/>
            </a:prstGeom>
            <a:noFill/>
            <a:ln w="9525">
              <a:noFill/>
              <a:miter lim="800000"/>
              <a:headEnd/>
              <a:tailEnd/>
            </a:ln>
          </p:spPr>
          <p:txBody>
            <a:bodyPr>
              <a:spAutoFit/>
            </a:bodyPr>
            <a:lstStyle/>
            <a:p>
              <a:pPr algn="l">
                <a:spcBef>
                  <a:spcPct val="50000"/>
                </a:spcBef>
              </a:pPr>
              <a:r>
                <a:rPr lang="en-US" altLang="zh-CN" sz="2800" b="1">
                  <a:sym typeface="Symbol" pitchFamily="18" charset="2"/>
                </a:rPr>
                <a:t>2  1</a:t>
              </a:r>
              <a:endParaRPr lang="en-US" altLang="zh-CN" sz="2800" b="1"/>
            </a:p>
          </p:txBody>
        </p:sp>
        <p:sp>
          <p:nvSpPr>
            <p:cNvPr id="42019" name="Text Box 451"/>
            <p:cNvSpPr txBox="1">
              <a:spLocks noChangeArrowheads="1"/>
            </p:cNvSpPr>
            <p:nvPr/>
          </p:nvSpPr>
          <p:spPr bwMode="auto">
            <a:xfrm>
              <a:off x="313" y="1811"/>
              <a:ext cx="911" cy="354"/>
            </a:xfrm>
            <a:prstGeom prst="rect">
              <a:avLst/>
            </a:prstGeom>
            <a:noFill/>
            <a:ln w="9525">
              <a:noFill/>
              <a:miter lim="800000"/>
              <a:headEnd/>
              <a:tailEnd/>
            </a:ln>
          </p:spPr>
          <p:txBody>
            <a:bodyPr>
              <a:spAutoFit/>
            </a:bodyPr>
            <a:lstStyle/>
            <a:p>
              <a:pPr algn="l">
                <a:spcBef>
                  <a:spcPct val="50000"/>
                </a:spcBef>
              </a:pPr>
              <a:r>
                <a:rPr lang="en-US" altLang="zh-CN" sz="2800" b="1">
                  <a:sym typeface="Symbol" pitchFamily="18" charset="2"/>
                </a:rPr>
                <a:t>3  1</a:t>
              </a:r>
              <a:endParaRPr lang="en-US" altLang="zh-CN" sz="2800" b="1"/>
            </a:p>
          </p:txBody>
        </p:sp>
        <p:sp>
          <p:nvSpPr>
            <p:cNvPr id="42020" name="Text Box 452"/>
            <p:cNvSpPr txBox="1">
              <a:spLocks noChangeArrowheads="1"/>
            </p:cNvSpPr>
            <p:nvPr/>
          </p:nvSpPr>
          <p:spPr bwMode="auto">
            <a:xfrm>
              <a:off x="335" y="2856"/>
              <a:ext cx="913" cy="354"/>
            </a:xfrm>
            <a:prstGeom prst="rect">
              <a:avLst/>
            </a:prstGeom>
            <a:noFill/>
            <a:ln w="9525">
              <a:noFill/>
              <a:miter lim="800000"/>
              <a:headEnd/>
              <a:tailEnd/>
            </a:ln>
          </p:spPr>
          <p:txBody>
            <a:bodyPr>
              <a:spAutoFit/>
            </a:bodyPr>
            <a:lstStyle/>
            <a:p>
              <a:pPr algn="l">
                <a:spcBef>
                  <a:spcPct val="50000"/>
                </a:spcBef>
              </a:pPr>
              <a:r>
                <a:rPr lang="en-US" altLang="zh-CN" sz="2800" b="1">
                  <a:sym typeface="Symbol" pitchFamily="18" charset="2"/>
                </a:rPr>
                <a:t>3  2</a:t>
              </a:r>
              <a:endParaRPr lang="en-US" altLang="zh-CN" sz="2800" b="1"/>
            </a:p>
          </p:txBody>
        </p:sp>
        <p:sp>
          <p:nvSpPr>
            <p:cNvPr id="42021" name="Text Box 453"/>
            <p:cNvSpPr txBox="1">
              <a:spLocks noChangeArrowheads="1"/>
            </p:cNvSpPr>
            <p:nvPr/>
          </p:nvSpPr>
          <p:spPr bwMode="auto">
            <a:xfrm>
              <a:off x="216" y="3672"/>
              <a:ext cx="1128" cy="354"/>
            </a:xfrm>
            <a:prstGeom prst="rect">
              <a:avLst/>
            </a:prstGeom>
            <a:noFill/>
            <a:ln w="9525">
              <a:noFill/>
              <a:miter lim="800000"/>
              <a:headEnd/>
              <a:tailEnd/>
            </a:ln>
          </p:spPr>
          <p:txBody>
            <a:bodyPr>
              <a:spAutoFit/>
            </a:bodyPr>
            <a:lstStyle/>
            <a:p>
              <a:pPr algn="l">
                <a:spcBef>
                  <a:spcPct val="50000"/>
                </a:spcBef>
              </a:pPr>
              <a:r>
                <a:rPr lang="en-US" altLang="zh-CN" sz="2800" b="1" i="1">
                  <a:sym typeface="Symbol" pitchFamily="18" charset="2"/>
                </a:rPr>
                <a:t></a:t>
              </a:r>
              <a:r>
                <a:rPr lang="en-US" altLang="zh-CN" sz="2800" b="1" i="1" baseline="-25000">
                  <a:sym typeface="Symbol" pitchFamily="18" charset="2"/>
                </a:rPr>
                <a:t>x </a:t>
              </a:r>
              <a:r>
                <a:rPr lang="en-US" altLang="zh-CN" sz="2800" b="1">
                  <a:sym typeface="Symbol" pitchFamily="18" charset="2"/>
                </a:rPr>
                <a:t>= 0</a:t>
              </a:r>
              <a:r>
                <a:rPr lang="zh-CN" altLang="en-US" sz="2800" b="1">
                  <a:sym typeface="Symbol" pitchFamily="18" charset="2"/>
                </a:rPr>
                <a:t>：</a:t>
              </a:r>
            </a:p>
          </p:txBody>
        </p:sp>
        <p:sp>
          <p:nvSpPr>
            <p:cNvPr id="42022" name="Rectangle 454"/>
            <p:cNvSpPr>
              <a:spLocks noChangeArrowheads="1"/>
            </p:cNvSpPr>
            <p:nvPr/>
          </p:nvSpPr>
          <p:spPr bwMode="auto">
            <a:xfrm>
              <a:off x="1008" y="3660"/>
              <a:ext cx="706" cy="354"/>
            </a:xfrm>
            <a:prstGeom prst="rect">
              <a:avLst/>
            </a:prstGeom>
            <a:noFill/>
            <a:ln w="9525">
              <a:noFill/>
              <a:miter lim="800000"/>
              <a:headEnd/>
              <a:tailEnd/>
            </a:ln>
          </p:spPr>
          <p:txBody>
            <a:bodyPr wrap="none">
              <a:spAutoFit/>
            </a:bodyPr>
            <a:lstStyle/>
            <a:p>
              <a:pPr algn="l">
                <a:spcBef>
                  <a:spcPct val="50000"/>
                </a:spcBef>
              </a:pPr>
              <a:r>
                <a:rPr lang="en-US" altLang="zh-CN" sz="2800" b="1" i="1">
                  <a:sym typeface="Symbol" pitchFamily="18" charset="2"/>
                </a:rPr>
                <a:t></a:t>
              </a:r>
              <a:r>
                <a:rPr lang="en-US" altLang="zh-CN" sz="2800" b="1" i="1" baseline="-25000">
                  <a:sym typeface="Symbol" pitchFamily="18" charset="2"/>
                </a:rPr>
                <a:t>y </a:t>
              </a:r>
              <a:r>
                <a:rPr lang="en-US" altLang="zh-CN" sz="2800" b="1">
                  <a:sym typeface="Symbol" pitchFamily="18" charset="2"/>
                </a:rPr>
                <a:t>= 0</a:t>
              </a:r>
            </a:p>
          </p:txBody>
        </p:sp>
        <p:graphicFrame>
          <p:nvGraphicFramePr>
            <p:cNvPr id="41986" name="Object 455"/>
            <p:cNvGraphicFramePr>
              <a:graphicFrameLocks noChangeAspect="1"/>
            </p:cNvGraphicFramePr>
            <p:nvPr/>
          </p:nvGraphicFramePr>
          <p:xfrm>
            <a:off x="1884" y="3516"/>
            <a:ext cx="720" cy="606"/>
          </p:xfrm>
          <a:graphic>
            <a:graphicData uri="http://schemas.openxmlformats.org/presentationml/2006/ole">
              <p:oleObj spid="_x0000_s41986" name="公式" r:id="rId3" imgW="482400" imgH="406080" progId="Equation.3">
                <p:embed/>
              </p:oleObj>
            </a:graphicData>
          </a:graphic>
        </p:graphicFrame>
        <p:graphicFrame>
          <p:nvGraphicFramePr>
            <p:cNvPr id="41987" name="Object 456"/>
            <p:cNvGraphicFramePr>
              <a:graphicFrameLocks noChangeAspect="1"/>
            </p:cNvGraphicFramePr>
            <p:nvPr/>
          </p:nvGraphicFramePr>
          <p:xfrm>
            <a:off x="2784" y="3516"/>
            <a:ext cx="720" cy="606"/>
          </p:xfrm>
          <a:graphic>
            <a:graphicData uri="http://schemas.openxmlformats.org/presentationml/2006/ole">
              <p:oleObj spid="_x0000_s41987" name="公式" r:id="rId4" imgW="482400" imgH="406080" progId="Equation.3">
                <p:embed/>
              </p:oleObj>
            </a:graphicData>
          </a:graphic>
        </p:graphicFrame>
        <p:graphicFrame>
          <p:nvGraphicFramePr>
            <p:cNvPr id="41988" name="Object 457"/>
            <p:cNvGraphicFramePr>
              <a:graphicFrameLocks noChangeAspect="1"/>
            </p:cNvGraphicFramePr>
            <p:nvPr/>
          </p:nvGraphicFramePr>
          <p:xfrm>
            <a:off x="3716" y="3540"/>
            <a:ext cx="872" cy="606"/>
          </p:xfrm>
          <a:graphic>
            <a:graphicData uri="http://schemas.openxmlformats.org/presentationml/2006/ole">
              <p:oleObj spid="_x0000_s41988" name="公式" r:id="rId5" imgW="583920" imgH="406080" progId="Equation.3">
                <p:embed/>
              </p:oleObj>
            </a:graphicData>
          </a:graphic>
        </p:graphicFrame>
        <p:graphicFrame>
          <p:nvGraphicFramePr>
            <p:cNvPr id="41989" name="Object 458"/>
            <p:cNvGraphicFramePr>
              <a:graphicFrameLocks noChangeAspect="1"/>
            </p:cNvGraphicFramePr>
            <p:nvPr/>
          </p:nvGraphicFramePr>
          <p:xfrm>
            <a:off x="4684" y="3528"/>
            <a:ext cx="720" cy="606"/>
          </p:xfrm>
          <a:graphic>
            <a:graphicData uri="http://schemas.openxmlformats.org/presentationml/2006/ole">
              <p:oleObj spid="_x0000_s41989" name="公式" r:id="rId6" imgW="482400" imgH="406080" progId="Equation.3">
                <p:embed/>
              </p:oleObj>
            </a:graphicData>
          </a:graphic>
        </p:graphicFrame>
        <p:sp>
          <p:nvSpPr>
            <p:cNvPr id="42023" name="Line 459"/>
            <p:cNvSpPr>
              <a:spLocks noChangeShapeType="1"/>
            </p:cNvSpPr>
            <p:nvPr/>
          </p:nvSpPr>
          <p:spPr bwMode="auto">
            <a:xfrm>
              <a:off x="816" y="912"/>
              <a:ext cx="1008" cy="0"/>
            </a:xfrm>
            <a:prstGeom prst="line">
              <a:avLst/>
            </a:prstGeom>
            <a:noFill/>
            <a:ln w="19050">
              <a:solidFill>
                <a:schemeClr val="tx1"/>
              </a:solidFill>
              <a:round/>
              <a:headEnd/>
              <a:tailEnd type="triangle" w="sm" len="lg"/>
            </a:ln>
          </p:spPr>
          <p:txBody>
            <a:bodyPr wrap="none" anchor="ctr"/>
            <a:lstStyle/>
            <a:p>
              <a:endParaRPr lang="zh-CN" altLang="en-US"/>
            </a:p>
          </p:txBody>
        </p:sp>
        <p:sp>
          <p:nvSpPr>
            <p:cNvPr id="42024" name="Line 460"/>
            <p:cNvSpPr>
              <a:spLocks noChangeShapeType="1"/>
            </p:cNvSpPr>
            <p:nvPr/>
          </p:nvSpPr>
          <p:spPr bwMode="auto">
            <a:xfrm flipV="1">
              <a:off x="1332" y="144"/>
              <a:ext cx="0" cy="1296"/>
            </a:xfrm>
            <a:prstGeom prst="line">
              <a:avLst/>
            </a:prstGeom>
            <a:noFill/>
            <a:ln w="19050">
              <a:solidFill>
                <a:schemeClr val="tx1"/>
              </a:solidFill>
              <a:round/>
              <a:headEnd/>
              <a:tailEnd type="triangle" w="sm" len="lg"/>
            </a:ln>
          </p:spPr>
          <p:txBody>
            <a:bodyPr wrap="none" anchor="ctr"/>
            <a:lstStyle/>
            <a:p>
              <a:endParaRPr lang="zh-CN" altLang="en-US"/>
            </a:p>
          </p:txBody>
        </p:sp>
        <p:sp>
          <p:nvSpPr>
            <p:cNvPr id="42025" name="Text Box 461"/>
            <p:cNvSpPr txBox="1">
              <a:spLocks noChangeArrowheads="1"/>
            </p:cNvSpPr>
            <p:nvPr/>
          </p:nvSpPr>
          <p:spPr bwMode="auto">
            <a:xfrm>
              <a:off x="1092" y="72"/>
              <a:ext cx="336" cy="312"/>
            </a:xfrm>
            <a:prstGeom prst="rect">
              <a:avLst/>
            </a:prstGeom>
            <a:noFill/>
            <a:ln w="9525">
              <a:noFill/>
              <a:miter lim="800000"/>
              <a:headEnd/>
              <a:tailEnd/>
            </a:ln>
          </p:spPr>
          <p:txBody>
            <a:bodyPr>
              <a:spAutoFit/>
            </a:bodyPr>
            <a:lstStyle/>
            <a:p>
              <a:pPr algn="l">
                <a:spcBef>
                  <a:spcPct val="50000"/>
                </a:spcBef>
              </a:pPr>
              <a:r>
                <a:rPr lang="en-US" altLang="en-US" sz="2400" b="1" i="1"/>
                <a:t> </a:t>
              </a:r>
              <a:r>
                <a:rPr lang="en-US" altLang="zh-CN" sz="2400" b="1" i="1"/>
                <a:t>y</a:t>
              </a:r>
            </a:p>
          </p:txBody>
        </p:sp>
        <p:sp>
          <p:nvSpPr>
            <p:cNvPr id="42026" name="Text Box 462"/>
            <p:cNvSpPr txBox="1">
              <a:spLocks noChangeArrowheads="1"/>
            </p:cNvSpPr>
            <p:nvPr/>
          </p:nvSpPr>
          <p:spPr bwMode="auto">
            <a:xfrm>
              <a:off x="1620" y="852"/>
              <a:ext cx="335" cy="312"/>
            </a:xfrm>
            <a:prstGeom prst="rect">
              <a:avLst/>
            </a:prstGeom>
            <a:noFill/>
            <a:ln w="9525">
              <a:noFill/>
              <a:miter lim="800000"/>
              <a:headEnd/>
              <a:tailEnd/>
            </a:ln>
          </p:spPr>
          <p:txBody>
            <a:bodyPr>
              <a:spAutoFit/>
            </a:bodyPr>
            <a:lstStyle/>
            <a:p>
              <a:pPr algn="l">
                <a:spcBef>
                  <a:spcPct val="50000"/>
                </a:spcBef>
              </a:pPr>
              <a:r>
                <a:rPr lang="en-US" altLang="en-US" sz="2400" b="1" i="1"/>
                <a:t> </a:t>
              </a:r>
              <a:r>
                <a:rPr lang="en-US" altLang="zh-CN" sz="2400" b="1" i="1"/>
                <a:t>x</a:t>
              </a:r>
            </a:p>
          </p:txBody>
        </p:sp>
        <p:sp>
          <p:nvSpPr>
            <p:cNvPr id="42027" name="Text Box 463"/>
            <p:cNvSpPr txBox="1">
              <a:spLocks noChangeArrowheads="1"/>
            </p:cNvSpPr>
            <p:nvPr/>
          </p:nvSpPr>
          <p:spPr bwMode="auto">
            <a:xfrm>
              <a:off x="1164" y="863"/>
              <a:ext cx="288" cy="312"/>
            </a:xfrm>
            <a:prstGeom prst="rect">
              <a:avLst/>
            </a:prstGeom>
            <a:noFill/>
            <a:ln w="9525">
              <a:noFill/>
              <a:miter lim="800000"/>
              <a:headEnd/>
              <a:tailEnd/>
            </a:ln>
          </p:spPr>
          <p:txBody>
            <a:bodyPr>
              <a:spAutoFit/>
            </a:bodyPr>
            <a:lstStyle/>
            <a:p>
              <a:pPr algn="l">
                <a:spcBef>
                  <a:spcPct val="50000"/>
                </a:spcBef>
              </a:pPr>
              <a:r>
                <a:rPr lang="en-US" altLang="zh-CN" sz="2400" b="1"/>
                <a:t>0</a:t>
              </a:r>
            </a:p>
          </p:txBody>
        </p:sp>
        <p:sp>
          <p:nvSpPr>
            <p:cNvPr id="42028" name="Line 464"/>
            <p:cNvSpPr>
              <a:spLocks noChangeShapeType="1"/>
            </p:cNvSpPr>
            <p:nvPr/>
          </p:nvSpPr>
          <p:spPr bwMode="auto">
            <a:xfrm flipH="1">
              <a:off x="1392" y="480"/>
              <a:ext cx="144" cy="96"/>
            </a:xfrm>
            <a:prstGeom prst="line">
              <a:avLst/>
            </a:prstGeom>
            <a:noFill/>
            <a:ln w="19050">
              <a:solidFill>
                <a:srgbClr val="FF3300"/>
              </a:solidFill>
              <a:round/>
              <a:headEnd/>
              <a:tailEnd type="stealth" w="med" len="lg"/>
            </a:ln>
          </p:spPr>
          <p:txBody>
            <a:bodyPr wrap="none" anchor="ctr"/>
            <a:lstStyle/>
            <a:p>
              <a:endParaRPr lang="zh-CN" altLang="en-US"/>
            </a:p>
          </p:txBody>
        </p:sp>
      </p:grpSp>
      <p:sp>
        <p:nvSpPr>
          <p:cNvPr id="139729" name="AutoShape 465">
            <a:hlinkClick r:id="rId7"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strVal val="#ppt_w*0.70"/>
                                          </p:val>
                                        </p:tav>
                                        <p:tav tm="100000">
                                          <p:val>
                                            <p:strVal val="#ppt_w"/>
                                          </p:val>
                                        </p:tav>
                                      </p:tavLst>
                                    </p:anim>
                                    <p:anim calcmode="lin" valueType="num">
                                      <p:cBhvr>
                                        <p:cTn id="8" dur="2000" fill="hold"/>
                                        <p:tgtEl>
                                          <p:spTgt spid="2"/>
                                        </p:tgtEl>
                                        <p:attrNameLst>
                                          <p:attrName>ppt_h</p:attrName>
                                        </p:attrNameLst>
                                      </p:cBhvr>
                                      <p:tavLst>
                                        <p:tav tm="0">
                                          <p:val>
                                            <p:strVal val="#ppt_h"/>
                                          </p:val>
                                        </p:tav>
                                        <p:tav tm="100000">
                                          <p:val>
                                            <p:strVal val="#ppt_h"/>
                                          </p:val>
                                        </p:tav>
                                      </p:tavLst>
                                    </p:anim>
                                    <p:animEffect transition="in" filter="fade">
                                      <p:cBhvr>
                                        <p:cTn id="9" dur="2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39729"/>
                                        </p:tgtEl>
                                        <p:attrNameLst>
                                          <p:attrName>style.visibility</p:attrName>
                                        </p:attrNameLst>
                                      </p:cBhvr>
                                      <p:to>
                                        <p:strVal val="visible"/>
                                      </p:to>
                                    </p:set>
                                    <p:animEffect transition="in" filter="wipe(left)">
                                      <p:cBhvr>
                                        <p:cTn id="14" dur="500"/>
                                        <p:tgtEl>
                                          <p:spTgt spid="139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72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Text Box 4"/>
          <p:cNvSpPr txBox="1">
            <a:spLocks noChangeArrowheads="1"/>
          </p:cNvSpPr>
          <p:nvPr/>
        </p:nvSpPr>
        <p:spPr bwMode="auto">
          <a:xfrm>
            <a:off x="3132138" y="1628775"/>
            <a:ext cx="5400675" cy="457200"/>
          </a:xfrm>
          <a:prstGeom prst="rect">
            <a:avLst/>
          </a:prstGeom>
          <a:noFill/>
          <a:ln w="9525">
            <a:noFill/>
            <a:miter lim="800000"/>
            <a:headEnd/>
            <a:tailEnd/>
          </a:ln>
        </p:spPr>
        <p:txBody>
          <a:bodyPr>
            <a:spAutoFit/>
          </a:bodyPr>
          <a:lstStyle/>
          <a:p>
            <a:pPr algn="l">
              <a:spcBef>
                <a:spcPct val="50000"/>
              </a:spcBef>
            </a:pPr>
            <a:r>
              <a:rPr lang="zh-CN" altLang="en-US" sz="2400" b="1"/>
              <a:t>振幅随时间减小的振动叫</a:t>
            </a:r>
            <a:r>
              <a:rPr lang="zh-CN" altLang="en-US" sz="2400" b="1">
                <a:solidFill>
                  <a:srgbClr val="0000FF"/>
                </a:solidFill>
              </a:rPr>
              <a:t>阻尼振动。</a:t>
            </a:r>
            <a:r>
              <a:rPr lang="zh-CN" altLang="en-US" sz="2400"/>
              <a:t> </a:t>
            </a:r>
          </a:p>
        </p:txBody>
      </p:sp>
      <p:sp>
        <p:nvSpPr>
          <p:cNvPr id="95237" name="Text Box 5"/>
          <p:cNvSpPr txBox="1">
            <a:spLocks noChangeArrowheads="1"/>
          </p:cNvSpPr>
          <p:nvPr/>
        </p:nvSpPr>
        <p:spPr bwMode="auto">
          <a:xfrm>
            <a:off x="2268538" y="404813"/>
            <a:ext cx="4968875" cy="519112"/>
          </a:xfrm>
          <a:prstGeom prst="rect">
            <a:avLst/>
          </a:prstGeom>
          <a:noFill/>
          <a:ln w="9525">
            <a:noFill/>
            <a:miter lim="800000"/>
            <a:headEnd/>
            <a:tailEnd/>
          </a:ln>
        </p:spPr>
        <p:txBody>
          <a:bodyPr>
            <a:spAutoFit/>
          </a:bodyPr>
          <a:lstStyle/>
          <a:p>
            <a:pPr algn="l">
              <a:spcBef>
                <a:spcPct val="50000"/>
              </a:spcBef>
            </a:pPr>
            <a:r>
              <a:rPr lang="en-US" altLang="zh-CN" sz="2800" b="1">
                <a:solidFill>
                  <a:schemeClr val="accent2"/>
                </a:solidFill>
                <a:ea typeface="黑体" pitchFamily="49" charset="-122"/>
              </a:rPr>
              <a:t>§5.3 </a:t>
            </a:r>
            <a:r>
              <a:rPr lang="zh-CN" altLang="en-US" sz="2800" b="1">
                <a:solidFill>
                  <a:srgbClr val="0033CC"/>
                </a:solidFill>
              </a:rPr>
              <a:t>阻尼振动  受迫振动</a:t>
            </a:r>
          </a:p>
        </p:txBody>
      </p:sp>
      <p:sp>
        <p:nvSpPr>
          <p:cNvPr id="95238" name="Text Box 6"/>
          <p:cNvSpPr txBox="1">
            <a:spLocks noChangeArrowheads="1"/>
          </p:cNvSpPr>
          <p:nvPr/>
        </p:nvSpPr>
        <p:spPr bwMode="auto">
          <a:xfrm>
            <a:off x="250825" y="981075"/>
            <a:ext cx="3671888" cy="457200"/>
          </a:xfrm>
          <a:prstGeom prst="rect">
            <a:avLst/>
          </a:prstGeom>
          <a:noFill/>
          <a:ln w="9525">
            <a:noFill/>
            <a:miter lim="800000"/>
            <a:headEnd/>
            <a:tailEnd/>
          </a:ln>
        </p:spPr>
        <p:txBody>
          <a:bodyPr>
            <a:spAutoFit/>
          </a:bodyPr>
          <a:lstStyle/>
          <a:p>
            <a:pPr algn="l"/>
            <a:r>
              <a:rPr lang="zh-CN" altLang="en-US" sz="2400" b="1">
                <a:solidFill>
                  <a:srgbClr val="FF0000"/>
                </a:solidFill>
              </a:rPr>
              <a:t>一、 阻尼振动</a:t>
            </a:r>
          </a:p>
        </p:txBody>
      </p:sp>
      <p:grpSp>
        <p:nvGrpSpPr>
          <p:cNvPr id="2" name="Group 401"/>
          <p:cNvGrpSpPr>
            <a:grpSpLocks/>
          </p:cNvGrpSpPr>
          <p:nvPr/>
        </p:nvGrpSpPr>
        <p:grpSpPr bwMode="auto">
          <a:xfrm>
            <a:off x="841375" y="1651000"/>
            <a:ext cx="2079625" cy="3076575"/>
            <a:chOff x="530" y="1040"/>
            <a:chExt cx="1310" cy="1938"/>
          </a:xfrm>
        </p:grpSpPr>
        <p:grpSp>
          <p:nvGrpSpPr>
            <p:cNvPr id="58396" name="Group 7"/>
            <p:cNvGrpSpPr>
              <a:grpSpLocks/>
            </p:cNvGrpSpPr>
            <p:nvPr/>
          </p:nvGrpSpPr>
          <p:grpSpPr bwMode="auto">
            <a:xfrm>
              <a:off x="1033" y="1093"/>
              <a:ext cx="225" cy="1389"/>
              <a:chOff x="672" y="585"/>
              <a:chExt cx="225" cy="1389"/>
            </a:xfrm>
          </p:grpSpPr>
          <p:sp>
            <p:nvSpPr>
              <p:cNvPr id="58761" name="Rectangle 8"/>
              <p:cNvSpPr>
                <a:spLocks noChangeArrowheads="1"/>
              </p:cNvSpPr>
              <p:nvPr/>
            </p:nvSpPr>
            <p:spPr bwMode="auto">
              <a:xfrm>
                <a:off x="672" y="585"/>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762" name="Group 9"/>
              <p:cNvGrpSpPr>
                <a:grpSpLocks/>
              </p:cNvGrpSpPr>
              <p:nvPr/>
            </p:nvGrpSpPr>
            <p:grpSpPr bwMode="auto">
              <a:xfrm>
                <a:off x="708" y="620"/>
                <a:ext cx="149" cy="1103"/>
                <a:chOff x="708" y="620"/>
                <a:chExt cx="149" cy="1103"/>
              </a:xfrm>
            </p:grpSpPr>
            <p:grpSp>
              <p:nvGrpSpPr>
                <p:cNvPr id="58763" name="Group 10"/>
                <p:cNvGrpSpPr>
                  <a:grpSpLocks/>
                </p:cNvGrpSpPr>
                <p:nvPr/>
              </p:nvGrpSpPr>
              <p:grpSpPr bwMode="auto">
                <a:xfrm>
                  <a:off x="749" y="620"/>
                  <a:ext cx="79" cy="963"/>
                  <a:chOff x="749" y="620"/>
                  <a:chExt cx="79" cy="963"/>
                </a:xfrm>
              </p:grpSpPr>
              <p:grpSp>
                <p:nvGrpSpPr>
                  <p:cNvPr id="58765" name="Group 11"/>
                  <p:cNvGrpSpPr>
                    <a:grpSpLocks/>
                  </p:cNvGrpSpPr>
                  <p:nvPr/>
                </p:nvGrpSpPr>
                <p:grpSpPr bwMode="auto">
                  <a:xfrm rot="16200000" flipV="1">
                    <a:off x="307" y="1062"/>
                    <a:ext cx="963" cy="79"/>
                    <a:chOff x="550" y="625"/>
                    <a:chExt cx="2273" cy="362"/>
                  </a:xfrm>
                </p:grpSpPr>
                <p:grpSp>
                  <p:nvGrpSpPr>
                    <p:cNvPr id="58767" name="Group 12"/>
                    <p:cNvGrpSpPr>
                      <a:grpSpLocks/>
                    </p:cNvGrpSpPr>
                    <p:nvPr/>
                  </p:nvGrpSpPr>
                  <p:grpSpPr bwMode="auto">
                    <a:xfrm>
                      <a:off x="590" y="625"/>
                      <a:ext cx="2233" cy="362"/>
                      <a:chOff x="624" y="655"/>
                      <a:chExt cx="2754" cy="351"/>
                    </a:xfrm>
                  </p:grpSpPr>
                  <p:grpSp>
                    <p:nvGrpSpPr>
                      <p:cNvPr id="58770" name="Group 13"/>
                      <p:cNvGrpSpPr>
                        <a:grpSpLocks/>
                      </p:cNvGrpSpPr>
                      <p:nvPr/>
                    </p:nvGrpSpPr>
                    <p:grpSpPr bwMode="auto">
                      <a:xfrm>
                        <a:off x="624" y="655"/>
                        <a:ext cx="2682" cy="351"/>
                        <a:chOff x="624" y="745"/>
                        <a:chExt cx="1078" cy="261"/>
                      </a:xfrm>
                    </p:grpSpPr>
                    <p:grpSp>
                      <p:nvGrpSpPr>
                        <p:cNvPr id="58777" name="Group 14"/>
                        <p:cNvGrpSpPr>
                          <a:grpSpLocks/>
                        </p:cNvGrpSpPr>
                        <p:nvPr/>
                      </p:nvGrpSpPr>
                      <p:grpSpPr bwMode="auto">
                        <a:xfrm>
                          <a:off x="624" y="747"/>
                          <a:ext cx="357" cy="258"/>
                          <a:chOff x="624" y="912"/>
                          <a:chExt cx="960" cy="96"/>
                        </a:xfrm>
                      </p:grpSpPr>
                      <p:sp>
                        <p:nvSpPr>
                          <p:cNvPr id="58784" name="Freeform 15"/>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85" name="Freeform 16"/>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778" name="Group 17"/>
                        <p:cNvGrpSpPr>
                          <a:grpSpLocks/>
                        </p:cNvGrpSpPr>
                        <p:nvPr/>
                      </p:nvGrpSpPr>
                      <p:grpSpPr bwMode="auto">
                        <a:xfrm>
                          <a:off x="983" y="745"/>
                          <a:ext cx="358" cy="261"/>
                          <a:chOff x="624" y="912"/>
                          <a:chExt cx="960" cy="96"/>
                        </a:xfrm>
                      </p:grpSpPr>
                      <p:sp>
                        <p:nvSpPr>
                          <p:cNvPr id="58782" name="Freeform 18"/>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83" name="Freeform 19"/>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779" name="Group 20"/>
                        <p:cNvGrpSpPr>
                          <a:grpSpLocks/>
                        </p:cNvGrpSpPr>
                        <p:nvPr/>
                      </p:nvGrpSpPr>
                      <p:grpSpPr bwMode="auto">
                        <a:xfrm>
                          <a:off x="1342" y="746"/>
                          <a:ext cx="360" cy="256"/>
                          <a:chOff x="624" y="912"/>
                          <a:chExt cx="960" cy="96"/>
                        </a:xfrm>
                      </p:grpSpPr>
                      <p:sp>
                        <p:nvSpPr>
                          <p:cNvPr id="58780" name="Freeform 21"/>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81" name="Freeform 22"/>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771" name="Line 23"/>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772" name="Line 24"/>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773" name="Line 25"/>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774" name="Line 26"/>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775" name="Line 27"/>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776" name="Line 28"/>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768" name="Line 29"/>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769" name="Line 30"/>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766" name="Line 31"/>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764" name="Oval 32"/>
                <p:cNvSpPr>
                  <a:spLocks noChangeArrowheads="1"/>
                </p:cNvSpPr>
                <p:nvPr/>
              </p:nvSpPr>
              <p:spPr bwMode="auto">
                <a:xfrm rot="5400000">
                  <a:off x="711" y="1576"/>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grpSp>
          <p:nvGrpSpPr>
            <p:cNvPr id="58397" name="Group 33"/>
            <p:cNvGrpSpPr>
              <a:grpSpLocks/>
            </p:cNvGrpSpPr>
            <p:nvPr/>
          </p:nvGrpSpPr>
          <p:grpSpPr bwMode="auto">
            <a:xfrm>
              <a:off x="1036" y="1096"/>
              <a:ext cx="225" cy="1389"/>
              <a:chOff x="672" y="585"/>
              <a:chExt cx="225" cy="1389"/>
            </a:xfrm>
          </p:grpSpPr>
          <p:sp>
            <p:nvSpPr>
              <p:cNvPr id="58736" name="Rectangle 34"/>
              <p:cNvSpPr>
                <a:spLocks noChangeArrowheads="1"/>
              </p:cNvSpPr>
              <p:nvPr/>
            </p:nvSpPr>
            <p:spPr bwMode="auto">
              <a:xfrm>
                <a:off x="672" y="585"/>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737" name="Group 35"/>
              <p:cNvGrpSpPr>
                <a:grpSpLocks/>
              </p:cNvGrpSpPr>
              <p:nvPr/>
            </p:nvGrpSpPr>
            <p:grpSpPr bwMode="auto">
              <a:xfrm>
                <a:off x="708" y="620"/>
                <a:ext cx="149" cy="1103"/>
                <a:chOff x="708" y="620"/>
                <a:chExt cx="149" cy="1103"/>
              </a:xfrm>
            </p:grpSpPr>
            <p:grpSp>
              <p:nvGrpSpPr>
                <p:cNvPr id="58738" name="Group 36"/>
                <p:cNvGrpSpPr>
                  <a:grpSpLocks/>
                </p:cNvGrpSpPr>
                <p:nvPr/>
              </p:nvGrpSpPr>
              <p:grpSpPr bwMode="auto">
                <a:xfrm>
                  <a:off x="749" y="620"/>
                  <a:ext cx="79" cy="963"/>
                  <a:chOff x="749" y="620"/>
                  <a:chExt cx="79" cy="963"/>
                </a:xfrm>
              </p:grpSpPr>
              <p:grpSp>
                <p:nvGrpSpPr>
                  <p:cNvPr id="58740" name="Group 37"/>
                  <p:cNvGrpSpPr>
                    <a:grpSpLocks/>
                  </p:cNvGrpSpPr>
                  <p:nvPr/>
                </p:nvGrpSpPr>
                <p:grpSpPr bwMode="auto">
                  <a:xfrm rot="16200000" flipV="1">
                    <a:off x="307" y="1062"/>
                    <a:ext cx="963" cy="79"/>
                    <a:chOff x="550" y="625"/>
                    <a:chExt cx="2273" cy="362"/>
                  </a:xfrm>
                </p:grpSpPr>
                <p:grpSp>
                  <p:nvGrpSpPr>
                    <p:cNvPr id="58742" name="Group 38"/>
                    <p:cNvGrpSpPr>
                      <a:grpSpLocks/>
                    </p:cNvGrpSpPr>
                    <p:nvPr/>
                  </p:nvGrpSpPr>
                  <p:grpSpPr bwMode="auto">
                    <a:xfrm>
                      <a:off x="590" y="625"/>
                      <a:ext cx="2233" cy="362"/>
                      <a:chOff x="624" y="655"/>
                      <a:chExt cx="2754" cy="351"/>
                    </a:xfrm>
                  </p:grpSpPr>
                  <p:grpSp>
                    <p:nvGrpSpPr>
                      <p:cNvPr id="58745" name="Group 39"/>
                      <p:cNvGrpSpPr>
                        <a:grpSpLocks/>
                      </p:cNvGrpSpPr>
                      <p:nvPr/>
                    </p:nvGrpSpPr>
                    <p:grpSpPr bwMode="auto">
                      <a:xfrm>
                        <a:off x="624" y="655"/>
                        <a:ext cx="2682" cy="351"/>
                        <a:chOff x="624" y="745"/>
                        <a:chExt cx="1078" cy="261"/>
                      </a:xfrm>
                    </p:grpSpPr>
                    <p:grpSp>
                      <p:nvGrpSpPr>
                        <p:cNvPr id="58752" name="Group 40"/>
                        <p:cNvGrpSpPr>
                          <a:grpSpLocks/>
                        </p:cNvGrpSpPr>
                        <p:nvPr/>
                      </p:nvGrpSpPr>
                      <p:grpSpPr bwMode="auto">
                        <a:xfrm>
                          <a:off x="624" y="747"/>
                          <a:ext cx="357" cy="258"/>
                          <a:chOff x="624" y="912"/>
                          <a:chExt cx="960" cy="96"/>
                        </a:xfrm>
                      </p:grpSpPr>
                      <p:sp>
                        <p:nvSpPr>
                          <p:cNvPr id="58759" name="Freeform 41"/>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60" name="Freeform 42"/>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753" name="Group 43"/>
                        <p:cNvGrpSpPr>
                          <a:grpSpLocks/>
                        </p:cNvGrpSpPr>
                        <p:nvPr/>
                      </p:nvGrpSpPr>
                      <p:grpSpPr bwMode="auto">
                        <a:xfrm>
                          <a:off x="983" y="745"/>
                          <a:ext cx="358" cy="261"/>
                          <a:chOff x="624" y="912"/>
                          <a:chExt cx="960" cy="96"/>
                        </a:xfrm>
                      </p:grpSpPr>
                      <p:sp>
                        <p:nvSpPr>
                          <p:cNvPr id="58757" name="Freeform 44"/>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58" name="Freeform 45"/>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754" name="Group 46"/>
                        <p:cNvGrpSpPr>
                          <a:grpSpLocks/>
                        </p:cNvGrpSpPr>
                        <p:nvPr/>
                      </p:nvGrpSpPr>
                      <p:grpSpPr bwMode="auto">
                        <a:xfrm>
                          <a:off x="1342" y="746"/>
                          <a:ext cx="360" cy="256"/>
                          <a:chOff x="624" y="912"/>
                          <a:chExt cx="960" cy="96"/>
                        </a:xfrm>
                      </p:grpSpPr>
                      <p:sp>
                        <p:nvSpPr>
                          <p:cNvPr id="58755" name="Freeform 47"/>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56" name="Freeform 48"/>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746" name="Line 49"/>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747" name="Line 50"/>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748" name="Line 51"/>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749" name="Line 52"/>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750" name="Line 53"/>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751" name="Line 54"/>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743" name="Line 55"/>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744" name="Line 56"/>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741" name="Line 57"/>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739" name="Oval 58"/>
                <p:cNvSpPr>
                  <a:spLocks noChangeArrowheads="1"/>
                </p:cNvSpPr>
                <p:nvPr/>
              </p:nvSpPr>
              <p:spPr bwMode="auto">
                <a:xfrm rot="5400000">
                  <a:off x="711" y="1576"/>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grpSp>
          <p:nvGrpSpPr>
            <p:cNvPr id="58398" name="Group 59"/>
            <p:cNvGrpSpPr>
              <a:grpSpLocks/>
            </p:cNvGrpSpPr>
            <p:nvPr/>
          </p:nvGrpSpPr>
          <p:grpSpPr bwMode="auto">
            <a:xfrm>
              <a:off x="1036" y="1096"/>
              <a:ext cx="225" cy="1389"/>
              <a:chOff x="906" y="588"/>
              <a:chExt cx="225" cy="1389"/>
            </a:xfrm>
          </p:grpSpPr>
          <p:sp>
            <p:nvSpPr>
              <p:cNvPr id="58712" name="Rectangle 60"/>
              <p:cNvSpPr>
                <a:spLocks noChangeArrowheads="1"/>
              </p:cNvSpPr>
              <p:nvPr/>
            </p:nvSpPr>
            <p:spPr bwMode="auto">
              <a:xfrm>
                <a:off x="906" y="588"/>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713" name="Group 61"/>
              <p:cNvGrpSpPr>
                <a:grpSpLocks/>
              </p:cNvGrpSpPr>
              <p:nvPr/>
            </p:nvGrpSpPr>
            <p:grpSpPr bwMode="auto">
              <a:xfrm>
                <a:off x="983" y="623"/>
                <a:ext cx="79" cy="1176"/>
                <a:chOff x="749" y="620"/>
                <a:chExt cx="79" cy="963"/>
              </a:xfrm>
            </p:grpSpPr>
            <p:grpSp>
              <p:nvGrpSpPr>
                <p:cNvPr id="58715" name="Group 62"/>
                <p:cNvGrpSpPr>
                  <a:grpSpLocks/>
                </p:cNvGrpSpPr>
                <p:nvPr/>
              </p:nvGrpSpPr>
              <p:grpSpPr bwMode="auto">
                <a:xfrm rot="16200000" flipV="1">
                  <a:off x="307" y="1062"/>
                  <a:ext cx="963" cy="79"/>
                  <a:chOff x="550" y="625"/>
                  <a:chExt cx="2273" cy="362"/>
                </a:xfrm>
              </p:grpSpPr>
              <p:grpSp>
                <p:nvGrpSpPr>
                  <p:cNvPr id="58717" name="Group 63"/>
                  <p:cNvGrpSpPr>
                    <a:grpSpLocks/>
                  </p:cNvGrpSpPr>
                  <p:nvPr/>
                </p:nvGrpSpPr>
                <p:grpSpPr bwMode="auto">
                  <a:xfrm>
                    <a:off x="590" y="625"/>
                    <a:ext cx="2233" cy="362"/>
                    <a:chOff x="624" y="655"/>
                    <a:chExt cx="2754" cy="351"/>
                  </a:xfrm>
                </p:grpSpPr>
                <p:grpSp>
                  <p:nvGrpSpPr>
                    <p:cNvPr id="58720" name="Group 64"/>
                    <p:cNvGrpSpPr>
                      <a:grpSpLocks/>
                    </p:cNvGrpSpPr>
                    <p:nvPr/>
                  </p:nvGrpSpPr>
                  <p:grpSpPr bwMode="auto">
                    <a:xfrm>
                      <a:off x="624" y="655"/>
                      <a:ext cx="2682" cy="351"/>
                      <a:chOff x="624" y="745"/>
                      <a:chExt cx="1078" cy="261"/>
                    </a:xfrm>
                  </p:grpSpPr>
                  <p:grpSp>
                    <p:nvGrpSpPr>
                      <p:cNvPr id="58727" name="Group 65"/>
                      <p:cNvGrpSpPr>
                        <a:grpSpLocks/>
                      </p:cNvGrpSpPr>
                      <p:nvPr/>
                    </p:nvGrpSpPr>
                    <p:grpSpPr bwMode="auto">
                      <a:xfrm>
                        <a:off x="624" y="747"/>
                        <a:ext cx="357" cy="258"/>
                        <a:chOff x="624" y="912"/>
                        <a:chExt cx="960" cy="96"/>
                      </a:xfrm>
                    </p:grpSpPr>
                    <p:sp>
                      <p:nvSpPr>
                        <p:cNvPr id="58734" name="Freeform 66"/>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35" name="Freeform 67"/>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728" name="Group 68"/>
                      <p:cNvGrpSpPr>
                        <a:grpSpLocks/>
                      </p:cNvGrpSpPr>
                      <p:nvPr/>
                    </p:nvGrpSpPr>
                    <p:grpSpPr bwMode="auto">
                      <a:xfrm>
                        <a:off x="983" y="745"/>
                        <a:ext cx="358" cy="261"/>
                        <a:chOff x="624" y="912"/>
                        <a:chExt cx="960" cy="96"/>
                      </a:xfrm>
                    </p:grpSpPr>
                    <p:sp>
                      <p:nvSpPr>
                        <p:cNvPr id="58732" name="Freeform 69"/>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33" name="Freeform 70"/>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729" name="Group 71"/>
                      <p:cNvGrpSpPr>
                        <a:grpSpLocks/>
                      </p:cNvGrpSpPr>
                      <p:nvPr/>
                    </p:nvGrpSpPr>
                    <p:grpSpPr bwMode="auto">
                      <a:xfrm>
                        <a:off x="1342" y="746"/>
                        <a:ext cx="360" cy="256"/>
                        <a:chOff x="624" y="912"/>
                        <a:chExt cx="960" cy="96"/>
                      </a:xfrm>
                    </p:grpSpPr>
                    <p:sp>
                      <p:nvSpPr>
                        <p:cNvPr id="58730" name="Freeform 72"/>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31" name="Freeform 73"/>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721" name="Line 74"/>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722" name="Line 75"/>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723" name="Line 76"/>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724" name="Line 77"/>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725" name="Line 78"/>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726" name="Line 79"/>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718" name="Line 80"/>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719" name="Line 81"/>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716" name="Line 82"/>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714" name="Oval 83"/>
              <p:cNvSpPr>
                <a:spLocks noChangeArrowheads="1"/>
              </p:cNvSpPr>
              <p:nvPr/>
            </p:nvSpPr>
            <p:spPr bwMode="auto">
              <a:xfrm rot="5400000">
                <a:off x="945" y="1798"/>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nvGrpSpPr>
            <p:cNvPr id="58399" name="Group 84"/>
            <p:cNvGrpSpPr>
              <a:grpSpLocks/>
            </p:cNvGrpSpPr>
            <p:nvPr/>
          </p:nvGrpSpPr>
          <p:grpSpPr bwMode="auto">
            <a:xfrm>
              <a:off x="1033" y="1096"/>
              <a:ext cx="225" cy="1389"/>
              <a:chOff x="672" y="585"/>
              <a:chExt cx="225" cy="1389"/>
            </a:xfrm>
          </p:grpSpPr>
          <p:sp>
            <p:nvSpPr>
              <p:cNvPr id="58687" name="Rectangle 85"/>
              <p:cNvSpPr>
                <a:spLocks noChangeArrowheads="1"/>
              </p:cNvSpPr>
              <p:nvPr/>
            </p:nvSpPr>
            <p:spPr bwMode="auto">
              <a:xfrm>
                <a:off x="672" y="585"/>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688" name="Group 86"/>
              <p:cNvGrpSpPr>
                <a:grpSpLocks/>
              </p:cNvGrpSpPr>
              <p:nvPr/>
            </p:nvGrpSpPr>
            <p:grpSpPr bwMode="auto">
              <a:xfrm>
                <a:off x="708" y="620"/>
                <a:ext cx="149" cy="1103"/>
                <a:chOff x="708" y="620"/>
                <a:chExt cx="149" cy="1103"/>
              </a:xfrm>
            </p:grpSpPr>
            <p:grpSp>
              <p:nvGrpSpPr>
                <p:cNvPr id="58689" name="Group 87"/>
                <p:cNvGrpSpPr>
                  <a:grpSpLocks/>
                </p:cNvGrpSpPr>
                <p:nvPr/>
              </p:nvGrpSpPr>
              <p:grpSpPr bwMode="auto">
                <a:xfrm>
                  <a:off x="749" y="620"/>
                  <a:ext cx="79" cy="963"/>
                  <a:chOff x="749" y="620"/>
                  <a:chExt cx="79" cy="963"/>
                </a:xfrm>
              </p:grpSpPr>
              <p:grpSp>
                <p:nvGrpSpPr>
                  <p:cNvPr id="58691" name="Group 88"/>
                  <p:cNvGrpSpPr>
                    <a:grpSpLocks/>
                  </p:cNvGrpSpPr>
                  <p:nvPr/>
                </p:nvGrpSpPr>
                <p:grpSpPr bwMode="auto">
                  <a:xfrm rot="16200000" flipV="1">
                    <a:off x="307" y="1062"/>
                    <a:ext cx="963" cy="79"/>
                    <a:chOff x="550" y="625"/>
                    <a:chExt cx="2273" cy="362"/>
                  </a:xfrm>
                </p:grpSpPr>
                <p:grpSp>
                  <p:nvGrpSpPr>
                    <p:cNvPr id="58693" name="Group 89"/>
                    <p:cNvGrpSpPr>
                      <a:grpSpLocks/>
                    </p:cNvGrpSpPr>
                    <p:nvPr/>
                  </p:nvGrpSpPr>
                  <p:grpSpPr bwMode="auto">
                    <a:xfrm>
                      <a:off x="590" y="625"/>
                      <a:ext cx="2233" cy="362"/>
                      <a:chOff x="624" y="655"/>
                      <a:chExt cx="2754" cy="351"/>
                    </a:xfrm>
                  </p:grpSpPr>
                  <p:grpSp>
                    <p:nvGrpSpPr>
                      <p:cNvPr id="58696" name="Group 90"/>
                      <p:cNvGrpSpPr>
                        <a:grpSpLocks/>
                      </p:cNvGrpSpPr>
                      <p:nvPr/>
                    </p:nvGrpSpPr>
                    <p:grpSpPr bwMode="auto">
                      <a:xfrm>
                        <a:off x="624" y="655"/>
                        <a:ext cx="2682" cy="351"/>
                        <a:chOff x="624" y="745"/>
                        <a:chExt cx="1078" cy="261"/>
                      </a:xfrm>
                    </p:grpSpPr>
                    <p:grpSp>
                      <p:nvGrpSpPr>
                        <p:cNvPr id="58703" name="Group 91"/>
                        <p:cNvGrpSpPr>
                          <a:grpSpLocks/>
                        </p:cNvGrpSpPr>
                        <p:nvPr/>
                      </p:nvGrpSpPr>
                      <p:grpSpPr bwMode="auto">
                        <a:xfrm>
                          <a:off x="624" y="747"/>
                          <a:ext cx="357" cy="258"/>
                          <a:chOff x="624" y="912"/>
                          <a:chExt cx="960" cy="96"/>
                        </a:xfrm>
                      </p:grpSpPr>
                      <p:sp>
                        <p:nvSpPr>
                          <p:cNvPr id="58710" name="Freeform 92"/>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11" name="Freeform 93"/>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704" name="Group 94"/>
                        <p:cNvGrpSpPr>
                          <a:grpSpLocks/>
                        </p:cNvGrpSpPr>
                        <p:nvPr/>
                      </p:nvGrpSpPr>
                      <p:grpSpPr bwMode="auto">
                        <a:xfrm>
                          <a:off x="983" y="745"/>
                          <a:ext cx="358" cy="261"/>
                          <a:chOff x="624" y="912"/>
                          <a:chExt cx="960" cy="96"/>
                        </a:xfrm>
                      </p:grpSpPr>
                      <p:sp>
                        <p:nvSpPr>
                          <p:cNvPr id="58708" name="Freeform 95"/>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09" name="Freeform 96"/>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705" name="Group 97"/>
                        <p:cNvGrpSpPr>
                          <a:grpSpLocks/>
                        </p:cNvGrpSpPr>
                        <p:nvPr/>
                      </p:nvGrpSpPr>
                      <p:grpSpPr bwMode="auto">
                        <a:xfrm>
                          <a:off x="1342" y="746"/>
                          <a:ext cx="360" cy="256"/>
                          <a:chOff x="624" y="912"/>
                          <a:chExt cx="960" cy="96"/>
                        </a:xfrm>
                      </p:grpSpPr>
                      <p:sp>
                        <p:nvSpPr>
                          <p:cNvPr id="58706" name="Freeform 98"/>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707" name="Freeform 99"/>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697" name="Line 100"/>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698" name="Line 101"/>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699" name="Line 102"/>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700" name="Line 103"/>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701" name="Line 104"/>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702" name="Line 105"/>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694" name="Line 106"/>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695" name="Line 107"/>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692" name="Line 108"/>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690" name="Oval 109"/>
                <p:cNvSpPr>
                  <a:spLocks noChangeArrowheads="1"/>
                </p:cNvSpPr>
                <p:nvPr/>
              </p:nvSpPr>
              <p:spPr bwMode="auto">
                <a:xfrm rot="5400000">
                  <a:off x="711" y="1576"/>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grpSp>
          <p:nvGrpSpPr>
            <p:cNvPr id="58400" name="Group 110"/>
            <p:cNvGrpSpPr>
              <a:grpSpLocks/>
            </p:cNvGrpSpPr>
            <p:nvPr/>
          </p:nvGrpSpPr>
          <p:grpSpPr bwMode="auto">
            <a:xfrm>
              <a:off x="1033" y="1097"/>
              <a:ext cx="225" cy="1389"/>
              <a:chOff x="1392" y="589"/>
              <a:chExt cx="225" cy="1389"/>
            </a:xfrm>
          </p:grpSpPr>
          <p:sp>
            <p:nvSpPr>
              <p:cNvPr id="58663" name="Rectangle 111"/>
              <p:cNvSpPr>
                <a:spLocks noChangeArrowheads="1"/>
              </p:cNvSpPr>
              <p:nvPr/>
            </p:nvSpPr>
            <p:spPr bwMode="auto">
              <a:xfrm>
                <a:off x="1392" y="589"/>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664" name="Group 112"/>
              <p:cNvGrpSpPr>
                <a:grpSpLocks/>
              </p:cNvGrpSpPr>
              <p:nvPr/>
            </p:nvGrpSpPr>
            <p:grpSpPr bwMode="auto">
              <a:xfrm>
                <a:off x="1469" y="624"/>
                <a:ext cx="79" cy="810"/>
                <a:chOff x="749" y="620"/>
                <a:chExt cx="79" cy="963"/>
              </a:xfrm>
            </p:grpSpPr>
            <p:grpSp>
              <p:nvGrpSpPr>
                <p:cNvPr id="58666" name="Group 113"/>
                <p:cNvGrpSpPr>
                  <a:grpSpLocks/>
                </p:cNvGrpSpPr>
                <p:nvPr/>
              </p:nvGrpSpPr>
              <p:grpSpPr bwMode="auto">
                <a:xfrm rot="16200000" flipV="1">
                  <a:off x="307" y="1062"/>
                  <a:ext cx="963" cy="79"/>
                  <a:chOff x="550" y="625"/>
                  <a:chExt cx="2273" cy="362"/>
                </a:xfrm>
              </p:grpSpPr>
              <p:grpSp>
                <p:nvGrpSpPr>
                  <p:cNvPr id="58668" name="Group 114"/>
                  <p:cNvGrpSpPr>
                    <a:grpSpLocks/>
                  </p:cNvGrpSpPr>
                  <p:nvPr/>
                </p:nvGrpSpPr>
                <p:grpSpPr bwMode="auto">
                  <a:xfrm>
                    <a:off x="590" y="625"/>
                    <a:ext cx="2233" cy="362"/>
                    <a:chOff x="624" y="655"/>
                    <a:chExt cx="2754" cy="351"/>
                  </a:xfrm>
                </p:grpSpPr>
                <p:grpSp>
                  <p:nvGrpSpPr>
                    <p:cNvPr id="58671" name="Group 115"/>
                    <p:cNvGrpSpPr>
                      <a:grpSpLocks/>
                    </p:cNvGrpSpPr>
                    <p:nvPr/>
                  </p:nvGrpSpPr>
                  <p:grpSpPr bwMode="auto">
                    <a:xfrm>
                      <a:off x="624" y="655"/>
                      <a:ext cx="2682" cy="351"/>
                      <a:chOff x="624" y="745"/>
                      <a:chExt cx="1078" cy="261"/>
                    </a:xfrm>
                  </p:grpSpPr>
                  <p:grpSp>
                    <p:nvGrpSpPr>
                      <p:cNvPr id="58678" name="Group 116"/>
                      <p:cNvGrpSpPr>
                        <a:grpSpLocks/>
                      </p:cNvGrpSpPr>
                      <p:nvPr/>
                    </p:nvGrpSpPr>
                    <p:grpSpPr bwMode="auto">
                      <a:xfrm>
                        <a:off x="624" y="747"/>
                        <a:ext cx="357" cy="258"/>
                        <a:chOff x="624" y="912"/>
                        <a:chExt cx="960" cy="96"/>
                      </a:xfrm>
                    </p:grpSpPr>
                    <p:sp>
                      <p:nvSpPr>
                        <p:cNvPr id="58685" name="Freeform 117"/>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86" name="Freeform 118"/>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679" name="Group 119"/>
                      <p:cNvGrpSpPr>
                        <a:grpSpLocks/>
                      </p:cNvGrpSpPr>
                      <p:nvPr/>
                    </p:nvGrpSpPr>
                    <p:grpSpPr bwMode="auto">
                      <a:xfrm>
                        <a:off x="983" y="745"/>
                        <a:ext cx="358" cy="261"/>
                        <a:chOff x="624" y="912"/>
                        <a:chExt cx="960" cy="96"/>
                      </a:xfrm>
                    </p:grpSpPr>
                    <p:sp>
                      <p:nvSpPr>
                        <p:cNvPr id="58683" name="Freeform 120"/>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84" name="Freeform 121"/>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680" name="Group 122"/>
                      <p:cNvGrpSpPr>
                        <a:grpSpLocks/>
                      </p:cNvGrpSpPr>
                      <p:nvPr/>
                    </p:nvGrpSpPr>
                    <p:grpSpPr bwMode="auto">
                      <a:xfrm>
                        <a:off x="1342" y="746"/>
                        <a:ext cx="360" cy="256"/>
                        <a:chOff x="624" y="912"/>
                        <a:chExt cx="960" cy="96"/>
                      </a:xfrm>
                    </p:grpSpPr>
                    <p:sp>
                      <p:nvSpPr>
                        <p:cNvPr id="58681" name="Freeform 123"/>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82" name="Freeform 124"/>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672" name="Line 125"/>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673" name="Line 126"/>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674" name="Line 127"/>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675" name="Line 128"/>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676" name="Line 129"/>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677" name="Line 130"/>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669" name="Line 131"/>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670" name="Line 132"/>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667" name="Line 133"/>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665" name="Oval 134"/>
              <p:cNvSpPr>
                <a:spLocks noChangeArrowheads="1"/>
              </p:cNvSpPr>
              <p:nvPr/>
            </p:nvSpPr>
            <p:spPr bwMode="auto">
              <a:xfrm rot="5400000">
                <a:off x="1434" y="1430"/>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nvGrpSpPr>
            <p:cNvPr id="58401" name="Group 135"/>
            <p:cNvGrpSpPr>
              <a:grpSpLocks/>
            </p:cNvGrpSpPr>
            <p:nvPr/>
          </p:nvGrpSpPr>
          <p:grpSpPr bwMode="auto">
            <a:xfrm>
              <a:off x="1036" y="1094"/>
              <a:ext cx="225" cy="1389"/>
              <a:chOff x="1149" y="592"/>
              <a:chExt cx="225" cy="1389"/>
            </a:xfrm>
          </p:grpSpPr>
          <p:sp>
            <p:nvSpPr>
              <p:cNvPr id="58639" name="Rectangle 136"/>
              <p:cNvSpPr>
                <a:spLocks noChangeArrowheads="1"/>
              </p:cNvSpPr>
              <p:nvPr/>
            </p:nvSpPr>
            <p:spPr bwMode="auto">
              <a:xfrm>
                <a:off x="1149" y="592"/>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640" name="Group 137"/>
              <p:cNvGrpSpPr>
                <a:grpSpLocks/>
              </p:cNvGrpSpPr>
              <p:nvPr/>
            </p:nvGrpSpPr>
            <p:grpSpPr bwMode="auto">
              <a:xfrm>
                <a:off x="1226" y="627"/>
                <a:ext cx="79" cy="705"/>
                <a:chOff x="749" y="620"/>
                <a:chExt cx="79" cy="963"/>
              </a:xfrm>
            </p:grpSpPr>
            <p:grpSp>
              <p:nvGrpSpPr>
                <p:cNvPr id="58642" name="Group 138"/>
                <p:cNvGrpSpPr>
                  <a:grpSpLocks/>
                </p:cNvGrpSpPr>
                <p:nvPr/>
              </p:nvGrpSpPr>
              <p:grpSpPr bwMode="auto">
                <a:xfrm rot="16200000" flipV="1">
                  <a:off x="307" y="1062"/>
                  <a:ext cx="963" cy="79"/>
                  <a:chOff x="550" y="625"/>
                  <a:chExt cx="2273" cy="362"/>
                </a:xfrm>
              </p:grpSpPr>
              <p:grpSp>
                <p:nvGrpSpPr>
                  <p:cNvPr id="58644" name="Group 139"/>
                  <p:cNvGrpSpPr>
                    <a:grpSpLocks/>
                  </p:cNvGrpSpPr>
                  <p:nvPr/>
                </p:nvGrpSpPr>
                <p:grpSpPr bwMode="auto">
                  <a:xfrm>
                    <a:off x="590" y="625"/>
                    <a:ext cx="2233" cy="362"/>
                    <a:chOff x="624" y="655"/>
                    <a:chExt cx="2754" cy="351"/>
                  </a:xfrm>
                </p:grpSpPr>
                <p:grpSp>
                  <p:nvGrpSpPr>
                    <p:cNvPr id="58647" name="Group 140"/>
                    <p:cNvGrpSpPr>
                      <a:grpSpLocks/>
                    </p:cNvGrpSpPr>
                    <p:nvPr/>
                  </p:nvGrpSpPr>
                  <p:grpSpPr bwMode="auto">
                    <a:xfrm>
                      <a:off x="624" y="655"/>
                      <a:ext cx="2682" cy="351"/>
                      <a:chOff x="624" y="745"/>
                      <a:chExt cx="1078" cy="261"/>
                    </a:xfrm>
                  </p:grpSpPr>
                  <p:grpSp>
                    <p:nvGrpSpPr>
                      <p:cNvPr id="58654" name="Group 141"/>
                      <p:cNvGrpSpPr>
                        <a:grpSpLocks/>
                      </p:cNvGrpSpPr>
                      <p:nvPr/>
                    </p:nvGrpSpPr>
                    <p:grpSpPr bwMode="auto">
                      <a:xfrm>
                        <a:off x="624" y="747"/>
                        <a:ext cx="357" cy="258"/>
                        <a:chOff x="624" y="912"/>
                        <a:chExt cx="960" cy="96"/>
                      </a:xfrm>
                    </p:grpSpPr>
                    <p:sp>
                      <p:nvSpPr>
                        <p:cNvPr id="58661" name="Freeform 142"/>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62" name="Freeform 143"/>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655" name="Group 144"/>
                      <p:cNvGrpSpPr>
                        <a:grpSpLocks/>
                      </p:cNvGrpSpPr>
                      <p:nvPr/>
                    </p:nvGrpSpPr>
                    <p:grpSpPr bwMode="auto">
                      <a:xfrm>
                        <a:off x="983" y="745"/>
                        <a:ext cx="358" cy="261"/>
                        <a:chOff x="624" y="912"/>
                        <a:chExt cx="960" cy="96"/>
                      </a:xfrm>
                    </p:grpSpPr>
                    <p:sp>
                      <p:nvSpPr>
                        <p:cNvPr id="58659" name="Freeform 145"/>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60" name="Freeform 146"/>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656" name="Group 147"/>
                      <p:cNvGrpSpPr>
                        <a:grpSpLocks/>
                      </p:cNvGrpSpPr>
                      <p:nvPr/>
                    </p:nvGrpSpPr>
                    <p:grpSpPr bwMode="auto">
                      <a:xfrm>
                        <a:off x="1342" y="746"/>
                        <a:ext cx="360" cy="256"/>
                        <a:chOff x="624" y="912"/>
                        <a:chExt cx="960" cy="96"/>
                      </a:xfrm>
                    </p:grpSpPr>
                    <p:sp>
                      <p:nvSpPr>
                        <p:cNvPr id="58657" name="Freeform 148"/>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58" name="Freeform 149"/>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648" name="Line 150"/>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649" name="Line 151"/>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650" name="Line 152"/>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651" name="Line 153"/>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652" name="Line 154"/>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653" name="Line 155"/>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645" name="Line 156"/>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646" name="Line 157"/>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643" name="Line 158"/>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641" name="Oval 159"/>
              <p:cNvSpPr>
                <a:spLocks noChangeArrowheads="1"/>
              </p:cNvSpPr>
              <p:nvPr/>
            </p:nvSpPr>
            <p:spPr bwMode="auto">
              <a:xfrm rot="5400000">
                <a:off x="1194" y="1328"/>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nvGrpSpPr>
            <p:cNvPr id="58402" name="Group 160"/>
            <p:cNvGrpSpPr>
              <a:grpSpLocks/>
            </p:cNvGrpSpPr>
            <p:nvPr/>
          </p:nvGrpSpPr>
          <p:grpSpPr bwMode="auto">
            <a:xfrm>
              <a:off x="1033" y="1097"/>
              <a:ext cx="225" cy="1389"/>
              <a:chOff x="1392" y="589"/>
              <a:chExt cx="225" cy="1389"/>
            </a:xfrm>
          </p:grpSpPr>
          <p:sp>
            <p:nvSpPr>
              <p:cNvPr id="58615" name="Rectangle 161"/>
              <p:cNvSpPr>
                <a:spLocks noChangeArrowheads="1"/>
              </p:cNvSpPr>
              <p:nvPr/>
            </p:nvSpPr>
            <p:spPr bwMode="auto">
              <a:xfrm>
                <a:off x="1392" y="589"/>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616" name="Group 162"/>
              <p:cNvGrpSpPr>
                <a:grpSpLocks/>
              </p:cNvGrpSpPr>
              <p:nvPr/>
            </p:nvGrpSpPr>
            <p:grpSpPr bwMode="auto">
              <a:xfrm>
                <a:off x="1469" y="624"/>
                <a:ext cx="79" cy="810"/>
                <a:chOff x="749" y="620"/>
                <a:chExt cx="79" cy="963"/>
              </a:xfrm>
            </p:grpSpPr>
            <p:grpSp>
              <p:nvGrpSpPr>
                <p:cNvPr id="58618" name="Group 163"/>
                <p:cNvGrpSpPr>
                  <a:grpSpLocks/>
                </p:cNvGrpSpPr>
                <p:nvPr/>
              </p:nvGrpSpPr>
              <p:grpSpPr bwMode="auto">
                <a:xfrm rot="16200000" flipV="1">
                  <a:off x="307" y="1062"/>
                  <a:ext cx="963" cy="79"/>
                  <a:chOff x="550" y="625"/>
                  <a:chExt cx="2273" cy="362"/>
                </a:xfrm>
              </p:grpSpPr>
              <p:grpSp>
                <p:nvGrpSpPr>
                  <p:cNvPr id="58620" name="Group 164"/>
                  <p:cNvGrpSpPr>
                    <a:grpSpLocks/>
                  </p:cNvGrpSpPr>
                  <p:nvPr/>
                </p:nvGrpSpPr>
                <p:grpSpPr bwMode="auto">
                  <a:xfrm>
                    <a:off x="590" y="625"/>
                    <a:ext cx="2233" cy="362"/>
                    <a:chOff x="624" y="655"/>
                    <a:chExt cx="2754" cy="351"/>
                  </a:xfrm>
                </p:grpSpPr>
                <p:grpSp>
                  <p:nvGrpSpPr>
                    <p:cNvPr id="58623" name="Group 165"/>
                    <p:cNvGrpSpPr>
                      <a:grpSpLocks/>
                    </p:cNvGrpSpPr>
                    <p:nvPr/>
                  </p:nvGrpSpPr>
                  <p:grpSpPr bwMode="auto">
                    <a:xfrm>
                      <a:off x="624" y="655"/>
                      <a:ext cx="2682" cy="351"/>
                      <a:chOff x="624" y="745"/>
                      <a:chExt cx="1078" cy="261"/>
                    </a:xfrm>
                  </p:grpSpPr>
                  <p:grpSp>
                    <p:nvGrpSpPr>
                      <p:cNvPr id="58630" name="Group 166"/>
                      <p:cNvGrpSpPr>
                        <a:grpSpLocks/>
                      </p:cNvGrpSpPr>
                      <p:nvPr/>
                    </p:nvGrpSpPr>
                    <p:grpSpPr bwMode="auto">
                      <a:xfrm>
                        <a:off x="624" y="747"/>
                        <a:ext cx="357" cy="258"/>
                        <a:chOff x="624" y="912"/>
                        <a:chExt cx="960" cy="96"/>
                      </a:xfrm>
                    </p:grpSpPr>
                    <p:sp>
                      <p:nvSpPr>
                        <p:cNvPr id="58637" name="Freeform 167"/>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38" name="Freeform 168"/>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631" name="Group 169"/>
                      <p:cNvGrpSpPr>
                        <a:grpSpLocks/>
                      </p:cNvGrpSpPr>
                      <p:nvPr/>
                    </p:nvGrpSpPr>
                    <p:grpSpPr bwMode="auto">
                      <a:xfrm>
                        <a:off x="983" y="745"/>
                        <a:ext cx="358" cy="261"/>
                        <a:chOff x="624" y="912"/>
                        <a:chExt cx="960" cy="96"/>
                      </a:xfrm>
                    </p:grpSpPr>
                    <p:sp>
                      <p:nvSpPr>
                        <p:cNvPr id="58635" name="Freeform 170"/>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36" name="Freeform 171"/>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632" name="Group 172"/>
                      <p:cNvGrpSpPr>
                        <a:grpSpLocks/>
                      </p:cNvGrpSpPr>
                      <p:nvPr/>
                    </p:nvGrpSpPr>
                    <p:grpSpPr bwMode="auto">
                      <a:xfrm>
                        <a:off x="1342" y="746"/>
                        <a:ext cx="360" cy="256"/>
                        <a:chOff x="624" y="912"/>
                        <a:chExt cx="960" cy="96"/>
                      </a:xfrm>
                    </p:grpSpPr>
                    <p:sp>
                      <p:nvSpPr>
                        <p:cNvPr id="58633" name="Freeform 173"/>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34" name="Freeform 174"/>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624" name="Line 175"/>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625" name="Line 176"/>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626" name="Line 177"/>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627" name="Line 178"/>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628" name="Line 179"/>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629" name="Line 180"/>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621" name="Line 181"/>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622" name="Line 182"/>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619" name="Line 183"/>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617" name="Oval 184"/>
              <p:cNvSpPr>
                <a:spLocks noChangeArrowheads="1"/>
              </p:cNvSpPr>
              <p:nvPr/>
            </p:nvSpPr>
            <p:spPr bwMode="auto">
              <a:xfrm rot="5400000">
                <a:off x="1434" y="1430"/>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nvGrpSpPr>
            <p:cNvPr id="58403" name="Group 185"/>
            <p:cNvGrpSpPr>
              <a:grpSpLocks/>
            </p:cNvGrpSpPr>
            <p:nvPr/>
          </p:nvGrpSpPr>
          <p:grpSpPr bwMode="auto">
            <a:xfrm>
              <a:off x="1033" y="1096"/>
              <a:ext cx="225" cy="1389"/>
              <a:chOff x="672" y="585"/>
              <a:chExt cx="225" cy="1389"/>
            </a:xfrm>
          </p:grpSpPr>
          <p:sp>
            <p:nvSpPr>
              <p:cNvPr id="58590" name="Rectangle 186"/>
              <p:cNvSpPr>
                <a:spLocks noChangeArrowheads="1"/>
              </p:cNvSpPr>
              <p:nvPr/>
            </p:nvSpPr>
            <p:spPr bwMode="auto">
              <a:xfrm>
                <a:off x="672" y="585"/>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591" name="Group 187"/>
              <p:cNvGrpSpPr>
                <a:grpSpLocks/>
              </p:cNvGrpSpPr>
              <p:nvPr/>
            </p:nvGrpSpPr>
            <p:grpSpPr bwMode="auto">
              <a:xfrm>
                <a:off x="708" y="620"/>
                <a:ext cx="149" cy="1103"/>
                <a:chOff x="708" y="620"/>
                <a:chExt cx="149" cy="1103"/>
              </a:xfrm>
            </p:grpSpPr>
            <p:grpSp>
              <p:nvGrpSpPr>
                <p:cNvPr id="58592" name="Group 188"/>
                <p:cNvGrpSpPr>
                  <a:grpSpLocks/>
                </p:cNvGrpSpPr>
                <p:nvPr/>
              </p:nvGrpSpPr>
              <p:grpSpPr bwMode="auto">
                <a:xfrm>
                  <a:off x="749" y="620"/>
                  <a:ext cx="79" cy="963"/>
                  <a:chOff x="749" y="620"/>
                  <a:chExt cx="79" cy="963"/>
                </a:xfrm>
              </p:grpSpPr>
              <p:grpSp>
                <p:nvGrpSpPr>
                  <p:cNvPr id="58594" name="Group 189"/>
                  <p:cNvGrpSpPr>
                    <a:grpSpLocks/>
                  </p:cNvGrpSpPr>
                  <p:nvPr/>
                </p:nvGrpSpPr>
                <p:grpSpPr bwMode="auto">
                  <a:xfrm rot="16200000" flipV="1">
                    <a:off x="307" y="1062"/>
                    <a:ext cx="963" cy="79"/>
                    <a:chOff x="550" y="625"/>
                    <a:chExt cx="2273" cy="362"/>
                  </a:xfrm>
                </p:grpSpPr>
                <p:grpSp>
                  <p:nvGrpSpPr>
                    <p:cNvPr id="58596" name="Group 190"/>
                    <p:cNvGrpSpPr>
                      <a:grpSpLocks/>
                    </p:cNvGrpSpPr>
                    <p:nvPr/>
                  </p:nvGrpSpPr>
                  <p:grpSpPr bwMode="auto">
                    <a:xfrm>
                      <a:off x="590" y="625"/>
                      <a:ext cx="2233" cy="362"/>
                      <a:chOff x="624" y="655"/>
                      <a:chExt cx="2754" cy="351"/>
                    </a:xfrm>
                  </p:grpSpPr>
                  <p:grpSp>
                    <p:nvGrpSpPr>
                      <p:cNvPr id="58599" name="Group 191"/>
                      <p:cNvGrpSpPr>
                        <a:grpSpLocks/>
                      </p:cNvGrpSpPr>
                      <p:nvPr/>
                    </p:nvGrpSpPr>
                    <p:grpSpPr bwMode="auto">
                      <a:xfrm>
                        <a:off x="624" y="655"/>
                        <a:ext cx="2682" cy="351"/>
                        <a:chOff x="624" y="745"/>
                        <a:chExt cx="1078" cy="261"/>
                      </a:xfrm>
                    </p:grpSpPr>
                    <p:grpSp>
                      <p:nvGrpSpPr>
                        <p:cNvPr id="58606" name="Group 192"/>
                        <p:cNvGrpSpPr>
                          <a:grpSpLocks/>
                        </p:cNvGrpSpPr>
                        <p:nvPr/>
                      </p:nvGrpSpPr>
                      <p:grpSpPr bwMode="auto">
                        <a:xfrm>
                          <a:off x="624" y="747"/>
                          <a:ext cx="357" cy="258"/>
                          <a:chOff x="624" y="912"/>
                          <a:chExt cx="960" cy="96"/>
                        </a:xfrm>
                      </p:grpSpPr>
                      <p:sp>
                        <p:nvSpPr>
                          <p:cNvPr id="58613" name="Freeform 193"/>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14" name="Freeform 194"/>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607" name="Group 195"/>
                        <p:cNvGrpSpPr>
                          <a:grpSpLocks/>
                        </p:cNvGrpSpPr>
                        <p:nvPr/>
                      </p:nvGrpSpPr>
                      <p:grpSpPr bwMode="auto">
                        <a:xfrm>
                          <a:off x="983" y="745"/>
                          <a:ext cx="358" cy="261"/>
                          <a:chOff x="624" y="912"/>
                          <a:chExt cx="960" cy="96"/>
                        </a:xfrm>
                      </p:grpSpPr>
                      <p:sp>
                        <p:nvSpPr>
                          <p:cNvPr id="58611" name="Freeform 196"/>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12" name="Freeform 197"/>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608" name="Group 198"/>
                        <p:cNvGrpSpPr>
                          <a:grpSpLocks/>
                        </p:cNvGrpSpPr>
                        <p:nvPr/>
                      </p:nvGrpSpPr>
                      <p:grpSpPr bwMode="auto">
                        <a:xfrm>
                          <a:off x="1342" y="746"/>
                          <a:ext cx="360" cy="256"/>
                          <a:chOff x="624" y="912"/>
                          <a:chExt cx="960" cy="96"/>
                        </a:xfrm>
                      </p:grpSpPr>
                      <p:sp>
                        <p:nvSpPr>
                          <p:cNvPr id="58609" name="Freeform 199"/>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610" name="Freeform 200"/>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600" name="Line 201"/>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601" name="Line 202"/>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602" name="Line 203"/>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603" name="Line 204"/>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604" name="Line 205"/>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605" name="Line 206"/>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597" name="Line 207"/>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598" name="Line 208"/>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595" name="Line 209"/>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593" name="Oval 210"/>
                <p:cNvSpPr>
                  <a:spLocks noChangeArrowheads="1"/>
                </p:cNvSpPr>
                <p:nvPr/>
              </p:nvSpPr>
              <p:spPr bwMode="auto">
                <a:xfrm rot="5400000">
                  <a:off x="711" y="1576"/>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grpSp>
          <p:nvGrpSpPr>
            <p:cNvPr id="58404" name="Group 211"/>
            <p:cNvGrpSpPr>
              <a:grpSpLocks/>
            </p:cNvGrpSpPr>
            <p:nvPr/>
          </p:nvGrpSpPr>
          <p:grpSpPr bwMode="auto">
            <a:xfrm>
              <a:off x="1033" y="1094"/>
              <a:ext cx="225" cy="1389"/>
              <a:chOff x="1635" y="586"/>
              <a:chExt cx="225" cy="1389"/>
            </a:xfrm>
          </p:grpSpPr>
          <p:sp>
            <p:nvSpPr>
              <p:cNvPr id="58565" name="Rectangle 212"/>
              <p:cNvSpPr>
                <a:spLocks noChangeArrowheads="1"/>
              </p:cNvSpPr>
              <p:nvPr/>
            </p:nvSpPr>
            <p:spPr bwMode="auto">
              <a:xfrm>
                <a:off x="1635" y="586"/>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566" name="Group 213"/>
              <p:cNvGrpSpPr>
                <a:grpSpLocks/>
              </p:cNvGrpSpPr>
              <p:nvPr/>
            </p:nvGrpSpPr>
            <p:grpSpPr bwMode="auto">
              <a:xfrm>
                <a:off x="1674" y="621"/>
                <a:ext cx="149" cy="1202"/>
                <a:chOff x="1674" y="621"/>
                <a:chExt cx="149" cy="1202"/>
              </a:xfrm>
            </p:grpSpPr>
            <p:grpSp>
              <p:nvGrpSpPr>
                <p:cNvPr id="58567" name="Group 214"/>
                <p:cNvGrpSpPr>
                  <a:grpSpLocks/>
                </p:cNvGrpSpPr>
                <p:nvPr/>
              </p:nvGrpSpPr>
              <p:grpSpPr bwMode="auto">
                <a:xfrm>
                  <a:off x="1712" y="621"/>
                  <a:ext cx="79" cy="1062"/>
                  <a:chOff x="749" y="620"/>
                  <a:chExt cx="79" cy="963"/>
                </a:xfrm>
              </p:grpSpPr>
              <p:grpSp>
                <p:nvGrpSpPr>
                  <p:cNvPr id="58569" name="Group 215"/>
                  <p:cNvGrpSpPr>
                    <a:grpSpLocks/>
                  </p:cNvGrpSpPr>
                  <p:nvPr/>
                </p:nvGrpSpPr>
                <p:grpSpPr bwMode="auto">
                  <a:xfrm rot="16200000" flipV="1">
                    <a:off x="307" y="1062"/>
                    <a:ext cx="963" cy="79"/>
                    <a:chOff x="550" y="625"/>
                    <a:chExt cx="2273" cy="362"/>
                  </a:xfrm>
                </p:grpSpPr>
                <p:grpSp>
                  <p:nvGrpSpPr>
                    <p:cNvPr id="58571" name="Group 216"/>
                    <p:cNvGrpSpPr>
                      <a:grpSpLocks/>
                    </p:cNvGrpSpPr>
                    <p:nvPr/>
                  </p:nvGrpSpPr>
                  <p:grpSpPr bwMode="auto">
                    <a:xfrm>
                      <a:off x="590" y="625"/>
                      <a:ext cx="2233" cy="362"/>
                      <a:chOff x="624" y="655"/>
                      <a:chExt cx="2754" cy="351"/>
                    </a:xfrm>
                  </p:grpSpPr>
                  <p:grpSp>
                    <p:nvGrpSpPr>
                      <p:cNvPr id="58574" name="Group 217"/>
                      <p:cNvGrpSpPr>
                        <a:grpSpLocks/>
                      </p:cNvGrpSpPr>
                      <p:nvPr/>
                    </p:nvGrpSpPr>
                    <p:grpSpPr bwMode="auto">
                      <a:xfrm>
                        <a:off x="624" y="655"/>
                        <a:ext cx="2682" cy="351"/>
                        <a:chOff x="624" y="745"/>
                        <a:chExt cx="1078" cy="261"/>
                      </a:xfrm>
                    </p:grpSpPr>
                    <p:grpSp>
                      <p:nvGrpSpPr>
                        <p:cNvPr id="58581" name="Group 218"/>
                        <p:cNvGrpSpPr>
                          <a:grpSpLocks/>
                        </p:cNvGrpSpPr>
                        <p:nvPr/>
                      </p:nvGrpSpPr>
                      <p:grpSpPr bwMode="auto">
                        <a:xfrm>
                          <a:off x="624" y="747"/>
                          <a:ext cx="357" cy="258"/>
                          <a:chOff x="624" y="912"/>
                          <a:chExt cx="960" cy="96"/>
                        </a:xfrm>
                      </p:grpSpPr>
                      <p:sp>
                        <p:nvSpPr>
                          <p:cNvPr id="58588" name="Freeform 219"/>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89" name="Freeform 220"/>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582" name="Group 221"/>
                        <p:cNvGrpSpPr>
                          <a:grpSpLocks/>
                        </p:cNvGrpSpPr>
                        <p:nvPr/>
                      </p:nvGrpSpPr>
                      <p:grpSpPr bwMode="auto">
                        <a:xfrm>
                          <a:off x="983" y="745"/>
                          <a:ext cx="358" cy="261"/>
                          <a:chOff x="624" y="912"/>
                          <a:chExt cx="960" cy="96"/>
                        </a:xfrm>
                      </p:grpSpPr>
                      <p:sp>
                        <p:nvSpPr>
                          <p:cNvPr id="58586" name="Freeform 222"/>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87" name="Freeform 223"/>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583" name="Group 224"/>
                        <p:cNvGrpSpPr>
                          <a:grpSpLocks/>
                        </p:cNvGrpSpPr>
                        <p:nvPr/>
                      </p:nvGrpSpPr>
                      <p:grpSpPr bwMode="auto">
                        <a:xfrm>
                          <a:off x="1342" y="746"/>
                          <a:ext cx="360" cy="256"/>
                          <a:chOff x="624" y="912"/>
                          <a:chExt cx="960" cy="96"/>
                        </a:xfrm>
                      </p:grpSpPr>
                      <p:sp>
                        <p:nvSpPr>
                          <p:cNvPr id="58584" name="Freeform 225"/>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85" name="Freeform 226"/>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575" name="Line 227"/>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576" name="Line 228"/>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577" name="Line 229"/>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578" name="Line 230"/>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579" name="Line 231"/>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580" name="Line 232"/>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572" name="Line 233"/>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573" name="Line 234"/>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570" name="Line 235"/>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568" name="Oval 236"/>
                <p:cNvSpPr>
                  <a:spLocks noChangeArrowheads="1"/>
                </p:cNvSpPr>
                <p:nvPr/>
              </p:nvSpPr>
              <p:spPr bwMode="auto">
                <a:xfrm rot="5400000">
                  <a:off x="1677" y="1676"/>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grpSp>
          <p:nvGrpSpPr>
            <p:cNvPr id="58405" name="Group 237"/>
            <p:cNvGrpSpPr>
              <a:grpSpLocks/>
            </p:cNvGrpSpPr>
            <p:nvPr/>
          </p:nvGrpSpPr>
          <p:grpSpPr bwMode="auto">
            <a:xfrm>
              <a:off x="1033" y="1096"/>
              <a:ext cx="225" cy="1389"/>
              <a:chOff x="906" y="588"/>
              <a:chExt cx="225" cy="1389"/>
            </a:xfrm>
          </p:grpSpPr>
          <p:sp>
            <p:nvSpPr>
              <p:cNvPr id="58541" name="Rectangle 238"/>
              <p:cNvSpPr>
                <a:spLocks noChangeArrowheads="1"/>
              </p:cNvSpPr>
              <p:nvPr/>
            </p:nvSpPr>
            <p:spPr bwMode="auto">
              <a:xfrm>
                <a:off x="906" y="588"/>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542" name="Group 239"/>
              <p:cNvGrpSpPr>
                <a:grpSpLocks/>
              </p:cNvGrpSpPr>
              <p:nvPr/>
            </p:nvGrpSpPr>
            <p:grpSpPr bwMode="auto">
              <a:xfrm>
                <a:off x="983" y="623"/>
                <a:ext cx="79" cy="1176"/>
                <a:chOff x="749" y="620"/>
                <a:chExt cx="79" cy="963"/>
              </a:xfrm>
            </p:grpSpPr>
            <p:grpSp>
              <p:nvGrpSpPr>
                <p:cNvPr id="58544" name="Group 240"/>
                <p:cNvGrpSpPr>
                  <a:grpSpLocks/>
                </p:cNvGrpSpPr>
                <p:nvPr/>
              </p:nvGrpSpPr>
              <p:grpSpPr bwMode="auto">
                <a:xfrm rot="16200000" flipV="1">
                  <a:off x="307" y="1062"/>
                  <a:ext cx="963" cy="79"/>
                  <a:chOff x="550" y="625"/>
                  <a:chExt cx="2273" cy="362"/>
                </a:xfrm>
              </p:grpSpPr>
              <p:grpSp>
                <p:nvGrpSpPr>
                  <p:cNvPr id="58546" name="Group 241"/>
                  <p:cNvGrpSpPr>
                    <a:grpSpLocks/>
                  </p:cNvGrpSpPr>
                  <p:nvPr/>
                </p:nvGrpSpPr>
                <p:grpSpPr bwMode="auto">
                  <a:xfrm>
                    <a:off x="590" y="625"/>
                    <a:ext cx="2233" cy="362"/>
                    <a:chOff x="624" y="655"/>
                    <a:chExt cx="2754" cy="351"/>
                  </a:xfrm>
                </p:grpSpPr>
                <p:grpSp>
                  <p:nvGrpSpPr>
                    <p:cNvPr id="58549" name="Group 242"/>
                    <p:cNvGrpSpPr>
                      <a:grpSpLocks/>
                    </p:cNvGrpSpPr>
                    <p:nvPr/>
                  </p:nvGrpSpPr>
                  <p:grpSpPr bwMode="auto">
                    <a:xfrm>
                      <a:off x="624" y="655"/>
                      <a:ext cx="2682" cy="351"/>
                      <a:chOff x="624" y="745"/>
                      <a:chExt cx="1078" cy="261"/>
                    </a:xfrm>
                  </p:grpSpPr>
                  <p:grpSp>
                    <p:nvGrpSpPr>
                      <p:cNvPr id="58556" name="Group 243"/>
                      <p:cNvGrpSpPr>
                        <a:grpSpLocks/>
                      </p:cNvGrpSpPr>
                      <p:nvPr/>
                    </p:nvGrpSpPr>
                    <p:grpSpPr bwMode="auto">
                      <a:xfrm>
                        <a:off x="624" y="747"/>
                        <a:ext cx="357" cy="258"/>
                        <a:chOff x="624" y="912"/>
                        <a:chExt cx="960" cy="96"/>
                      </a:xfrm>
                    </p:grpSpPr>
                    <p:sp>
                      <p:nvSpPr>
                        <p:cNvPr id="58563" name="Freeform 244"/>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64" name="Freeform 245"/>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557" name="Group 246"/>
                      <p:cNvGrpSpPr>
                        <a:grpSpLocks/>
                      </p:cNvGrpSpPr>
                      <p:nvPr/>
                    </p:nvGrpSpPr>
                    <p:grpSpPr bwMode="auto">
                      <a:xfrm>
                        <a:off x="983" y="745"/>
                        <a:ext cx="358" cy="261"/>
                        <a:chOff x="624" y="912"/>
                        <a:chExt cx="960" cy="96"/>
                      </a:xfrm>
                    </p:grpSpPr>
                    <p:sp>
                      <p:nvSpPr>
                        <p:cNvPr id="58561" name="Freeform 247"/>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62" name="Freeform 248"/>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558" name="Group 249"/>
                      <p:cNvGrpSpPr>
                        <a:grpSpLocks/>
                      </p:cNvGrpSpPr>
                      <p:nvPr/>
                    </p:nvGrpSpPr>
                    <p:grpSpPr bwMode="auto">
                      <a:xfrm>
                        <a:off x="1342" y="746"/>
                        <a:ext cx="360" cy="256"/>
                        <a:chOff x="624" y="912"/>
                        <a:chExt cx="960" cy="96"/>
                      </a:xfrm>
                    </p:grpSpPr>
                    <p:sp>
                      <p:nvSpPr>
                        <p:cNvPr id="58559" name="Freeform 250"/>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60" name="Freeform 251"/>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550" name="Line 252"/>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551" name="Line 253"/>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552" name="Line 254"/>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553" name="Line 255"/>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554" name="Line 256"/>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555" name="Line 257"/>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547" name="Line 258"/>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548" name="Line 259"/>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545" name="Line 260"/>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543" name="Oval 261"/>
              <p:cNvSpPr>
                <a:spLocks noChangeArrowheads="1"/>
              </p:cNvSpPr>
              <p:nvPr/>
            </p:nvSpPr>
            <p:spPr bwMode="auto">
              <a:xfrm rot="5400000">
                <a:off x="945" y="1798"/>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nvGrpSpPr>
            <p:cNvPr id="58406" name="Group 262"/>
            <p:cNvGrpSpPr>
              <a:grpSpLocks/>
            </p:cNvGrpSpPr>
            <p:nvPr/>
          </p:nvGrpSpPr>
          <p:grpSpPr bwMode="auto">
            <a:xfrm>
              <a:off x="1033" y="1097"/>
              <a:ext cx="225" cy="1389"/>
              <a:chOff x="1635" y="586"/>
              <a:chExt cx="225" cy="1389"/>
            </a:xfrm>
          </p:grpSpPr>
          <p:sp>
            <p:nvSpPr>
              <p:cNvPr id="58516" name="Rectangle 263"/>
              <p:cNvSpPr>
                <a:spLocks noChangeArrowheads="1"/>
              </p:cNvSpPr>
              <p:nvPr/>
            </p:nvSpPr>
            <p:spPr bwMode="auto">
              <a:xfrm>
                <a:off x="1635" y="586"/>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517" name="Group 264"/>
              <p:cNvGrpSpPr>
                <a:grpSpLocks/>
              </p:cNvGrpSpPr>
              <p:nvPr/>
            </p:nvGrpSpPr>
            <p:grpSpPr bwMode="auto">
              <a:xfrm>
                <a:off x="1674" y="621"/>
                <a:ext cx="149" cy="1202"/>
                <a:chOff x="1674" y="621"/>
                <a:chExt cx="149" cy="1202"/>
              </a:xfrm>
            </p:grpSpPr>
            <p:grpSp>
              <p:nvGrpSpPr>
                <p:cNvPr id="58518" name="Group 265"/>
                <p:cNvGrpSpPr>
                  <a:grpSpLocks/>
                </p:cNvGrpSpPr>
                <p:nvPr/>
              </p:nvGrpSpPr>
              <p:grpSpPr bwMode="auto">
                <a:xfrm>
                  <a:off x="1712" y="621"/>
                  <a:ext cx="79" cy="1062"/>
                  <a:chOff x="749" y="620"/>
                  <a:chExt cx="79" cy="963"/>
                </a:xfrm>
              </p:grpSpPr>
              <p:grpSp>
                <p:nvGrpSpPr>
                  <p:cNvPr id="58520" name="Group 266"/>
                  <p:cNvGrpSpPr>
                    <a:grpSpLocks/>
                  </p:cNvGrpSpPr>
                  <p:nvPr/>
                </p:nvGrpSpPr>
                <p:grpSpPr bwMode="auto">
                  <a:xfrm rot="16200000" flipV="1">
                    <a:off x="307" y="1062"/>
                    <a:ext cx="963" cy="79"/>
                    <a:chOff x="550" y="625"/>
                    <a:chExt cx="2273" cy="362"/>
                  </a:xfrm>
                </p:grpSpPr>
                <p:grpSp>
                  <p:nvGrpSpPr>
                    <p:cNvPr id="58522" name="Group 267"/>
                    <p:cNvGrpSpPr>
                      <a:grpSpLocks/>
                    </p:cNvGrpSpPr>
                    <p:nvPr/>
                  </p:nvGrpSpPr>
                  <p:grpSpPr bwMode="auto">
                    <a:xfrm>
                      <a:off x="590" y="625"/>
                      <a:ext cx="2233" cy="362"/>
                      <a:chOff x="624" y="655"/>
                      <a:chExt cx="2754" cy="351"/>
                    </a:xfrm>
                  </p:grpSpPr>
                  <p:grpSp>
                    <p:nvGrpSpPr>
                      <p:cNvPr id="58525" name="Group 268"/>
                      <p:cNvGrpSpPr>
                        <a:grpSpLocks/>
                      </p:cNvGrpSpPr>
                      <p:nvPr/>
                    </p:nvGrpSpPr>
                    <p:grpSpPr bwMode="auto">
                      <a:xfrm>
                        <a:off x="624" y="655"/>
                        <a:ext cx="2682" cy="351"/>
                        <a:chOff x="624" y="745"/>
                        <a:chExt cx="1078" cy="261"/>
                      </a:xfrm>
                    </p:grpSpPr>
                    <p:grpSp>
                      <p:nvGrpSpPr>
                        <p:cNvPr id="58532" name="Group 269"/>
                        <p:cNvGrpSpPr>
                          <a:grpSpLocks/>
                        </p:cNvGrpSpPr>
                        <p:nvPr/>
                      </p:nvGrpSpPr>
                      <p:grpSpPr bwMode="auto">
                        <a:xfrm>
                          <a:off x="624" y="747"/>
                          <a:ext cx="357" cy="258"/>
                          <a:chOff x="624" y="912"/>
                          <a:chExt cx="960" cy="96"/>
                        </a:xfrm>
                      </p:grpSpPr>
                      <p:sp>
                        <p:nvSpPr>
                          <p:cNvPr id="58539" name="Freeform 270"/>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40" name="Freeform 271"/>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533" name="Group 272"/>
                        <p:cNvGrpSpPr>
                          <a:grpSpLocks/>
                        </p:cNvGrpSpPr>
                        <p:nvPr/>
                      </p:nvGrpSpPr>
                      <p:grpSpPr bwMode="auto">
                        <a:xfrm>
                          <a:off x="983" y="745"/>
                          <a:ext cx="358" cy="261"/>
                          <a:chOff x="624" y="912"/>
                          <a:chExt cx="960" cy="96"/>
                        </a:xfrm>
                      </p:grpSpPr>
                      <p:sp>
                        <p:nvSpPr>
                          <p:cNvPr id="58537" name="Freeform 273"/>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38" name="Freeform 274"/>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534" name="Group 275"/>
                        <p:cNvGrpSpPr>
                          <a:grpSpLocks/>
                        </p:cNvGrpSpPr>
                        <p:nvPr/>
                      </p:nvGrpSpPr>
                      <p:grpSpPr bwMode="auto">
                        <a:xfrm>
                          <a:off x="1342" y="746"/>
                          <a:ext cx="360" cy="256"/>
                          <a:chOff x="624" y="912"/>
                          <a:chExt cx="960" cy="96"/>
                        </a:xfrm>
                      </p:grpSpPr>
                      <p:sp>
                        <p:nvSpPr>
                          <p:cNvPr id="58535" name="Freeform 276"/>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36" name="Freeform 277"/>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526" name="Line 278"/>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527" name="Line 279"/>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528" name="Line 280"/>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529" name="Line 281"/>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530" name="Line 282"/>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531" name="Line 283"/>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523" name="Line 284"/>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524" name="Line 285"/>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521" name="Line 286"/>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519" name="Oval 287"/>
                <p:cNvSpPr>
                  <a:spLocks noChangeArrowheads="1"/>
                </p:cNvSpPr>
                <p:nvPr/>
              </p:nvSpPr>
              <p:spPr bwMode="auto">
                <a:xfrm rot="5400000">
                  <a:off x="1677" y="1676"/>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grpSp>
          <p:nvGrpSpPr>
            <p:cNvPr id="58407" name="Group 288"/>
            <p:cNvGrpSpPr>
              <a:grpSpLocks/>
            </p:cNvGrpSpPr>
            <p:nvPr/>
          </p:nvGrpSpPr>
          <p:grpSpPr bwMode="auto">
            <a:xfrm>
              <a:off x="1034" y="1097"/>
              <a:ext cx="225" cy="1389"/>
              <a:chOff x="672" y="585"/>
              <a:chExt cx="225" cy="1389"/>
            </a:xfrm>
          </p:grpSpPr>
          <p:sp>
            <p:nvSpPr>
              <p:cNvPr id="58491" name="Rectangle 289"/>
              <p:cNvSpPr>
                <a:spLocks noChangeArrowheads="1"/>
              </p:cNvSpPr>
              <p:nvPr/>
            </p:nvSpPr>
            <p:spPr bwMode="auto">
              <a:xfrm>
                <a:off x="672" y="585"/>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492" name="Group 290"/>
              <p:cNvGrpSpPr>
                <a:grpSpLocks/>
              </p:cNvGrpSpPr>
              <p:nvPr/>
            </p:nvGrpSpPr>
            <p:grpSpPr bwMode="auto">
              <a:xfrm>
                <a:off x="708" y="620"/>
                <a:ext cx="149" cy="1103"/>
                <a:chOff x="708" y="620"/>
                <a:chExt cx="149" cy="1103"/>
              </a:xfrm>
            </p:grpSpPr>
            <p:grpSp>
              <p:nvGrpSpPr>
                <p:cNvPr id="58493" name="Group 291"/>
                <p:cNvGrpSpPr>
                  <a:grpSpLocks/>
                </p:cNvGrpSpPr>
                <p:nvPr/>
              </p:nvGrpSpPr>
              <p:grpSpPr bwMode="auto">
                <a:xfrm>
                  <a:off x="749" y="620"/>
                  <a:ext cx="79" cy="963"/>
                  <a:chOff x="749" y="620"/>
                  <a:chExt cx="79" cy="963"/>
                </a:xfrm>
              </p:grpSpPr>
              <p:grpSp>
                <p:nvGrpSpPr>
                  <p:cNvPr id="58495" name="Group 292"/>
                  <p:cNvGrpSpPr>
                    <a:grpSpLocks/>
                  </p:cNvGrpSpPr>
                  <p:nvPr/>
                </p:nvGrpSpPr>
                <p:grpSpPr bwMode="auto">
                  <a:xfrm rot="16200000" flipV="1">
                    <a:off x="307" y="1062"/>
                    <a:ext cx="963" cy="79"/>
                    <a:chOff x="550" y="625"/>
                    <a:chExt cx="2273" cy="362"/>
                  </a:xfrm>
                </p:grpSpPr>
                <p:grpSp>
                  <p:nvGrpSpPr>
                    <p:cNvPr id="58497" name="Group 293"/>
                    <p:cNvGrpSpPr>
                      <a:grpSpLocks/>
                    </p:cNvGrpSpPr>
                    <p:nvPr/>
                  </p:nvGrpSpPr>
                  <p:grpSpPr bwMode="auto">
                    <a:xfrm>
                      <a:off x="590" y="625"/>
                      <a:ext cx="2233" cy="362"/>
                      <a:chOff x="624" y="655"/>
                      <a:chExt cx="2754" cy="351"/>
                    </a:xfrm>
                  </p:grpSpPr>
                  <p:grpSp>
                    <p:nvGrpSpPr>
                      <p:cNvPr id="58500" name="Group 294"/>
                      <p:cNvGrpSpPr>
                        <a:grpSpLocks/>
                      </p:cNvGrpSpPr>
                      <p:nvPr/>
                    </p:nvGrpSpPr>
                    <p:grpSpPr bwMode="auto">
                      <a:xfrm>
                        <a:off x="624" y="655"/>
                        <a:ext cx="2682" cy="351"/>
                        <a:chOff x="624" y="745"/>
                        <a:chExt cx="1078" cy="261"/>
                      </a:xfrm>
                    </p:grpSpPr>
                    <p:grpSp>
                      <p:nvGrpSpPr>
                        <p:cNvPr id="58507" name="Group 295"/>
                        <p:cNvGrpSpPr>
                          <a:grpSpLocks/>
                        </p:cNvGrpSpPr>
                        <p:nvPr/>
                      </p:nvGrpSpPr>
                      <p:grpSpPr bwMode="auto">
                        <a:xfrm>
                          <a:off x="624" y="747"/>
                          <a:ext cx="357" cy="258"/>
                          <a:chOff x="624" y="912"/>
                          <a:chExt cx="960" cy="96"/>
                        </a:xfrm>
                      </p:grpSpPr>
                      <p:sp>
                        <p:nvSpPr>
                          <p:cNvPr id="58514" name="Freeform 296"/>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15" name="Freeform 297"/>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508" name="Group 298"/>
                        <p:cNvGrpSpPr>
                          <a:grpSpLocks/>
                        </p:cNvGrpSpPr>
                        <p:nvPr/>
                      </p:nvGrpSpPr>
                      <p:grpSpPr bwMode="auto">
                        <a:xfrm>
                          <a:off x="983" y="745"/>
                          <a:ext cx="358" cy="261"/>
                          <a:chOff x="624" y="912"/>
                          <a:chExt cx="960" cy="96"/>
                        </a:xfrm>
                      </p:grpSpPr>
                      <p:sp>
                        <p:nvSpPr>
                          <p:cNvPr id="58512" name="Freeform 299"/>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13" name="Freeform 300"/>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509" name="Group 301"/>
                        <p:cNvGrpSpPr>
                          <a:grpSpLocks/>
                        </p:cNvGrpSpPr>
                        <p:nvPr/>
                      </p:nvGrpSpPr>
                      <p:grpSpPr bwMode="auto">
                        <a:xfrm>
                          <a:off x="1342" y="746"/>
                          <a:ext cx="360" cy="256"/>
                          <a:chOff x="624" y="912"/>
                          <a:chExt cx="960" cy="96"/>
                        </a:xfrm>
                      </p:grpSpPr>
                      <p:sp>
                        <p:nvSpPr>
                          <p:cNvPr id="58510" name="Freeform 302"/>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511" name="Freeform 303"/>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501" name="Line 304"/>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502" name="Line 305"/>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503" name="Line 306"/>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504" name="Line 307"/>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505" name="Line 308"/>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506" name="Line 309"/>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498" name="Line 310"/>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499" name="Line 311"/>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496" name="Line 312"/>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494" name="Oval 313"/>
                <p:cNvSpPr>
                  <a:spLocks noChangeArrowheads="1"/>
                </p:cNvSpPr>
                <p:nvPr/>
              </p:nvSpPr>
              <p:spPr bwMode="auto">
                <a:xfrm rot="5400000">
                  <a:off x="711" y="1576"/>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grpSp>
          <p:nvGrpSpPr>
            <p:cNvPr id="58408" name="Group 314"/>
            <p:cNvGrpSpPr>
              <a:grpSpLocks/>
            </p:cNvGrpSpPr>
            <p:nvPr/>
          </p:nvGrpSpPr>
          <p:grpSpPr bwMode="auto">
            <a:xfrm>
              <a:off x="1031" y="1097"/>
              <a:ext cx="225" cy="1389"/>
              <a:chOff x="925" y="580"/>
              <a:chExt cx="225" cy="1389"/>
            </a:xfrm>
          </p:grpSpPr>
          <p:sp>
            <p:nvSpPr>
              <p:cNvPr id="58467" name="Rectangle 315"/>
              <p:cNvSpPr>
                <a:spLocks noChangeArrowheads="1"/>
              </p:cNvSpPr>
              <p:nvPr/>
            </p:nvSpPr>
            <p:spPr bwMode="auto">
              <a:xfrm>
                <a:off x="925" y="580"/>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468" name="Group 316"/>
              <p:cNvGrpSpPr>
                <a:grpSpLocks/>
              </p:cNvGrpSpPr>
              <p:nvPr/>
            </p:nvGrpSpPr>
            <p:grpSpPr bwMode="auto">
              <a:xfrm>
                <a:off x="1002" y="615"/>
                <a:ext cx="79" cy="846"/>
                <a:chOff x="749" y="620"/>
                <a:chExt cx="79" cy="963"/>
              </a:xfrm>
            </p:grpSpPr>
            <p:grpSp>
              <p:nvGrpSpPr>
                <p:cNvPr id="58470" name="Group 317"/>
                <p:cNvGrpSpPr>
                  <a:grpSpLocks/>
                </p:cNvGrpSpPr>
                <p:nvPr/>
              </p:nvGrpSpPr>
              <p:grpSpPr bwMode="auto">
                <a:xfrm rot="16200000" flipV="1">
                  <a:off x="307" y="1062"/>
                  <a:ext cx="963" cy="79"/>
                  <a:chOff x="550" y="625"/>
                  <a:chExt cx="2273" cy="362"/>
                </a:xfrm>
              </p:grpSpPr>
              <p:grpSp>
                <p:nvGrpSpPr>
                  <p:cNvPr id="58472" name="Group 318"/>
                  <p:cNvGrpSpPr>
                    <a:grpSpLocks/>
                  </p:cNvGrpSpPr>
                  <p:nvPr/>
                </p:nvGrpSpPr>
                <p:grpSpPr bwMode="auto">
                  <a:xfrm>
                    <a:off x="590" y="625"/>
                    <a:ext cx="2233" cy="362"/>
                    <a:chOff x="624" y="655"/>
                    <a:chExt cx="2754" cy="351"/>
                  </a:xfrm>
                </p:grpSpPr>
                <p:grpSp>
                  <p:nvGrpSpPr>
                    <p:cNvPr id="58475" name="Group 319"/>
                    <p:cNvGrpSpPr>
                      <a:grpSpLocks/>
                    </p:cNvGrpSpPr>
                    <p:nvPr/>
                  </p:nvGrpSpPr>
                  <p:grpSpPr bwMode="auto">
                    <a:xfrm>
                      <a:off x="624" y="655"/>
                      <a:ext cx="2682" cy="351"/>
                      <a:chOff x="624" y="745"/>
                      <a:chExt cx="1078" cy="261"/>
                    </a:xfrm>
                  </p:grpSpPr>
                  <p:grpSp>
                    <p:nvGrpSpPr>
                      <p:cNvPr id="58482" name="Group 320"/>
                      <p:cNvGrpSpPr>
                        <a:grpSpLocks/>
                      </p:cNvGrpSpPr>
                      <p:nvPr/>
                    </p:nvGrpSpPr>
                    <p:grpSpPr bwMode="auto">
                      <a:xfrm>
                        <a:off x="624" y="747"/>
                        <a:ext cx="357" cy="258"/>
                        <a:chOff x="624" y="912"/>
                        <a:chExt cx="960" cy="96"/>
                      </a:xfrm>
                    </p:grpSpPr>
                    <p:sp>
                      <p:nvSpPr>
                        <p:cNvPr id="58489" name="Freeform 321"/>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490" name="Freeform 322"/>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483" name="Group 323"/>
                      <p:cNvGrpSpPr>
                        <a:grpSpLocks/>
                      </p:cNvGrpSpPr>
                      <p:nvPr/>
                    </p:nvGrpSpPr>
                    <p:grpSpPr bwMode="auto">
                      <a:xfrm>
                        <a:off x="983" y="745"/>
                        <a:ext cx="358" cy="261"/>
                        <a:chOff x="624" y="912"/>
                        <a:chExt cx="960" cy="96"/>
                      </a:xfrm>
                    </p:grpSpPr>
                    <p:sp>
                      <p:nvSpPr>
                        <p:cNvPr id="58487" name="Freeform 324"/>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488" name="Freeform 325"/>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484" name="Group 326"/>
                      <p:cNvGrpSpPr>
                        <a:grpSpLocks/>
                      </p:cNvGrpSpPr>
                      <p:nvPr/>
                    </p:nvGrpSpPr>
                    <p:grpSpPr bwMode="auto">
                      <a:xfrm>
                        <a:off x="1342" y="746"/>
                        <a:ext cx="360" cy="256"/>
                        <a:chOff x="624" y="912"/>
                        <a:chExt cx="960" cy="96"/>
                      </a:xfrm>
                    </p:grpSpPr>
                    <p:sp>
                      <p:nvSpPr>
                        <p:cNvPr id="58485" name="Freeform 327"/>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486" name="Freeform 328"/>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476" name="Line 329"/>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477" name="Line 330"/>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478" name="Line 331"/>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479" name="Line 332"/>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480" name="Line 333"/>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481" name="Line 334"/>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473" name="Line 335"/>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474" name="Line 336"/>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471" name="Line 337"/>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469" name="Oval 338"/>
              <p:cNvSpPr>
                <a:spLocks noChangeArrowheads="1"/>
              </p:cNvSpPr>
              <p:nvPr/>
            </p:nvSpPr>
            <p:spPr bwMode="auto">
              <a:xfrm rot="5400000">
                <a:off x="967" y="1463"/>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nvGrpSpPr>
            <p:cNvPr id="58409" name="Group 339"/>
            <p:cNvGrpSpPr>
              <a:grpSpLocks/>
            </p:cNvGrpSpPr>
            <p:nvPr/>
          </p:nvGrpSpPr>
          <p:grpSpPr bwMode="auto">
            <a:xfrm>
              <a:off x="1034" y="1097"/>
              <a:ext cx="225" cy="1389"/>
              <a:chOff x="928" y="583"/>
              <a:chExt cx="225" cy="1389"/>
            </a:xfrm>
          </p:grpSpPr>
          <p:sp>
            <p:nvSpPr>
              <p:cNvPr id="58443" name="Rectangle 340"/>
              <p:cNvSpPr>
                <a:spLocks noChangeArrowheads="1"/>
              </p:cNvSpPr>
              <p:nvPr/>
            </p:nvSpPr>
            <p:spPr bwMode="auto">
              <a:xfrm>
                <a:off x="928" y="583"/>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444" name="Group 341"/>
              <p:cNvGrpSpPr>
                <a:grpSpLocks/>
              </p:cNvGrpSpPr>
              <p:nvPr/>
            </p:nvGrpSpPr>
            <p:grpSpPr bwMode="auto">
              <a:xfrm>
                <a:off x="1005" y="618"/>
                <a:ext cx="79" cy="945"/>
                <a:chOff x="749" y="620"/>
                <a:chExt cx="79" cy="963"/>
              </a:xfrm>
            </p:grpSpPr>
            <p:grpSp>
              <p:nvGrpSpPr>
                <p:cNvPr id="58446" name="Group 342"/>
                <p:cNvGrpSpPr>
                  <a:grpSpLocks/>
                </p:cNvGrpSpPr>
                <p:nvPr/>
              </p:nvGrpSpPr>
              <p:grpSpPr bwMode="auto">
                <a:xfrm rot="16200000" flipV="1">
                  <a:off x="307" y="1062"/>
                  <a:ext cx="963" cy="79"/>
                  <a:chOff x="550" y="625"/>
                  <a:chExt cx="2273" cy="362"/>
                </a:xfrm>
              </p:grpSpPr>
              <p:grpSp>
                <p:nvGrpSpPr>
                  <p:cNvPr id="58448" name="Group 343"/>
                  <p:cNvGrpSpPr>
                    <a:grpSpLocks/>
                  </p:cNvGrpSpPr>
                  <p:nvPr/>
                </p:nvGrpSpPr>
                <p:grpSpPr bwMode="auto">
                  <a:xfrm>
                    <a:off x="590" y="625"/>
                    <a:ext cx="2233" cy="362"/>
                    <a:chOff x="624" y="655"/>
                    <a:chExt cx="2754" cy="351"/>
                  </a:xfrm>
                </p:grpSpPr>
                <p:grpSp>
                  <p:nvGrpSpPr>
                    <p:cNvPr id="58451" name="Group 344"/>
                    <p:cNvGrpSpPr>
                      <a:grpSpLocks/>
                    </p:cNvGrpSpPr>
                    <p:nvPr/>
                  </p:nvGrpSpPr>
                  <p:grpSpPr bwMode="auto">
                    <a:xfrm>
                      <a:off x="624" y="655"/>
                      <a:ext cx="2682" cy="351"/>
                      <a:chOff x="624" y="745"/>
                      <a:chExt cx="1078" cy="261"/>
                    </a:xfrm>
                  </p:grpSpPr>
                  <p:grpSp>
                    <p:nvGrpSpPr>
                      <p:cNvPr id="58458" name="Group 345"/>
                      <p:cNvGrpSpPr>
                        <a:grpSpLocks/>
                      </p:cNvGrpSpPr>
                      <p:nvPr/>
                    </p:nvGrpSpPr>
                    <p:grpSpPr bwMode="auto">
                      <a:xfrm>
                        <a:off x="624" y="747"/>
                        <a:ext cx="357" cy="258"/>
                        <a:chOff x="624" y="912"/>
                        <a:chExt cx="960" cy="96"/>
                      </a:xfrm>
                    </p:grpSpPr>
                    <p:sp>
                      <p:nvSpPr>
                        <p:cNvPr id="58465" name="Freeform 346"/>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466" name="Freeform 347"/>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459" name="Group 348"/>
                      <p:cNvGrpSpPr>
                        <a:grpSpLocks/>
                      </p:cNvGrpSpPr>
                      <p:nvPr/>
                    </p:nvGrpSpPr>
                    <p:grpSpPr bwMode="auto">
                      <a:xfrm>
                        <a:off x="983" y="745"/>
                        <a:ext cx="358" cy="261"/>
                        <a:chOff x="624" y="912"/>
                        <a:chExt cx="960" cy="96"/>
                      </a:xfrm>
                    </p:grpSpPr>
                    <p:sp>
                      <p:nvSpPr>
                        <p:cNvPr id="58463" name="Freeform 349"/>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464" name="Freeform 350"/>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nvGrpSpPr>
                      <p:cNvPr id="58460" name="Group 351"/>
                      <p:cNvGrpSpPr>
                        <a:grpSpLocks/>
                      </p:cNvGrpSpPr>
                      <p:nvPr/>
                    </p:nvGrpSpPr>
                    <p:grpSpPr bwMode="auto">
                      <a:xfrm>
                        <a:off x="1342" y="746"/>
                        <a:ext cx="360" cy="256"/>
                        <a:chOff x="624" y="912"/>
                        <a:chExt cx="960" cy="96"/>
                      </a:xfrm>
                    </p:grpSpPr>
                    <p:sp>
                      <p:nvSpPr>
                        <p:cNvPr id="58461" name="Freeform 352"/>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sp>
                      <p:nvSpPr>
                        <p:cNvPr id="58462" name="Freeform 353"/>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9525">
                          <a:solidFill>
                            <a:schemeClr val="tx1"/>
                          </a:solidFill>
                          <a:round/>
                          <a:headEnd/>
                          <a:tailEnd/>
                        </a:ln>
                      </p:spPr>
                      <p:txBody>
                        <a:bodyPr/>
                        <a:lstStyle/>
                        <a:p>
                          <a:endParaRPr lang="zh-CN" altLang="en-US"/>
                        </a:p>
                      </p:txBody>
                    </p:sp>
                  </p:grpSp>
                </p:grpSp>
                <p:sp>
                  <p:nvSpPr>
                    <p:cNvPr id="58452" name="Line 354"/>
                    <p:cNvSpPr>
                      <a:spLocks noChangeShapeType="1"/>
                    </p:cNvSpPr>
                    <p:nvPr/>
                  </p:nvSpPr>
                  <p:spPr bwMode="auto">
                    <a:xfrm flipH="1">
                      <a:off x="1509" y="810"/>
                      <a:ext cx="9" cy="48"/>
                    </a:xfrm>
                    <a:prstGeom prst="line">
                      <a:avLst/>
                    </a:prstGeom>
                    <a:noFill/>
                    <a:ln w="9525">
                      <a:solidFill>
                        <a:schemeClr val="tx1"/>
                      </a:solidFill>
                      <a:round/>
                      <a:headEnd/>
                      <a:tailEnd/>
                    </a:ln>
                  </p:spPr>
                  <p:txBody>
                    <a:bodyPr/>
                    <a:lstStyle/>
                    <a:p>
                      <a:endParaRPr lang="zh-CN" altLang="en-US"/>
                    </a:p>
                  </p:txBody>
                </p:sp>
                <p:sp>
                  <p:nvSpPr>
                    <p:cNvPr id="58453" name="Line 355"/>
                    <p:cNvSpPr>
                      <a:spLocks noChangeShapeType="1"/>
                    </p:cNvSpPr>
                    <p:nvPr/>
                  </p:nvSpPr>
                  <p:spPr bwMode="auto">
                    <a:xfrm>
                      <a:off x="1962" y="819"/>
                      <a:ext cx="3" cy="48"/>
                    </a:xfrm>
                    <a:prstGeom prst="line">
                      <a:avLst/>
                    </a:prstGeom>
                    <a:noFill/>
                    <a:ln w="9525">
                      <a:solidFill>
                        <a:schemeClr val="tx1"/>
                      </a:solidFill>
                      <a:round/>
                      <a:headEnd/>
                      <a:tailEnd/>
                    </a:ln>
                  </p:spPr>
                  <p:txBody>
                    <a:bodyPr/>
                    <a:lstStyle/>
                    <a:p>
                      <a:endParaRPr lang="zh-CN" altLang="en-US"/>
                    </a:p>
                  </p:txBody>
                </p:sp>
                <p:sp>
                  <p:nvSpPr>
                    <p:cNvPr id="58454" name="Line 356"/>
                    <p:cNvSpPr>
                      <a:spLocks noChangeShapeType="1"/>
                    </p:cNvSpPr>
                    <p:nvPr/>
                  </p:nvSpPr>
                  <p:spPr bwMode="auto">
                    <a:xfrm flipH="1">
                      <a:off x="2409" y="807"/>
                      <a:ext cx="6" cy="48"/>
                    </a:xfrm>
                    <a:prstGeom prst="line">
                      <a:avLst/>
                    </a:prstGeom>
                    <a:noFill/>
                    <a:ln w="9525">
                      <a:solidFill>
                        <a:schemeClr val="tx1"/>
                      </a:solidFill>
                      <a:round/>
                      <a:headEnd/>
                      <a:tailEnd/>
                    </a:ln>
                  </p:spPr>
                  <p:txBody>
                    <a:bodyPr/>
                    <a:lstStyle/>
                    <a:p>
                      <a:endParaRPr lang="zh-CN" altLang="en-US"/>
                    </a:p>
                  </p:txBody>
                </p:sp>
                <p:sp>
                  <p:nvSpPr>
                    <p:cNvPr id="58455" name="Line 357"/>
                    <p:cNvSpPr>
                      <a:spLocks noChangeShapeType="1"/>
                    </p:cNvSpPr>
                    <p:nvPr/>
                  </p:nvSpPr>
                  <p:spPr bwMode="auto">
                    <a:xfrm flipH="1">
                      <a:off x="1065" y="828"/>
                      <a:ext cx="3" cy="24"/>
                    </a:xfrm>
                    <a:prstGeom prst="line">
                      <a:avLst/>
                    </a:prstGeom>
                    <a:noFill/>
                    <a:ln w="9525">
                      <a:solidFill>
                        <a:schemeClr val="tx1"/>
                      </a:solidFill>
                      <a:round/>
                      <a:headEnd/>
                      <a:tailEnd/>
                    </a:ln>
                  </p:spPr>
                  <p:txBody>
                    <a:bodyPr/>
                    <a:lstStyle/>
                    <a:p>
                      <a:endParaRPr lang="zh-CN" altLang="en-US"/>
                    </a:p>
                  </p:txBody>
                </p:sp>
                <p:sp>
                  <p:nvSpPr>
                    <p:cNvPr id="58456" name="Line 358"/>
                    <p:cNvSpPr>
                      <a:spLocks noChangeShapeType="1"/>
                    </p:cNvSpPr>
                    <p:nvPr/>
                  </p:nvSpPr>
                  <p:spPr bwMode="auto">
                    <a:xfrm>
                      <a:off x="2859" y="816"/>
                      <a:ext cx="0" cy="30"/>
                    </a:xfrm>
                    <a:prstGeom prst="line">
                      <a:avLst/>
                    </a:prstGeom>
                    <a:noFill/>
                    <a:ln w="9525">
                      <a:solidFill>
                        <a:schemeClr val="tx1"/>
                      </a:solidFill>
                      <a:round/>
                      <a:headEnd/>
                      <a:tailEnd/>
                    </a:ln>
                  </p:spPr>
                  <p:txBody>
                    <a:bodyPr/>
                    <a:lstStyle/>
                    <a:p>
                      <a:endParaRPr lang="zh-CN" altLang="en-US"/>
                    </a:p>
                  </p:txBody>
                </p:sp>
                <p:sp>
                  <p:nvSpPr>
                    <p:cNvPr id="58457" name="Line 359"/>
                    <p:cNvSpPr>
                      <a:spLocks noChangeShapeType="1"/>
                    </p:cNvSpPr>
                    <p:nvPr/>
                  </p:nvSpPr>
                  <p:spPr bwMode="auto">
                    <a:xfrm>
                      <a:off x="3312" y="834"/>
                      <a:ext cx="66" cy="0"/>
                    </a:xfrm>
                    <a:prstGeom prst="line">
                      <a:avLst/>
                    </a:prstGeom>
                    <a:noFill/>
                    <a:ln w="9525">
                      <a:solidFill>
                        <a:schemeClr val="tx1"/>
                      </a:solidFill>
                      <a:round/>
                      <a:headEnd/>
                      <a:tailEnd/>
                    </a:ln>
                  </p:spPr>
                  <p:txBody>
                    <a:bodyPr/>
                    <a:lstStyle/>
                    <a:p>
                      <a:endParaRPr lang="zh-CN" altLang="en-US"/>
                    </a:p>
                  </p:txBody>
                </p:sp>
              </p:grpSp>
              <p:sp>
                <p:nvSpPr>
                  <p:cNvPr id="58449" name="Line 360"/>
                  <p:cNvSpPr>
                    <a:spLocks noChangeShapeType="1"/>
                  </p:cNvSpPr>
                  <p:nvPr/>
                </p:nvSpPr>
                <p:spPr bwMode="auto">
                  <a:xfrm>
                    <a:off x="550" y="823"/>
                    <a:ext cx="46" cy="0"/>
                  </a:xfrm>
                  <a:prstGeom prst="line">
                    <a:avLst/>
                  </a:prstGeom>
                  <a:noFill/>
                  <a:ln w="9525">
                    <a:solidFill>
                      <a:schemeClr val="tx1"/>
                    </a:solidFill>
                    <a:round/>
                    <a:headEnd/>
                    <a:tailEnd/>
                  </a:ln>
                </p:spPr>
                <p:txBody>
                  <a:bodyPr/>
                  <a:lstStyle/>
                  <a:p>
                    <a:endParaRPr lang="zh-CN" altLang="en-US"/>
                  </a:p>
                </p:txBody>
              </p:sp>
              <p:sp>
                <p:nvSpPr>
                  <p:cNvPr id="58450" name="Line 361"/>
                  <p:cNvSpPr>
                    <a:spLocks noChangeShapeType="1"/>
                  </p:cNvSpPr>
                  <p:nvPr/>
                </p:nvSpPr>
                <p:spPr bwMode="auto">
                  <a:xfrm>
                    <a:off x="591" y="792"/>
                    <a:ext cx="0" cy="33"/>
                  </a:xfrm>
                  <a:prstGeom prst="line">
                    <a:avLst/>
                  </a:prstGeom>
                  <a:noFill/>
                  <a:ln w="9525">
                    <a:solidFill>
                      <a:schemeClr val="tx1"/>
                    </a:solidFill>
                    <a:round/>
                    <a:headEnd/>
                    <a:tailEnd/>
                  </a:ln>
                </p:spPr>
                <p:txBody>
                  <a:bodyPr/>
                  <a:lstStyle/>
                  <a:p>
                    <a:endParaRPr lang="zh-CN" altLang="en-US"/>
                  </a:p>
                </p:txBody>
              </p:sp>
            </p:grpSp>
            <p:sp>
              <p:nvSpPr>
                <p:cNvPr id="58447" name="Line 362"/>
                <p:cNvSpPr>
                  <a:spLocks noChangeShapeType="1"/>
                </p:cNvSpPr>
                <p:nvPr/>
              </p:nvSpPr>
              <p:spPr bwMode="auto">
                <a:xfrm>
                  <a:off x="783" y="633"/>
                  <a:ext cx="0" cy="0"/>
                </a:xfrm>
                <a:prstGeom prst="line">
                  <a:avLst/>
                </a:prstGeom>
                <a:noFill/>
                <a:ln w="9525">
                  <a:solidFill>
                    <a:schemeClr val="tx1"/>
                  </a:solidFill>
                  <a:round/>
                  <a:headEnd/>
                  <a:tailEnd/>
                </a:ln>
              </p:spPr>
              <p:txBody>
                <a:bodyPr/>
                <a:lstStyle/>
                <a:p>
                  <a:endParaRPr lang="zh-CN" altLang="en-US"/>
                </a:p>
              </p:txBody>
            </p:sp>
          </p:grpSp>
          <p:sp>
            <p:nvSpPr>
              <p:cNvPr id="58445" name="Oval 363"/>
              <p:cNvSpPr>
                <a:spLocks noChangeArrowheads="1"/>
              </p:cNvSpPr>
              <p:nvPr/>
            </p:nvSpPr>
            <p:spPr bwMode="auto">
              <a:xfrm rot="5400000">
                <a:off x="970" y="1562"/>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sp>
          <p:nvSpPr>
            <p:cNvPr id="58410" name="Rectangle 365"/>
            <p:cNvSpPr>
              <a:spLocks noChangeArrowheads="1"/>
            </p:cNvSpPr>
            <p:nvPr/>
          </p:nvSpPr>
          <p:spPr bwMode="auto">
            <a:xfrm>
              <a:off x="1031" y="1100"/>
              <a:ext cx="225" cy="1389"/>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nvGrpSpPr>
            <p:cNvPr id="58411" name="Group 366"/>
            <p:cNvGrpSpPr>
              <a:grpSpLocks/>
            </p:cNvGrpSpPr>
            <p:nvPr/>
          </p:nvGrpSpPr>
          <p:grpSpPr bwMode="auto">
            <a:xfrm>
              <a:off x="1108" y="1135"/>
              <a:ext cx="79" cy="900"/>
              <a:chOff x="749" y="620"/>
              <a:chExt cx="79" cy="963"/>
            </a:xfrm>
          </p:grpSpPr>
          <p:grpSp>
            <p:nvGrpSpPr>
              <p:cNvPr id="58422" name="Group 367"/>
              <p:cNvGrpSpPr>
                <a:grpSpLocks/>
              </p:cNvGrpSpPr>
              <p:nvPr/>
            </p:nvGrpSpPr>
            <p:grpSpPr bwMode="auto">
              <a:xfrm rot="16200000" flipV="1">
                <a:off x="307" y="1062"/>
                <a:ext cx="963" cy="79"/>
                <a:chOff x="550" y="625"/>
                <a:chExt cx="2273" cy="362"/>
              </a:xfrm>
            </p:grpSpPr>
            <p:grpSp>
              <p:nvGrpSpPr>
                <p:cNvPr id="58424" name="Group 368"/>
                <p:cNvGrpSpPr>
                  <a:grpSpLocks/>
                </p:cNvGrpSpPr>
                <p:nvPr/>
              </p:nvGrpSpPr>
              <p:grpSpPr bwMode="auto">
                <a:xfrm>
                  <a:off x="590" y="625"/>
                  <a:ext cx="2233" cy="362"/>
                  <a:chOff x="624" y="655"/>
                  <a:chExt cx="2754" cy="351"/>
                </a:xfrm>
              </p:grpSpPr>
              <p:grpSp>
                <p:nvGrpSpPr>
                  <p:cNvPr id="58427" name="Group 369"/>
                  <p:cNvGrpSpPr>
                    <a:grpSpLocks/>
                  </p:cNvGrpSpPr>
                  <p:nvPr/>
                </p:nvGrpSpPr>
                <p:grpSpPr bwMode="auto">
                  <a:xfrm>
                    <a:off x="624" y="655"/>
                    <a:ext cx="2682" cy="351"/>
                    <a:chOff x="624" y="745"/>
                    <a:chExt cx="1078" cy="261"/>
                  </a:xfrm>
                </p:grpSpPr>
                <p:grpSp>
                  <p:nvGrpSpPr>
                    <p:cNvPr id="58434" name="Group 370"/>
                    <p:cNvGrpSpPr>
                      <a:grpSpLocks/>
                    </p:cNvGrpSpPr>
                    <p:nvPr/>
                  </p:nvGrpSpPr>
                  <p:grpSpPr bwMode="auto">
                    <a:xfrm>
                      <a:off x="624" y="747"/>
                      <a:ext cx="357" cy="258"/>
                      <a:chOff x="624" y="912"/>
                      <a:chExt cx="960" cy="96"/>
                    </a:xfrm>
                  </p:grpSpPr>
                  <p:sp>
                    <p:nvSpPr>
                      <p:cNvPr id="58441" name="Freeform 371"/>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58442" name="Freeform 372"/>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nvGrpSpPr>
                    <p:cNvPr id="58435" name="Group 373"/>
                    <p:cNvGrpSpPr>
                      <a:grpSpLocks/>
                    </p:cNvGrpSpPr>
                    <p:nvPr/>
                  </p:nvGrpSpPr>
                  <p:grpSpPr bwMode="auto">
                    <a:xfrm>
                      <a:off x="983" y="745"/>
                      <a:ext cx="358" cy="261"/>
                      <a:chOff x="624" y="912"/>
                      <a:chExt cx="960" cy="96"/>
                    </a:xfrm>
                  </p:grpSpPr>
                  <p:sp>
                    <p:nvSpPr>
                      <p:cNvPr id="58439" name="Freeform 374"/>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58440" name="Freeform 375"/>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nvGrpSpPr>
                    <p:cNvPr id="58436" name="Group 376"/>
                    <p:cNvGrpSpPr>
                      <a:grpSpLocks/>
                    </p:cNvGrpSpPr>
                    <p:nvPr/>
                  </p:nvGrpSpPr>
                  <p:grpSpPr bwMode="auto">
                    <a:xfrm>
                      <a:off x="1342" y="746"/>
                      <a:ext cx="360" cy="256"/>
                      <a:chOff x="624" y="912"/>
                      <a:chExt cx="960" cy="96"/>
                    </a:xfrm>
                  </p:grpSpPr>
                  <p:sp>
                    <p:nvSpPr>
                      <p:cNvPr id="58437" name="Freeform 377"/>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58438" name="Freeform 378"/>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sp>
                <p:nvSpPr>
                  <p:cNvPr id="58428" name="Line 379"/>
                  <p:cNvSpPr>
                    <a:spLocks noChangeShapeType="1"/>
                  </p:cNvSpPr>
                  <p:nvPr/>
                </p:nvSpPr>
                <p:spPr bwMode="auto">
                  <a:xfrm flipH="1">
                    <a:off x="1509" y="810"/>
                    <a:ext cx="9" cy="48"/>
                  </a:xfrm>
                  <a:prstGeom prst="line">
                    <a:avLst/>
                  </a:prstGeom>
                  <a:noFill/>
                  <a:ln w="15875">
                    <a:solidFill>
                      <a:schemeClr val="tx1"/>
                    </a:solidFill>
                    <a:round/>
                    <a:headEnd/>
                    <a:tailEnd/>
                  </a:ln>
                </p:spPr>
                <p:txBody>
                  <a:bodyPr/>
                  <a:lstStyle/>
                  <a:p>
                    <a:endParaRPr lang="zh-CN" altLang="en-US"/>
                  </a:p>
                </p:txBody>
              </p:sp>
              <p:sp>
                <p:nvSpPr>
                  <p:cNvPr id="58429" name="Line 380"/>
                  <p:cNvSpPr>
                    <a:spLocks noChangeShapeType="1"/>
                  </p:cNvSpPr>
                  <p:nvPr/>
                </p:nvSpPr>
                <p:spPr bwMode="auto">
                  <a:xfrm>
                    <a:off x="1962" y="819"/>
                    <a:ext cx="3" cy="48"/>
                  </a:xfrm>
                  <a:prstGeom prst="line">
                    <a:avLst/>
                  </a:prstGeom>
                  <a:noFill/>
                  <a:ln w="15875">
                    <a:solidFill>
                      <a:schemeClr val="tx1"/>
                    </a:solidFill>
                    <a:round/>
                    <a:headEnd/>
                    <a:tailEnd/>
                  </a:ln>
                </p:spPr>
                <p:txBody>
                  <a:bodyPr/>
                  <a:lstStyle/>
                  <a:p>
                    <a:endParaRPr lang="zh-CN" altLang="en-US"/>
                  </a:p>
                </p:txBody>
              </p:sp>
              <p:sp>
                <p:nvSpPr>
                  <p:cNvPr id="58430" name="Line 381"/>
                  <p:cNvSpPr>
                    <a:spLocks noChangeShapeType="1"/>
                  </p:cNvSpPr>
                  <p:nvPr/>
                </p:nvSpPr>
                <p:spPr bwMode="auto">
                  <a:xfrm flipH="1">
                    <a:off x="2409" y="807"/>
                    <a:ext cx="6" cy="48"/>
                  </a:xfrm>
                  <a:prstGeom prst="line">
                    <a:avLst/>
                  </a:prstGeom>
                  <a:noFill/>
                  <a:ln w="15875">
                    <a:solidFill>
                      <a:schemeClr val="tx1"/>
                    </a:solidFill>
                    <a:round/>
                    <a:headEnd/>
                    <a:tailEnd/>
                  </a:ln>
                </p:spPr>
                <p:txBody>
                  <a:bodyPr/>
                  <a:lstStyle/>
                  <a:p>
                    <a:endParaRPr lang="zh-CN" altLang="en-US"/>
                  </a:p>
                </p:txBody>
              </p:sp>
              <p:sp>
                <p:nvSpPr>
                  <p:cNvPr id="58431" name="Line 382"/>
                  <p:cNvSpPr>
                    <a:spLocks noChangeShapeType="1"/>
                  </p:cNvSpPr>
                  <p:nvPr/>
                </p:nvSpPr>
                <p:spPr bwMode="auto">
                  <a:xfrm flipH="1">
                    <a:off x="1065" y="828"/>
                    <a:ext cx="3" cy="24"/>
                  </a:xfrm>
                  <a:prstGeom prst="line">
                    <a:avLst/>
                  </a:prstGeom>
                  <a:noFill/>
                  <a:ln w="15875">
                    <a:solidFill>
                      <a:schemeClr val="tx1"/>
                    </a:solidFill>
                    <a:round/>
                    <a:headEnd/>
                    <a:tailEnd/>
                  </a:ln>
                </p:spPr>
                <p:txBody>
                  <a:bodyPr/>
                  <a:lstStyle/>
                  <a:p>
                    <a:endParaRPr lang="zh-CN" altLang="en-US"/>
                  </a:p>
                </p:txBody>
              </p:sp>
              <p:sp>
                <p:nvSpPr>
                  <p:cNvPr id="58432" name="Line 383"/>
                  <p:cNvSpPr>
                    <a:spLocks noChangeShapeType="1"/>
                  </p:cNvSpPr>
                  <p:nvPr/>
                </p:nvSpPr>
                <p:spPr bwMode="auto">
                  <a:xfrm>
                    <a:off x="2859" y="816"/>
                    <a:ext cx="0" cy="30"/>
                  </a:xfrm>
                  <a:prstGeom prst="line">
                    <a:avLst/>
                  </a:prstGeom>
                  <a:noFill/>
                  <a:ln w="15875">
                    <a:solidFill>
                      <a:schemeClr val="tx1"/>
                    </a:solidFill>
                    <a:round/>
                    <a:headEnd/>
                    <a:tailEnd/>
                  </a:ln>
                </p:spPr>
                <p:txBody>
                  <a:bodyPr/>
                  <a:lstStyle/>
                  <a:p>
                    <a:endParaRPr lang="zh-CN" altLang="en-US"/>
                  </a:p>
                </p:txBody>
              </p:sp>
              <p:sp>
                <p:nvSpPr>
                  <p:cNvPr id="58433" name="Line 384"/>
                  <p:cNvSpPr>
                    <a:spLocks noChangeShapeType="1"/>
                  </p:cNvSpPr>
                  <p:nvPr/>
                </p:nvSpPr>
                <p:spPr bwMode="auto">
                  <a:xfrm>
                    <a:off x="3312" y="834"/>
                    <a:ext cx="66" cy="0"/>
                  </a:xfrm>
                  <a:prstGeom prst="line">
                    <a:avLst/>
                  </a:prstGeom>
                  <a:noFill/>
                  <a:ln w="15875">
                    <a:solidFill>
                      <a:schemeClr val="tx1"/>
                    </a:solidFill>
                    <a:round/>
                    <a:headEnd/>
                    <a:tailEnd/>
                  </a:ln>
                </p:spPr>
                <p:txBody>
                  <a:bodyPr/>
                  <a:lstStyle/>
                  <a:p>
                    <a:endParaRPr lang="zh-CN" altLang="en-US"/>
                  </a:p>
                </p:txBody>
              </p:sp>
            </p:grpSp>
            <p:sp>
              <p:nvSpPr>
                <p:cNvPr id="58425" name="Line 385"/>
                <p:cNvSpPr>
                  <a:spLocks noChangeShapeType="1"/>
                </p:cNvSpPr>
                <p:nvPr/>
              </p:nvSpPr>
              <p:spPr bwMode="auto">
                <a:xfrm>
                  <a:off x="550" y="823"/>
                  <a:ext cx="46" cy="0"/>
                </a:xfrm>
                <a:prstGeom prst="line">
                  <a:avLst/>
                </a:prstGeom>
                <a:noFill/>
                <a:ln w="15875">
                  <a:solidFill>
                    <a:schemeClr val="tx1"/>
                  </a:solidFill>
                  <a:round/>
                  <a:headEnd/>
                  <a:tailEnd/>
                </a:ln>
              </p:spPr>
              <p:txBody>
                <a:bodyPr/>
                <a:lstStyle/>
                <a:p>
                  <a:endParaRPr lang="zh-CN" altLang="en-US"/>
                </a:p>
              </p:txBody>
            </p:sp>
            <p:sp>
              <p:nvSpPr>
                <p:cNvPr id="58426" name="Line 386"/>
                <p:cNvSpPr>
                  <a:spLocks noChangeShapeType="1"/>
                </p:cNvSpPr>
                <p:nvPr/>
              </p:nvSpPr>
              <p:spPr bwMode="auto">
                <a:xfrm>
                  <a:off x="591" y="792"/>
                  <a:ext cx="0" cy="33"/>
                </a:xfrm>
                <a:prstGeom prst="line">
                  <a:avLst/>
                </a:prstGeom>
                <a:noFill/>
                <a:ln w="15875">
                  <a:solidFill>
                    <a:schemeClr val="tx1"/>
                  </a:solidFill>
                  <a:round/>
                  <a:headEnd/>
                  <a:tailEnd/>
                </a:ln>
              </p:spPr>
              <p:txBody>
                <a:bodyPr/>
                <a:lstStyle/>
                <a:p>
                  <a:endParaRPr lang="zh-CN" altLang="en-US"/>
                </a:p>
              </p:txBody>
            </p:sp>
          </p:grpSp>
          <p:sp>
            <p:nvSpPr>
              <p:cNvPr id="58423" name="Line 387"/>
              <p:cNvSpPr>
                <a:spLocks noChangeShapeType="1"/>
              </p:cNvSpPr>
              <p:nvPr/>
            </p:nvSpPr>
            <p:spPr bwMode="auto">
              <a:xfrm>
                <a:off x="783" y="633"/>
                <a:ext cx="0" cy="0"/>
              </a:xfrm>
              <a:prstGeom prst="line">
                <a:avLst/>
              </a:prstGeom>
              <a:noFill/>
              <a:ln w="15875">
                <a:solidFill>
                  <a:schemeClr val="tx1"/>
                </a:solidFill>
                <a:round/>
                <a:headEnd/>
                <a:tailEnd/>
              </a:ln>
            </p:spPr>
            <p:txBody>
              <a:bodyPr/>
              <a:lstStyle/>
              <a:p>
                <a:endParaRPr lang="zh-CN" altLang="en-US"/>
              </a:p>
            </p:txBody>
          </p:sp>
        </p:grpSp>
        <p:sp>
          <p:nvSpPr>
            <p:cNvPr id="58412" name="Oval 388"/>
            <p:cNvSpPr>
              <a:spLocks noChangeArrowheads="1"/>
            </p:cNvSpPr>
            <p:nvPr/>
          </p:nvSpPr>
          <p:spPr bwMode="auto">
            <a:xfrm rot="5400000">
              <a:off x="1076" y="2040"/>
              <a:ext cx="144" cy="149"/>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nvGrpSpPr>
            <p:cNvPr id="58413" name="Group 389"/>
            <p:cNvGrpSpPr>
              <a:grpSpLocks/>
            </p:cNvGrpSpPr>
            <p:nvPr/>
          </p:nvGrpSpPr>
          <p:grpSpPr bwMode="auto">
            <a:xfrm>
              <a:off x="917" y="1040"/>
              <a:ext cx="483" cy="101"/>
              <a:chOff x="589" y="710"/>
              <a:chExt cx="483" cy="101"/>
            </a:xfrm>
          </p:grpSpPr>
          <p:sp>
            <p:nvSpPr>
              <p:cNvPr id="58420" name="Rectangle 390"/>
              <p:cNvSpPr>
                <a:spLocks noChangeArrowheads="1"/>
              </p:cNvSpPr>
              <p:nvPr/>
            </p:nvSpPr>
            <p:spPr bwMode="auto">
              <a:xfrm>
                <a:off x="589" y="710"/>
                <a:ext cx="483" cy="101"/>
              </a:xfrm>
              <a:prstGeom prst="rect">
                <a:avLst/>
              </a:prstGeom>
              <a:solidFill>
                <a:srgbClr val="FF6600"/>
              </a:solidFill>
              <a:ln w="9525">
                <a:noFill/>
                <a:miter lim="800000"/>
                <a:headEnd/>
                <a:tailEnd/>
              </a:ln>
            </p:spPr>
            <p:txBody>
              <a:bodyPr wrap="none" anchor="ctr"/>
              <a:lstStyle/>
              <a:p>
                <a:endParaRPr lang="zh-CN" altLang="en-US"/>
              </a:p>
            </p:txBody>
          </p:sp>
          <p:sp>
            <p:nvSpPr>
              <p:cNvPr id="58421" name="Line 391"/>
              <p:cNvSpPr>
                <a:spLocks noChangeShapeType="1"/>
              </p:cNvSpPr>
              <p:nvPr/>
            </p:nvSpPr>
            <p:spPr bwMode="auto">
              <a:xfrm rot="5400000" flipH="1">
                <a:off x="831" y="568"/>
                <a:ext cx="1" cy="477"/>
              </a:xfrm>
              <a:prstGeom prst="line">
                <a:avLst/>
              </a:prstGeom>
              <a:noFill/>
              <a:ln w="38100">
                <a:solidFill>
                  <a:srgbClr val="0000FF"/>
                </a:solidFill>
                <a:round/>
                <a:headEnd/>
                <a:tailEnd/>
              </a:ln>
            </p:spPr>
            <p:txBody>
              <a:bodyPr/>
              <a:lstStyle/>
              <a:p>
                <a:endParaRPr lang="zh-CN" altLang="en-US"/>
              </a:p>
            </p:txBody>
          </p:sp>
        </p:grpSp>
        <p:sp>
          <p:nvSpPr>
            <p:cNvPr id="58414" name="Rectangle 395"/>
            <p:cNvSpPr>
              <a:spLocks noChangeArrowheads="1"/>
            </p:cNvSpPr>
            <p:nvPr/>
          </p:nvSpPr>
          <p:spPr bwMode="auto">
            <a:xfrm>
              <a:off x="1766" y="1220"/>
              <a:ext cx="74" cy="1753"/>
            </a:xfrm>
            <a:prstGeom prst="rect">
              <a:avLst/>
            </a:prstGeom>
            <a:solidFill>
              <a:srgbClr val="FF6600"/>
            </a:solidFill>
            <a:ln w="9525">
              <a:noFill/>
              <a:miter lim="800000"/>
              <a:headEnd/>
              <a:tailEnd/>
            </a:ln>
          </p:spPr>
          <p:txBody>
            <a:bodyPr wrap="none" anchor="ctr"/>
            <a:lstStyle/>
            <a:p>
              <a:endParaRPr lang="zh-CN" altLang="en-US"/>
            </a:p>
          </p:txBody>
        </p:sp>
        <p:sp>
          <p:nvSpPr>
            <p:cNvPr id="58415" name="Rectangle 397"/>
            <p:cNvSpPr>
              <a:spLocks noChangeArrowheads="1"/>
            </p:cNvSpPr>
            <p:nvPr/>
          </p:nvSpPr>
          <p:spPr bwMode="auto">
            <a:xfrm>
              <a:off x="530" y="2877"/>
              <a:ext cx="1299" cy="101"/>
            </a:xfrm>
            <a:prstGeom prst="rect">
              <a:avLst/>
            </a:prstGeom>
            <a:solidFill>
              <a:srgbClr val="FF6600"/>
            </a:solidFill>
            <a:ln w="9525">
              <a:noFill/>
              <a:miter lim="800000"/>
              <a:headEnd/>
              <a:tailEnd/>
            </a:ln>
          </p:spPr>
          <p:txBody>
            <a:bodyPr wrap="none" anchor="ctr"/>
            <a:lstStyle/>
            <a:p>
              <a:endParaRPr lang="zh-CN" altLang="en-US"/>
            </a:p>
          </p:txBody>
        </p:sp>
        <p:sp>
          <p:nvSpPr>
            <p:cNvPr id="58416" name="Rectangle 396"/>
            <p:cNvSpPr>
              <a:spLocks noChangeArrowheads="1"/>
            </p:cNvSpPr>
            <p:nvPr/>
          </p:nvSpPr>
          <p:spPr bwMode="auto">
            <a:xfrm>
              <a:off x="530" y="1207"/>
              <a:ext cx="80" cy="1758"/>
            </a:xfrm>
            <a:prstGeom prst="rect">
              <a:avLst/>
            </a:prstGeom>
            <a:solidFill>
              <a:srgbClr val="FF6600"/>
            </a:solidFill>
            <a:ln w="9525">
              <a:noFill/>
              <a:miter lim="800000"/>
              <a:headEnd/>
              <a:tailEnd/>
            </a:ln>
          </p:spPr>
          <p:txBody>
            <a:bodyPr wrap="none" anchor="ctr"/>
            <a:lstStyle/>
            <a:p>
              <a:endParaRPr lang="zh-CN" altLang="en-US"/>
            </a:p>
          </p:txBody>
        </p:sp>
        <p:sp>
          <p:nvSpPr>
            <p:cNvPr id="58417" name="Rectangle 394"/>
            <p:cNvSpPr>
              <a:spLocks noChangeArrowheads="1"/>
            </p:cNvSpPr>
            <p:nvPr/>
          </p:nvSpPr>
          <p:spPr bwMode="auto">
            <a:xfrm>
              <a:off x="612" y="1389"/>
              <a:ext cx="1158" cy="1502"/>
            </a:xfrm>
            <a:prstGeom prst="rect">
              <a:avLst/>
            </a:prstGeom>
            <a:gradFill rotWithShape="1">
              <a:gsLst>
                <a:gs pos="0">
                  <a:srgbClr val="0000FF">
                    <a:alpha val="50000"/>
                  </a:srgbClr>
                </a:gs>
                <a:gs pos="100000">
                  <a:srgbClr val="4D4DFF"/>
                </a:gs>
              </a:gsLst>
              <a:lin ang="5400000" scaled="1"/>
            </a:gradFill>
            <a:ln w="9525">
              <a:noFill/>
              <a:miter lim="800000"/>
              <a:headEnd/>
              <a:tailEnd/>
            </a:ln>
          </p:spPr>
          <p:txBody>
            <a:bodyPr wrap="none" anchor="ctr"/>
            <a:lstStyle/>
            <a:p>
              <a:endParaRPr lang="zh-CN" altLang="en-US"/>
            </a:p>
          </p:txBody>
        </p:sp>
        <p:sp>
          <p:nvSpPr>
            <p:cNvPr id="58418" name="Line 399"/>
            <p:cNvSpPr>
              <a:spLocks noChangeShapeType="1"/>
            </p:cNvSpPr>
            <p:nvPr/>
          </p:nvSpPr>
          <p:spPr bwMode="auto">
            <a:xfrm>
              <a:off x="1156" y="2115"/>
              <a:ext cx="0" cy="508"/>
            </a:xfrm>
            <a:prstGeom prst="line">
              <a:avLst/>
            </a:prstGeom>
            <a:noFill/>
            <a:ln w="15875">
              <a:solidFill>
                <a:schemeClr val="bg1"/>
              </a:solidFill>
              <a:round/>
              <a:headEnd/>
              <a:tailEnd type="triangle" w="sm" len="lg"/>
            </a:ln>
          </p:spPr>
          <p:txBody>
            <a:bodyPr/>
            <a:lstStyle/>
            <a:p>
              <a:endParaRPr lang="zh-CN" altLang="en-US"/>
            </a:p>
          </p:txBody>
        </p:sp>
        <p:sp>
          <p:nvSpPr>
            <p:cNvPr id="58419" name="WordArt 400"/>
            <p:cNvSpPr>
              <a:spLocks noChangeArrowheads="1" noChangeShapeType="1" noTextEdit="1"/>
            </p:cNvSpPr>
            <p:nvPr/>
          </p:nvSpPr>
          <p:spPr bwMode="auto">
            <a:xfrm>
              <a:off x="1202" y="2478"/>
              <a:ext cx="169" cy="121"/>
            </a:xfrm>
            <a:prstGeom prst="rect">
              <a:avLst/>
            </a:prstGeom>
          </p:spPr>
          <p:txBody>
            <a:bodyPr wrap="none" fromWordArt="1">
              <a:prstTxWarp prst="textPlain">
                <a:avLst>
                  <a:gd name="adj" fmla="val 53648"/>
                </a:avLst>
              </a:prstTxWarp>
            </a:bodyPr>
            <a:lstStyle/>
            <a:p>
              <a:r>
                <a:rPr lang="en-US" altLang="zh-CN" sz="800" i="1" kern="10">
                  <a:ln w="9525">
                    <a:solidFill>
                      <a:srgbClr val="336699"/>
                    </a:solidFill>
                    <a:round/>
                    <a:headEnd/>
                    <a:tailEnd/>
                  </a:ln>
                  <a:solidFill>
                    <a:schemeClr val="bg1"/>
                  </a:solidFill>
                  <a:latin typeface="Times New Roman"/>
                  <a:cs typeface="Times New Roman"/>
                </a:rPr>
                <a:t>X</a:t>
              </a:r>
              <a:endParaRPr lang="zh-CN" altLang="en-US" sz="800" i="1" kern="10">
                <a:ln w="9525">
                  <a:solidFill>
                    <a:srgbClr val="336699"/>
                  </a:solidFill>
                  <a:round/>
                  <a:headEnd/>
                  <a:tailEnd/>
                </a:ln>
                <a:solidFill>
                  <a:schemeClr val="bg1"/>
                </a:solidFill>
                <a:latin typeface="Times New Roman"/>
                <a:cs typeface="Times New Roman"/>
              </a:endParaRPr>
            </a:p>
          </p:txBody>
        </p:sp>
      </p:grpSp>
      <p:grpSp>
        <p:nvGrpSpPr>
          <p:cNvPr id="95245" name="Group 402"/>
          <p:cNvGrpSpPr>
            <a:grpSpLocks/>
          </p:cNvGrpSpPr>
          <p:nvPr/>
        </p:nvGrpSpPr>
        <p:grpSpPr bwMode="auto">
          <a:xfrm>
            <a:off x="3203575" y="2205038"/>
            <a:ext cx="4824413" cy="1584325"/>
            <a:chOff x="2124" y="1473"/>
            <a:chExt cx="2965" cy="917"/>
          </a:xfrm>
        </p:grpSpPr>
        <p:sp>
          <p:nvSpPr>
            <p:cNvPr id="58380" name="Line 403"/>
            <p:cNvSpPr>
              <a:spLocks noChangeShapeType="1"/>
            </p:cNvSpPr>
            <p:nvPr/>
          </p:nvSpPr>
          <p:spPr bwMode="auto">
            <a:xfrm>
              <a:off x="2543" y="1473"/>
              <a:ext cx="2" cy="917"/>
            </a:xfrm>
            <a:prstGeom prst="line">
              <a:avLst/>
            </a:prstGeom>
            <a:noFill/>
            <a:ln w="28575">
              <a:solidFill>
                <a:schemeClr val="tx1"/>
              </a:solidFill>
              <a:round/>
              <a:headEnd type="triangle" w="sm" len="lg"/>
              <a:tailEnd/>
            </a:ln>
          </p:spPr>
          <p:txBody>
            <a:bodyPr/>
            <a:lstStyle/>
            <a:p>
              <a:endParaRPr lang="zh-CN" altLang="en-US"/>
            </a:p>
          </p:txBody>
        </p:sp>
        <p:sp>
          <p:nvSpPr>
            <p:cNvPr id="58381" name="Line 404"/>
            <p:cNvSpPr>
              <a:spLocks noChangeShapeType="1"/>
            </p:cNvSpPr>
            <p:nvPr/>
          </p:nvSpPr>
          <p:spPr bwMode="auto">
            <a:xfrm rot="5400000" flipH="1">
              <a:off x="3529" y="572"/>
              <a:ext cx="1" cy="2812"/>
            </a:xfrm>
            <a:prstGeom prst="line">
              <a:avLst/>
            </a:prstGeom>
            <a:noFill/>
            <a:ln w="28575">
              <a:solidFill>
                <a:schemeClr val="tx1"/>
              </a:solidFill>
              <a:round/>
              <a:headEnd type="triangle" w="sm" len="lg"/>
              <a:tailEnd/>
            </a:ln>
          </p:spPr>
          <p:txBody>
            <a:bodyPr/>
            <a:lstStyle/>
            <a:p>
              <a:endParaRPr lang="zh-CN" altLang="en-US"/>
            </a:p>
          </p:txBody>
        </p:sp>
        <p:sp>
          <p:nvSpPr>
            <p:cNvPr id="58382" name="Freeform 405"/>
            <p:cNvSpPr>
              <a:spLocks/>
            </p:cNvSpPr>
            <p:nvPr/>
          </p:nvSpPr>
          <p:spPr bwMode="auto">
            <a:xfrm>
              <a:off x="2534" y="1692"/>
              <a:ext cx="1993" cy="288"/>
            </a:xfrm>
            <a:custGeom>
              <a:avLst/>
              <a:gdLst>
                <a:gd name="T0" fmla="*/ 0 w 1993"/>
                <a:gd name="T1" fmla="*/ 0 h 288"/>
                <a:gd name="T2" fmla="*/ 773 w 1993"/>
                <a:gd name="T3" fmla="*/ 159 h 288"/>
                <a:gd name="T4" fmla="*/ 1993 w 1993"/>
                <a:gd name="T5" fmla="*/ 288 h 288"/>
                <a:gd name="T6" fmla="*/ 0 60000 65536"/>
                <a:gd name="T7" fmla="*/ 0 60000 65536"/>
                <a:gd name="T8" fmla="*/ 0 60000 65536"/>
                <a:gd name="T9" fmla="*/ 0 w 1993"/>
                <a:gd name="T10" fmla="*/ 0 h 288"/>
                <a:gd name="T11" fmla="*/ 1993 w 1993"/>
                <a:gd name="T12" fmla="*/ 288 h 288"/>
              </a:gdLst>
              <a:ahLst/>
              <a:cxnLst>
                <a:cxn ang="T6">
                  <a:pos x="T0" y="T1"/>
                </a:cxn>
                <a:cxn ang="T7">
                  <a:pos x="T2" y="T3"/>
                </a:cxn>
                <a:cxn ang="T8">
                  <a:pos x="T4" y="T5"/>
                </a:cxn>
              </a:cxnLst>
              <a:rect l="T9" t="T10" r="T11" b="T12"/>
              <a:pathLst>
                <a:path w="1993" h="288">
                  <a:moveTo>
                    <a:pt x="0" y="0"/>
                  </a:moveTo>
                  <a:cubicBezTo>
                    <a:pt x="220" y="55"/>
                    <a:pt x="441" y="111"/>
                    <a:pt x="773" y="159"/>
                  </a:cubicBezTo>
                  <a:cubicBezTo>
                    <a:pt x="1105" y="207"/>
                    <a:pt x="1549" y="247"/>
                    <a:pt x="1993" y="288"/>
                  </a:cubicBezTo>
                </a:path>
              </a:pathLst>
            </a:custGeom>
            <a:noFill/>
            <a:ln w="9525">
              <a:solidFill>
                <a:schemeClr val="tx1"/>
              </a:solidFill>
              <a:prstDash val="sysDot"/>
              <a:round/>
              <a:headEnd/>
              <a:tailEnd/>
            </a:ln>
          </p:spPr>
          <p:txBody>
            <a:bodyPr/>
            <a:lstStyle/>
            <a:p>
              <a:endParaRPr lang="zh-CN" altLang="en-US"/>
            </a:p>
          </p:txBody>
        </p:sp>
        <p:sp>
          <p:nvSpPr>
            <p:cNvPr id="58383" name="Freeform 406"/>
            <p:cNvSpPr>
              <a:spLocks/>
            </p:cNvSpPr>
            <p:nvPr/>
          </p:nvSpPr>
          <p:spPr bwMode="auto">
            <a:xfrm flipV="1">
              <a:off x="2532" y="1985"/>
              <a:ext cx="1993" cy="288"/>
            </a:xfrm>
            <a:custGeom>
              <a:avLst/>
              <a:gdLst>
                <a:gd name="T0" fmla="*/ 0 w 1993"/>
                <a:gd name="T1" fmla="*/ 0 h 288"/>
                <a:gd name="T2" fmla="*/ 773 w 1993"/>
                <a:gd name="T3" fmla="*/ 159 h 288"/>
                <a:gd name="T4" fmla="*/ 1993 w 1993"/>
                <a:gd name="T5" fmla="*/ 288 h 288"/>
                <a:gd name="T6" fmla="*/ 0 60000 65536"/>
                <a:gd name="T7" fmla="*/ 0 60000 65536"/>
                <a:gd name="T8" fmla="*/ 0 60000 65536"/>
                <a:gd name="T9" fmla="*/ 0 w 1993"/>
                <a:gd name="T10" fmla="*/ 0 h 288"/>
                <a:gd name="T11" fmla="*/ 1993 w 1993"/>
                <a:gd name="T12" fmla="*/ 288 h 288"/>
              </a:gdLst>
              <a:ahLst/>
              <a:cxnLst>
                <a:cxn ang="T6">
                  <a:pos x="T0" y="T1"/>
                </a:cxn>
                <a:cxn ang="T7">
                  <a:pos x="T2" y="T3"/>
                </a:cxn>
                <a:cxn ang="T8">
                  <a:pos x="T4" y="T5"/>
                </a:cxn>
              </a:cxnLst>
              <a:rect l="T9" t="T10" r="T11" b="T12"/>
              <a:pathLst>
                <a:path w="1993" h="288">
                  <a:moveTo>
                    <a:pt x="0" y="0"/>
                  </a:moveTo>
                  <a:cubicBezTo>
                    <a:pt x="220" y="55"/>
                    <a:pt x="441" y="111"/>
                    <a:pt x="773" y="159"/>
                  </a:cubicBezTo>
                  <a:cubicBezTo>
                    <a:pt x="1105" y="207"/>
                    <a:pt x="1549" y="247"/>
                    <a:pt x="1993" y="288"/>
                  </a:cubicBezTo>
                </a:path>
              </a:pathLst>
            </a:custGeom>
            <a:noFill/>
            <a:ln w="9525">
              <a:solidFill>
                <a:schemeClr val="tx1"/>
              </a:solidFill>
              <a:prstDash val="sysDot"/>
              <a:round/>
              <a:headEnd/>
              <a:tailEnd/>
            </a:ln>
          </p:spPr>
          <p:txBody>
            <a:bodyPr/>
            <a:lstStyle/>
            <a:p>
              <a:endParaRPr lang="zh-CN" altLang="en-US"/>
            </a:p>
          </p:txBody>
        </p:sp>
        <p:sp>
          <p:nvSpPr>
            <p:cNvPr id="58384" name="Freeform 407"/>
            <p:cNvSpPr>
              <a:spLocks/>
            </p:cNvSpPr>
            <p:nvPr/>
          </p:nvSpPr>
          <p:spPr bwMode="auto">
            <a:xfrm>
              <a:off x="2646" y="1974"/>
              <a:ext cx="189" cy="248"/>
            </a:xfrm>
            <a:custGeom>
              <a:avLst/>
              <a:gdLst>
                <a:gd name="T0" fmla="*/ 0 w 189"/>
                <a:gd name="T1" fmla="*/ 0 h 251"/>
                <a:gd name="T2" fmla="*/ 83 w 189"/>
                <a:gd name="T3" fmla="*/ 238 h 251"/>
                <a:gd name="T4" fmla="*/ 189 w 189"/>
                <a:gd name="T5" fmla="*/ 7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28575">
              <a:solidFill>
                <a:srgbClr val="CC0000"/>
              </a:solidFill>
              <a:round/>
              <a:headEnd/>
              <a:tailEnd/>
            </a:ln>
          </p:spPr>
          <p:txBody>
            <a:bodyPr/>
            <a:lstStyle/>
            <a:p>
              <a:endParaRPr lang="zh-CN" altLang="en-US"/>
            </a:p>
          </p:txBody>
        </p:sp>
        <p:sp>
          <p:nvSpPr>
            <p:cNvPr id="58385" name="Freeform 408"/>
            <p:cNvSpPr>
              <a:spLocks/>
            </p:cNvSpPr>
            <p:nvPr/>
          </p:nvSpPr>
          <p:spPr bwMode="auto">
            <a:xfrm flipV="1">
              <a:off x="3221" y="1855"/>
              <a:ext cx="189" cy="116"/>
            </a:xfrm>
            <a:custGeom>
              <a:avLst/>
              <a:gdLst>
                <a:gd name="T0" fmla="*/ 0 w 189"/>
                <a:gd name="T1" fmla="*/ 0 h 251"/>
                <a:gd name="T2" fmla="*/ 83 w 189"/>
                <a:gd name="T3" fmla="*/ 12 h 251"/>
                <a:gd name="T4" fmla="*/ 189 w 189"/>
                <a:gd name="T5" fmla="*/ 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28575">
              <a:solidFill>
                <a:srgbClr val="CC0000"/>
              </a:solidFill>
              <a:round/>
              <a:headEnd/>
              <a:tailEnd/>
            </a:ln>
          </p:spPr>
          <p:txBody>
            <a:bodyPr/>
            <a:lstStyle/>
            <a:p>
              <a:endParaRPr lang="zh-CN" altLang="en-US"/>
            </a:p>
          </p:txBody>
        </p:sp>
        <p:sp>
          <p:nvSpPr>
            <p:cNvPr id="58386" name="Freeform 409"/>
            <p:cNvSpPr>
              <a:spLocks/>
            </p:cNvSpPr>
            <p:nvPr/>
          </p:nvSpPr>
          <p:spPr bwMode="auto">
            <a:xfrm flipV="1">
              <a:off x="2835" y="1780"/>
              <a:ext cx="189" cy="197"/>
            </a:xfrm>
            <a:custGeom>
              <a:avLst/>
              <a:gdLst>
                <a:gd name="T0" fmla="*/ 0 w 189"/>
                <a:gd name="T1" fmla="*/ 0 h 251"/>
                <a:gd name="T2" fmla="*/ 83 w 189"/>
                <a:gd name="T3" fmla="*/ 95 h 251"/>
                <a:gd name="T4" fmla="*/ 189 w 189"/>
                <a:gd name="T5" fmla="*/ 2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28575">
              <a:solidFill>
                <a:srgbClr val="CC0000"/>
              </a:solidFill>
              <a:round/>
              <a:headEnd/>
              <a:tailEnd/>
            </a:ln>
          </p:spPr>
          <p:txBody>
            <a:bodyPr/>
            <a:lstStyle/>
            <a:p>
              <a:endParaRPr lang="zh-CN" altLang="en-US"/>
            </a:p>
          </p:txBody>
        </p:sp>
        <p:sp>
          <p:nvSpPr>
            <p:cNvPr id="58387" name="Freeform 410"/>
            <p:cNvSpPr>
              <a:spLocks/>
            </p:cNvSpPr>
            <p:nvPr/>
          </p:nvSpPr>
          <p:spPr bwMode="auto">
            <a:xfrm>
              <a:off x="3027" y="1974"/>
              <a:ext cx="192" cy="173"/>
            </a:xfrm>
            <a:custGeom>
              <a:avLst/>
              <a:gdLst>
                <a:gd name="T0" fmla="*/ 0 w 189"/>
                <a:gd name="T1" fmla="*/ 0 h 251"/>
                <a:gd name="T2" fmla="*/ 87 w 189"/>
                <a:gd name="T3" fmla="*/ 57 h 251"/>
                <a:gd name="T4" fmla="*/ 201 w 189"/>
                <a:gd name="T5" fmla="*/ 1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28575">
              <a:solidFill>
                <a:srgbClr val="CC0000"/>
              </a:solidFill>
              <a:round/>
              <a:headEnd/>
              <a:tailEnd/>
            </a:ln>
          </p:spPr>
          <p:txBody>
            <a:bodyPr/>
            <a:lstStyle/>
            <a:p>
              <a:endParaRPr lang="zh-CN" altLang="en-US"/>
            </a:p>
          </p:txBody>
        </p:sp>
        <p:sp>
          <p:nvSpPr>
            <p:cNvPr id="58388" name="Freeform 411"/>
            <p:cNvSpPr>
              <a:spLocks/>
            </p:cNvSpPr>
            <p:nvPr/>
          </p:nvSpPr>
          <p:spPr bwMode="auto">
            <a:xfrm>
              <a:off x="3420" y="1974"/>
              <a:ext cx="189" cy="113"/>
            </a:xfrm>
            <a:custGeom>
              <a:avLst/>
              <a:gdLst>
                <a:gd name="T0" fmla="*/ 0 w 189"/>
                <a:gd name="T1" fmla="*/ 0 h 251"/>
                <a:gd name="T2" fmla="*/ 83 w 189"/>
                <a:gd name="T3" fmla="*/ 10 h 251"/>
                <a:gd name="T4" fmla="*/ 189 w 189"/>
                <a:gd name="T5" fmla="*/ 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28575">
              <a:solidFill>
                <a:srgbClr val="CC0000"/>
              </a:solidFill>
              <a:round/>
              <a:headEnd/>
              <a:tailEnd/>
            </a:ln>
          </p:spPr>
          <p:txBody>
            <a:bodyPr/>
            <a:lstStyle/>
            <a:p>
              <a:endParaRPr lang="zh-CN" altLang="en-US"/>
            </a:p>
          </p:txBody>
        </p:sp>
        <p:sp>
          <p:nvSpPr>
            <p:cNvPr id="58389" name="Freeform 412"/>
            <p:cNvSpPr>
              <a:spLocks/>
            </p:cNvSpPr>
            <p:nvPr/>
          </p:nvSpPr>
          <p:spPr bwMode="auto">
            <a:xfrm flipV="1">
              <a:off x="3608" y="1897"/>
              <a:ext cx="189" cy="83"/>
            </a:xfrm>
            <a:custGeom>
              <a:avLst/>
              <a:gdLst>
                <a:gd name="T0" fmla="*/ 0 w 189"/>
                <a:gd name="T1" fmla="*/ 0 h 251"/>
                <a:gd name="T2" fmla="*/ 83 w 189"/>
                <a:gd name="T3" fmla="*/ 3 h 251"/>
                <a:gd name="T4" fmla="*/ 189 w 189"/>
                <a:gd name="T5" fmla="*/ 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28575">
              <a:solidFill>
                <a:srgbClr val="CC0000"/>
              </a:solidFill>
              <a:round/>
              <a:headEnd/>
              <a:tailEnd/>
            </a:ln>
          </p:spPr>
          <p:txBody>
            <a:bodyPr/>
            <a:lstStyle/>
            <a:p>
              <a:endParaRPr lang="zh-CN" altLang="en-US"/>
            </a:p>
          </p:txBody>
        </p:sp>
        <p:sp>
          <p:nvSpPr>
            <p:cNvPr id="58390" name="Freeform 413"/>
            <p:cNvSpPr>
              <a:spLocks/>
            </p:cNvSpPr>
            <p:nvPr/>
          </p:nvSpPr>
          <p:spPr bwMode="auto">
            <a:xfrm>
              <a:off x="3801" y="1983"/>
              <a:ext cx="189" cy="62"/>
            </a:xfrm>
            <a:custGeom>
              <a:avLst/>
              <a:gdLst>
                <a:gd name="T0" fmla="*/ 0 w 189"/>
                <a:gd name="T1" fmla="*/ 0 h 251"/>
                <a:gd name="T2" fmla="*/ 83 w 189"/>
                <a:gd name="T3" fmla="*/ 1 h 251"/>
                <a:gd name="T4" fmla="*/ 189 w 189"/>
                <a:gd name="T5" fmla="*/ 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28575">
              <a:solidFill>
                <a:srgbClr val="CC0000"/>
              </a:solidFill>
              <a:round/>
              <a:headEnd/>
              <a:tailEnd/>
            </a:ln>
          </p:spPr>
          <p:txBody>
            <a:bodyPr/>
            <a:lstStyle/>
            <a:p>
              <a:endParaRPr lang="zh-CN" altLang="en-US"/>
            </a:p>
          </p:txBody>
        </p:sp>
        <p:sp>
          <p:nvSpPr>
            <p:cNvPr id="58391" name="Freeform 414"/>
            <p:cNvSpPr>
              <a:spLocks/>
            </p:cNvSpPr>
            <p:nvPr/>
          </p:nvSpPr>
          <p:spPr bwMode="auto">
            <a:xfrm flipV="1">
              <a:off x="4007" y="1941"/>
              <a:ext cx="189" cy="27"/>
            </a:xfrm>
            <a:custGeom>
              <a:avLst/>
              <a:gdLst>
                <a:gd name="T0" fmla="*/ 0 w 189"/>
                <a:gd name="T1" fmla="*/ 0 h 251"/>
                <a:gd name="T2" fmla="*/ 83 w 189"/>
                <a:gd name="T3" fmla="*/ 0 h 251"/>
                <a:gd name="T4" fmla="*/ 189 w 189"/>
                <a:gd name="T5" fmla="*/ 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28575">
              <a:solidFill>
                <a:srgbClr val="CC0000"/>
              </a:solidFill>
              <a:round/>
              <a:headEnd/>
              <a:tailEnd/>
            </a:ln>
          </p:spPr>
          <p:txBody>
            <a:bodyPr/>
            <a:lstStyle/>
            <a:p>
              <a:endParaRPr lang="zh-CN" altLang="en-US"/>
            </a:p>
          </p:txBody>
        </p:sp>
        <p:sp>
          <p:nvSpPr>
            <p:cNvPr id="58392" name="Freeform 415"/>
            <p:cNvSpPr>
              <a:spLocks/>
            </p:cNvSpPr>
            <p:nvPr/>
          </p:nvSpPr>
          <p:spPr bwMode="auto">
            <a:xfrm>
              <a:off x="2538" y="1689"/>
              <a:ext cx="107" cy="291"/>
            </a:xfrm>
            <a:custGeom>
              <a:avLst/>
              <a:gdLst>
                <a:gd name="T0" fmla="*/ 107 w 107"/>
                <a:gd name="T1" fmla="*/ 291 h 291"/>
                <a:gd name="T2" fmla="*/ 81 w 107"/>
                <a:gd name="T3" fmla="*/ 189 h 291"/>
                <a:gd name="T4" fmla="*/ 48 w 107"/>
                <a:gd name="T5" fmla="*/ 81 h 291"/>
                <a:gd name="T6" fmla="*/ 30 w 107"/>
                <a:gd name="T7" fmla="*/ 34 h 291"/>
                <a:gd name="T8" fmla="*/ 21 w 107"/>
                <a:gd name="T9" fmla="*/ 16 h 291"/>
                <a:gd name="T10" fmla="*/ 9 w 107"/>
                <a:gd name="T11" fmla="*/ 4 h 291"/>
                <a:gd name="T12" fmla="*/ 0 w 107"/>
                <a:gd name="T13" fmla="*/ 0 h 291"/>
                <a:gd name="T14" fmla="*/ 0 60000 65536"/>
                <a:gd name="T15" fmla="*/ 0 60000 65536"/>
                <a:gd name="T16" fmla="*/ 0 60000 65536"/>
                <a:gd name="T17" fmla="*/ 0 60000 65536"/>
                <a:gd name="T18" fmla="*/ 0 60000 65536"/>
                <a:gd name="T19" fmla="*/ 0 60000 65536"/>
                <a:gd name="T20" fmla="*/ 0 60000 65536"/>
                <a:gd name="T21" fmla="*/ 0 w 107"/>
                <a:gd name="T22" fmla="*/ 0 h 291"/>
                <a:gd name="T23" fmla="*/ 107 w 107"/>
                <a:gd name="T24" fmla="*/ 291 h 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7" h="291">
                  <a:moveTo>
                    <a:pt x="107" y="291"/>
                  </a:moveTo>
                  <a:cubicBezTo>
                    <a:pt x="99" y="257"/>
                    <a:pt x="91" y="224"/>
                    <a:pt x="81" y="189"/>
                  </a:cubicBezTo>
                  <a:cubicBezTo>
                    <a:pt x="71" y="154"/>
                    <a:pt x="56" y="107"/>
                    <a:pt x="48" y="81"/>
                  </a:cubicBezTo>
                  <a:cubicBezTo>
                    <a:pt x="40" y="55"/>
                    <a:pt x="34" y="45"/>
                    <a:pt x="30" y="34"/>
                  </a:cubicBezTo>
                  <a:cubicBezTo>
                    <a:pt x="26" y="23"/>
                    <a:pt x="24" y="21"/>
                    <a:pt x="21" y="16"/>
                  </a:cubicBezTo>
                  <a:cubicBezTo>
                    <a:pt x="18" y="11"/>
                    <a:pt x="13" y="7"/>
                    <a:pt x="9" y="4"/>
                  </a:cubicBezTo>
                  <a:cubicBezTo>
                    <a:pt x="5" y="1"/>
                    <a:pt x="2" y="0"/>
                    <a:pt x="0" y="0"/>
                  </a:cubicBezTo>
                </a:path>
              </a:pathLst>
            </a:custGeom>
            <a:noFill/>
            <a:ln w="28575">
              <a:solidFill>
                <a:srgbClr val="CC0000"/>
              </a:solidFill>
              <a:round/>
              <a:headEnd/>
              <a:tailEnd/>
            </a:ln>
          </p:spPr>
          <p:txBody>
            <a:bodyPr/>
            <a:lstStyle/>
            <a:p>
              <a:endParaRPr lang="zh-CN" altLang="en-US"/>
            </a:p>
          </p:txBody>
        </p:sp>
        <p:sp>
          <p:nvSpPr>
            <p:cNvPr id="58393" name="WordArt 416"/>
            <p:cNvSpPr>
              <a:spLocks noChangeArrowheads="1" noChangeShapeType="1" noTextEdit="1"/>
            </p:cNvSpPr>
            <p:nvPr/>
          </p:nvSpPr>
          <p:spPr bwMode="auto">
            <a:xfrm>
              <a:off x="4972" y="1862"/>
              <a:ext cx="117" cy="192"/>
            </a:xfrm>
            <a:prstGeom prst="rect">
              <a:avLst/>
            </a:prstGeom>
          </p:spPr>
          <p:txBody>
            <a:bodyPr wrap="none" fromWordArt="1">
              <a:prstTxWarp prst="textPlain">
                <a:avLst>
                  <a:gd name="adj" fmla="val 58718"/>
                </a:avLst>
              </a:prstTxWarp>
            </a:bodyPr>
            <a:lstStyle/>
            <a:p>
              <a:r>
                <a:rPr lang="en-US" altLang="zh-CN" sz="3600" i="1" kern="10">
                  <a:ln w="9525">
                    <a:solidFill>
                      <a:schemeClr val="tx1"/>
                    </a:solidFill>
                    <a:round/>
                    <a:headEnd/>
                    <a:tailEnd/>
                  </a:ln>
                  <a:latin typeface="Times New Roman"/>
                  <a:cs typeface="Times New Roman"/>
                </a:rPr>
                <a:t>t</a:t>
              </a:r>
              <a:endParaRPr lang="zh-CN" altLang="en-US" sz="3600" i="1" kern="10">
                <a:ln w="9525">
                  <a:solidFill>
                    <a:schemeClr val="tx1"/>
                  </a:solidFill>
                  <a:round/>
                  <a:headEnd/>
                  <a:tailEnd/>
                </a:ln>
                <a:latin typeface="Times New Roman"/>
                <a:cs typeface="Times New Roman"/>
              </a:endParaRPr>
            </a:p>
          </p:txBody>
        </p:sp>
        <p:sp>
          <p:nvSpPr>
            <p:cNvPr id="58394" name="WordArt 417"/>
            <p:cNvSpPr>
              <a:spLocks noChangeArrowheads="1" noChangeShapeType="1" noTextEdit="1"/>
            </p:cNvSpPr>
            <p:nvPr/>
          </p:nvSpPr>
          <p:spPr bwMode="auto">
            <a:xfrm>
              <a:off x="2292" y="1500"/>
              <a:ext cx="221" cy="129"/>
            </a:xfrm>
            <a:prstGeom prst="rect">
              <a:avLst/>
            </a:prstGeom>
          </p:spPr>
          <p:txBody>
            <a:bodyPr wrap="none" fromWordArt="1">
              <a:prstTxWarp prst="textPlain">
                <a:avLst>
                  <a:gd name="adj" fmla="val 57815"/>
                </a:avLst>
              </a:prstTxWarp>
            </a:bodyPr>
            <a:lstStyle/>
            <a:p>
              <a:r>
                <a:rPr lang="en-US" altLang="zh-CN" sz="800" i="1" kern="10">
                  <a:ln w="9525">
                    <a:solidFill>
                      <a:srgbClr val="000000"/>
                    </a:solidFill>
                    <a:round/>
                    <a:headEnd/>
                    <a:tailEnd/>
                  </a:ln>
                  <a:solidFill>
                    <a:srgbClr val="000000"/>
                  </a:solidFill>
                  <a:latin typeface="Times New Roman"/>
                  <a:cs typeface="Times New Roman"/>
                </a:rPr>
                <a:t>X</a:t>
              </a:r>
              <a:endParaRPr lang="zh-CN" altLang="en-US" sz="800" i="1" kern="10">
                <a:ln w="9525">
                  <a:solidFill>
                    <a:srgbClr val="000000"/>
                  </a:solidFill>
                  <a:round/>
                  <a:headEnd/>
                  <a:tailEnd/>
                </a:ln>
                <a:solidFill>
                  <a:srgbClr val="000000"/>
                </a:solidFill>
                <a:latin typeface="Times New Roman"/>
                <a:cs typeface="Times New Roman"/>
              </a:endParaRPr>
            </a:p>
          </p:txBody>
        </p:sp>
        <p:sp>
          <p:nvSpPr>
            <p:cNvPr id="58395" name="WordArt 418"/>
            <p:cNvSpPr>
              <a:spLocks noChangeArrowheads="1" noChangeShapeType="1" noTextEdit="1"/>
            </p:cNvSpPr>
            <p:nvPr/>
          </p:nvSpPr>
          <p:spPr bwMode="auto">
            <a:xfrm>
              <a:off x="2368" y="2013"/>
              <a:ext cx="120" cy="143"/>
            </a:xfrm>
            <a:prstGeom prst="rect">
              <a:avLst/>
            </a:prstGeom>
          </p:spPr>
          <p:txBody>
            <a:bodyPr wrap="none" fromWordArt="1">
              <a:prstTxWarp prst="textPlain">
                <a:avLst>
                  <a:gd name="adj" fmla="val 50000"/>
                </a:avLst>
              </a:prstTxWarp>
            </a:bodyPr>
            <a:lstStyle/>
            <a:p>
              <a:r>
                <a:rPr lang="en-US" altLang="zh-CN" sz="800" i="1" kern="10">
                  <a:ln w="9525">
                    <a:solidFill>
                      <a:srgbClr val="000000"/>
                    </a:solidFill>
                    <a:round/>
                    <a:headEnd/>
                    <a:tailEnd/>
                  </a:ln>
                  <a:solidFill>
                    <a:srgbClr val="000000"/>
                  </a:solidFill>
                  <a:latin typeface="Times New Roman"/>
                  <a:cs typeface="Times New Roman"/>
                </a:rPr>
                <a:t>O</a:t>
              </a:r>
              <a:endParaRPr lang="zh-CN" altLang="en-US" sz="800" i="1" kern="10">
                <a:ln w="9525">
                  <a:solidFill>
                    <a:srgbClr val="000000"/>
                  </a:solidFill>
                  <a:round/>
                  <a:headEnd/>
                  <a:tailEnd/>
                </a:ln>
                <a:solidFill>
                  <a:srgbClr val="000000"/>
                </a:solidFill>
                <a:latin typeface="Times New Roman"/>
                <a:cs typeface="Times New Roman"/>
              </a:endParaRPr>
            </a:p>
          </p:txBody>
        </p:sp>
      </p:grpSp>
      <p:sp>
        <p:nvSpPr>
          <p:cNvPr id="95652" name="Text Box 420"/>
          <p:cNvSpPr txBox="1">
            <a:spLocks noChangeArrowheads="1"/>
          </p:cNvSpPr>
          <p:nvPr/>
        </p:nvSpPr>
        <p:spPr bwMode="auto">
          <a:xfrm>
            <a:off x="3276600" y="4149725"/>
            <a:ext cx="3714750"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0000FF"/>
                </a:solidFill>
                <a:ea typeface="华文中宋" pitchFamily="2" charset="-122"/>
              </a:rPr>
              <a:t>形成阻尼振动的原因：</a:t>
            </a:r>
          </a:p>
        </p:txBody>
      </p:sp>
      <p:sp>
        <p:nvSpPr>
          <p:cNvPr id="95654" name="Text Box 422"/>
          <p:cNvSpPr txBox="1">
            <a:spLocks noChangeArrowheads="1"/>
          </p:cNvSpPr>
          <p:nvPr/>
        </p:nvSpPr>
        <p:spPr bwMode="auto">
          <a:xfrm>
            <a:off x="827088" y="5013325"/>
            <a:ext cx="8029575" cy="457200"/>
          </a:xfrm>
          <a:prstGeom prst="rect">
            <a:avLst/>
          </a:prstGeom>
          <a:noFill/>
          <a:ln w="9525">
            <a:noFill/>
            <a:miter lim="800000"/>
            <a:headEnd/>
            <a:tailEnd/>
          </a:ln>
        </p:spPr>
        <p:txBody>
          <a:bodyPr>
            <a:spAutoFit/>
          </a:bodyPr>
          <a:lstStyle/>
          <a:p>
            <a:pPr algn="l">
              <a:spcBef>
                <a:spcPct val="50000"/>
              </a:spcBef>
            </a:pPr>
            <a:r>
              <a:rPr lang="zh-CN" altLang="en-US" sz="2400" b="1">
                <a:ea typeface="华文中宋" pitchFamily="2" charset="-122"/>
              </a:rPr>
              <a:t>振动系统受摩擦、粘滞等阻力作用，造成热损耗；</a:t>
            </a:r>
          </a:p>
        </p:txBody>
      </p:sp>
      <p:sp>
        <p:nvSpPr>
          <p:cNvPr id="95655" name="Text Box 423"/>
          <p:cNvSpPr txBox="1">
            <a:spLocks noChangeArrowheads="1"/>
          </p:cNvSpPr>
          <p:nvPr/>
        </p:nvSpPr>
        <p:spPr bwMode="auto">
          <a:xfrm>
            <a:off x="827088" y="5589588"/>
            <a:ext cx="7391400" cy="457200"/>
          </a:xfrm>
          <a:prstGeom prst="rect">
            <a:avLst/>
          </a:prstGeom>
          <a:noFill/>
          <a:ln w="9525">
            <a:noFill/>
            <a:miter lim="800000"/>
            <a:headEnd/>
            <a:tailEnd/>
          </a:ln>
        </p:spPr>
        <p:txBody>
          <a:bodyPr>
            <a:spAutoFit/>
          </a:bodyPr>
          <a:lstStyle/>
          <a:p>
            <a:pPr algn="l">
              <a:spcBef>
                <a:spcPct val="50000"/>
              </a:spcBef>
            </a:pPr>
            <a:r>
              <a:rPr lang="zh-CN" altLang="en-US" sz="2400" b="1">
                <a:ea typeface="华文中宋" pitchFamily="2" charset="-122"/>
              </a:rPr>
              <a:t>振动能量转变为波的能量向周围传播或辐射。</a:t>
            </a:r>
          </a:p>
        </p:txBody>
      </p:sp>
      <p:sp>
        <p:nvSpPr>
          <p:cNvPr id="95658" name="AutoShape 426"/>
          <p:cNvSpPr>
            <a:spLocks noChangeArrowheads="1"/>
          </p:cNvSpPr>
          <p:nvPr/>
        </p:nvSpPr>
        <p:spPr bwMode="auto">
          <a:xfrm>
            <a:off x="468313" y="5013325"/>
            <a:ext cx="287337" cy="503238"/>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95659" name="AutoShape 427"/>
          <p:cNvSpPr>
            <a:spLocks noChangeArrowheads="1"/>
          </p:cNvSpPr>
          <p:nvPr/>
        </p:nvSpPr>
        <p:spPr bwMode="auto">
          <a:xfrm>
            <a:off x="468313" y="5589588"/>
            <a:ext cx="287337" cy="503237"/>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37"/>
                                        </p:tgtEl>
                                        <p:attrNameLst>
                                          <p:attrName>style.visibility</p:attrName>
                                        </p:attrNameLst>
                                      </p:cBhvr>
                                      <p:to>
                                        <p:strVal val="visible"/>
                                      </p:to>
                                    </p:set>
                                    <p:animEffect transition="in" filter="wipe(left)">
                                      <p:cBhvr>
                                        <p:cTn id="7" dur="500"/>
                                        <p:tgtEl>
                                          <p:spTgt spid="952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8"/>
                                        </p:tgtEl>
                                        <p:attrNameLst>
                                          <p:attrName>style.visibility</p:attrName>
                                        </p:attrNameLst>
                                      </p:cBhvr>
                                      <p:to>
                                        <p:strVal val="visible"/>
                                      </p:to>
                                    </p:set>
                                    <p:animEffect transition="in" filter="wipe(left)">
                                      <p:cBhvr>
                                        <p:cTn id="12" dur="500"/>
                                        <p:tgtEl>
                                          <p:spTgt spid="952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5236"/>
                                        </p:tgtEl>
                                        <p:attrNameLst>
                                          <p:attrName>style.visibility</p:attrName>
                                        </p:attrNameLst>
                                      </p:cBhvr>
                                      <p:to>
                                        <p:strVal val="visible"/>
                                      </p:to>
                                    </p:set>
                                    <p:animEffect transition="in" filter="wipe(left)">
                                      <p:cBhvr>
                                        <p:cTn id="17" dur="500"/>
                                        <p:tgtEl>
                                          <p:spTgt spid="9523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5245"/>
                                        </p:tgtEl>
                                        <p:attrNameLst>
                                          <p:attrName>style.visibility</p:attrName>
                                        </p:attrNameLst>
                                      </p:cBhvr>
                                      <p:to>
                                        <p:strVal val="visible"/>
                                      </p:to>
                                    </p:set>
                                    <p:animEffect transition="in" filter="wipe(left)">
                                      <p:cBhvr>
                                        <p:cTn id="27" dur="500"/>
                                        <p:tgtEl>
                                          <p:spTgt spid="952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652"/>
                                        </p:tgtEl>
                                        <p:attrNameLst>
                                          <p:attrName>style.visibility</p:attrName>
                                        </p:attrNameLst>
                                      </p:cBhvr>
                                      <p:to>
                                        <p:strVal val="visible"/>
                                      </p:to>
                                    </p:set>
                                    <p:animEffect transition="in" filter="wipe(left)">
                                      <p:cBhvr>
                                        <p:cTn id="32" dur="500"/>
                                        <p:tgtEl>
                                          <p:spTgt spid="9565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5658"/>
                                        </p:tgtEl>
                                        <p:attrNameLst>
                                          <p:attrName>style.visibility</p:attrName>
                                        </p:attrNameLst>
                                      </p:cBhvr>
                                      <p:to>
                                        <p:strVal val="visible"/>
                                      </p:to>
                                    </p:set>
                                    <p:animEffect transition="in" filter="dissolve">
                                      <p:cBhvr>
                                        <p:cTn id="37" dur="1000"/>
                                        <p:tgtEl>
                                          <p:spTgt spid="95658"/>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95654"/>
                                        </p:tgtEl>
                                        <p:attrNameLst>
                                          <p:attrName>style.visibility</p:attrName>
                                        </p:attrNameLst>
                                      </p:cBhvr>
                                      <p:to>
                                        <p:strVal val="visible"/>
                                      </p:to>
                                    </p:set>
                                    <p:animEffect transition="in" filter="wipe(left)">
                                      <p:cBhvr>
                                        <p:cTn id="41" dur="500"/>
                                        <p:tgtEl>
                                          <p:spTgt spid="95654"/>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95659"/>
                                        </p:tgtEl>
                                        <p:attrNameLst>
                                          <p:attrName>style.visibility</p:attrName>
                                        </p:attrNameLst>
                                      </p:cBhvr>
                                      <p:to>
                                        <p:strVal val="visible"/>
                                      </p:to>
                                    </p:set>
                                    <p:animEffect transition="in" filter="dissolve">
                                      <p:cBhvr>
                                        <p:cTn id="46" dur="1000"/>
                                        <p:tgtEl>
                                          <p:spTgt spid="95659"/>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95655"/>
                                        </p:tgtEl>
                                        <p:attrNameLst>
                                          <p:attrName>style.visibility</p:attrName>
                                        </p:attrNameLst>
                                      </p:cBhvr>
                                      <p:to>
                                        <p:strVal val="visible"/>
                                      </p:to>
                                    </p:set>
                                    <p:animEffect transition="in" filter="wipe(left)">
                                      <p:cBhvr>
                                        <p:cTn id="50" dur="500"/>
                                        <p:tgtEl>
                                          <p:spTgt spid="95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p:bldP spid="95237" grpId="0" autoUpdateAnimBg="0"/>
      <p:bldP spid="95238" grpId="0" autoUpdateAnimBg="0"/>
      <p:bldP spid="95652" grpId="0"/>
      <p:bldP spid="95654" grpId="0"/>
      <p:bldP spid="95655" grpId="0"/>
      <p:bldP spid="95658" grpId="0" animBg="1"/>
      <p:bldP spid="9565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Text Box 4"/>
          <p:cNvSpPr txBox="1">
            <a:spLocks noChangeArrowheads="1"/>
          </p:cNvSpPr>
          <p:nvPr/>
        </p:nvSpPr>
        <p:spPr bwMode="auto">
          <a:xfrm>
            <a:off x="323850" y="476250"/>
            <a:ext cx="3960813" cy="457200"/>
          </a:xfrm>
          <a:prstGeom prst="rect">
            <a:avLst/>
          </a:prstGeom>
          <a:noFill/>
          <a:ln w="9525">
            <a:noFill/>
            <a:miter lim="800000"/>
            <a:headEnd/>
            <a:tailEnd/>
          </a:ln>
        </p:spPr>
        <p:txBody>
          <a:bodyPr>
            <a:spAutoFit/>
          </a:bodyPr>
          <a:lstStyle/>
          <a:p>
            <a:pPr algn="l"/>
            <a:r>
              <a:rPr lang="en-US" altLang="zh-CN" sz="2400" b="1">
                <a:solidFill>
                  <a:srgbClr val="0000FF"/>
                </a:solidFill>
              </a:rPr>
              <a:t>1. </a:t>
            </a:r>
            <a:r>
              <a:rPr lang="zh-CN" altLang="en-US" sz="2400" b="1">
                <a:solidFill>
                  <a:srgbClr val="0000FF"/>
                </a:solidFill>
              </a:rPr>
              <a:t>阻尼振动的微分方程</a:t>
            </a:r>
            <a:r>
              <a:rPr lang="zh-CN" altLang="en-US" sz="2400" b="1"/>
              <a:t>       </a:t>
            </a:r>
            <a:endParaRPr lang="zh-CN" altLang="en-US" sz="2000" b="1">
              <a:latin typeface="楷体_GB2312" pitchFamily="49" charset="-122"/>
              <a:ea typeface="楷体_GB2312" pitchFamily="49" charset="-122"/>
            </a:endParaRPr>
          </a:p>
        </p:txBody>
      </p:sp>
      <p:grpSp>
        <p:nvGrpSpPr>
          <p:cNvPr id="2" name="Group 70"/>
          <p:cNvGrpSpPr>
            <a:grpSpLocks/>
          </p:cNvGrpSpPr>
          <p:nvPr/>
        </p:nvGrpSpPr>
        <p:grpSpPr bwMode="auto">
          <a:xfrm>
            <a:off x="3419475" y="1125538"/>
            <a:ext cx="5540375" cy="1727200"/>
            <a:chOff x="2154" y="709"/>
            <a:chExt cx="3490" cy="1088"/>
          </a:xfrm>
        </p:grpSpPr>
        <p:sp>
          <p:nvSpPr>
            <p:cNvPr id="43035" name="Rectangle 6"/>
            <p:cNvSpPr>
              <a:spLocks noChangeArrowheads="1"/>
            </p:cNvSpPr>
            <p:nvPr/>
          </p:nvSpPr>
          <p:spPr bwMode="auto">
            <a:xfrm>
              <a:off x="2228" y="818"/>
              <a:ext cx="3070" cy="804"/>
            </a:xfrm>
            <a:prstGeom prst="rect">
              <a:avLst/>
            </a:prstGeom>
            <a:solidFill>
              <a:srgbClr val="00FFFF">
                <a:alpha val="27843"/>
              </a:srgbClr>
            </a:solidFill>
            <a:ln w="9525">
              <a:noFill/>
              <a:miter lim="800000"/>
              <a:headEnd/>
              <a:tailEnd/>
            </a:ln>
          </p:spPr>
          <p:txBody>
            <a:bodyPr wrap="none" anchor="ctr"/>
            <a:lstStyle/>
            <a:p>
              <a:endParaRPr lang="zh-CN" altLang="en-US"/>
            </a:p>
          </p:txBody>
        </p:sp>
        <p:grpSp>
          <p:nvGrpSpPr>
            <p:cNvPr id="43036" name="Group 7"/>
            <p:cNvGrpSpPr>
              <a:grpSpLocks/>
            </p:cNvGrpSpPr>
            <p:nvPr/>
          </p:nvGrpSpPr>
          <p:grpSpPr bwMode="auto">
            <a:xfrm>
              <a:off x="2226" y="1215"/>
              <a:ext cx="1760" cy="274"/>
              <a:chOff x="550" y="625"/>
              <a:chExt cx="2273" cy="362"/>
            </a:xfrm>
          </p:grpSpPr>
          <p:grpSp>
            <p:nvGrpSpPr>
              <p:cNvPr id="43069" name="Group 8"/>
              <p:cNvGrpSpPr>
                <a:grpSpLocks/>
              </p:cNvGrpSpPr>
              <p:nvPr/>
            </p:nvGrpSpPr>
            <p:grpSpPr bwMode="auto">
              <a:xfrm>
                <a:off x="590" y="625"/>
                <a:ext cx="2233" cy="362"/>
                <a:chOff x="624" y="655"/>
                <a:chExt cx="2754" cy="351"/>
              </a:xfrm>
            </p:grpSpPr>
            <p:grpSp>
              <p:nvGrpSpPr>
                <p:cNvPr id="43072" name="Group 9"/>
                <p:cNvGrpSpPr>
                  <a:grpSpLocks/>
                </p:cNvGrpSpPr>
                <p:nvPr/>
              </p:nvGrpSpPr>
              <p:grpSpPr bwMode="auto">
                <a:xfrm>
                  <a:off x="624" y="655"/>
                  <a:ext cx="2682" cy="351"/>
                  <a:chOff x="624" y="745"/>
                  <a:chExt cx="1078" cy="261"/>
                </a:xfrm>
              </p:grpSpPr>
              <p:grpSp>
                <p:nvGrpSpPr>
                  <p:cNvPr id="43079" name="Group 10"/>
                  <p:cNvGrpSpPr>
                    <a:grpSpLocks/>
                  </p:cNvGrpSpPr>
                  <p:nvPr/>
                </p:nvGrpSpPr>
                <p:grpSpPr bwMode="auto">
                  <a:xfrm>
                    <a:off x="624" y="747"/>
                    <a:ext cx="357" cy="258"/>
                    <a:chOff x="624" y="912"/>
                    <a:chExt cx="960" cy="96"/>
                  </a:xfrm>
                </p:grpSpPr>
                <p:sp>
                  <p:nvSpPr>
                    <p:cNvPr id="43086" name="Freeform 11"/>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43087" name="Freeform 12"/>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nvGrpSpPr>
                  <p:cNvPr id="43080" name="Group 13"/>
                  <p:cNvGrpSpPr>
                    <a:grpSpLocks/>
                  </p:cNvGrpSpPr>
                  <p:nvPr/>
                </p:nvGrpSpPr>
                <p:grpSpPr bwMode="auto">
                  <a:xfrm>
                    <a:off x="983" y="745"/>
                    <a:ext cx="358" cy="261"/>
                    <a:chOff x="624" y="912"/>
                    <a:chExt cx="960" cy="96"/>
                  </a:xfrm>
                </p:grpSpPr>
                <p:sp>
                  <p:nvSpPr>
                    <p:cNvPr id="43084" name="Freeform 14"/>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43085" name="Freeform 15"/>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nvGrpSpPr>
                  <p:cNvPr id="43081" name="Group 16"/>
                  <p:cNvGrpSpPr>
                    <a:grpSpLocks/>
                  </p:cNvGrpSpPr>
                  <p:nvPr/>
                </p:nvGrpSpPr>
                <p:grpSpPr bwMode="auto">
                  <a:xfrm>
                    <a:off x="1342" y="746"/>
                    <a:ext cx="360" cy="256"/>
                    <a:chOff x="624" y="912"/>
                    <a:chExt cx="960" cy="96"/>
                  </a:xfrm>
                </p:grpSpPr>
                <p:sp>
                  <p:nvSpPr>
                    <p:cNvPr id="43082" name="Freeform 17"/>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43083" name="Freeform 18"/>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sp>
              <p:nvSpPr>
                <p:cNvPr id="43073" name="Line 19"/>
                <p:cNvSpPr>
                  <a:spLocks noChangeShapeType="1"/>
                </p:cNvSpPr>
                <p:nvPr/>
              </p:nvSpPr>
              <p:spPr bwMode="auto">
                <a:xfrm flipH="1">
                  <a:off x="1509" y="810"/>
                  <a:ext cx="9" cy="48"/>
                </a:xfrm>
                <a:prstGeom prst="line">
                  <a:avLst/>
                </a:prstGeom>
                <a:noFill/>
                <a:ln w="15875">
                  <a:solidFill>
                    <a:schemeClr val="tx1"/>
                  </a:solidFill>
                  <a:round/>
                  <a:headEnd/>
                  <a:tailEnd/>
                </a:ln>
              </p:spPr>
              <p:txBody>
                <a:bodyPr/>
                <a:lstStyle/>
                <a:p>
                  <a:endParaRPr lang="zh-CN" altLang="en-US"/>
                </a:p>
              </p:txBody>
            </p:sp>
            <p:sp>
              <p:nvSpPr>
                <p:cNvPr id="43074" name="Line 20"/>
                <p:cNvSpPr>
                  <a:spLocks noChangeShapeType="1"/>
                </p:cNvSpPr>
                <p:nvPr/>
              </p:nvSpPr>
              <p:spPr bwMode="auto">
                <a:xfrm>
                  <a:off x="1962" y="819"/>
                  <a:ext cx="3" cy="48"/>
                </a:xfrm>
                <a:prstGeom prst="line">
                  <a:avLst/>
                </a:prstGeom>
                <a:noFill/>
                <a:ln w="15875">
                  <a:solidFill>
                    <a:schemeClr val="tx1"/>
                  </a:solidFill>
                  <a:round/>
                  <a:headEnd/>
                  <a:tailEnd/>
                </a:ln>
              </p:spPr>
              <p:txBody>
                <a:bodyPr/>
                <a:lstStyle/>
                <a:p>
                  <a:endParaRPr lang="zh-CN" altLang="en-US"/>
                </a:p>
              </p:txBody>
            </p:sp>
            <p:sp>
              <p:nvSpPr>
                <p:cNvPr id="43075" name="Line 21"/>
                <p:cNvSpPr>
                  <a:spLocks noChangeShapeType="1"/>
                </p:cNvSpPr>
                <p:nvPr/>
              </p:nvSpPr>
              <p:spPr bwMode="auto">
                <a:xfrm flipH="1">
                  <a:off x="2409" y="807"/>
                  <a:ext cx="6" cy="48"/>
                </a:xfrm>
                <a:prstGeom prst="line">
                  <a:avLst/>
                </a:prstGeom>
                <a:noFill/>
                <a:ln w="15875">
                  <a:solidFill>
                    <a:schemeClr val="tx1"/>
                  </a:solidFill>
                  <a:round/>
                  <a:headEnd/>
                  <a:tailEnd/>
                </a:ln>
              </p:spPr>
              <p:txBody>
                <a:bodyPr/>
                <a:lstStyle/>
                <a:p>
                  <a:endParaRPr lang="zh-CN" altLang="en-US"/>
                </a:p>
              </p:txBody>
            </p:sp>
            <p:sp>
              <p:nvSpPr>
                <p:cNvPr id="43076" name="Line 22"/>
                <p:cNvSpPr>
                  <a:spLocks noChangeShapeType="1"/>
                </p:cNvSpPr>
                <p:nvPr/>
              </p:nvSpPr>
              <p:spPr bwMode="auto">
                <a:xfrm flipH="1">
                  <a:off x="1065" y="828"/>
                  <a:ext cx="3" cy="24"/>
                </a:xfrm>
                <a:prstGeom prst="line">
                  <a:avLst/>
                </a:prstGeom>
                <a:noFill/>
                <a:ln w="15875">
                  <a:solidFill>
                    <a:schemeClr val="tx1"/>
                  </a:solidFill>
                  <a:round/>
                  <a:headEnd/>
                  <a:tailEnd/>
                </a:ln>
              </p:spPr>
              <p:txBody>
                <a:bodyPr/>
                <a:lstStyle/>
                <a:p>
                  <a:endParaRPr lang="zh-CN" altLang="en-US"/>
                </a:p>
              </p:txBody>
            </p:sp>
            <p:sp>
              <p:nvSpPr>
                <p:cNvPr id="43077" name="Line 23"/>
                <p:cNvSpPr>
                  <a:spLocks noChangeShapeType="1"/>
                </p:cNvSpPr>
                <p:nvPr/>
              </p:nvSpPr>
              <p:spPr bwMode="auto">
                <a:xfrm>
                  <a:off x="2859" y="816"/>
                  <a:ext cx="0" cy="30"/>
                </a:xfrm>
                <a:prstGeom prst="line">
                  <a:avLst/>
                </a:prstGeom>
                <a:noFill/>
                <a:ln w="15875">
                  <a:solidFill>
                    <a:schemeClr val="tx1"/>
                  </a:solidFill>
                  <a:round/>
                  <a:headEnd/>
                  <a:tailEnd/>
                </a:ln>
              </p:spPr>
              <p:txBody>
                <a:bodyPr/>
                <a:lstStyle/>
                <a:p>
                  <a:endParaRPr lang="zh-CN" altLang="en-US"/>
                </a:p>
              </p:txBody>
            </p:sp>
            <p:sp>
              <p:nvSpPr>
                <p:cNvPr id="43078" name="Line 24"/>
                <p:cNvSpPr>
                  <a:spLocks noChangeShapeType="1"/>
                </p:cNvSpPr>
                <p:nvPr/>
              </p:nvSpPr>
              <p:spPr bwMode="auto">
                <a:xfrm>
                  <a:off x="3312" y="834"/>
                  <a:ext cx="66" cy="0"/>
                </a:xfrm>
                <a:prstGeom prst="line">
                  <a:avLst/>
                </a:prstGeom>
                <a:noFill/>
                <a:ln w="15875">
                  <a:solidFill>
                    <a:schemeClr val="tx1"/>
                  </a:solidFill>
                  <a:round/>
                  <a:headEnd/>
                  <a:tailEnd/>
                </a:ln>
              </p:spPr>
              <p:txBody>
                <a:bodyPr/>
                <a:lstStyle/>
                <a:p>
                  <a:endParaRPr lang="zh-CN" altLang="en-US"/>
                </a:p>
              </p:txBody>
            </p:sp>
          </p:grpSp>
          <p:sp>
            <p:nvSpPr>
              <p:cNvPr id="43070" name="Line 25"/>
              <p:cNvSpPr>
                <a:spLocks noChangeShapeType="1"/>
              </p:cNvSpPr>
              <p:nvPr/>
            </p:nvSpPr>
            <p:spPr bwMode="auto">
              <a:xfrm>
                <a:off x="550" y="823"/>
                <a:ext cx="46" cy="0"/>
              </a:xfrm>
              <a:prstGeom prst="line">
                <a:avLst/>
              </a:prstGeom>
              <a:noFill/>
              <a:ln w="15875">
                <a:solidFill>
                  <a:schemeClr val="tx1"/>
                </a:solidFill>
                <a:round/>
                <a:headEnd/>
                <a:tailEnd/>
              </a:ln>
            </p:spPr>
            <p:txBody>
              <a:bodyPr/>
              <a:lstStyle/>
              <a:p>
                <a:endParaRPr lang="zh-CN" altLang="en-US"/>
              </a:p>
            </p:txBody>
          </p:sp>
          <p:sp>
            <p:nvSpPr>
              <p:cNvPr id="43071" name="Line 26"/>
              <p:cNvSpPr>
                <a:spLocks noChangeShapeType="1"/>
              </p:cNvSpPr>
              <p:nvPr/>
            </p:nvSpPr>
            <p:spPr bwMode="auto">
              <a:xfrm>
                <a:off x="591" y="792"/>
                <a:ext cx="0" cy="33"/>
              </a:xfrm>
              <a:prstGeom prst="line">
                <a:avLst/>
              </a:prstGeom>
              <a:noFill/>
              <a:ln w="15875">
                <a:solidFill>
                  <a:schemeClr val="tx1"/>
                </a:solidFill>
                <a:round/>
                <a:headEnd/>
                <a:tailEnd/>
              </a:ln>
            </p:spPr>
            <p:txBody>
              <a:bodyPr/>
              <a:lstStyle/>
              <a:p>
                <a:endParaRPr lang="zh-CN" altLang="en-US"/>
              </a:p>
            </p:txBody>
          </p:sp>
        </p:grpSp>
        <p:sp>
          <p:nvSpPr>
            <p:cNvPr id="43037" name="Rectangle 27"/>
            <p:cNvSpPr>
              <a:spLocks noChangeArrowheads="1"/>
            </p:cNvSpPr>
            <p:nvPr/>
          </p:nvSpPr>
          <p:spPr bwMode="auto">
            <a:xfrm>
              <a:off x="5289" y="709"/>
              <a:ext cx="89" cy="917"/>
            </a:xfrm>
            <a:prstGeom prst="rect">
              <a:avLst/>
            </a:prstGeom>
            <a:solidFill>
              <a:srgbClr val="FF6600"/>
            </a:solidFill>
            <a:ln w="9525">
              <a:noFill/>
              <a:miter lim="800000"/>
              <a:headEnd/>
              <a:tailEnd/>
            </a:ln>
          </p:spPr>
          <p:txBody>
            <a:bodyPr wrap="none" anchor="ctr"/>
            <a:lstStyle/>
            <a:p>
              <a:endParaRPr lang="zh-CN" altLang="en-US"/>
            </a:p>
          </p:txBody>
        </p:sp>
        <p:sp>
          <p:nvSpPr>
            <p:cNvPr id="43038" name="Rectangle 28"/>
            <p:cNvSpPr>
              <a:spLocks noChangeArrowheads="1"/>
            </p:cNvSpPr>
            <p:nvPr/>
          </p:nvSpPr>
          <p:spPr bwMode="auto">
            <a:xfrm flipV="1">
              <a:off x="2181" y="1537"/>
              <a:ext cx="3203" cy="106"/>
            </a:xfrm>
            <a:prstGeom prst="rect">
              <a:avLst/>
            </a:prstGeom>
            <a:solidFill>
              <a:srgbClr val="FF6600"/>
            </a:solidFill>
            <a:ln w="9525">
              <a:noFill/>
              <a:miter lim="800000"/>
              <a:headEnd/>
              <a:tailEnd/>
            </a:ln>
          </p:spPr>
          <p:txBody>
            <a:bodyPr wrap="none" anchor="ctr"/>
            <a:lstStyle/>
            <a:p>
              <a:endParaRPr lang="zh-CN" altLang="en-US"/>
            </a:p>
          </p:txBody>
        </p:sp>
        <p:sp>
          <p:nvSpPr>
            <p:cNvPr id="43039" name="Rectangle 29"/>
            <p:cNvSpPr>
              <a:spLocks noChangeArrowheads="1"/>
            </p:cNvSpPr>
            <p:nvPr/>
          </p:nvSpPr>
          <p:spPr bwMode="auto">
            <a:xfrm>
              <a:off x="2154" y="728"/>
              <a:ext cx="89" cy="917"/>
            </a:xfrm>
            <a:prstGeom prst="rect">
              <a:avLst/>
            </a:prstGeom>
            <a:solidFill>
              <a:srgbClr val="FF6600"/>
            </a:solidFill>
            <a:ln w="9525">
              <a:noFill/>
              <a:miter lim="800000"/>
              <a:headEnd/>
              <a:tailEnd/>
            </a:ln>
          </p:spPr>
          <p:txBody>
            <a:bodyPr wrap="none" anchor="ctr"/>
            <a:lstStyle/>
            <a:p>
              <a:endParaRPr lang="zh-CN" altLang="en-US"/>
            </a:p>
          </p:txBody>
        </p:sp>
        <p:sp>
          <p:nvSpPr>
            <p:cNvPr id="43040" name="WordArt 30"/>
            <p:cNvSpPr>
              <a:spLocks noChangeArrowheads="1" noChangeShapeType="1" noTextEdit="1"/>
            </p:cNvSpPr>
            <p:nvPr/>
          </p:nvSpPr>
          <p:spPr bwMode="auto">
            <a:xfrm>
              <a:off x="5420" y="1603"/>
              <a:ext cx="192" cy="121"/>
            </a:xfrm>
            <a:prstGeom prst="rect">
              <a:avLst/>
            </a:prstGeom>
          </p:spPr>
          <p:txBody>
            <a:bodyPr wrap="none" fromWordArt="1">
              <a:prstTxWarp prst="textPlain">
                <a:avLst>
                  <a:gd name="adj" fmla="val 53648"/>
                </a:avLst>
              </a:prstTxWarp>
            </a:bodyPr>
            <a:lstStyle/>
            <a:p>
              <a:r>
                <a:rPr lang="en-US" altLang="zh-CN" sz="800" i="1" kern="10">
                  <a:ln w="9525">
                    <a:solidFill>
                      <a:srgbClr val="000000"/>
                    </a:solidFill>
                    <a:round/>
                    <a:headEnd/>
                    <a:tailEnd/>
                  </a:ln>
                  <a:solidFill>
                    <a:srgbClr val="000000"/>
                  </a:solidFill>
                  <a:latin typeface="Times New Roman"/>
                  <a:cs typeface="Times New Roman"/>
                </a:rPr>
                <a:t>X</a:t>
              </a:r>
              <a:endParaRPr lang="zh-CN" altLang="en-US" sz="800" i="1" kern="10">
                <a:ln w="9525">
                  <a:solidFill>
                    <a:srgbClr val="000000"/>
                  </a:solidFill>
                  <a:round/>
                  <a:headEnd/>
                  <a:tailEnd/>
                </a:ln>
                <a:solidFill>
                  <a:srgbClr val="000000"/>
                </a:solidFill>
                <a:latin typeface="Times New Roman"/>
                <a:cs typeface="Times New Roman"/>
              </a:endParaRPr>
            </a:p>
          </p:txBody>
        </p:sp>
        <p:sp>
          <p:nvSpPr>
            <p:cNvPr id="43041" name="Line 31"/>
            <p:cNvSpPr>
              <a:spLocks noChangeShapeType="1"/>
            </p:cNvSpPr>
            <p:nvPr/>
          </p:nvSpPr>
          <p:spPr bwMode="auto">
            <a:xfrm flipH="1">
              <a:off x="2771" y="1542"/>
              <a:ext cx="2873" cy="0"/>
            </a:xfrm>
            <a:prstGeom prst="line">
              <a:avLst/>
            </a:prstGeom>
            <a:noFill/>
            <a:ln w="28575">
              <a:solidFill>
                <a:schemeClr val="tx1"/>
              </a:solidFill>
              <a:round/>
              <a:headEnd type="triangle" w="sm" len="lg"/>
              <a:tailEnd/>
            </a:ln>
          </p:spPr>
          <p:txBody>
            <a:bodyPr/>
            <a:lstStyle/>
            <a:p>
              <a:endParaRPr lang="zh-CN" altLang="en-US"/>
            </a:p>
          </p:txBody>
        </p:sp>
        <p:grpSp>
          <p:nvGrpSpPr>
            <p:cNvPr id="43042" name="Group 32"/>
            <p:cNvGrpSpPr>
              <a:grpSpLocks/>
            </p:cNvGrpSpPr>
            <p:nvPr/>
          </p:nvGrpSpPr>
          <p:grpSpPr bwMode="auto">
            <a:xfrm>
              <a:off x="3287" y="1585"/>
              <a:ext cx="132" cy="153"/>
              <a:chOff x="1264" y="1345"/>
              <a:chExt cx="132" cy="153"/>
            </a:xfrm>
          </p:grpSpPr>
          <p:sp>
            <p:nvSpPr>
              <p:cNvPr id="43067" name="WordArt 33"/>
              <p:cNvSpPr>
                <a:spLocks noChangeArrowheads="1" noChangeShapeType="1" noTextEdit="1"/>
              </p:cNvSpPr>
              <p:nvPr/>
            </p:nvSpPr>
            <p:spPr bwMode="auto">
              <a:xfrm>
                <a:off x="1268" y="1345"/>
                <a:ext cx="128" cy="151"/>
              </a:xfrm>
              <a:prstGeom prst="rect">
                <a:avLst/>
              </a:prstGeom>
            </p:spPr>
            <p:txBody>
              <a:bodyPr wrap="none" fromWordArt="1">
                <a:prstTxWarp prst="textPlain">
                  <a:avLst>
                    <a:gd name="adj" fmla="val 56667"/>
                  </a:avLst>
                </a:prstTxWarp>
              </a:bodyPr>
              <a:lstStyle/>
              <a:p>
                <a:r>
                  <a:rPr lang="en-US" altLang="zh-CN" sz="800" i="1" kern="10">
                    <a:ln w="76200">
                      <a:solidFill>
                        <a:schemeClr val="bg1"/>
                      </a:solidFill>
                      <a:round/>
                      <a:headEnd/>
                      <a:tailEnd/>
                    </a:ln>
                    <a:solidFill>
                      <a:schemeClr val="bg1"/>
                    </a:solidFill>
                    <a:latin typeface="Times New Roman"/>
                    <a:cs typeface="Times New Roman"/>
                  </a:rPr>
                  <a:t>O</a:t>
                </a:r>
                <a:endParaRPr lang="zh-CN" altLang="en-US" sz="800" i="1" kern="10">
                  <a:ln w="76200">
                    <a:solidFill>
                      <a:schemeClr val="bg1"/>
                    </a:solidFill>
                    <a:round/>
                    <a:headEnd/>
                    <a:tailEnd/>
                  </a:ln>
                  <a:solidFill>
                    <a:schemeClr val="bg1"/>
                  </a:solidFill>
                  <a:latin typeface="Times New Roman"/>
                  <a:cs typeface="Times New Roman"/>
                </a:endParaRPr>
              </a:p>
            </p:txBody>
          </p:sp>
          <p:sp>
            <p:nvSpPr>
              <p:cNvPr id="43068" name="WordArt 34"/>
              <p:cNvSpPr>
                <a:spLocks noChangeArrowheads="1" noChangeShapeType="1" noTextEdit="1"/>
              </p:cNvSpPr>
              <p:nvPr/>
            </p:nvSpPr>
            <p:spPr bwMode="auto">
              <a:xfrm>
                <a:off x="1264" y="1347"/>
                <a:ext cx="128" cy="151"/>
              </a:xfrm>
              <a:prstGeom prst="rect">
                <a:avLst/>
              </a:prstGeom>
            </p:spPr>
            <p:txBody>
              <a:bodyPr wrap="none" fromWordArt="1">
                <a:prstTxWarp prst="textPlain">
                  <a:avLst>
                    <a:gd name="adj" fmla="val 56667"/>
                  </a:avLst>
                </a:prstTxWarp>
              </a:bodyPr>
              <a:lstStyle/>
              <a:p>
                <a:r>
                  <a:rPr lang="en-US" altLang="zh-CN" sz="800" i="1" kern="10">
                    <a:ln w="9525">
                      <a:solidFill>
                        <a:srgbClr val="000000"/>
                      </a:solidFill>
                      <a:round/>
                      <a:headEnd/>
                      <a:tailEnd/>
                    </a:ln>
                    <a:solidFill>
                      <a:srgbClr val="000000"/>
                    </a:solidFill>
                    <a:latin typeface="Times New Roman"/>
                    <a:cs typeface="Times New Roman"/>
                  </a:rPr>
                  <a:t>O</a:t>
                </a:r>
                <a:endParaRPr lang="zh-CN" altLang="en-US" sz="800" i="1" kern="10">
                  <a:ln w="9525">
                    <a:solidFill>
                      <a:srgbClr val="000000"/>
                    </a:solidFill>
                    <a:round/>
                    <a:headEnd/>
                    <a:tailEnd/>
                  </a:ln>
                  <a:solidFill>
                    <a:srgbClr val="000000"/>
                  </a:solidFill>
                  <a:latin typeface="Times New Roman"/>
                  <a:cs typeface="Times New Roman"/>
                </a:endParaRPr>
              </a:p>
            </p:txBody>
          </p:sp>
        </p:grpSp>
        <p:sp>
          <p:nvSpPr>
            <p:cNvPr id="43043" name="Text Box 38"/>
            <p:cNvSpPr txBox="1">
              <a:spLocks noChangeArrowheads="1"/>
            </p:cNvSpPr>
            <p:nvPr/>
          </p:nvSpPr>
          <p:spPr bwMode="auto">
            <a:xfrm>
              <a:off x="4421" y="909"/>
              <a:ext cx="901" cy="288"/>
            </a:xfrm>
            <a:prstGeom prst="rect">
              <a:avLst/>
            </a:prstGeom>
            <a:noFill/>
            <a:ln w="9525">
              <a:noFill/>
              <a:miter lim="800000"/>
              <a:headEnd/>
              <a:tailEnd/>
            </a:ln>
          </p:spPr>
          <p:txBody>
            <a:bodyPr>
              <a:spAutoFit/>
            </a:bodyPr>
            <a:lstStyle/>
            <a:p>
              <a:pPr algn="l">
                <a:spcBef>
                  <a:spcPct val="50000"/>
                </a:spcBef>
              </a:pPr>
              <a:r>
                <a:rPr lang="zh-CN" altLang="en-US" sz="2400" b="1"/>
                <a:t>粘滞阻力</a:t>
              </a:r>
            </a:p>
          </p:txBody>
        </p:sp>
        <p:sp>
          <p:nvSpPr>
            <p:cNvPr id="43044" name="Line 39"/>
            <p:cNvSpPr>
              <a:spLocks noChangeShapeType="1"/>
            </p:cNvSpPr>
            <p:nvPr/>
          </p:nvSpPr>
          <p:spPr bwMode="auto">
            <a:xfrm flipH="1">
              <a:off x="4172" y="1334"/>
              <a:ext cx="440" cy="0"/>
            </a:xfrm>
            <a:prstGeom prst="line">
              <a:avLst/>
            </a:prstGeom>
            <a:noFill/>
            <a:ln w="76200">
              <a:solidFill>
                <a:schemeClr val="bg1"/>
              </a:solidFill>
              <a:round/>
              <a:headEnd/>
              <a:tailEnd type="triangle" w="sm" len="lg"/>
            </a:ln>
          </p:spPr>
          <p:txBody>
            <a:bodyPr/>
            <a:lstStyle/>
            <a:p>
              <a:endParaRPr lang="zh-CN" altLang="en-US"/>
            </a:p>
          </p:txBody>
        </p:sp>
        <p:sp>
          <p:nvSpPr>
            <p:cNvPr id="43045" name="Line 40"/>
            <p:cNvSpPr>
              <a:spLocks noChangeShapeType="1"/>
            </p:cNvSpPr>
            <p:nvPr/>
          </p:nvSpPr>
          <p:spPr bwMode="auto">
            <a:xfrm>
              <a:off x="4507" y="1336"/>
              <a:ext cx="204" cy="0"/>
            </a:xfrm>
            <a:prstGeom prst="line">
              <a:avLst/>
            </a:prstGeom>
            <a:noFill/>
            <a:ln w="76200">
              <a:solidFill>
                <a:schemeClr val="bg1"/>
              </a:solidFill>
              <a:round/>
              <a:headEnd/>
              <a:tailEnd/>
            </a:ln>
          </p:spPr>
          <p:txBody>
            <a:bodyPr/>
            <a:lstStyle/>
            <a:p>
              <a:endParaRPr lang="zh-CN" altLang="en-US"/>
            </a:p>
          </p:txBody>
        </p:sp>
        <p:sp>
          <p:nvSpPr>
            <p:cNvPr id="43046" name="Line 41"/>
            <p:cNvSpPr>
              <a:spLocks noChangeShapeType="1"/>
            </p:cNvSpPr>
            <p:nvPr/>
          </p:nvSpPr>
          <p:spPr bwMode="auto">
            <a:xfrm flipH="1">
              <a:off x="4291" y="1334"/>
              <a:ext cx="440" cy="0"/>
            </a:xfrm>
            <a:prstGeom prst="line">
              <a:avLst/>
            </a:prstGeom>
            <a:noFill/>
            <a:ln w="38100">
              <a:solidFill>
                <a:srgbClr val="0000FF"/>
              </a:solidFill>
              <a:round/>
              <a:headEnd/>
              <a:tailEnd type="triangle" w="sm" len="lg"/>
            </a:ln>
          </p:spPr>
          <p:txBody>
            <a:bodyPr/>
            <a:lstStyle/>
            <a:p>
              <a:endParaRPr lang="zh-CN" altLang="en-US"/>
            </a:p>
          </p:txBody>
        </p:sp>
        <p:sp>
          <p:nvSpPr>
            <p:cNvPr id="43047" name="Line 44"/>
            <p:cNvSpPr>
              <a:spLocks noChangeShapeType="1"/>
            </p:cNvSpPr>
            <p:nvPr/>
          </p:nvSpPr>
          <p:spPr bwMode="auto">
            <a:xfrm>
              <a:off x="4002" y="1100"/>
              <a:ext cx="379" cy="8"/>
            </a:xfrm>
            <a:prstGeom prst="line">
              <a:avLst/>
            </a:prstGeom>
            <a:noFill/>
            <a:ln w="76200">
              <a:solidFill>
                <a:schemeClr val="bg1"/>
              </a:solidFill>
              <a:round/>
              <a:headEnd/>
              <a:tailEnd type="triangle" w="sm" len="lg"/>
            </a:ln>
          </p:spPr>
          <p:txBody>
            <a:bodyPr/>
            <a:lstStyle/>
            <a:p>
              <a:endParaRPr lang="zh-CN" altLang="en-US"/>
            </a:p>
          </p:txBody>
        </p:sp>
        <p:sp>
          <p:nvSpPr>
            <p:cNvPr id="43048" name="Line 46"/>
            <p:cNvSpPr>
              <a:spLocks noChangeShapeType="1"/>
            </p:cNvSpPr>
            <p:nvPr/>
          </p:nvSpPr>
          <p:spPr bwMode="auto">
            <a:xfrm>
              <a:off x="3886" y="1102"/>
              <a:ext cx="250" cy="0"/>
            </a:xfrm>
            <a:prstGeom prst="line">
              <a:avLst/>
            </a:prstGeom>
            <a:noFill/>
            <a:ln w="76200">
              <a:solidFill>
                <a:schemeClr val="bg1"/>
              </a:solidFill>
              <a:round/>
              <a:headEnd/>
              <a:tailEnd/>
            </a:ln>
          </p:spPr>
          <p:txBody>
            <a:bodyPr/>
            <a:lstStyle/>
            <a:p>
              <a:endParaRPr lang="zh-CN" altLang="en-US"/>
            </a:p>
          </p:txBody>
        </p:sp>
        <p:sp>
          <p:nvSpPr>
            <p:cNvPr id="43049" name="Line 47"/>
            <p:cNvSpPr>
              <a:spLocks noChangeShapeType="1"/>
            </p:cNvSpPr>
            <p:nvPr/>
          </p:nvSpPr>
          <p:spPr bwMode="auto">
            <a:xfrm>
              <a:off x="3918" y="1102"/>
              <a:ext cx="381" cy="2"/>
            </a:xfrm>
            <a:prstGeom prst="line">
              <a:avLst/>
            </a:prstGeom>
            <a:noFill/>
            <a:ln w="38100">
              <a:solidFill>
                <a:schemeClr val="accent2"/>
              </a:solidFill>
              <a:round/>
              <a:headEnd/>
              <a:tailEnd type="triangle" w="sm" len="lg"/>
            </a:ln>
          </p:spPr>
          <p:txBody>
            <a:bodyPr/>
            <a:lstStyle/>
            <a:p>
              <a:endParaRPr lang="zh-CN" altLang="en-US"/>
            </a:p>
          </p:txBody>
        </p:sp>
        <p:grpSp>
          <p:nvGrpSpPr>
            <p:cNvPr id="43050" name="Group 49"/>
            <p:cNvGrpSpPr>
              <a:grpSpLocks/>
            </p:cNvGrpSpPr>
            <p:nvPr/>
          </p:nvGrpSpPr>
          <p:grpSpPr bwMode="auto">
            <a:xfrm>
              <a:off x="4755" y="1224"/>
              <a:ext cx="230" cy="207"/>
              <a:chOff x="608" y="1503"/>
              <a:chExt cx="193" cy="191"/>
            </a:xfrm>
          </p:grpSpPr>
          <p:sp>
            <p:nvSpPr>
              <p:cNvPr id="43065" name="WordArt 50"/>
              <p:cNvSpPr>
                <a:spLocks noChangeArrowheads="1" noChangeShapeType="1" noTextEdit="1"/>
              </p:cNvSpPr>
              <p:nvPr/>
            </p:nvSpPr>
            <p:spPr bwMode="auto">
              <a:xfrm>
                <a:off x="608" y="1503"/>
                <a:ext cx="147" cy="182"/>
              </a:xfrm>
              <a:prstGeom prst="rect">
                <a:avLst/>
              </a:prstGeom>
            </p:spPr>
            <p:txBody>
              <a:bodyPr wrap="none" fromWordArt="1">
                <a:prstTxWarp prst="textPlain">
                  <a:avLst>
                    <a:gd name="adj" fmla="val 50000"/>
                  </a:avLst>
                </a:prstTxWarp>
              </a:bodyPr>
              <a:lstStyle/>
              <a:p>
                <a:r>
                  <a:rPr lang="en-US" altLang="zh-CN" sz="3600" b="1" i="1" kern="10">
                    <a:ln w="76200">
                      <a:solidFill>
                        <a:schemeClr val="bg1"/>
                      </a:solidFill>
                      <a:round/>
                      <a:headEnd/>
                      <a:tailEnd/>
                    </a:ln>
                    <a:solidFill>
                      <a:schemeClr val="bg1"/>
                    </a:solidFill>
                    <a:latin typeface="Times New Roman"/>
                    <a:cs typeface="Times New Roman"/>
                  </a:rPr>
                  <a:t>f</a:t>
                </a:r>
                <a:endParaRPr lang="zh-CN" altLang="en-US" sz="3600" b="1" i="1" kern="10">
                  <a:ln w="76200">
                    <a:solidFill>
                      <a:schemeClr val="bg1"/>
                    </a:solidFill>
                    <a:round/>
                    <a:headEnd/>
                    <a:tailEnd/>
                  </a:ln>
                  <a:solidFill>
                    <a:schemeClr val="bg1"/>
                  </a:solidFill>
                  <a:latin typeface="Times New Roman"/>
                  <a:cs typeface="Times New Roman"/>
                </a:endParaRPr>
              </a:p>
            </p:txBody>
          </p:sp>
          <p:sp>
            <p:nvSpPr>
              <p:cNvPr id="43066" name="WordArt 51"/>
              <p:cNvSpPr>
                <a:spLocks noChangeArrowheads="1" noChangeShapeType="1" noTextEdit="1"/>
              </p:cNvSpPr>
              <p:nvPr/>
            </p:nvSpPr>
            <p:spPr bwMode="auto">
              <a:xfrm>
                <a:off x="724" y="1603"/>
                <a:ext cx="77" cy="91"/>
              </a:xfrm>
              <a:prstGeom prst="rect">
                <a:avLst/>
              </a:prstGeom>
            </p:spPr>
            <p:txBody>
              <a:bodyPr wrap="none" fromWordArt="1">
                <a:prstTxWarp prst="textPlain">
                  <a:avLst>
                    <a:gd name="adj" fmla="val 50000"/>
                  </a:avLst>
                </a:prstTxWarp>
              </a:bodyPr>
              <a:lstStyle/>
              <a:p>
                <a:r>
                  <a:rPr lang="en-US" altLang="zh-CN" sz="3600" i="1" kern="10">
                    <a:ln w="76200">
                      <a:solidFill>
                        <a:schemeClr val="bg1"/>
                      </a:solidFill>
                      <a:round/>
                      <a:headEnd/>
                      <a:tailEnd/>
                    </a:ln>
                    <a:solidFill>
                      <a:schemeClr val="bg1"/>
                    </a:solidFill>
                    <a:latin typeface="Times New Roman"/>
                    <a:cs typeface="Times New Roman"/>
                  </a:rPr>
                  <a:t>r</a:t>
                </a:r>
                <a:endParaRPr lang="zh-CN" altLang="en-US" sz="3600" i="1" kern="10">
                  <a:ln w="76200">
                    <a:solidFill>
                      <a:schemeClr val="bg1"/>
                    </a:solidFill>
                    <a:round/>
                    <a:headEnd/>
                    <a:tailEnd/>
                  </a:ln>
                  <a:solidFill>
                    <a:schemeClr val="bg1"/>
                  </a:solidFill>
                  <a:latin typeface="Times New Roman"/>
                  <a:cs typeface="Times New Roman"/>
                </a:endParaRPr>
              </a:p>
            </p:txBody>
          </p:sp>
        </p:grpSp>
        <p:grpSp>
          <p:nvGrpSpPr>
            <p:cNvPr id="43051" name="Group 52"/>
            <p:cNvGrpSpPr>
              <a:grpSpLocks/>
            </p:cNvGrpSpPr>
            <p:nvPr/>
          </p:nvGrpSpPr>
          <p:grpSpPr bwMode="auto">
            <a:xfrm>
              <a:off x="4754" y="1230"/>
              <a:ext cx="230" cy="207"/>
              <a:chOff x="608" y="1503"/>
              <a:chExt cx="193" cy="191"/>
            </a:xfrm>
          </p:grpSpPr>
          <p:sp>
            <p:nvSpPr>
              <p:cNvPr id="43063" name="WordArt 53"/>
              <p:cNvSpPr>
                <a:spLocks noChangeArrowheads="1" noChangeShapeType="1" noTextEdit="1"/>
              </p:cNvSpPr>
              <p:nvPr/>
            </p:nvSpPr>
            <p:spPr bwMode="auto">
              <a:xfrm>
                <a:off x="608" y="1503"/>
                <a:ext cx="147" cy="182"/>
              </a:xfrm>
              <a:prstGeom prst="rect">
                <a:avLst/>
              </a:prstGeom>
            </p:spPr>
            <p:txBody>
              <a:bodyPr wrap="none" fromWordArt="1">
                <a:prstTxWarp prst="textPlain">
                  <a:avLst>
                    <a:gd name="adj" fmla="val 50000"/>
                  </a:avLst>
                </a:prstTxWarp>
              </a:bodyPr>
              <a:lstStyle/>
              <a:p>
                <a:r>
                  <a:rPr lang="en-US" altLang="zh-CN" sz="3600" b="1" i="1" kern="10">
                    <a:ln w="9525">
                      <a:solidFill>
                        <a:schemeClr val="tx1"/>
                      </a:solidFill>
                      <a:round/>
                      <a:headEnd/>
                      <a:tailEnd/>
                    </a:ln>
                    <a:latin typeface="Times New Roman"/>
                    <a:cs typeface="Times New Roman"/>
                  </a:rPr>
                  <a:t>F</a:t>
                </a:r>
                <a:endParaRPr lang="zh-CN" altLang="en-US" sz="3600" b="1" i="1" kern="10">
                  <a:ln w="9525">
                    <a:solidFill>
                      <a:schemeClr val="tx1"/>
                    </a:solidFill>
                    <a:round/>
                    <a:headEnd/>
                    <a:tailEnd/>
                  </a:ln>
                  <a:latin typeface="Times New Roman"/>
                  <a:cs typeface="Times New Roman"/>
                </a:endParaRPr>
              </a:p>
            </p:txBody>
          </p:sp>
          <p:sp>
            <p:nvSpPr>
              <p:cNvPr id="43064" name="WordArt 54"/>
              <p:cNvSpPr>
                <a:spLocks noChangeArrowheads="1" noChangeShapeType="1" noTextEdit="1"/>
              </p:cNvSpPr>
              <p:nvPr/>
            </p:nvSpPr>
            <p:spPr bwMode="auto">
              <a:xfrm>
                <a:off x="724" y="1603"/>
                <a:ext cx="77" cy="91"/>
              </a:xfrm>
              <a:prstGeom prst="rect">
                <a:avLst/>
              </a:prstGeom>
            </p:spPr>
            <p:txBody>
              <a:bodyPr wrap="none" fromWordArt="1">
                <a:prstTxWarp prst="textPlain">
                  <a:avLst>
                    <a:gd name="adj" fmla="val 50000"/>
                  </a:avLst>
                </a:prstTxWarp>
              </a:bodyPr>
              <a:lstStyle/>
              <a:p>
                <a:r>
                  <a:rPr lang="en-US" altLang="zh-CN" sz="3600" i="1" kern="10">
                    <a:ln w="9525">
                      <a:solidFill>
                        <a:schemeClr val="tx1"/>
                      </a:solidFill>
                      <a:round/>
                      <a:headEnd/>
                      <a:tailEnd/>
                    </a:ln>
                    <a:latin typeface="Times New Roman"/>
                    <a:cs typeface="Times New Roman"/>
                  </a:rPr>
                  <a:t>r</a:t>
                </a:r>
                <a:endParaRPr lang="zh-CN" altLang="en-US" sz="3600" i="1" kern="10">
                  <a:ln w="9525">
                    <a:solidFill>
                      <a:schemeClr val="tx1"/>
                    </a:solidFill>
                    <a:round/>
                    <a:headEnd/>
                    <a:tailEnd/>
                  </a:ln>
                  <a:latin typeface="Times New Roman"/>
                  <a:cs typeface="Times New Roman"/>
                </a:endParaRPr>
              </a:p>
            </p:txBody>
          </p:sp>
        </p:grpSp>
        <p:grpSp>
          <p:nvGrpSpPr>
            <p:cNvPr id="43052" name="Group 56"/>
            <p:cNvGrpSpPr>
              <a:grpSpLocks/>
            </p:cNvGrpSpPr>
            <p:nvPr/>
          </p:nvGrpSpPr>
          <p:grpSpPr bwMode="auto">
            <a:xfrm>
              <a:off x="3336" y="1349"/>
              <a:ext cx="664" cy="2"/>
              <a:chOff x="2134" y="1080"/>
              <a:chExt cx="664" cy="2"/>
            </a:xfrm>
          </p:grpSpPr>
          <p:sp>
            <p:nvSpPr>
              <p:cNvPr id="43060" name="Line 57"/>
              <p:cNvSpPr>
                <a:spLocks noChangeShapeType="1"/>
              </p:cNvSpPr>
              <p:nvPr/>
            </p:nvSpPr>
            <p:spPr bwMode="auto">
              <a:xfrm flipH="1">
                <a:off x="2134" y="1080"/>
                <a:ext cx="538" cy="0"/>
              </a:xfrm>
              <a:prstGeom prst="line">
                <a:avLst/>
              </a:prstGeom>
              <a:noFill/>
              <a:ln w="76200">
                <a:solidFill>
                  <a:srgbClr val="0000FF"/>
                </a:solidFill>
                <a:round/>
                <a:headEnd/>
                <a:tailEnd type="triangle" w="sm" len="lg"/>
              </a:ln>
            </p:spPr>
            <p:txBody>
              <a:bodyPr/>
              <a:lstStyle/>
              <a:p>
                <a:endParaRPr lang="zh-CN" altLang="en-US"/>
              </a:p>
            </p:txBody>
          </p:sp>
          <p:sp>
            <p:nvSpPr>
              <p:cNvPr id="43061" name="Line 58"/>
              <p:cNvSpPr>
                <a:spLocks noChangeShapeType="1"/>
              </p:cNvSpPr>
              <p:nvPr/>
            </p:nvSpPr>
            <p:spPr bwMode="auto">
              <a:xfrm>
                <a:off x="2548" y="1082"/>
                <a:ext cx="250" cy="0"/>
              </a:xfrm>
              <a:prstGeom prst="line">
                <a:avLst/>
              </a:prstGeom>
              <a:noFill/>
              <a:ln w="76200">
                <a:solidFill>
                  <a:srgbClr val="0000FF"/>
                </a:solidFill>
                <a:round/>
                <a:headEnd/>
                <a:tailEnd/>
              </a:ln>
            </p:spPr>
            <p:txBody>
              <a:bodyPr/>
              <a:lstStyle/>
              <a:p>
                <a:endParaRPr lang="zh-CN" altLang="en-US"/>
              </a:p>
            </p:txBody>
          </p:sp>
          <p:sp>
            <p:nvSpPr>
              <p:cNvPr id="43062" name="Line 59"/>
              <p:cNvSpPr>
                <a:spLocks noChangeShapeType="1"/>
              </p:cNvSpPr>
              <p:nvPr/>
            </p:nvSpPr>
            <p:spPr bwMode="auto">
              <a:xfrm flipH="1">
                <a:off x="2225" y="1080"/>
                <a:ext cx="538" cy="0"/>
              </a:xfrm>
              <a:prstGeom prst="line">
                <a:avLst/>
              </a:prstGeom>
              <a:noFill/>
              <a:ln w="38100">
                <a:solidFill>
                  <a:srgbClr val="0000FF"/>
                </a:solidFill>
                <a:round/>
                <a:headEnd/>
                <a:tailEnd type="triangle" w="sm" len="lg"/>
              </a:ln>
            </p:spPr>
            <p:txBody>
              <a:bodyPr/>
              <a:lstStyle/>
              <a:p>
                <a:endParaRPr lang="zh-CN" altLang="en-US"/>
              </a:p>
            </p:txBody>
          </p:sp>
        </p:grpSp>
        <p:sp>
          <p:nvSpPr>
            <p:cNvPr id="43053" name="WordArt 60"/>
            <p:cNvSpPr>
              <a:spLocks noChangeArrowheads="1" noChangeShapeType="1" noTextEdit="1"/>
            </p:cNvSpPr>
            <p:nvPr/>
          </p:nvSpPr>
          <p:spPr bwMode="auto">
            <a:xfrm>
              <a:off x="3177" y="1261"/>
              <a:ext cx="175" cy="197"/>
            </a:xfrm>
            <a:prstGeom prst="rect">
              <a:avLst/>
            </a:prstGeom>
          </p:spPr>
          <p:txBody>
            <a:bodyPr wrap="none" fromWordArt="1">
              <a:prstTxWarp prst="textPlain">
                <a:avLst>
                  <a:gd name="adj" fmla="val 50000"/>
                </a:avLst>
              </a:prstTxWarp>
            </a:bodyPr>
            <a:lstStyle/>
            <a:p>
              <a:r>
                <a:rPr lang="en-US" altLang="zh-CN" sz="3600" b="1" i="1" kern="10">
                  <a:ln w="101600">
                    <a:solidFill>
                      <a:schemeClr val="bg1"/>
                    </a:solidFill>
                    <a:round/>
                    <a:headEnd/>
                    <a:tailEnd/>
                  </a:ln>
                  <a:solidFill>
                    <a:schemeClr val="bg1"/>
                  </a:solidFill>
                  <a:latin typeface="Times New Roman"/>
                  <a:cs typeface="Times New Roman"/>
                </a:rPr>
                <a:t>f</a:t>
              </a:r>
              <a:endParaRPr lang="zh-CN" altLang="en-US" sz="3600" b="1" i="1" kern="10">
                <a:ln w="101600">
                  <a:solidFill>
                    <a:schemeClr val="bg1"/>
                  </a:solidFill>
                  <a:round/>
                  <a:headEnd/>
                  <a:tailEnd/>
                </a:ln>
                <a:solidFill>
                  <a:schemeClr val="bg1"/>
                </a:solidFill>
                <a:latin typeface="Times New Roman"/>
                <a:cs typeface="Times New Roman"/>
              </a:endParaRPr>
            </a:p>
          </p:txBody>
        </p:sp>
        <p:sp>
          <p:nvSpPr>
            <p:cNvPr id="43054" name="WordArt 61"/>
            <p:cNvSpPr>
              <a:spLocks noChangeArrowheads="1" noChangeShapeType="1" noTextEdit="1"/>
            </p:cNvSpPr>
            <p:nvPr/>
          </p:nvSpPr>
          <p:spPr bwMode="auto">
            <a:xfrm>
              <a:off x="3175" y="1265"/>
              <a:ext cx="175" cy="197"/>
            </a:xfrm>
            <a:prstGeom prst="rect">
              <a:avLst/>
            </a:prstGeom>
          </p:spPr>
          <p:txBody>
            <a:bodyPr wrap="none" fromWordArt="1">
              <a:prstTxWarp prst="textPlain">
                <a:avLst>
                  <a:gd name="adj" fmla="val 50000"/>
                </a:avLst>
              </a:prstTxWarp>
            </a:bodyPr>
            <a:lstStyle/>
            <a:p>
              <a:r>
                <a:rPr lang="en-US" altLang="zh-CN" sz="3600" b="1" i="1" kern="10">
                  <a:ln w="9525">
                    <a:noFill/>
                    <a:round/>
                    <a:headEnd/>
                    <a:tailEnd/>
                  </a:ln>
                  <a:solidFill>
                    <a:schemeClr val="tx2"/>
                  </a:solidFill>
                  <a:latin typeface="Times New Roman"/>
                  <a:cs typeface="Times New Roman"/>
                </a:rPr>
                <a:t>f</a:t>
              </a:r>
              <a:endParaRPr lang="zh-CN" altLang="en-US" sz="3600" b="1" i="1" kern="10">
                <a:ln w="9525">
                  <a:noFill/>
                  <a:round/>
                  <a:headEnd/>
                  <a:tailEnd/>
                </a:ln>
                <a:solidFill>
                  <a:schemeClr val="tx2"/>
                </a:solidFill>
                <a:latin typeface="Times New Roman"/>
                <a:cs typeface="Times New Roman"/>
              </a:endParaRPr>
            </a:p>
          </p:txBody>
        </p:sp>
        <p:grpSp>
          <p:nvGrpSpPr>
            <p:cNvPr id="43055" name="Group 62"/>
            <p:cNvGrpSpPr>
              <a:grpSpLocks/>
            </p:cNvGrpSpPr>
            <p:nvPr/>
          </p:nvGrpSpPr>
          <p:grpSpPr bwMode="auto">
            <a:xfrm>
              <a:off x="3946" y="1171"/>
              <a:ext cx="350" cy="362"/>
              <a:chOff x="1908" y="915"/>
              <a:chExt cx="350" cy="362"/>
            </a:xfrm>
          </p:grpSpPr>
          <p:sp>
            <p:nvSpPr>
              <p:cNvPr id="43057" name="Oval 63"/>
              <p:cNvSpPr>
                <a:spLocks noChangeArrowheads="1"/>
              </p:cNvSpPr>
              <p:nvPr/>
            </p:nvSpPr>
            <p:spPr bwMode="auto">
              <a:xfrm>
                <a:off x="1908" y="915"/>
                <a:ext cx="350" cy="362"/>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sp>
            <p:nvSpPr>
              <p:cNvPr id="43058" name="WordArt 64"/>
              <p:cNvSpPr>
                <a:spLocks noChangeArrowheads="1" noChangeShapeType="1" noTextEdit="1"/>
              </p:cNvSpPr>
              <p:nvPr/>
            </p:nvSpPr>
            <p:spPr bwMode="auto">
              <a:xfrm>
                <a:off x="2006" y="1037"/>
                <a:ext cx="146" cy="113"/>
              </a:xfrm>
              <a:prstGeom prst="rect">
                <a:avLst/>
              </a:prstGeom>
            </p:spPr>
            <p:txBody>
              <a:bodyPr wrap="none" fromWordArt="1">
                <a:prstTxWarp prst="textPlain">
                  <a:avLst>
                    <a:gd name="adj" fmla="val 50000"/>
                  </a:avLst>
                </a:prstTxWarp>
              </a:bodyPr>
              <a:lstStyle/>
              <a:p>
                <a:r>
                  <a:rPr lang="en-US" altLang="zh-CN" sz="3600" i="1" kern="10">
                    <a:ln w="76200">
                      <a:solidFill>
                        <a:srgbClr val="FFFF99"/>
                      </a:solidFill>
                      <a:round/>
                      <a:headEnd/>
                      <a:tailEnd/>
                    </a:ln>
                    <a:solidFill>
                      <a:srgbClr val="FFFF99"/>
                    </a:solidFill>
                    <a:latin typeface="Times New Roman"/>
                    <a:cs typeface="Times New Roman"/>
                  </a:rPr>
                  <a:t>m</a:t>
                </a:r>
                <a:endParaRPr lang="zh-CN" altLang="en-US" sz="3600" i="1" kern="10">
                  <a:ln w="76200">
                    <a:solidFill>
                      <a:srgbClr val="FFFF99"/>
                    </a:solidFill>
                    <a:round/>
                    <a:headEnd/>
                    <a:tailEnd/>
                  </a:ln>
                  <a:solidFill>
                    <a:srgbClr val="FFFF99"/>
                  </a:solidFill>
                  <a:latin typeface="Times New Roman"/>
                  <a:cs typeface="Times New Roman"/>
                </a:endParaRPr>
              </a:p>
            </p:txBody>
          </p:sp>
          <p:sp>
            <p:nvSpPr>
              <p:cNvPr id="43059" name="WordArt 65"/>
              <p:cNvSpPr>
                <a:spLocks noChangeArrowheads="1" noChangeShapeType="1" noTextEdit="1"/>
              </p:cNvSpPr>
              <p:nvPr/>
            </p:nvSpPr>
            <p:spPr bwMode="auto">
              <a:xfrm>
                <a:off x="2007" y="1035"/>
                <a:ext cx="146" cy="113"/>
              </a:xfrm>
              <a:prstGeom prst="rect">
                <a:avLst/>
              </a:prstGeom>
            </p:spPr>
            <p:txBody>
              <a:bodyPr wrap="none" fromWordArt="1">
                <a:prstTxWarp prst="textPlain">
                  <a:avLst>
                    <a:gd name="adj" fmla="val 50000"/>
                  </a:avLst>
                </a:prstTxWarp>
              </a:bodyPr>
              <a:lstStyle/>
              <a:p>
                <a:r>
                  <a:rPr lang="en-US" altLang="zh-CN" sz="3600" i="1" kern="10">
                    <a:ln w="9525">
                      <a:solidFill>
                        <a:schemeClr val="tx1"/>
                      </a:solidFill>
                      <a:round/>
                      <a:headEnd/>
                      <a:tailEnd/>
                    </a:ln>
                    <a:latin typeface="Times New Roman"/>
                    <a:cs typeface="Times New Roman"/>
                  </a:rPr>
                  <a:t>m</a:t>
                </a:r>
                <a:endParaRPr lang="zh-CN" altLang="en-US" sz="3600" i="1" kern="10">
                  <a:ln w="9525">
                    <a:solidFill>
                      <a:schemeClr val="tx1"/>
                    </a:solidFill>
                    <a:round/>
                    <a:headEnd/>
                    <a:tailEnd/>
                  </a:ln>
                  <a:latin typeface="Times New Roman"/>
                  <a:cs typeface="Times New Roman"/>
                </a:endParaRPr>
              </a:p>
            </p:txBody>
          </p:sp>
        </p:grpSp>
        <p:sp>
          <p:nvSpPr>
            <p:cNvPr id="43056" name="Text Box 66"/>
            <p:cNvSpPr txBox="1">
              <a:spLocks noChangeArrowheads="1"/>
            </p:cNvSpPr>
            <p:nvPr/>
          </p:nvSpPr>
          <p:spPr bwMode="auto">
            <a:xfrm>
              <a:off x="2925" y="900"/>
              <a:ext cx="773" cy="288"/>
            </a:xfrm>
            <a:prstGeom prst="rect">
              <a:avLst/>
            </a:prstGeom>
            <a:noFill/>
            <a:ln w="9525">
              <a:noFill/>
              <a:miter lim="800000"/>
              <a:headEnd/>
              <a:tailEnd/>
            </a:ln>
          </p:spPr>
          <p:txBody>
            <a:bodyPr>
              <a:spAutoFit/>
            </a:bodyPr>
            <a:lstStyle/>
            <a:p>
              <a:pPr algn="l">
                <a:spcBef>
                  <a:spcPct val="50000"/>
                </a:spcBef>
              </a:pPr>
              <a:r>
                <a:rPr lang="zh-CN" altLang="en-US" sz="2400" b="1"/>
                <a:t>弹性力</a:t>
              </a:r>
            </a:p>
          </p:txBody>
        </p:sp>
        <p:graphicFrame>
          <p:nvGraphicFramePr>
            <p:cNvPr id="43018" name="Object 67"/>
            <p:cNvGraphicFramePr>
              <a:graphicFrameLocks noChangeAspect="1"/>
            </p:cNvGraphicFramePr>
            <p:nvPr/>
          </p:nvGraphicFramePr>
          <p:xfrm>
            <a:off x="4014" y="1525"/>
            <a:ext cx="248" cy="272"/>
          </p:xfrm>
          <a:graphic>
            <a:graphicData uri="http://schemas.openxmlformats.org/presentationml/2006/ole">
              <p:oleObj spid="_x0000_s43018" name="公式" r:id="rId3" imgW="126720" imgH="139680" progId="Equation.3">
                <p:embed/>
              </p:oleObj>
            </a:graphicData>
          </a:graphic>
        </p:graphicFrame>
        <p:graphicFrame>
          <p:nvGraphicFramePr>
            <p:cNvPr id="43019" name="Object 68"/>
            <p:cNvGraphicFramePr>
              <a:graphicFrameLocks noChangeAspect="1"/>
            </p:cNvGraphicFramePr>
            <p:nvPr/>
          </p:nvGraphicFramePr>
          <p:xfrm>
            <a:off x="3969" y="845"/>
            <a:ext cx="223" cy="272"/>
          </p:xfrm>
          <a:graphic>
            <a:graphicData uri="http://schemas.openxmlformats.org/presentationml/2006/ole">
              <p:oleObj spid="_x0000_s43019" name="公式" r:id="rId4" imgW="114120" imgH="139680" progId="Equation.3">
                <p:embed/>
              </p:oleObj>
            </a:graphicData>
          </a:graphic>
        </p:graphicFrame>
      </p:grpSp>
      <p:sp>
        <p:nvSpPr>
          <p:cNvPr id="98375" name="Text Box 71"/>
          <p:cNvSpPr txBox="1">
            <a:spLocks noChangeArrowheads="1"/>
          </p:cNvSpPr>
          <p:nvPr/>
        </p:nvSpPr>
        <p:spPr bwMode="auto">
          <a:xfrm>
            <a:off x="3419475" y="476250"/>
            <a:ext cx="4635500" cy="396875"/>
          </a:xfrm>
          <a:prstGeom prst="rect">
            <a:avLst/>
          </a:prstGeom>
          <a:noFill/>
          <a:ln w="9525">
            <a:noFill/>
            <a:miter lim="800000"/>
            <a:headEnd/>
            <a:tailEnd/>
          </a:ln>
        </p:spPr>
        <p:txBody>
          <a:bodyPr>
            <a:spAutoFit/>
          </a:bodyPr>
          <a:lstStyle/>
          <a:p>
            <a:pPr algn="l">
              <a:spcBef>
                <a:spcPct val="50000"/>
              </a:spcBef>
            </a:pPr>
            <a:r>
              <a:rPr lang="en-US" altLang="zh-CN" sz="2000" b="1">
                <a:latin typeface="宋体" pitchFamily="2" charset="-122"/>
              </a:rPr>
              <a:t>(</a:t>
            </a:r>
            <a:r>
              <a:rPr lang="zh-CN" altLang="en-US" sz="2000" b="1">
                <a:latin typeface="宋体" pitchFamily="2" charset="-122"/>
              </a:rPr>
              <a:t>以液体中的水平弹簧振子为例</a:t>
            </a:r>
            <a:r>
              <a:rPr lang="en-US" altLang="zh-CN" sz="2000" b="1">
                <a:latin typeface="宋体" pitchFamily="2" charset="-122"/>
              </a:rPr>
              <a:t>)</a:t>
            </a:r>
          </a:p>
        </p:txBody>
      </p:sp>
      <p:graphicFrame>
        <p:nvGraphicFramePr>
          <p:cNvPr id="98376" name="Object 72"/>
          <p:cNvGraphicFramePr>
            <a:graphicFrameLocks noChangeAspect="1"/>
          </p:cNvGraphicFramePr>
          <p:nvPr/>
        </p:nvGraphicFramePr>
        <p:xfrm>
          <a:off x="1908175" y="1700213"/>
          <a:ext cx="1150938" cy="468312"/>
        </p:xfrm>
        <a:graphic>
          <a:graphicData uri="http://schemas.openxmlformats.org/presentationml/2006/ole">
            <p:oleObj spid="_x0000_s43010" name="公式" r:id="rId5" imgW="609480" imgH="215640" progId="Equation.3">
              <p:embed/>
            </p:oleObj>
          </a:graphicData>
        </a:graphic>
      </p:graphicFrame>
      <p:graphicFrame>
        <p:nvGraphicFramePr>
          <p:cNvPr id="98378" name="Object 74"/>
          <p:cNvGraphicFramePr>
            <a:graphicFrameLocks noChangeAspect="1"/>
          </p:cNvGraphicFramePr>
          <p:nvPr/>
        </p:nvGraphicFramePr>
        <p:xfrm>
          <a:off x="827088" y="2781300"/>
          <a:ext cx="3887787" cy="573088"/>
        </p:xfrm>
        <a:graphic>
          <a:graphicData uri="http://schemas.openxmlformats.org/presentationml/2006/ole">
            <p:oleObj spid="_x0000_s43011" name="公式" r:id="rId6" imgW="1485255" imgH="215806" progId="Equation.3">
              <p:embed/>
            </p:oleObj>
          </a:graphicData>
        </a:graphic>
      </p:graphicFrame>
      <p:graphicFrame>
        <p:nvGraphicFramePr>
          <p:cNvPr id="98386" name="Object 82"/>
          <p:cNvGraphicFramePr>
            <a:graphicFrameLocks noChangeAspect="1"/>
          </p:cNvGraphicFramePr>
          <p:nvPr/>
        </p:nvGraphicFramePr>
        <p:xfrm>
          <a:off x="4029075" y="3573463"/>
          <a:ext cx="3176588" cy="495300"/>
        </p:xfrm>
        <a:graphic>
          <a:graphicData uri="http://schemas.openxmlformats.org/presentationml/2006/ole">
            <p:oleObj spid="_x0000_s43012" name="公式" r:id="rId7" imgW="1650960" imgH="253800" progId="Equation.3">
              <p:embed/>
            </p:oleObj>
          </a:graphicData>
        </a:graphic>
      </p:graphicFrame>
      <p:sp>
        <p:nvSpPr>
          <p:cNvPr id="98388" name="Text Box 84"/>
          <p:cNvSpPr txBox="1">
            <a:spLocks noChangeArrowheads="1"/>
          </p:cNvSpPr>
          <p:nvPr/>
        </p:nvSpPr>
        <p:spPr bwMode="auto">
          <a:xfrm>
            <a:off x="468313" y="1196975"/>
            <a:ext cx="1238250" cy="457200"/>
          </a:xfrm>
          <a:prstGeom prst="rect">
            <a:avLst/>
          </a:prstGeom>
          <a:noFill/>
          <a:ln w="9525">
            <a:noFill/>
            <a:miter lim="800000"/>
            <a:headEnd/>
            <a:tailEnd/>
          </a:ln>
        </p:spPr>
        <p:txBody>
          <a:bodyPr>
            <a:spAutoFit/>
          </a:bodyPr>
          <a:lstStyle/>
          <a:p>
            <a:pPr algn="l">
              <a:spcBef>
                <a:spcPct val="50000"/>
              </a:spcBef>
            </a:pPr>
            <a:r>
              <a:rPr lang="zh-CN" altLang="en-US" sz="2400" b="1">
                <a:latin typeface="楷体_GB2312" pitchFamily="49" charset="-122"/>
                <a:ea typeface="楷体_GB2312" pitchFamily="49" charset="-122"/>
              </a:rPr>
              <a:t>弹性力</a:t>
            </a:r>
            <a:r>
              <a:rPr lang="en-US" altLang="zh-CN" sz="2400" b="1">
                <a:latin typeface="楷体_GB2312" pitchFamily="49" charset="-122"/>
                <a:ea typeface="楷体_GB2312" pitchFamily="49" charset="-122"/>
              </a:rPr>
              <a:t>:</a:t>
            </a:r>
          </a:p>
        </p:txBody>
      </p:sp>
      <p:graphicFrame>
        <p:nvGraphicFramePr>
          <p:cNvPr id="98389" name="Object 85"/>
          <p:cNvGraphicFramePr>
            <a:graphicFrameLocks noChangeAspect="1"/>
          </p:cNvGraphicFramePr>
          <p:nvPr/>
        </p:nvGraphicFramePr>
        <p:xfrm>
          <a:off x="1619250" y="1196975"/>
          <a:ext cx="1296988" cy="493713"/>
        </p:xfrm>
        <a:graphic>
          <a:graphicData uri="http://schemas.openxmlformats.org/presentationml/2006/ole">
            <p:oleObj spid="_x0000_s43013" name="公式" r:id="rId8" imgW="533160" imgH="203040" progId="Equation.3">
              <p:embed/>
            </p:oleObj>
          </a:graphicData>
        </a:graphic>
      </p:graphicFrame>
      <p:sp>
        <p:nvSpPr>
          <p:cNvPr id="98390" name="Text Box 86"/>
          <p:cNvSpPr txBox="1">
            <a:spLocks noChangeArrowheads="1"/>
          </p:cNvSpPr>
          <p:nvPr/>
        </p:nvSpPr>
        <p:spPr bwMode="auto">
          <a:xfrm>
            <a:off x="395288" y="1700213"/>
            <a:ext cx="2447925" cy="457200"/>
          </a:xfrm>
          <a:prstGeom prst="rect">
            <a:avLst/>
          </a:prstGeom>
          <a:noFill/>
          <a:ln w="9525">
            <a:noFill/>
            <a:miter lim="800000"/>
            <a:headEnd/>
            <a:tailEnd/>
          </a:ln>
        </p:spPr>
        <p:txBody>
          <a:bodyPr>
            <a:spAutoFit/>
          </a:bodyPr>
          <a:lstStyle/>
          <a:p>
            <a:pPr algn="l">
              <a:spcBef>
                <a:spcPct val="50000"/>
              </a:spcBef>
            </a:pPr>
            <a:r>
              <a:rPr lang="zh-CN" altLang="en-US" sz="2400" b="1">
                <a:latin typeface="楷体_GB2312" pitchFamily="49" charset="-122"/>
                <a:ea typeface="楷体_GB2312" pitchFamily="49" charset="-122"/>
              </a:rPr>
              <a:t>粘滞阻力</a:t>
            </a:r>
            <a:r>
              <a:rPr lang="en-US" altLang="zh-CN" sz="2400" b="1">
                <a:latin typeface="楷体_GB2312" pitchFamily="49" charset="-122"/>
                <a:ea typeface="楷体_GB2312" pitchFamily="49" charset="-122"/>
              </a:rPr>
              <a:t>:</a:t>
            </a:r>
          </a:p>
        </p:txBody>
      </p:sp>
      <p:sp>
        <p:nvSpPr>
          <p:cNvPr id="98391" name="Text Box 87"/>
          <p:cNvSpPr txBox="1">
            <a:spLocks noChangeArrowheads="1"/>
          </p:cNvSpPr>
          <p:nvPr/>
        </p:nvSpPr>
        <p:spPr bwMode="auto">
          <a:xfrm>
            <a:off x="395288" y="2276475"/>
            <a:ext cx="2520950" cy="457200"/>
          </a:xfrm>
          <a:prstGeom prst="rect">
            <a:avLst/>
          </a:prstGeom>
          <a:noFill/>
          <a:ln w="9525">
            <a:noFill/>
            <a:miter lim="800000"/>
            <a:headEnd/>
            <a:tailEnd/>
          </a:ln>
        </p:spPr>
        <p:txBody>
          <a:bodyPr>
            <a:spAutoFit/>
          </a:bodyPr>
          <a:lstStyle/>
          <a:p>
            <a:pPr algn="l">
              <a:spcBef>
                <a:spcPct val="50000"/>
              </a:spcBef>
            </a:pPr>
            <a:r>
              <a:rPr lang="zh-CN" altLang="en-US" sz="2400" b="1">
                <a:latin typeface="楷体_GB2312" pitchFamily="49" charset="-122"/>
                <a:ea typeface="楷体_GB2312" pitchFamily="49" charset="-122"/>
              </a:rPr>
              <a:t>牛顿第二定律：</a:t>
            </a:r>
          </a:p>
        </p:txBody>
      </p:sp>
      <p:grpSp>
        <p:nvGrpSpPr>
          <p:cNvPr id="14" name="Group 97"/>
          <p:cNvGrpSpPr>
            <a:grpSpLocks/>
          </p:cNvGrpSpPr>
          <p:nvPr/>
        </p:nvGrpSpPr>
        <p:grpSpPr bwMode="auto">
          <a:xfrm>
            <a:off x="684213" y="3429000"/>
            <a:ext cx="3095625" cy="731838"/>
            <a:chOff x="431" y="2160"/>
            <a:chExt cx="1950" cy="461"/>
          </a:xfrm>
        </p:grpSpPr>
        <p:graphicFrame>
          <p:nvGraphicFramePr>
            <p:cNvPr id="43017" name="Object 80"/>
            <p:cNvGraphicFramePr>
              <a:graphicFrameLocks noChangeAspect="1"/>
            </p:cNvGraphicFramePr>
            <p:nvPr/>
          </p:nvGraphicFramePr>
          <p:xfrm>
            <a:off x="884" y="2160"/>
            <a:ext cx="1497" cy="461"/>
          </p:xfrm>
          <a:graphic>
            <a:graphicData uri="http://schemas.openxmlformats.org/presentationml/2006/ole">
              <p:oleObj spid="_x0000_s43017" name="公式" r:id="rId9" imgW="1358900" imgH="419100" progId="Equation.3">
                <p:embed/>
              </p:oleObj>
            </a:graphicData>
          </a:graphic>
        </p:graphicFrame>
        <p:sp>
          <p:nvSpPr>
            <p:cNvPr id="43034" name="AutoShape 88"/>
            <p:cNvSpPr>
              <a:spLocks noChangeArrowheads="1"/>
            </p:cNvSpPr>
            <p:nvPr/>
          </p:nvSpPr>
          <p:spPr bwMode="auto">
            <a:xfrm>
              <a:off x="431" y="2387"/>
              <a:ext cx="362" cy="91"/>
            </a:xfrm>
            <a:prstGeom prst="rightArrow">
              <a:avLst>
                <a:gd name="adj1" fmla="val 50000"/>
                <a:gd name="adj2" fmla="val 99451"/>
              </a:avLst>
            </a:prstGeom>
            <a:solidFill>
              <a:srgbClr val="FF6600">
                <a:alpha val="76862"/>
              </a:srgbClr>
            </a:solidFill>
            <a:ln w="9525">
              <a:noFill/>
              <a:miter lim="800000"/>
              <a:headEnd/>
              <a:tailEnd/>
            </a:ln>
          </p:spPr>
          <p:txBody>
            <a:bodyPr wrap="none" anchor="ctr"/>
            <a:lstStyle/>
            <a:p>
              <a:endParaRPr lang="zh-CN" altLang="en-US"/>
            </a:p>
          </p:txBody>
        </p:sp>
      </p:grpSp>
      <p:grpSp>
        <p:nvGrpSpPr>
          <p:cNvPr id="15" name="Group 98"/>
          <p:cNvGrpSpPr>
            <a:grpSpLocks/>
          </p:cNvGrpSpPr>
          <p:nvPr/>
        </p:nvGrpSpPr>
        <p:grpSpPr bwMode="auto">
          <a:xfrm>
            <a:off x="684213" y="4221163"/>
            <a:ext cx="3743325" cy="881062"/>
            <a:chOff x="431" y="2659"/>
            <a:chExt cx="2358" cy="555"/>
          </a:xfrm>
        </p:grpSpPr>
        <p:graphicFrame>
          <p:nvGraphicFramePr>
            <p:cNvPr id="43016" name="Object 76"/>
            <p:cNvGraphicFramePr>
              <a:graphicFrameLocks noChangeAspect="1"/>
            </p:cNvGraphicFramePr>
            <p:nvPr/>
          </p:nvGraphicFramePr>
          <p:xfrm>
            <a:off x="884" y="2659"/>
            <a:ext cx="1905" cy="555"/>
          </p:xfrm>
          <a:graphic>
            <a:graphicData uri="http://schemas.openxmlformats.org/presentationml/2006/ole">
              <p:oleObj spid="_x0000_s43016" name="公式" r:id="rId10" imgW="1435100" imgH="419100" progId="Equation.3">
                <p:embed/>
              </p:oleObj>
            </a:graphicData>
          </a:graphic>
        </p:graphicFrame>
        <p:sp>
          <p:nvSpPr>
            <p:cNvPr id="43033" name="AutoShape 89"/>
            <p:cNvSpPr>
              <a:spLocks noChangeArrowheads="1"/>
            </p:cNvSpPr>
            <p:nvPr/>
          </p:nvSpPr>
          <p:spPr bwMode="auto">
            <a:xfrm>
              <a:off x="431" y="2886"/>
              <a:ext cx="362" cy="91"/>
            </a:xfrm>
            <a:prstGeom prst="rightArrow">
              <a:avLst>
                <a:gd name="adj1" fmla="val 50000"/>
                <a:gd name="adj2" fmla="val 99451"/>
              </a:avLst>
            </a:prstGeom>
            <a:solidFill>
              <a:srgbClr val="FF6600">
                <a:alpha val="76862"/>
              </a:srgbClr>
            </a:solidFill>
            <a:ln w="9525">
              <a:noFill/>
              <a:miter lim="800000"/>
              <a:headEnd/>
              <a:tailEnd/>
            </a:ln>
          </p:spPr>
          <p:txBody>
            <a:bodyPr wrap="none" anchor="ctr"/>
            <a:lstStyle/>
            <a:p>
              <a:endParaRPr lang="zh-CN" altLang="en-US"/>
            </a:p>
          </p:txBody>
        </p:sp>
      </p:grpSp>
      <p:grpSp>
        <p:nvGrpSpPr>
          <p:cNvPr id="16" name="Group 99"/>
          <p:cNvGrpSpPr>
            <a:grpSpLocks/>
          </p:cNvGrpSpPr>
          <p:nvPr/>
        </p:nvGrpSpPr>
        <p:grpSpPr bwMode="auto">
          <a:xfrm>
            <a:off x="1908175" y="5229225"/>
            <a:ext cx="3095625" cy="741363"/>
            <a:chOff x="1202" y="3294"/>
            <a:chExt cx="1950" cy="467"/>
          </a:xfrm>
        </p:grpSpPr>
        <p:graphicFrame>
          <p:nvGraphicFramePr>
            <p:cNvPr id="43015" name="Object 90"/>
            <p:cNvGraphicFramePr>
              <a:graphicFrameLocks noChangeAspect="1"/>
            </p:cNvGraphicFramePr>
            <p:nvPr/>
          </p:nvGraphicFramePr>
          <p:xfrm>
            <a:off x="1202" y="3294"/>
            <a:ext cx="635" cy="467"/>
          </p:xfrm>
          <a:graphic>
            <a:graphicData uri="http://schemas.openxmlformats.org/presentationml/2006/ole">
              <p:oleObj spid="_x0000_s43015" name="公式" r:id="rId11" imgW="609336" imgH="444307" progId="Equation.3">
                <p:embed/>
              </p:oleObj>
            </a:graphicData>
          </a:graphic>
        </p:graphicFrame>
        <p:sp>
          <p:nvSpPr>
            <p:cNvPr id="43032" name="Text Box 94"/>
            <p:cNvSpPr txBox="1">
              <a:spLocks noChangeArrowheads="1"/>
            </p:cNvSpPr>
            <p:nvPr/>
          </p:nvSpPr>
          <p:spPr bwMode="auto">
            <a:xfrm>
              <a:off x="1746" y="3385"/>
              <a:ext cx="1406" cy="288"/>
            </a:xfrm>
            <a:prstGeom prst="rect">
              <a:avLst/>
            </a:prstGeom>
            <a:noFill/>
            <a:ln w="9525">
              <a:noFill/>
              <a:miter lim="800000"/>
              <a:headEnd/>
              <a:tailEnd/>
            </a:ln>
          </p:spPr>
          <p:txBody>
            <a:bodyPr>
              <a:spAutoFit/>
            </a:bodyPr>
            <a:lstStyle/>
            <a:p>
              <a:pPr algn="l">
                <a:spcBef>
                  <a:spcPct val="50000"/>
                </a:spcBef>
              </a:pPr>
              <a:r>
                <a:rPr lang="zh-CN" altLang="en-US" sz="2400" b="1"/>
                <a:t>（固有频率）</a:t>
              </a:r>
              <a:endParaRPr lang="zh-CN" altLang="en-US" sz="2400"/>
            </a:p>
          </p:txBody>
        </p:sp>
      </p:grpSp>
      <p:grpSp>
        <p:nvGrpSpPr>
          <p:cNvPr id="17" name="Group 100"/>
          <p:cNvGrpSpPr>
            <a:grpSpLocks/>
          </p:cNvGrpSpPr>
          <p:nvPr/>
        </p:nvGrpSpPr>
        <p:grpSpPr bwMode="auto">
          <a:xfrm>
            <a:off x="5395913" y="5211763"/>
            <a:ext cx="2921000" cy="850900"/>
            <a:chOff x="3399" y="3283"/>
            <a:chExt cx="1840" cy="536"/>
          </a:xfrm>
        </p:grpSpPr>
        <p:graphicFrame>
          <p:nvGraphicFramePr>
            <p:cNvPr id="43014" name="Object 92"/>
            <p:cNvGraphicFramePr>
              <a:graphicFrameLocks noChangeAspect="1"/>
            </p:cNvGraphicFramePr>
            <p:nvPr/>
          </p:nvGraphicFramePr>
          <p:xfrm>
            <a:off x="3399" y="3283"/>
            <a:ext cx="684" cy="536"/>
          </p:xfrm>
          <a:graphic>
            <a:graphicData uri="http://schemas.openxmlformats.org/presentationml/2006/ole">
              <p:oleObj spid="_x0000_s43014" name="公式" r:id="rId12" imgW="507960" imgH="393480" progId="Equation.3">
                <p:embed/>
              </p:oleObj>
            </a:graphicData>
          </a:graphic>
        </p:graphicFrame>
        <p:sp>
          <p:nvSpPr>
            <p:cNvPr id="43031" name="Text Box 95"/>
            <p:cNvSpPr txBox="1">
              <a:spLocks noChangeArrowheads="1"/>
            </p:cNvSpPr>
            <p:nvPr/>
          </p:nvSpPr>
          <p:spPr bwMode="auto">
            <a:xfrm>
              <a:off x="3969" y="3385"/>
              <a:ext cx="1270" cy="288"/>
            </a:xfrm>
            <a:prstGeom prst="rect">
              <a:avLst/>
            </a:prstGeom>
            <a:noFill/>
            <a:ln w="9525">
              <a:noFill/>
              <a:miter lim="800000"/>
              <a:headEnd/>
              <a:tailEnd/>
            </a:ln>
          </p:spPr>
          <p:txBody>
            <a:bodyPr>
              <a:spAutoFit/>
            </a:bodyPr>
            <a:lstStyle/>
            <a:p>
              <a:pPr algn="l">
                <a:spcBef>
                  <a:spcPct val="50000"/>
                </a:spcBef>
              </a:pPr>
              <a:r>
                <a:rPr lang="zh-CN" altLang="en-US" sz="2400" b="1"/>
                <a:t>（阻尼系数）</a:t>
              </a:r>
              <a:r>
                <a:rPr lang="zh-CN" altLang="en-US" sz="2400"/>
                <a:t> </a:t>
              </a:r>
            </a:p>
          </p:txBody>
        </p:sp>
      </p:grpSp>
      <p:sp>
        <p:nvSpPr>
          <p:cNvPr id="98400" name="Text Box 96"/>
          <p:cNvSpPr txBox="1">
            <a:spLocks noChangeArrowheads="1"/>
          </p:cNvSpPr>
          <p:nvPr/>
        </p:nvSpPr>
        <p:spPr bwMode="auto">
          <a:xfrm>
            <a:off x="4500563" y="4437063"/>
            <a:ext cx="3960812" cy="457200"/>
          </a:xfrm>
          <a:prstGeom prst="rect">
            <a:avLst/>
          </a:prstGeom>
          <a:noFill/>
          <a:ln w="9525">
            <a:noFill/>
            <a:miter lim="800000"/>
            <a:headEnd/>
            <a:tailEnd/>
          </a:ln>
        </p:spPr>
        <p:txBody>
          <a:bodyPr>
            <a:spAutoFit/>
          </a:bodyPr>
          <a:lstStyle/>
          <a:p>
            <a:pPr algn="l"/>
            <a:r>
              <a:rPr lang="zh-CN" altLang="en-US" sz="2400" b="1">
                <a:solidFill>
                  <a:srgbClr val="FF6600"/>
                </a:solidFill>
              </a:rPr>
              <a:t>（阻尼振动的微分方程）</a:t>
            </a:r>
            <a:r>
              <a:rPr lang="zh-CN" altLang="en-US" sz="2400" b="1"/>
              <a:t>       </a:t>
            </a:r>
            <a:endParaRPr lang="zh-CN" altLang="en-US" sz="2000" b="1">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308"/>
                                        </p:tgtEl>
                                        <p:attrNameLst>
                                          <p:attrName>style.visibility</p:attrName>
                                        </p:attrNameLst>
                                      </p:cBhvr>
                                      <p:to>
                                        <p:strVal val="visible"/>
                                      </p:to>
                                    </p:set>
                                    <p:animEffect transition="in" filter="wipe(left)">
                                      <p:cBhvr>
                                        <p:cTn id="7" dur="500"/>
                                        <p:tgtEl>
                                          <p:spTgt spid="983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375"/>
                                        </p:tgtEl>
                                        <p:attrNameLst>
                                          <p:attrName>style.visibility</p:attrName>
                                        </p:attrNameLst>
                                      </p:cBhvr>
                                      <p:to>
                                        <p:strVal val="visible"/>
                                      </p:to>
                                    </p:set>
                                    <p:animEffect transition="in" filter="wipe(left)">
                                      <p:cBhvr>
                                        <p:cTn id="12" dur="500"/>
                                        <p:tgtEl>
                                          <p:spTgt spid="983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8388"/>
                                        </p:tgtEl>
                                        <p:attrNameLst>
                                          <p:attrName>style.visibility</p:attrName>
                                        </p:attrNameLst>
                                      </p:cBhvr>
                                      <p:to>
                                        <p:strVal val="visible"/>
                                      </p:to>
                                    </p:set>
                                    <p:animEffect transition="in" filter="wipe(left)">
                                      <p:cBhvr>
                                        <p:cTn id="22" dur="500"/>
                                        <p:tgtEl>
                                          <p:spTgt spid="983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8389"/>
                                        </p:tgtEl>
                                        <p:attrNameLst>
                                          <p:attrName>style.visibility</p:attrName>
                                        </p:attrNameLst>
                                      </p:cBhvr>
                                      <p:to>
                                        <p:strVal val="visible"/>
                                      </p:to>
                                    </p:set>
                                    <p:animEffect transition="in" filter="wipe(left)">
                                      <p:cBhvr>
                                        <p:cTn id="27" dur="500"/>
                                        <p:tgtEl>
                                          <p:spTgt spid="9838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8390"/>
                                        </p:tgtEl>
                                        <p:attrNameLst>
                                          <p:attrName>style.visibility</p:attrName>
                                        </p:attrNameLst>
                                      </p:cBhvr>
                                      <p:to>
                                        <p:strVal val="visible"/>
                                      </p:to>
                                    </p:set>
                                    <p:animEffect transition="in" filter="wipe(left)">
                                      <p:cBhvr>
                                        <p:cTn id="32" dur="500"/>
                                        <p:tgtEl>
                                          <p:spTgt spid="9839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8376"/>
                                        </p:tgtEl>
                                        <p:attrNameLst>
                                          <p:attrName>style.visibility</p:attrName>
                                        </p:attrNameLst>
                                      </p:cBhvr>
                                      <p:to>
                                        <p:strVal val="visible"/>
                                      </p:to>
                                    </p:set>
                                    <p:animEffect transition="in" filter="wipe(left)">
                                      <p:cBhvr>
                                        <p:cTn id="37" dur="500"/>
                                        <p:tgtEl>
                                          <p:spTgt spid="9837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8391"/>
                                        </p:tgtEl>
                                        <p:attrNameLst>
                                          <p:attrName>style.visibility</p:attrName>
                                        </p:attrNameLst>
                                      </p:cBhvr>
                                      <p:to>
                                        <p:strVal val="visible"/>
                                      </p:to>
                                    </p:set>
                                    <p:animEffect transition="in" filter="wipe(left)">
                                      <p:cBhvr>
                                        <p:cTn id="42" dur="500"/>
                                        <p:tgtEl>
                                          <p:spTgt spid="9839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8378"/>
                                        </p:tgtEl>
                                        <p:attrNameLst>
                                          <p:attrName>style.visibility</p:attrName>
                                        </p:attrNameLst>
                                      </p:cBhvr>
                                      <p:to>
                                        <p:strVal val="visible"/>
                                      </p:to>
                                    </p:set>
                                    <p:animEffect transition="in" filter="wipe(left)">
                                      <p:cBhvr>
                                        <p:cTn id="47" dur="500"/>
                                        <p:tgtEl>
                                          <p:spTgt spid="9837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98386"/>
                                        </p:tgtEl>
                                        <p:attrNameLst>
                                          <p:attrName>style.visibility</p:attrName>
                                        </p:attrNameLst>
                                      </p:cBhvr>
                                      <p:to>
                                        <p:strVal val="visible"/>
                                      </p:to>
                                    </p:set>
                                    <p:animEffect transition="in" filter="wipe(left)">
                                      <p:cBhvr>
                                        <p:cTn id="57" dur="500"/>
                                        <p:tgtEl>
                                          <p:spTgt spid="9838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98400"/>
                                        </p:tgtEl>
                                        <p:attrNameLst>
                                          <p:attrName>style.visibility</p:attrName>
                                        </p:attrNameLst>
                                      </p:cBhvr>
                                      <p:to>
                                        <p:strVal val="visible"/>
                                      </p:to>
                                    </p:set>
                                    <p:animEffect transition="in" filter="wipe(left)">
                                      <p:cBhvr>
                                        <p:cTn id="67" dur="500"/>
                                        <p:tgtEl>
                                          <p:spTgt spid="9840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left)">
                                      <p:cBhvr>
                                        <p:cTn id="7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p:bldP spid="98375" grpId="0"/>
      <p:bldP spid="98388" grpId="0"/>
      <p:bldP spid="98390" grpId="0"/>
      <p:bldP spid="98391" grpId="0"/>
      <p:bldP spid="9840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7" name="Text Box 5"/>
          <p:cNvSpPr txBox="1">
            <a:spLocks noChangeArrowheads="1"/>
          </p:cNvSpPr>
          <p:nvPr/>
        </p:nvSpPr>
        <p:spPr bwMode="auto">
          <a:xfrm>
            <a:off x="3132138" y="476250"/>
            <a:ext cx="3937000" cy="493713"/>
          </a:xfrm>
          <a:prstGeom prst="rect">
            <a:avLst/>
          </a:prstGeom>
          <a:noFill/>
          <a:ln w="9525">
            <a:noFill/>
            <a:miter lim="800000"/>
            <a:headEnd/>
            <a:tailEnd/>
          </a:ln>
        </p:spPr>
        <p:txBody>
          <a:bodyPr wrap="none">
            <a:spAutoFit/>
          </a:bodyPr>
          <a:lstStyle/>
          <a:p>
            <a:pPr algn="l">
              <a:lnSpc>
                <a:spcPct val="110000"/>
              </a:lnSpc>
            </a:pPr>
            <a:r>
              <a:rPr lang="zh-CN" altLang="en-US" sz="2400" b="1"/>
              <a:t>（方程的解及其物理意义）</a:t>
            </a:r>
            <a:r>
              <a:rPr lang="zh-CN" altLang="en-US" sz="2400" b="1">
                <a:solidFill>
                  <a:srgbClr val="CC0000"/>
                </a:solidFill>
                <a:ea typeface="黑体" pitchFamily="49" charset="-122"/>
              </a:rPr>
              <a:t> </a:t>
            </a:r>
          </a:p>
        </p:txBody>
      </p:sp>
      <p:sp>
        <p:nvSpPr>
          <p:cNvPr id="100358" name="Text Box 6"/>
          <p:cNvSpPr txBox="1">
            <a:spLocks noChangeArrowheads="1"/>
          </p:cNvSpPr>
          <p:nvPr/>
        </p:nvSpPr>
        <p:spPr bwMode="auto">
          <a:xfrm>
            <a:off x="395288" y="476250"/>
            <a:ext cx="3960812" cy="457200"/>
          </a:xfrm>
          <a:prstGeom prst="rect">
            <a:avLst/>
          </a:prstGeom>
          <a:noFill/>
          <a:ln w="9525">
            <a:noFill/>
            <a:miter lim="800000"/>
            <a:headEnd/>
            <a:tailEnd/>
          </a:ln>
        </p:spPr>
        <p:txBody>
          <a:bodyPr>
            <a:spAutoFit/>
          </a:bodyPr>
          <a:lstStyle/>
          <a:p>
            <a:pPr algn="l"/>
            <a:r>
              <a:rPr lang="en-US" altLang="zh-CN" sz="2400" b="1">
                <a:solidFill>
                  <a:srgbClr val="0000FF"/>
                </a:solidFill>
              </a:rPr>
              <a:t>2. </a:t>
            </a:r>
            <a:r>
              <a:rPr lang="zh-CN" altLang="en-US" sz="2400" b="1">
                <a:solidFill>
                  <a:srgbClr val="0000FF"/>
                </a:solidFill>
              </a:rPr>
              <a:t>几种阻尼振动模式</a:t>
            </a:r>
            <a:r>
              <a:rPr lang="zh-CN" altLang="en-US" sz="2400" b="1"/>
              <a:t>      </a:t>
            </a:r>
            <a:endParaRPr lang="zh-CN" altLang="en-US" sz="2000" b="1">
              <a:latin typeface="楷体_GB2312" pitchFamily="49" charset="-122"/>
              <a:ea typeface="楷体_GB2312" pitchFamily="49" charset="-122"/>
            </a:endParaRPr>
          </a:p>
        </p:txBody>
      </p:sp>
      <p:sp>
        <p:nvSpPr>
          <p:cNvPr id="100359" name="Text Box 7"/>
          <p:cNvSpPr txBox="1">
            <a:spLocks noChangeArrowheads="1"/>
          </p:cNvSpPr>
          <p:nvPr/>
        </p:nvSpPr>
        <p:spPr bwMode="auto">
          <a:xfrm>
            <a:off x="539750" y="981075"/>
            <a:ext cx="2160588" cy="457200"/>
          </a:xfrm>
          <a:prstGeom prst="rect">
            <a:avLst/>
          </a:prstGeom>
          <a:noFill/>
          <a:ln w="9525">
            <a:noFill/>
            <a:miter lim="800000"/>
            <a:headEnd/>
            <a:tailEnd/>
          </a:ln>
        </p:spPr>
        <p:txBody>
          <a:bodyPr>
            <a:spAutoFit/>
          </a:bodyPr>
          <a:lstStyle/>
          <a:p>
            <a:pPr algn="l"/>
            <a:r>
              <a:rPr lang="zh-CN" altLang="en-US" sz="2400" b="1">
                <a:solidFill>
                  <a:srgbClr val="FF0000"/>
                </a:solidFill>
              </a:rPr>
              <a:t>（</a:t>
            </a:r>
            <a:r>
              <a:rPr lang="en-US" altLang="zh-CN" sz="2400" b="1">
                <a:solidFill>
                  <a:srgbClr val="FF0000"/>
                </a:solidFill>
              </a:rPr>
              <a:t>1</a:t>
            </a:r>
            <a:r>
              <a:rPr lang="zh-CN" altLang="en-US" sz="2400" b="1">
                <a:solidFill>
                  <a:srgbClr val="FF0000"/>
                </a:solidFill>
              </a:rPr>
              <a:t>）小阻尼</a:t>
            </a:r>
          </a:p>
        </p:txBody>
      </p:sp>
      <p:sp>
        <p:nvSpPr>
          <p:cNvPr id="100360" name="Text Box 8"/>
          <p:cNvSpPr txBox="1">
            <a:spLocks noChangeArrowheads="1"/>
          </p:cNvSpPr>
          <p:nvPr/>
        </p:nvSpPr>
        <p:spPr bwMode="auto">
          <a:xfrm>
            <a:off x="468313" y="4005263"/>
            <a:ext cx="2454275" cy="457200"/>
          </a:xfrm>
          <a:prstGeom prst="rect">
            <a:avLst/>
          </a:prstGeom>
          <a:noFill/>
          <a:ln w="9525">
            <a:noFill/>
            <a:miter lim="800000"/>
            <a:headEnd/>
            <a:tailEnd/>
          </a:ln>
        </p:spPr>
        <p:txBody>
          <a:bodyPr>
            <a:spAutoFit/>
          </a:bodyPr>
          <a:lstStyle/>
          <a:p>
            <a:pPr algn="l"/>
            <a:r>
              <a:rPr lang="zh-CN" altLang="en-US" sz="2400" b="1">
                <a:solidFill>
                  <a:srgbClr val="FF0000"/>
                </a:solidFill>
              </a:rPr>
              <a:t>（</a:t>
            </a:r>
            <a:r>
              <a:rPr lang="en-US" altLang="zh-CN" sz="2400" b="1">
                <a:solidFill>
                  <a:srgbClr val="FF0000"/>
                </a:solidFill>
              </a:rPr>
              <a:t>3</a:t>
            </a:r>
            <a:r>
              <a:rPr lang="zh-CN" altLang="en-US" sz="2400" b="1">
                <a:solidFill>
                  <a:srgbClr val="FF0000"/>
                </a:solidFill>
              </a:rPr>
              <a:t>）大阻尼</a:t>
            </a:r>
            <a:endParaRPr lang="zh-CN" altLang="en-US" sz="2400">
              <a:solidFill>
                <a:srgbClr val="FF0000"/>
              </a:solidFill>
            </a:endParaRPr>
          </a:p>
        </p:txBody>
      </p:sp>
      <p:sp>
        <p:nvSpPr>
          <p:cNvPr id="100361" name="Rectangle 9"/>
          <p:cNvSpPr>
            <a:spLocks noChangeArrowheads="1"/>
          </p:cNvSpPr>
          <p:nvPr/>
        </p:nvSpPr>
        <p:spPr bwMode="auto">
          <a:xfrm>
            <a:off x="468313" y="2276475"/>
            <a:ext cx="2414587" cy="457200"/>
          </a:xfrm>
          <a:prstGeom prst="rect">
            <a:avLst/>
          </a:prstGeom>
          <a:noFill/>
          <a:ln w="9525">
            <a:noFill/>
            <a:miter lim="800000"/>
            <a:headEnd/>
            <a:tailEnd/>
          </a:ln>
        </p:spPr>
        <p:txBody>
          <a:bodyPr>
            <a:spAutoFit/>
          </a:bodyPr>
          <a:lstStyle/>
          <a:p>
            <a:pPr algn="l"/>
            <a:r>
              <a:rPr lang="zh-CN" altLang="en-US" sz="2400" b="1">
                <a:solidFill>
                  <a:srgbClr val="FF0000"/>
                </a:solidFill>
              </a:rPr>
              <a:t>（</a:t>
            </a:r>
            <a:r>
              <a:rPr lang="en-US" altLang="zh-CN" sz="2400" b="1">
                <a:solidFill>
                  <a:srgbClr val="FF0000"/>
                </a:solidFill>
              </a:rPr>
              <a:t>2</a:t>
            </a:r>
            <a:r>
              <a:rPr lang="zh-CN" altLang="en-US" sz="2400" b="1">
                <a:solidFill>
                  <a:srgbClr val="FF0000"/>
                </a:solidFill>
              </a:rPr>
              <a:t>）临界阻尼</a:t>
            </a:r>
          </a:p>
        </p:txBody>
      </p:sp>
      <p:sp>
        <p:nvSpPr>
          <p:cNvPr id="44046" name="Rectangle 11"/>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0362" name="Object 10"/>
          <p:cNvGraphicFramePr>
            <a:graphicFrameLocks noChangeAspect="1"/>
          </p:cNvGraphicFramePr>
          <p:nvPr/>
        </p:nvGraphicFramePr>
        <p:xfrm>
          <a:off x="2411413" y="981075"/>
          <a:ext cx="1152525" cy="452438"/>
        </p:xfrm>
        <a:graphic>
          <a:graphicData uri="http://schemas.openxmlformats.org/presentationml/2006/ole">
            <p:oleObj spid="_x0000_s44034" name="公式" r:id="rId4" imgW="660113" imgH="253890" progId="Equation.3">
              <p:embed/>
            </p:oleObj>
          </a:graphicData>
        </a:graphic>
      </p:graphicFrame>
      <p:sp>
        <p:nvSpPr>
          <p:cNvPr id="44047" name="Rectangle 13"/>
          <p:cNvSpPr>
            <a:spLocks noChangeArrowheads="1"/>
          </p:cNvSpPr>
          <p:nvPr/>
        </p:nvSpPr>
        <p:spPr bwMode="auto">
          <a:xfrm>
            <a:off x="0" y="32766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0364" name="Object 12"/>
          <p:cNvGraphicFramePr>
            <a:graphicFrameLocks noChangeAspect="1"/>
          </p:cNvGraphicFramePr>
          <p:nvPr/>
        </p:nvGraphicFramePr>
        <p:xfrm>
          <a:off x="1258888" y="1484313"/>
          <a:ext cx="4392612" cy="735012"/>
        </p:xfrm>
        <a:graphic>
          <a:graphicData uri="http://schemas.openxmlformats.org/presentationml/2006/ole">
            <p:oleObj spid="_x0000_s44035" name="公式" r:id="rId5" imgW="1815312" imgH="304668" progId="Equation.3">
              <p:embed/>
            </p:oleObj>
          </a:graphicData>
        </a:graphic>
      </p:graphicFrame>
      <p:sp>
        <p:nvSpPr>
          <p:cNvPr id="100367" name="Line 15"/>
          <p:cNvSpPr>
            <a:spLocks noChangeShapeType="1"/>
          </p:cNvSpPr>
          <p:nvPr/>
        </p:nvSpPr>
        <p:spPr bwMode="auto">
          <a:xfrm>
            <a:off x="6084888" y="909638"/>
            <a:ext cx="0" cy="2303462"/>
          </a:xfrm>
          <a:prstGeom prst="line">
            <a:avLst/>
          </a:prstGeom>
          <a:noFill/>
          <a:ln w="28575">
            <a:solidFill>
              <a:schemeClr val="tx1"/>
            </a:solidFill>
            <a:round/>
            <a:headEnd type="triangle" w="med" len="med"/>
            <a:tailEnd/>
          </a:ln>
        </p:spPr>
        <p:txBody>
          <a:bodyPr/>
          <a:lstStyle/>
          <a:p>
            <a:endParaRPr lang="zh-CN" altLang="en-US"/>
          </a:p>
        </p:txBody>
      </p:sp>
      <p:sp>
        <p:nvSpPr>
          <p:cNvPr id="100368" name="Line 16"/>
          <p:cNvSpPr>
            <a:spLocks noChangeShapeType="1"/>
          </p:cNvSpPr>
          <p:nvPr/>
        </p:nvSpPr>
        <p:spPr bwMode="auto">
          <a:xfrm rot="5400000">
            <a:off x="7482682" y="761206"/>
            <a:ext cx="0" cy="2820987"/>
          </a:xfrm>
          <a:prstGeom prst="line">
            <a:avLst/>
          </a:prstGeom>
          <a:noFill/>
          <a:ln w="28575">
            <a:solidFill>
              <a:schemeClr val="tx1"/>
            </a:solidFill>
            <a:round/>
            <a:headEnd type="triangle" w="med" len="med"/>
            <a:tailEnd/>
          </a:ln>
        </p:spPr>
        <p:txBody>
          <a:bodyPr/>
          <a:lstStyle/>
          <a:p>
            <a:endParaRPr lang="zh-CN" altLang="en-US"/>
          </a:p>
        </p:txBody>
      </p:sp>
      <p:sp>
        <p:nvSpPr>
          <p:cNvPr id="100369" name="Rectangle 17"/>
          <p:cNvSpPr>
            <a:spLocks noChangeArrowheads="1"/>
          </p:cNvSpPr>
          <p:nvPr/>
        </p:nvSpPr>
        <p:spPr bwMode="auto">
          <a:xfrm>
            <a:off x="5724525" y="836613"/>
            <a:ext cx="354013" cy="396875"/>
          </a:xfrm>
          <a:prstGeom prst="rect">
            <a:avLst/>
          </a:prstGeom>
          <a:noFill/>
          <a:ln w="9525">
            <a:noFill/>
            <a:miter lim="800000"/>
            <a:headEnd/>
            <a:tailEnd/>
          </a:ln>
        </p:spPr>
        <p:txBody>
          <a:bodyPr wrap="none">
            <a:spAutoFit/>
          </a:bodyPr>
          <a:lstStyle/>
          <a:p>
            <a:pPr algn="l"/>
            <a:r>
              <a:rPr lang="en-US" altLang="zh-CN" sz="2000" b="1" i="1">
                <a:ea typeface="楷体_GB2312" pitchFamily="49" charset="-122"/>
              </a:rPr>
              <a:t>X</a:t>
            </a:r>
            <a:endParaRPr lang="en-US" altLang="zh-CN" sz="2000" b="1" baseline="-25000">
              <a:ea typeface="楷体_GB2312" pitchFamily="49" charset="-122"/>
            </a:endParaRPr>
          </a:p>
        </p:txBody>
      </p:sp>
      <p:sp>
        <p:nvSpPr>
          <p:cNvPr id="100370" name="Rectangle 18"/>
          <p:cNvSpPr>
            <a:spLocks noChangeArrowheads="1"/>
          </p:cNvSpPr>
          <p:nvPr/>
        </p:nvSpPr>
        <p:spPr bwMode="auto">
          <a:xfrm>
            <a:off x="8604250" y="2205038"/>
            <a:ext cx="254000" cy="396875"/>
          </a:xfrm>
          <a:prstGeom prst="rect">
            <a:avLst/>
          </a:prstGeom>
          <a:noFill/>
          <a:ln w="9525">
            <a:noFill/>
            <a:miter lim="800000"/>
            <a:headEnd/>
            <a:tailEnd/>
          </a:ln>
        </p:spPr>
        <p:txBody>
          <a:bodyPr wrap="none">
            <a:spAutoFit/>
          </a:bodyPr>
          <a:lstStyle/>
          <a:p>
            <a:pPr algn="l"/>
            <a:r>
              <a:rPr lang="en-US" altLang="zh-CN" sz="2000" b="1" i="1">
                <a:ea typeface="楷体_GB2312" pitchFamily="49" charset="-122"/>
              </a:rPr>
              <a:t>t</a:t>
            </a:r>
            <a:endParaRPr lang="en-US" altLang="zh-CN" sz="2000" b="1" baseline="-25000">
              <a:ea typeface="楷体_GB2312" pitchFamily="49" charset="-122"/>
            </a:endParaRPr>
          </a:p>
        </p:txBody>
      </p:sp>
      <p:sp>
        <p:nvSpPr>
          <p:cNvPr id="100371" name="Rectangle 19"/>
          <p:cNvSpPr>
            <a:spLocks noChangeArrowheads="1"/>
          </p:cNvSpPr>
          <p:nvPr/>
        </p:nvSpPr>
        <p:spPr bwMode="auto">
          <a:xfrm>
            <a:off x="5746750" y="1989138"/>
            <a:ext cx="368300" cy="396875"/>
          </a:xfrm>
          <a:prstGeom prst="rect">
            <a:avLst/>
          </a:prstGeom>
          <a:noFill/>
          <a:ln w="9525">
            <a:noFill/>
            <a:miter lim="800000"/>
            <a:headEnd/>
            <a:tailEnd/>
          </a:ln>
        </p:spPr>
        <p:txBody>
          <a:bodyPr wrap="none">
            <a:spAutoFit/>
          </a:bodyPr>
          <a:lstStyle/>
          <a:p>
            <a:pPr algn="l"/>
            <a:r>
              <a:rPr lang="en-US" altLang="zh-CN" sz="2000" b="1" i="1">
                <a:ea typeface="楷体_GB2312" pitchFamily="49" charset="-122"/>
              </a:rPr>
              <a:t>O</a:t>
            </a:r>
            <a:endParaRPr lang="en-US" altLang="zh-CN" sz="2000" b="1" baseline="-25000">
              <a:ea typeface="楷体_GB2312" pitchFamily="49" charset="-122"/>
            </a:endParaRPr>
          </a:p>
        </p:txBody>
      </p:sp>
      <p:sp>
        <p:nvSpPr>
          <p:cNvPr id="100372" name="Freeform 20"/>
          <p:cNvSpPr>
            <a:spLocks/>
          </p:cNvSpPr>
          <p:nvPr/>
        </p:nvSpPr>
        <p:spPr bwMode="auto">
          <a:xfrm>
            <a:off x="6083300" y="1281113"/>
            <a:ext cx="2206625" cy="1517650"/>
          </a:xfrm>
          <a:custGeom>
            <a:avLst/>
            <a:gdLst>
              <a:gd name="T0" fmla="*/ 0 w 1390"/>
              <a:gd name="T1" fmla="*/ 2147483647 h 956"/>
              <a:gd name="T2" fmla="*/ 2147483647 w 1390"/>
              <a:gd name="T3" fmla="*/ 2147483647 h 956"/>
              <a:gd name="T4" fmla="*/ 2147483647 w 1390"/>
              <a:gd name="T5" fmla="*/ 2147483647 h 956"/>
              <a:gd name="T6" fmla="*/ 2147483647 w 1390"/>
              <a:gd name="T7" fmla="*/ 2147483647 h 956"/>
              <a:gd name="T8" fmla="*/ 2147483647 w 1390"/>
              <a:gd name="T9" fmla="*/ 2147483647 h 956"/>
              <a:gd name="T10" fmla="*/ 2147483647 w 1390"/>
              <a:gd name="T11" fmla="*/ 2147483647 h 956"/>
              <a:gd name="T12" fmla="*/ 2147483647 w 1390"/>
              <a:gd name="T13" fmla="*/ 2147483647 h 956"/>
              <a:gd name="T14" fmla="*/ 2147483647 w 1390"/>
              <a:gd name="T15" fmla="*/ 2147483647 h 956"/>
              <a:gd name="T16" fmla="*/ 2147483647 w 1390"/>
              <a:gd name="T17" fmla="*/ 2147483647 h 956"/>
              <a:gd name="T18" fmla="*/ 2147483647 w 1390"/>
              <a:gd name="T19" fmla="*/ 2147483647 h 956"/>
              <a:gd name="T20" fmla="*/ 2147483647 w 1390"/>
              <a:gd name="T21" fmla="*/ 2147483647 h 956"/>
              <a:gd name="T22" fmla="*/ 2147483647 w 1390"/>
              <a:gd name="T23" fmla="*/ 2147483647 h 956"/>
              <a:gd name="T24" fmla="*/ 2147483647 w 1390"/>
              <a:gd name="T25" fmla="*/ 2147483647 h 956"/>
              <a:gd name="T26" fmla="*/ 2147483647 w 1390"/>
              <a:gd name="T27" fmla="*/ 2147483647 h 956"/>
              <a:gd name="T28" fmla="*/ 2147483647 w 1390"/>
              <a:gd name="T29" fmla="*/ 2147483647 h 956"/>
              <a:gd name="T30" fmla="*/ 2147483647 w 1390"/>
              <a:gd name="T31" fmla="*/ 2147483647 h 956"/>
              <a:gd name="T32" fmla="*/ 2147483647 w 1390"/>
              <a:gd name="T33" fmla="*/ 2147483647 h 956"/>
              <a:gd name="T34" fmla="*/ 2147483647 w 1390"/>
              <a:gd name="T35" fmla="*/ 2147483647 h 956"/>
              <a:gd name="T36" fmla="*/ 2147483647 w 1390"/>
              <a:gd name="T37" fmla="*/ 2147483647 h 956"/>
              <a:gd name="T38" fmla="*/ 2147483647 w 1390"/>
              <a:gd name="T39" fmla="*/ 2147483647 h 956"/>
              <a:gd name="T40" fmla="*/ 2147483647 w 1390"/>
              <a:gd name="T41" fmla="*/ 2147483647 h 956"/>
              <a:gd name="T42" fmla="*/ 2147483647 w 1390"/>
              <a:gd name="T43" fmla="*/ 2147483647 h 956"/>
              <a:gd name="T44" fmla="*/ 2147483647 w 1390"/>
              <a:gd name="T45" fmla="*/ 2147483647 h 956"/>
              <a:gd name="T46" fmla="*/ 2147483647 w 1390"/>
              <a:gd name="T47" fmla="*/ 2147483647 h 956"/>
              <a:gd name="T48" fmla="*/ 2147483647 w 1390"/>
              <a:gd name="T49" fmla="*/ 2147483647 h 956"/>
              <a:gd name="T50" fmla="*/ 2147483647 w 1390"/>
              <a:gd name="T51" fmla="*/ 2147483647 h 956"/>
              <a:gd name="T52" fmla="*/ 2147483647 w 1390"/>
              <a:gd name="T53" fmla="*/ 2147483647 h 956"/>
              <a:gd name="T54" fmla="*/ 2147483647 w 1390"/>
              <a:gd name="T55" fmla="*/ 2147483647 h 9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90"/>
              <a:gd name="T85" fmla="*/ 0 h 956"/>
              <a:gd name="T86" fmla="*/ 1390 w 1390"/>
              <a:gd name="T87" fmla="*/ 956 h 95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90" h="956">
                <a:moveTo>
                  <a:pt x="0" y="3"/>
                </a:moveTo>
                <a:cubicBezTo>
                  <a:pt x="6" y="7"/>
                  <a:pt x="21" y="0"/>
                  <a:pt x="34" y="27"/>
                </a:cubicBezTo>
                <a:cubicBezTo>
                  <a:pt x="47" y="54"/>
                  <a:pt x="64" y="78"/>
                  <a:pt x="79" y="165"/>
                </a:cubicBezTo>
                <a:cubicBezTo>
                  <a:pt x="94" y="252"/>
                  <a:pt x="111" y="451"/>
                  <a:pt x="124" y="552"/>
                </a:cubicBezTo>
                <a:cubicBezTo>
                  <a:pt x="137" y="653"/>
                  <a:pt x="147" y="711"/>
                  <a:pt x="159" y="770"/>
                </a:cubicBezTo>
                <a:cubicBezTo>
                  <a:pt x="171" y="829"/>
                  <a:pt x="185" y="877"/>
                  <a:pt x="198" y="908"/>
                </a:cubicBezTo>
                <a:cubicBezTo>
                  <a:pt x="211" y="939"/>
                  <a:pt x="224" y="956"/>
                  <a:pt x="238" y="956"/>
                </a:cubicBezTo>
                <a:cubicBezTo>
                  <a:pt x="252" y="956"/>
                  <a:pt x="268" y="944"/>
                  <a:pt x="282" y="910"/>
                </a:cubicBezTo>
                <a:cubicBezTo>
                  <a:pt x="296" y="876"/>
                  <a:pt x="309" y="812"/>
                  <a:pt x="322" y="750"/>
                </a:cubicBezTo>
                <a:cubicBezTo>
                  <a:pt x="335" y="688"/>
                  <a:pt x="348" y="598"/>
                  <a:pt x="360" y="537"/>
                </a:cubicBezTo>
                <a:cubicBezTo>
                  <a:pt x="375" y="461"/>
                  <a:pt x="380" y="429"/>
                  <a:pt x="394" y="386"/>
                </a:cubicBezTo>
                <a:cubicBezTo>
                  <a:pt x="408" y="343"/>
                  <a:pt x="426" y="290"/>
                  <a:pt x="444" y="278"/>
                </a:cubicBezTo>
                <a:cubicBezTo>
                  <a:pt x="462" y="266"/>
                  <a:pt x="484" y="276"/>
                  <a:pt x="504" y="312"/>
                </a:cubicBezTo>
                <a:cubicBezTo>
                  <a:pt x="524" y="348"/>
                  <a:pt x="548" y="439"/>
                  <a:pt x="564" y="492"/>
                </a:cubicBezTo>
                <a:cubicBezTo>
                  <a:pt x="580" y="545"/>
                  <a:pt x="587" y="591"/>
                  <a:pt x="600" y="632"/>
                </a:cubicBezTo>
                <a:cubicBezTo>
                  <a:pt x="613" y="673"/>
                  <a:pt x="625" y="710"/>
                  <a:pt x="640" y="736"/>
                </a:cubicBezTo>
                <a:cubicBezTo>
                  <a:pt x="655" y="762"/>
                  <a:pt x="672" y="783"/>
                  <a:pt x="688" y="788"/>
                </a:cubicBezTo>
                <a:cubicBezTo>
                  <a:pt x="704" y="793"/>
                  <a:pt x="720" y="787"/>
                  <a:pt x="736" y="768"/>
                </a:cubicBezTo>
                <a:cubicBezTo>
                  <a:pt x="752" y="749"/>
                  <a:pt x="765" y="719"/>
                  <a:pt x="782" y="674"/>
                </a:cubicBezTo>
                <a:cubicBezTo>
                  <a:pt x="799" y="629"/>
                  <a:pt x="821" y="542"/>
                  <a:pt x="838" y="500"/>
                </a:cubicBezTo>
                <a:cubicBezTo>
                  <a:pt x="855" y="458"/>
                  <a:pt x="868" y="435"/>
                  <a:pt x="886" y="422"/>
                </a:cubicBezTo>
                <a:cubicBezTo>
                  <a:pt x="904" y="409"/>
                  <a:pt x="929" y="413"/>
                  <a:pt x="948" y="424"/>
                </a:cubicBezTo>
                <a:cubicBezTo>
                  <a:pt x="967" y="435"/>
                  <a:pt x="980" y="455"/>
                  <a:pt x="1002" y="490"/>
                </a:cubicBezTo>
                <a:cubicBezTo>
                  <a:pt x="1024" y="525"/>
                  <a:pt x="1053" y="600"/>
                  <a:pt x="1082" y="632"/>
                </a:cubicBezTo>
                <a:cubicBezTo>
                  <a:pt x="1111" y="664"/>
                  <a:pt x="1152" y="686"/>
                  <a:pt x="1178" y="684"/>
                </a:cubicBezTo>
                <a:cubicBezTo>
                  <a:pt x="1204" y="682"/>
                  <a:pt x="1216" y="650"/>
                  <a:pt x="1240" y="622"/>
                </a:cubicBezTo>
                <a:cubicBezTo>
                  <a:pt x="1264" y="594"/>
                  <a:pt x="1297" y="534"/>
                  <a:pt x="1322" y="514"/>
                </a:cubicBezTo>
                <a:cubicBezTo>
                  <a:pt x="1347" y="494"/>
                  <a:pt x="1379" y="504"/>
                  <a:pt x="1390" y="502"/>
                </a:cubicBezTo>
              </a:path>
            </a:pathLst>
          </a:custGeom>
          <a:noFill/>
          <a:ln w="28575">
            <a:solidFill>
              <a:srgbClr val="0000FF"/>
            </a:solidFill>
            <a:round/>
            <a:headEnd/>
            <a:tailEnd/>
          </a:ln>
        </p:spPr>
        <p:txBody>
          <a:bodyPr/>
          <a:lstStyle/>
          <a:p>
            <a:endParaRPr lang="zh-CN" altLang="en-US"/>
          </a:p>
        </p:txBody>
      </p:sp>
      <p:sp>
        <p:nvSpPr>
          <p:cNvPr id="100373" name="Freeform 21"/>
          <p:cNvSpPr>
            <a:spLocks/>
          </p:cNvSpPr>
          <p:nvPr/>
        </p:nvSpPr>
        <p:spPr bwMode="auto">
          <a:xfrm>
            <a:off x="6083300" y="1274763"/>
            <a:ext cx="2489200" cy="808037"/>
          </a:xfrm>
          <a:custGeom>
            <a:avLst/>
            <a:gdLst>
              <a:gd name="T0" fmla="*/ 0 w 1568"/>
              <a:gd name="T1" fmla="*/ 2147483647 h 509"/>
              <a:gd name="T2" fmla="*/ 2147483647 w 1568"/>
              <a:gd name="T3" fmla="*/ 2147483647 h 509"/>
              <a:gd name="T4" fmla="*/ 2147483647 w 1568"/>
              <a:gd name="T5" fmla="*/ 2147483647 h 509"/>
              <a:gd name="T6" fmla="*/ 2147483647 w 1568"/>
              <a:gd name="T7" fmla="*/ 2147483647 h 509"/>
              <a:gd name="T8" fmla="*/ 2147483647 w 1568"/>
              <a:gd name="T9" fmla="*/ 2147483647 h 509"/>
              <a:gd name="T10" fmla="*/ 2147483647 w 1568"/>
              <a:gd name="T11" fmla="*/ 2147483647 h 509"/>
              <a:gd name="T12" fmla="*/ 2147483647 w 1568"/>
              <a:gd name="T13" fmla="*/ 2147483647 h 509"/>
              <a:gd name="T14" fmla="*/ 2147483647 w 1568"/>
              <a:gd name="T15" fmla="*/ 2147483647 h 509"/>
              <a:gd name="T16" fmla="*/ 0 60000 65536"/>
              <a:gd name="T17" fmla="*/ 0 60000 65536"/>
              <a:gd name="T18" fmla="*/ 0 60000 65536"/>
              <a:gd name="T19" fmla="*/ 0 60000 65536"/>
              <a:gd name="T20" fmla="*/ 0 60000 65536"/>
              <a:gd name="T21" fmla="*/ 0 60000 65536"/>
              <a:gd name="T22" fmla="*/ 0 60000 65536"/>
              <a:gd name="T23" fmla="*/ 0 60000 65536"/>
              <a:gd name="T24" fmla="*/ 0 w 1568"/>
              <a:gd name="T25" fmla="*/ 0 h 509"/>
              <a:gd name="T26" fmla="*/ 1568 w 1568"/>
              <a:gd name="T27" fmla="*/ 509 h 5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68" h="509">
                <a:moveTo>
                  <a:pt x="0" y="4"/>
                </a:moveTo>
                <a:cubicBezTo>
                  <a:pt x="5" y="6"/>
                  <a:pt x="10" y="0"/>
                  <a:pt x="28" y="15"/>
                </a:cubicBezTo>
                <a:cubicBezTo>
                  <a:pt x="46" y="30"/>
                  <a:pt x="56" y="61"/>
                  <a:pt x="110" y="97"/>
                </a:cubicBezTo>
                <a:cubicBezTo>
                  <a:pt x="164" y="133"/>
                  <a:pt x="240" y="186"/>
                  <a:pt x="350" y="233"/>
                </a:cubicBezTo>
                <a:cubicBezTo>
                  <a:pt x="460" y="280"/>
                  <a:pt x="655" y="343"/>
                  <a:pt x="772" y="377"/>
                </a:cubicBezTo>
                <a:cubicBezTo>
                  <a:pt x="889" y="411"/>
                  <a:pt x="943" y="415"/>
                  <a:pt x="1050" y="435"/>
                </a:cubicBezTo>
                <a:cubicBezTo>
                  <a:pt x="1157" y="455"/>
                  <a:pt x="1328" y="483"/>
                  <a:pt x="1414" y="495"/>
                </a:cubicBezTo>
                <a:cubicBezTo>
                  <a:pt x="1500" y="507"/>
                  <a:pt x="1536" y="506"/>
                  <a:pt x="1568" y="509"/>
                </a:cubicBezTo>
              </a:path>
            </a:pathLst>
          </a:custGeom>
          <a:noFill/>
          <a:ln w="28575">
            <a:solidFill>
              <a:srgbClr val="FF6600"/>
            </a:solidFill>
            <a:prstDash val="sysDot"/>
            <a:round/>
            <a:headEnd/>
            <a:tailEnd/>
          </a:ln>
        </p:spPr>
        <p:txBody>
          <a:bodyPr/>
          <a:lstStyle/>
          <a:p>
            <a:endParaRPr lang="zh-CN" altLang="en-US"/>
          </a:p>
        </p:txBody>
      </p:sp>
      <p:sp>
        <p:nvSpPr>
          <p:cNvPr id="100374" name="Freeform 22"/>
          <p:cNvSpPr>
            <a:spLocks/>
          </p:cNvSpPr>
          <p:nvPr/>
        </p:nvSpPr>
        <p:spPr bwMode="auto">
          <a:xfrm flipV="1">
            <a:off x="6083300" y="2286000"/>
            <a:ext cx="2489200" cy="808038"/>
          </a:xfrm>
          <a:custGeom>
            <a:avLst/>
            <a:gdLst>
              <a:gd name="T0" fmla="*/ 0 w 1568"/>
              <a:gd name="T1" fmla="*/ 2147483647 h 509"/>
              <a:gd name="T2" fmla="*/ 2147483647 w 1568"/>
              <a:gd name="T3" fmla="*/ 2147483647 h 509"/>
              <a:gd name="T4" fmla="*/ 2147483647 w 1568"/>
              <a:gd name="T5" fmla="*/ 2147483647 h 509"/>
              <a:gd name="T6" fmla="*/ 2147483647 w 1568"/>
              <a:gd name="T7" fmla="*/ 2147483647 h 509"/>
              <a:gd name="T8" fmla="*/ 2147483647 w 1568"/>
              <a:gd name="T9" fmla="*/ 2147483647 h 509"/>
              <a:gd name="T10" fmla="*/ 2147483647 w 1568"/>
              <a:gd name="T11" fmla="*/ 2147483647 h 509"/>
              <a:gd name="T12" fmla="*/ 2147483647 w 1568"/>
              <a:gd name="T13" fmla="*/ 2147483647 h 509"/>
              <a:gd name="T14" fmla="*/ 2147483647 w 1568"/>
              <a:gd name="T15" fmla="*/ 2147483647 h 509"/>
              <a:gd name="T16" fmla="*/ 0 60000 65536"/>
              <a:gd name="T17" fmla="*/ 0 60000 65536"/>
              <a:gd name="T18" fmla="*/ 0 60000 65536"/>
              <a:gd name="T19" fmla="*/ 0 60000 65536"/>
              <a:gd name="T20" fmla="*/ 0 60000 65536"/>
              <a:gd name="T21" fmla="*/ 0 60000 65536"/>
              <a:gd name="T22" fmla="*/ 0 60000 65536"/>
              <a:gd name="T23" fmla="*/ 0 60000 65536"/>
              <a:gd name="T24" fmla="*/ 0 w 1568"/>
              <a:gd name="T25" fmla="*/ 0 h 509"/>
              <a:gd name="T26" fmla="*/ 1568 w 1568"/>
              <a:gd name="T27" fmla="*/ 509 h 5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68" h="509">
                <a:moveTo>
                  <a:pt x="0" y="4"/>
                </a:moveTo>
                <a:cubicBezTo>
                  <a:pt x="5" y="6"/>
                  <a:pt x="10" y="0"/>
                  <a:pt x="28" y="15"/>
                </a:cubicBezTo>
                <a:cubicBezTo>
                  <a:pt x="46" y="30"/>
                  <a:pt x="56" y="61"/>
                  <a:pt x="110" y="97"/>
                </a:cubicBezTo>
                <a:cubicBezTo>
                  <a:pt x="164" y="133"/>
                  <a:pt x="240" y="186"/>
                  <a:pt x="350" y="233"/>
                </a:cubicBezTo>
                <a:cubicBezTo>
                  <a:pt x="460" y="280"/>
                  <a:pt x="655" y="343"/>
                  <a:pt x="772" y="377"/>
                </a:cubicBezTo>
                <a:cubicBezTo>
                  <a:pt x="889" y="411"/>
                  <a:pt x="943" y="415"/>
                  <a:pt x="1050" y="435"/>
                </a:cubicBezTo>
                <a:cubicBezTo>
                  <a:pt x="1157" y="455"/>
                  <a:pt x="1328" y="483"/>
                  <a:pt x="1414" y="495"/>
                </a:cubicBezTo>
                <a:cubicBezTo>
                  <a:pt x="1500" y="507"/>
                  <a:pt x="1536" y="506"/>
                  <a:pt x="1568" y="509"/>
                </a:cubicBezTo>
              </a:path>
            </a:pathLst>
          </a:custGeom>
          <a:noFill/>
          <a:ln w="28575">
            <a:solidFill>
              <a:srgbClr val="FF9900"/>
            </a:solidFill>
            <a:prstDash val="sysDot"/>
            <a:round/>
            <a:headEnd/>
            <a:tailEnd/>
          </a:ln>
        </p:spPr>
        <p:txBody>
          <a:bodyPr/>
          <a:lstStyle/>
          <a:p>
            <a:endParaRPr lang="zh-CN" altLang="en-US"/>
          </a:p>
        </p:txBody>
      </p:sp>
      <p:graphicFrame>
        <p:nvGraphicFramePr>
          <p:cNvPr id="100375" name="Object 23"/>
          <p:cNvGraphicFramePr>
            <a:graphicFrameLocks/>
          </p:cNvGraphicFramePr>
          <p:nvPr/>
        </p:nvGraphicFramePr>
        <p:xfrm>
          <a:off x="6680200" y="1285875"/>
          <a:ext cx="844550" cy="427038"/>
        </p:xfrm>
        <a:graphic>
          <a:graphicData uri="http://schemas.openxmlformats.org/presentationml/2006/ole">
            <p:oleObj spid="_x0000_s44036" name="公式" r:id="rId6" imgW="355320" imgH="203040" progId="Equation.3">
              <p:embed/>
            </p:oleObj>
          </a:graphicData>
        </a:graphic>
      </p:graphicFrame>
      <p:sp>
        <p:nvSpPr>
          <p:cNvPr id="44056" name="Rectangle 25"/>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0376" name="Object 24"/>
          <p:cNvGraphicFramePr>
            <a:graphicFrameLocks noChangeAspect="1"/>
          </p:cNvGraphicFramePr>
          <p:nvPr/>
        </p:nvGraphicFramePr>
        <p:xfrm>
          <a:off x="2339975" y="4005263"/>
          <a:ext cx="1223963" cy="465137"/>
        </p:xfrm>
        <a:graphic>
          <a:graphicData uri="http://schemas.openxmlformats.org/presentationml/2006/ole">
            <p:oleObj spid="_x0000_s44037" name="公式" r:id="rId7" imgW="672808" imgH="253890" progId="Equation.3">
              <p:embed/>
            </p:oleObj>
          </a:graphicData>
        </a:graphic>
      </p:graphicFrame>
      <p:sp>
        <p:nvSpPr>
          <p:cNvPr id="44057" name="Rectangle 27"/>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0378" name="Object 26"/>
          <p:cNvGraphicFramePr>
            <a:graphicFrameLocks noChangeAspect="1"/>
          </p:cNvGraphicFramePr>
          <p:nvPr/>
        </p:nvGraphicFramePr>
        <p:xfrm>
          <a:off x="2627313" y="2276475"/>
          <a:ext cx="1152525" cy="438150"/>
        </p:xfrm>
        <a:graphic>
          <a:graphicData uri="http://schemas.openxmlformats.org/presentationml/2006/ole">
            <p:oleObj spid="_x0000_s44038" name="公式" r:id="rId8" imgW="672808" imgH="253890" progId="Equation.3">
              <p:embed/>
            </p:oleObj>
          </a:graphicData>
        </a:graphic>
      </p:graphicFrame>
      <p:sp>
        <p:nvSpPr>
          <p:cNvPr id="100381" name="Line 29"/>
          <p:cNvSpPr>
            <a:spLocks noChangeShapeType="1"/>
          </p:cNvSpPr>
          <p:nvPr/>
        </p:nvSpPr>
        <p:spPr bwMode="auto">
          <a:xfrm>
            <a:off x="6084888" y="3717925"/>
            <a:ext cx="0" cy="2303463"/>
          </a:xfrm>
          <a:prstGeom prst="line">
            <a:avLst/>
          </a:prstGeom>
          <a:noFill/>
          <a:ln w="28575">
            <a:solidFill>
              <a:schemeClr val="tx1"/>
            </a:solidFill>
            <a:round/>
            <a:headEnd type="triangle" w="med" len="med"/>
            <a:tailEnd/>
          </a:ln>
        </p:spPr>
        <p:txBody>
          <a:bodyPr/>
          <a:lstStyle/>
          <a:p>
            <a:endParaRPr lang="zh-CN" altLang="en-US"/>
          </a:p>
        </p:txBody>
      </p:sp>
      <p:sp>
        <p:nvSpPr>
          <p:cNvPr id="100382" name="Line 30"/>
          <p:cNvSpPr>
            <a:spLocks noChangeShapeType="1"/>
          </p:cNvSpPr>
          <p:nvPr/>
        </p:nvSpPr>
        <p:spPr bwMode="auto">
          <a:xfrm rot="5400000">
            <a:off x="7482682" y="3569494"/>
            <a:ext cx="0" cy="2820987"/>
          </a:xfrm>
          <a:prstGeom prst="line">
            <a:avLst/>
          </a:prstGeom>
          <a:noFill/>
          <a:ln w="28575">
            <a:solidFill>
              <a:schemeClr val="tx1"/>
            </a:solidFill>
            <a:round/>
            <a:headEnd type="triangle" w="med" len="med"/>
            <a:tailEnd/>
          </a:ln>
        </p:spPr>
        <p:txBody>
          <a:bodyPr/>
          <a:lstStyle/>
          <a:p>
            <a:endParaRPr lang="zh-CN" altLang="en-US"/>
          </a:p>
        </p:txBody>
      </p:sp>
      <p:sp>
        <p:nvSpPr>
          <p:cNvPr id="100383" name="Rectangle 31"/>
          <p:cNvSpPr>
            <a:spLocks noChangeArrowheads="1"/>
          </p:cNvSpPr>
          <p:nvPr/>
        </p:nvSpPr>
        <p:spPr bwMode="auto">
          <a:xfrm>
            <a:off x="5724525" y="3644900"/>
            <a:ext cx="354013" cy="396875"/>
          </a:xfrm>
          <a:prstGeom prst="rect">
            <a:avLst/>
          </a:prstGeom>
          <a:noFill/>
          <a:ln w="9525">
            <a:noFill/>
            <a:miter lim="800000"/>
            <a:headEnd/>
            <a:tailEnd/>
          </a:ln>
        </p:spPr>
        <p:txBody>
          <a:bodyPr wrap="none">
            <a:spAutoFit/>
          </a:bodyPr>
          <a:lstStyle/>
          <a:p>
            <a:pPr algn="l"/>
            <a:r>
              <a:rPr lang="en-US" altLang="zh-CN" sz="2000" b="1" i="1">
                <a:ea typeface="楷体_GB2312" pitchFamily="49" charset="-122"/>
              </a:rPr>
              <a:t>X</a:t>
            </a:r>
            <a:endParaRPr lang="en-US" altLang="zh-CN" sz="2000" b="1" baseline="-25000">
              <a:ea typeface="楷体_GB2312" pitchFamily="49" charset="-122"/>
            </a:endParaRPr>
          </a:p>
        </p:txBody>
      </p:sp>
      <p:sp>
        <p:nvSpPr>
          <p:cNvPr id="100384" name="Rectangle 32"/>
          <p:cNvSpPr>
            <a:spLocks noChangeArrowheads="1"/>
          </p:cNvSpPr>
          <p:nvPr/>
        </p:nvSpPr>
        <p:spPr bwMode="auto">
          <a:xfrm>
            <a:off x="8604250" y="5013325"/>
            <a:ext cx="254000" cy="396875"/>
          </a:xfrm>
          <a:prstGeom prst="rect">
            <a:avLst/>
          </a:prstGeom>
          <a:noFill/>
          <a:ln w="9525">
            <a:noFill/>
            <a:miter lim="800000"/>
            <a:headEnd/>
            <a:tailEnd/>
          </a:ln>
        </p:spPr>
        <p:txBody>
          <a:bodyPr wrap="none">
            <a:spAutoFit/>
          </a:bodyPr>
          <a:lstStyle/>
          <a:p>
            <a:pPr algn="l"/>
            <a:r>
              <a:rPr lang="en-US" altLang="zh-CN" sz="2000" b="1" i="1">
                <a:ea typeface="楷体_GB2312" pitchFamily="49" charset="-122"/>
              </a:rPr>
              <a:t>t</a:t>
            </a:r>
            <a:endParaRPr lang="en-US" altLang="zh-CN" sz="2000" b="1" baseline="-25000">
              <a:ea typeface="楷体_GB2312" pitchFamily="49" charset="-122"/>
            </a:endParaRPr>
          </a:p>
        </p:txBody>
      </p:sp>
      <p:sp>
        <p:nvSpPr>
          <p:cNvPr id="100385" name="Rectangle 33"/>
          <p:cNvSpPr>
            <a:spLocks noChangeArrowheads="1"/>
          </p:cNvSpPr>
          <p:nvPr/>
        </p:nvSpPr>
        <p:spPr bwMode="auto">
          <a:xfrm>
            <a:off x="5746750" y="4797425"/>
            <a:ext cx="368300" cy="396875"/>
          </a:xfrm>
          <a:prstGeom prst="rect">
            <a:avLst/>
          </a:prstGeom>
          <a:noFill/>
          <a:ln w="9525">
            <a:noFill/>
            <a:miter lim="800000"/>
            <a:headEnd/>
            <a:tailEnd/>
          </a:ln>
        </p:spPr>
        <p:txBody>
          <a:bodyPr wrap="none">
            <a:spAutoFit/>
          </a:bodyPr>
          <a:lstStyle/>
          <a:p>
            <a:pPr algn="l"/>
            <a:r>
              <a:rPr lang="en-US" altLang="zh-CN" sz="2000" b="1" i="1">
                <a:ea typeface="楷体_GB2312" pitchFamily="49" charset="-122"/>
              </a:rPr>
              <a:t>O</a:t>
            </a:r>
            <a:endParaRPr lang="en-US" altLang="zh-CN" sz="2000" b="1" baseline="-25000">
              <a:ea typeface="楷体_GB2312" pitchFamily="49" charset="-122"/>
            </a:endParaRPr>
          </a:p>
        </p:txBody>
      </p:sp>
      <p:sp>
        <p:nvSpPr>
          <p:cNvPr id="100386" name="Freeform 34"/>
          <p:cNvSpPr>
            <a:spLocks/>
          </p:cNvSpPr>
          <p:nvPr/>
        </p:nvSpPr>
        <p:spPr bwMode="auto">
          <a:xfrm>
            <a:off x="6084888" y="4067175"/>
            <a:ext cx="2530475" cy="868363"/>
          </a:xfrm>
          <a:custGeom>
            <a:avLst/>
            <a:gdLst>
              <a:gd name="T0" fmla="*/ 0 w 1594"/>
              <a:gd name="T1" fmla="*/ 2147483647 h 547"/>
              <a:gd name="T2" fmla="*/ 2147483647 w 1594"/>
              <a:gd name="T3" fmla="*/ 2147483647 h 547"/>
              <a:gd name="T4" fmla="*/ 2147483647 w 1594"/>
              <a:gd name="T5" fmla="*/ 2147483647 h 547"/>
              <a:gd name="T6" fmla="*/ 2147483647 w 1594"/>
              <a:gd name="T7" fmla="*/ 2147483647 h 547"/>
              <a:gd name="T8" fmla="*/ 2147483647 w 1594"/>
              <a:gd name="T9" fmla="*/ 2147483647 h 547"/>
              <a:gd name="T10" fmla="*/ 2147483647 w 1594"/>
              <a:gd name="T11" fmla="*/ 2147483647 h 547"/>
              <a:gd name="T12" fmla="*/ 2147483647 w 1594"/>
              <a:gd name="T13" fmla="*/ 2147483647 h 547"/>
              <a:gd name="T14" fmla="*/ 2147483647 w 1594"/>
              <a:gd name="T15" fmla="*/ 2147483647 h 547"/>
              <a:gd name="T16" fmla="*/ 2147483647 w 1594"/>
              <a:gd name="T17" fmla="*/ 2147483647 h 547"/>
              <a:gd name="T18" fmla="*/ 2147483647 w 1594"/>
              <a:gd name="T19" fmla="*/ 2147483647 h 547"/>
              <a:gd name="T20" fmla="*/ 2147483647 w 1594"/>
              <a:gd name="T21" fmla="*/ 2147483647 h 547"/>
              <a:gd name="T22" fmla="*/ 2147483647 w 1594"/>
              <a:gd name="T23" fmla="*/ 2147483647 h 547"/>
              <a:gd name="T24" fmla="*/ 2147483647 w 1594"/>
              <a:gd name="T25" fmla="*/ 2147483647 h 5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94"/>
              <a:gd name="T40" fmla="*/ 0 h 547"/>
              <a:gd name="T41" fmla="*/ 1594 w 1594"/>
              <a:gd name="T42" fmla="*/ 547 h 5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94" h="547">
                <a:moveTo>
                  <a:pt x="0" y="6"/>
                </a:moveTo>
                <a:cubicBezTo>
                  <a:pt x="5" y="9"/>
                  <a:pt x="5" y="0"/>
                  <a:pt x="28" y="22"/>
                </a:cubicBezTo>
                <a:cubicBezTo>
                  <a:pt x="51" y="44"/>
                  <a:pt x="96" y="101"/>
                  <a:pt x="136" y="140"/>
                </a:cubicBezTo>
                <a:cubicBezTo>
                  <a:pt x="176" y="179"/>
                  <a:pt x="210" y="215"/>
                  <a:pt x="270" y="254"/>
                </a:cubicBezTo>
                <a:cubicBezTo>
                  <a:pt x="330" y="293"/>
                  <a:pt x="415" y="340"/>
                  <a:pt x="498" y="374"/>
                </a:cubicBezTo>
                <a:cubicBezTo>
                  <a:pt x="581" y="408"/>
                  <a:pt x="676" y="437"/>
                  <a:pt x="771" y="460"/>
                </a:cubicBezTo>
                <a:cubicBezTo>
                  <a:pt x="866" y="483"/>
                  <a:pt x="1004" y="500"/>
                  <a:pt x="1068" y="510"/>
                </a:cubicBezTo>
                <a:cubicBezTo>
                  <a:pt x="1132" y="520"/>
                  <a:pt x="1126" y="517"/>
                  <a:pt x="1158" y="520"/>
                </a:cubicBezTo>
                <a:cubicBezTo>
                  <a:pt x="1190" y="523"/>
                  <a:pt x="1219" y="525"/>
                  <a:pt x="1258" y="528"/>
                </a:cubicBezTo>
                <a:cubicBezTo>
                  <a:pt x="1297" y="531"/>
                  <a:pt x="1347" y="535"/>
                  <a:pt x="1394" y="538"/>
                </a:cubicBezTo>
                <a:cubicBezTo>
                  <a:pt x="1441" y="541"/>
                  <a:pt x="1509" y="545"/>
                  <a:pt x="1538" y="546"/>
                </a:cubicBezTo>
                <a:cubicBezTo>
                  <a:pt x="1567" y="547"/>
                  <a:pt x="1559" y="546"/>
                  <a:pt x="1568" y="546"/>
                </a:cubicBezTo>
                <a:cubicBezTo>
                  <a:pt x="1577" y="546"/>
                  <a:pt x="1589" y="546"/>
                  <a:pt x="1594" y="546"/>
                </a:cubicBezTo>
              </a:path>
            </a:pathLst>
          </a:custGeom>
          <a:noFill/>
          <a:ln w="28575">
            <a:solidFill>
              <a:srgbClr val="FF0000"/>
            </a:solidFill>
            <a:round/>
            <a:headEnd/>
            <a:tailEnd/>
          </a:ln>
        </p:spPr>
        <p:txBody>
          <a:bodyPr/>
          <a:lstStyle/>
          <a:p>
            <a:endParaRPr lang="zh-CN" altLang="en-US"/>
          </a:p>
        </p:txBody>
      </p:sp>
      <p:sp>
        <p:nvSpPr>
          <p:cNvPr id="100387" name="Freeform 35"/>
          <p:cNvSpPr>
            <a:spLocks/>
          </p:cNvSpPr>
          <p:nvPr/>
        </p:nvSpPr>
        <p:spPr bwMode="auto">
          <a:xfrm>
            <a:off x="6084888" y="4076700"/>
            <a:ext cx="2441575" cy="895350"/>
          </a:xfrm>
          <a:custGeom>
            <a:avLst/>
            <a:gdLst>
              <a:gd name="T0" fmla="*/ 0 w 1538"/>
              <a:gd name="T1" fmla="*/ 0 h 564"/>
              <a:gd name="T2" fmla="*/ 2147483647 w 1538"/>
              <a:gd name="T3" fmla="*/ 2147483647 h 564"/>
              <a:gd name="T4" fmla="*/ 2147483647 w 1538"/>
              <a:gd name="T5" fmla="*/ 2147483647 h 564"/>
              <a:gd name="T6" fmla="*/ 2147483647 w 1538"/>
              <a:gd name="T7" fmla="*/ 2147483647 h 564"/>
              <a:gd name="T8" fmla="*/ 2147483647 w 1538"/>
              <a:gd name="T9" fmla="*/ 2147483647 h 564"/>
              <a:gd name="T10" fmla="*/ 2147483647 w 1538"/>
              <a:gd name="T11" fmla="*/ 2147483647 h 564"/>
              <a:gd name="T12" fmla="*/ 2147483647 w 1538"/>
              <a:gd name="T13" fmla="*/ 2147483647 h 564"/>
              <a:gd name="T14" fmla="*/ 2147483647 w 1538"/>
              <a:gd name="T15" fmla="*/ 2147483647 h 564"/>
              <a:gd name="T16" fmla="*/ 2147483647 w 1538"/>
              <a:gd name="T17" fmla="*/ 2147483647 h 564"/>
              <a:gd name="T18" fmla="*/ 2147483647 w 1538"/>
              <a:gd name="T19" fmla="*/ 2147483647 h 564"/>
              <a:gd name="T20" fmla="*/ 2147483647 w 1538"/>
              <a:gd name="T21" fmla="*/ 2147483647 h 5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38"/>
              <a:gd name="T34" fmla="*/ 0 h 564"/>
              <a:gd name="T35" fmla="*/ 1538 w 1538"/>
              <a:gd name="T36" fmla="*/ 564 h 5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38" h="564">
                <a:moveTo>
                  <a:pt x="0" y="0"/>
                </a:moveTo>
                <a:cubicBezTo>
                  <a:pt x="5" y="7"/>
                  <a:pt x="20" y="21"/>
                  <a:pt x="30" y="42"/>
                </a:cubicBezTo>
                <a:cubicBezTo>
                  <a:pt x="40" y="63"/>
                  <a:pt x="52" y="92"/>
                  <a:pt x="62" y="124"/>
                </a:cubicBezTo>
                <a:cubicBezTo>
                  <a:pt x="72" y="156"/>
                  <a:pt x="79" y="195"/>
                  <a:pt x="92" y="234"/>
                </a:cubicBezTo>
                <a:cubicBezTo>
                  <a:pt x="105" y="273"/>
                  <a:pt x="120" y="322"/>
                  <a:pt x="142" y="358"/>
                </a:cubicBezTo>
                <a:cubicBezTo>
                  <a:pt x="164" y="394"/>
                  <a:pt x="192" y="424"/>
                  <a:pt x="226" y="450"/>
                </a:cubicBezTo>
                <a:cubicBezTo>
                  <a:pt x="260" y="476"/>
                  <a:pt x="289" y="496"/>
                  <a:pt x="346" y="512"/>
                </a:cubicBezTo>
                <a:cubicBezTo>
                  <a:pt x="403" y="528"/>
                  <a:pt x="501" y="540"/>
                  <a:pt x="566" y="548"/>
                </a:cubicBezTo>
                <a:cubicBezTo>
                  <a:pt x="631" y="556"/>
                  <a:pt x="653" y="556"/>
                  <a:pt x="738" y="558"/>
                </a:cubicBezTo>
                <a:cubicBezTo>
                  <a:pt x="823" y="560"/>
                  <a:pt x="941" y="561"/>
                  <a:pt x="1074" y="562"/>
                </a:cubicBezTo>
                <a:cubicBezTo>
                  <a:pt x="1207" y="563"/>
                  <a:pt x="1372" y="563"/>
                  <a:pt x="1538" y="564"/>
                </a:cubicBezTo>
              </a:path>
            </a:pathLst>
          </a:custGeom>
          <a:noFill/>
          <a:ln w="28575">
            <a:solidFill>
              <a:srgbClr val="008000"/>
            </a:solidFill>
            <a:round/>
            <a:headEnd/>
            <a:tailEnd/>
          </a:ln>
        </p:spPr>
        <p:txBody>
          <a:bodyPr/>
          <a:lstStyle/>
          <a:p>
            <a:endParaRPr lang="zh-CN" altLang="en-US"/>
          </a:p>
        </p:txBody>
      </p:sp>
      <p:sp>
        <p:nvSpPr>
          <p:cNvPr id="100388" name="Rectangle 36"/>
          <p:cNvSpPr>
            <a:spLocks noChangeArrowheads="1"/>
          </p:cNvSpPr>
          <p:nvPr/>
        </p:nvSpPr>
        <p:spPr bwMode="auto">
          <a:xfrm>
            <a:off x="6227763" y="4005263"/>
            <a:ext cx="1008062" cy="366712"/>
          </a:xfrm>
          <a:prstGeom prst="rect">
            <a:avLst/>
          </a:prstGeom>
          <a:noFill/>
          <a:ln w="9525">
            <a:noFill/>
            <a:miter lim="800000"/>
            <a:headEnd/>
            <a:tailEnd/>
          </a:ln>
        </p:spPr>
        <p:txBody>
          <a:bodyPr>
            <a:spAutoFit/>
          </a:bodyPr>
          <a:lstStyle/>
          <a:p>
            <a:pPr algn="l"/>
            <a:r>
              <a:rPr lang="zh-CN" altLang="en-US" sz="1800" b="1">
                <a:solidFill>
                  <a:srgbClr val="FF0000"/>
                </a:solidFill>
              </a:rPr>
              <a:t>大阻尼</a:t>
            </a:r>
          </a:p>
        </p:txBody>
      </p:sp>
      <p:sp>
        <p:nvSpPr>
          <p:cNvPr id="100389" name="Rectangle 37"/>
          <p:cNvSpPr>
            <a:spLocks noChangeArrowheads="1"/>
          </p:cNvSpPr>
          <p:nvPr/>
        </p:nvSpPr>
        <p:spPr bwMode="auto">
          <a:xfrm>
            <a:off x="6661150" y="4933950"/>
            <a:ext cx="1514475" cy="366713"/>
          </a:xfrm>
          <a:prstGeom prst="rect">
            <a:avLst/>
          </a:prstGeom>
          <a:noFill/>
          <a:ln w="9525">
            <a:noFill/>
            <a:miter lim="800000"/>
            <a:headEnd/>
            <a:tailEnd/>
          </a:ln>
        </p:spPr>
        <p:txBody>
          <a:bodyPr>
            <a:spAutoFit/>
          </a:bodyPr>
          <a:lstStyle/>
          <a:p>
            <a:pPr algn="l"/>
            <a:r>
              <a:rPr lang="zh-CN" altLang="en-US" sz="1800" b="1">
                <a:solidFill>
                  <a:srgbClr val="008000"/>
                </a:solidFill>
              </a:rPr>
              <a:t>临界阻尼</a:t>
            </a:r>
          </a:p>
        </p:txBody>
      </p:sp>
      <p:graphicFrame>
        <p:nvGraphicFramePr>
          <p:cNvPr id="100393" name="Object 41"/>
          <p:cNvGraphicFramePr>
            <a:graphicFrameLocks noChangeAspect="1"/>
          </p:cNvGraphicFramePr>
          <p:nvPr/>
        </p:nvGraphicFramePr>
        <p:xfrm>
          <a:off x="1692275" y="2781300"/>
          <a:ext cx="2951163" cy="541338"/>
        </p:xfrm>
        <a:graphic>
          <a:graphicData uri="http://schemas.openxmlformats.org/presentationml/2006/ole">
            <p:oleObj spid="_x0000_s44039" name="Equation" r:id="rId9" imgW="1015920" imgH="228600" progId="Equation.3">
              <p:embed/>
            </p:oleObj>
          </a:graphicData>
        </a:graphic>
      </p:graphicFrame>
      <p:sp>
        <p:nvSpPr>
          <p:cNvPr id="100394" name="Text Box 42"/>
          <p:cNvSpPr txBox="1">
            <a:spLocks noChangeArrowheads="1"/>
          </p:cNvSpPr>
          <p:nvPr/>
        </p:nvSpPr>
        <p:spPr bwMode="auto">
          <a:xfrm>
            <a:off x="1187450" y="3357563"/>
            <a:ext cx="4267200" cy="493712"/>
          </a:xfrm>
          <a:prstGeom prst="rect">
            <a:avLst/>
          </a:prstGeom>
          <a:noFill/>
          <a:ln w="9525">
            <a:noFill/>
            <a:miter lim="800000"/>
            <a:headEnd/>
            <a:tailEnd/>
          </a:ln>
        </p:spPr>
        <p:txBody>
          <a:bodyPr>
            <a:spAutoFit/>
          </a:bodyPr>
          <a:lstStyle/>
          <a:p>
            <a:pPr algn="l">
              <a:lnSpc>
                <a:spcPct val="110000"/>
              </a:lnSpc>
            </a:pPr>
            <a:r>
              <a:rPr lang="zh-CN" altLang="en-US" sz="2400" b="1">
                <a:latin typeface="楷体_GB2312" pitchFamily="49" charset="-122"/>
                <a:ea typeface="楷体_GB2312" pitchFamily="49" charset="-122"/>
              </a:rPr>
              <a:t>常用于灵敏仪器的回零装置。</a:t>
            </a:r>
          </a:p>
        </p:txBody>
      </p:sp>
      <p:graphicFrame>
        <p:nvGraphicFramePr>
          <p:cNvPr id="100395" name="Object 43"/>
          <p:cNvGraphicFramePr>
            <a:graphicFrameLocks noChangeAspect="1"/>
          </p:cNvGraphicFramePr>
          <p:nvPr/>
        </p:nvGraphicFramePr>
        <p:xfrm>
          <a:off x="1258888" y="4581525"/>
          <a:ext cx="3960812" cy="1423988"/>
        </p:xfrm>
        <a:graphic>
          <a:graphicData uri="http://schemas.openxmlformats.org/presentationml/2006/ole">
            <p:oleObj spid="_x0000_s44040" name="公式" r:id="rId10" imgW="1218960" imgH="583920" progId="Equation.3">
              <p:embed/>
            </p:oleObj>
          </a:graphicData>
        </a:graphic>
      </p:graphicFrame>
      <p:sp>
        <p:nvSpPr>
          <p:cNvPr id="100396" name="Rectangle 44"/>
          <p:cNvSpPr>
            <a:spLocks noChangeArrowheads="1"/>
          </p:cNvSpPr>
          <p:nvPr/>
        </p:nvSpPr>
        <p:spPr bwMode="auto">
          <a:xfrm>
            <a:off x="468313" y="6021388"/>
            <a:ext cx="7921625" cy="457200"/>
          </a:xfrm>
          <a:prstGeom prst="rect">
            <a:avLst/>
          </a:prstGeom>
          <a:noFill/>
          <a:ln w="9525">
            <a:noFill/>
            <a:miter lim="800000"/>
            <a:headEnd/>
            <a:tailEnd/>
          </a:ln>
        </p:spPr>
        <p:txBody>
          <a:bodyPr anchor="ctr">
            <a:spAutoFit/>
          </a:bodyPr>
          <a:lstStyle/>
          <a:p>
            <a:pPr algn="l"/>
            <a:r>
              <a:rPr lang="zh-CN" altLang="en-US" sz="2400" b="1">
                <a:latin typeface="楷体_GB2312" pitchFamily="49" charset="-122"/>
                <a:ea typeface="楷体_GB2312" pitchFamily="49" charset="-122"/>
              </a:rPr>
              <a:t>与大阻尼相比，临界阻尼一般将更快回到平衡位置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8"/>
                                        </p:tgtEl>
                                        <p:attrNameLst>
                                          <p:attrName>style.visibility</p:attrName>
                                        </p:attrNameLst>
                                      </p:cBhvr>
                                      <p:to>
                                        <p:strVal val="visible"/>
                                      </p:to>
                                    </p:set>
                                    <p:animEffect transition="in" filter="wipe(left)">
                                      <p:cBhvr>
                                        <p:cTn id="7" dur="500"/>
                                        <p:tgtEl>
                                          <p:spTgt spid="10035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0357"/>
                                        </p:tgtEl>
                                        <p:attrNameLst>
                                          <p:attrName>style.visibility</p:attrName>
                                        </p:attrNameLst>
                                      </p:cBhvr>
                                      <p:to>
                                        <p:strVal val="visible"/>
                                      </p:to>
                                    </p:set>
                                    <p:animEffect transition="in" filter="box(in)">
                                      <p:cBhvr>
                                        <p:cTn id="12" dur="500"/>
                                        <p:tgtEl>
                                          <p:spTgt spid="1003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59"/>
                                        </p:tgtEl>
                                        <p:attrNameLst>
                                          <p:attrName>style.visibility</p:attrName>
                                        </p:attrNameLst>
                                      </p:cBhvr>
                                      <p:to>
                                        <p:strVal val="visible"/>
                                      </p:to>
                                    </p:set>
                                    <p:animEffect transition="in" filter="wipe(left)">
                                      <p:cBhvr>
                                        <p:cTn id="17" dur="500"/>
                                        <p:tgtEl>
                                          <p:spTgt spid="100359"/>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00362"/>
                                        </p:tgtEl>
                                        <p:attrNameLst>
                                          <p:attrName>style.visibility</p:attrName>
                                        </p:attrNameLst>
                                      </p:cBhvr>
                                      <p:to>
                                        <p:strVal val="visible"/>
                                      </p:to>
                                    </p:set>
                                    <p:animEffect transition="in" filter="wipe(left)">
                                      <p:cBhvr>
                                        <p:cTn id="21" dur="500"/>
                                        <p:tgtEl>
                                          <p:spTgt spid="10036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0364"/>
                                        </p:tgtEl>
                                        <p:attrNameLst>
                                          <p:attrName>style.visibility</p:attrName>
                                        </p:attrNameLst>
                                      </p:cBhvr>
                                      <p:to>
                                        <p:strVal val="visible"/>
                                      </p:to>
                                    </p:set>
                                    <p:animEffect transition="in" filter="wipe(left)">
                                      <p:cBhvr>
                                        <p:cTn id="26" dur="500"/>
                                        <p:tgtEl>
                                          <p:spTgt spid="10036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0367"/>
                                        </p:tgtEl>
                                        <p:attrNameLst>
                                          <p:attrName>style.visibility</p:attrName>
                                        </p:attrNameLst>
                                      </p:cBhvr>
                                      <p:to>
                                        <p:strVal val="visible"/>
                                      </p:to>
                                    </p:set>
                                    <p:animEffect transition="in" filter="wipe(left)">
                                      <p:cBhvr>
                                        <p:cTn id="31" dur="500"/>
                                        <p:tgtEl>
                                          <p:spTgt spid="100367"/>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00368"/>
                                        </p:tgtEl>
                                        <p:attrNameLst>
                                          <p:attrName>style.visibility</p:attrName>
                                        </p:attrNameLst>
                                      </p:cBhvr>
                                      <p:to>
                                        <p:strVal val="visible"/>
                                      </p:to>
                                    </p:set>
                                    <p:animEffect transition="in" filter="wipe(left)">
                                      <p:cBhvr>
                                        <p:cTn id="34" dur="500"/>
                                        <p:tgtEl>
                                          <p:spTgt spid="100368"/>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00369"/>
                                        </p:tgtEl>
                                        <p:attrNameLst>
                                          <p:attrName>style.visibility</p:attrName>
                                        </p:attrNameLst>
                                      </p:cBhvr>
                                      <p:to>
                                        <p:strVal val="visible"/>
                                      </p:to>
                                    </p:set>
                                    <p:animEffect transition="in" filter="wipe(left)">
                                      <p:cBhvr>
                                        <p:cTn id="37" dur="500"/>
                                        <p:tgtEl>
                                          <p:spTgt spid="100369"/>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00370"/>
                                        </p:tgtEl>
                                        <p:attrNameLst>
                                          <p:attrName>style.visibility</p:attrName>
                                        </p:attrNameLst>
                                      </p:cBhvr>
                                      <p:to>
                                        <p:strVal val="visible"/>
                                      </p:to>
                                    </p:set>
                                    <p:animEffect transition="in" filter="wipe(left)">
                                      <p:cBhvr>
                                        <p:cTn id="40" dur="500"/>
                                        <p:tgtEl>
                                          <p:spTgt spid="100370"/>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00371"/>
                                        </p:tgtEl>
                                        <p:attrNameLst>
                                          <p:attrName>style.visibility</p:attrName>
                                        </p:attrNameLst>
                                      </p:cBhvr>
                                      <p:to>
                                        <p:strVal val="visible"/>
                                      </p:to>
                                    </p:set>
                                    <p:animEffect transition="in" filter="wipe(left)">
                                      <p:cBhvr>
                                        <p:cTn id="43" dur="500"/>
                                        <p:tgtEl>
                                          <p:spTgt spid="100371"/>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00372"/>
                                        </p:tgtEl>
                                        <p:attrNameLst>
                                          <p:attrName>style.visibility</p:attrName>
                                        </p:attrNameLst>
                                      </p:cBhvr>
                                      <p:to>
                                        <p:strVal val="visible"/>
                                      </p:to>
                                    </p:set>
                                    <p:animEffect transition="in" filter="wipe(left)">
                                      <p:cBhvr>
                                        <p:cTn id="46" dur="500"/>
                                        <p:tgtEl>
                                          <p:spTgt spid="100372"/>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00373"/>
                                        </p:tgtEl>
                                        <p:attrNameLst>
                                          <p:attrName>style.visibility</p:attrName>
                                        </p:attrNameLst>
                                      </p:cBhvr>
                                      <p:to>
                                        <p:strVal val="visible"/>
                                      </p:to>
                                    </p:set>
                                    <p:animEffect transition="in" filter="wipe(left)">
                                      <p:cBhvr>
                                        <p:cTn id="49" dur="500"/>
                                        <p:tgtEl>
                                          <p:spTgt spid="100373"/>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00374"/>
                                        </p:tgtEl>
                                        <p:attrNameLst>
                                          <p:attrName>style.visibility</p:attrName>
                                        </p:attrNameLst>
                                      </p:cBhvr>
                                      <p:to>
                                        <p:strVal val="visible"/>
                                      </p:to>
                                    </p:set>
                                    <p:animEffect transition="in" filter="wipe(left)">
                                      <p:cBhvr>
                                        <p:cTn id="52" dur="500"/>
                                        <p:tgtEl>
                                          <p:spTgt spid="100374"/>
                                        </p:tgtEl>
                                      </p:cBhvr>
                                    </p:animEffect>
                                  </p:childTnLst>
                                </p:cTn>
                              </p:par>
                              <p:par>
                                <p:cTn id="53" presetID="22" presetClass="entr" presetSubtype="8" fill="hold" nodeType="withEffect">
                                  <p:stCondLst>
                                    <p:cond delay="0"/>
                                  </p:stCondLst>
                                  <p:childTnLst>
                                    <p:set>
                                      <p:cBhvr>
                                        <p:cTn id="54" dur="1" fill="hold">
                                          <p:stCondLst>
                                            <p:cond delay="0"/>
                                          </p:stCondLst>
                                        </p:cTn>
                                        <p:tgtEl>
                                          <p:spTgt spid="100375"/>
                                        </p:tgtEl>
                                        <p:attrNameLst>
                                          <p:attrName>style.visibility</p:attrName>
                                        </p:attrNameLst>
                                      </p:cBhvr>
                                      <p:to>
                                        <p:strVal val="visible"/>
                                      </p:to>
                                    </p:set>
                                    <p:animEffect transition="in" filter="wipe(left)">
                                      <p:cBhvr>
                                        <p:cTn id="55" dur="500"/>
                                        <p:tgtEl>
                                          <p:spTgt spid="10037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00361"/>
                                        </p:tgtEl>
                                        <p:attrNameLst>
                                          <p:attrName>style.visibility</p:attrName>
                                        </p:attrNameLst>
                                      </p:cBhvr>
                                      <p:to>
                                        <p:strVal val="visible"/>
                                      </p:to>
                                    </p:set>
                                    <p:animEffect transition="in" filter="wipe(left)">
                                      <p:cBhvr>
                                        <p:cTn id="60" dur="500"/>
                                        <p:tgtEl>
                                          <p:spTgt spid="100361"/>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100378"/>
                                        </p:tgtEl>
                                        <p:attrNameLst>
                                          <p:attrName>style.visibility</p:attrName>
                                        </p:attrNameLst>
                                      </p:cBhvr>
                                      <p:to>
                                        <p:strVal val="visible"/>
                                      </p:to>
                                    </p:set>
                                    <p:animEffect transition="in" filter="wipe(left)">
                                      <p:cBhvr>
                                        <p:cTn id="64" dur="500"/>
                                        <p:tgtEl>
                                          <p:spTgt spid="10037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00393"/>
                                        </p:tgtEl>
                                        <p:attrNameLst>
                                          <p:attrName>style.visibility</p:attrName>
                                        </p:attrNameLst>
                                      </p:cBhvr>
                                      <p:to>
                                        <p:strVal val="visible"/>
                                      </p:to>
                                    </p:set>
                                    <p:animEffect transition="in" filter="wipe(left)">
                                      <p:cBhvr>
                                        <p:cTn id="69" dur="500"/>
                                        <p:tgtEl>
                                          <p:spTgt spid="100393"/>
                                        </p:tgtEl>
                                      </p:cBhvr>
                                    </p:animEffect>
                                  </p:childTnLst>
                                </p:cTn>
                              </p:par>
                            </p:childTnLst>
                          </p:cTn>
                        </p:par>
                      </p:childTnLst>
                    </p:cTn>
                  </p:par>
                  <p:par>
                    <p:cTn id="70" fill="hold">
                      <p:stCondLst>
                        <p:cond delay="indefinite"/>
                      </p:stCondLst>
                      <p:childTnLst>
                        <p:par>
                          <p:cTn id="71" fill="hold">
                            <p:stCondLst>
                              <p:cond delay="0"/>
                            </p:stCondLst>
                            <p:childTnLst>
                              <p:par>
                                <p:cTn id="72" presetID="17" presetClass="entr" presetSubtype="10" fill="hold" grpId="0" nodeType="clickEffect">
                                  <p:stCondLst>
                                    <p:cond delay="0"/>
                                  </p:stCondLst>
                                  <p:childTnLst>
                                    <p:set>
                                      <p:cBhvr>
                                        <p:cTn id="73" dur="1" fill="hold">
                                          <p:stCondLst>
                                            <p:cond delay="0"/>
                                          </p:stCondLst>
                                        </p:cTn>
                                        <p:tgtEl>
                                          <p:spTgt spid="100394"/>
                                        </p:tgtEl>
                                        <p:attrNameLst>
                                          <p:attrName>style.visibility</p:attrName>
                                        </p:attrNameLst>
                                      </p:cBhvr>
                                      <p:to>
                                        <p:strVal val="visible"/>
                                      </p:to>
                                    </p:set>
                                    <p:anim calcmode="lin" valueType="num">
                                      <p:cBhvr>
                                        <p:cTn id="74" dur="500" fill="hold"/>
                                        <p:tgtEl>
                                          <p:spTgt spid="100394"/>
                                        </p:tgtEl>
                                        <p:attrNameLst>
                                          <p:attrName>ppt_w</p:attrName>
                                        </p:attrNameLst>
                                      </p:cBhvr>
                                      <p:tavLst>
                                        <p:tav tm="0">
                                          <p:val>
                                            <p:fltVal val="0"/>
                                          </p:val>
                                        </p:tav>
                                        <p:tav tm="100000">
                                          <p:val>
                                            <p:strVal val="#ppt_w"/>
                                          </p:val>
                                        </p:tav>
                                      </p:tavLst>
                                    </p:anim>
                                    <p:anim calcmode="lin" valueType="num">
                                      <p:cBhvr>
                                        <p:cTn id="75" dur="500" fill="hold"/>
                                        <p:tgtEl>
                                          <p:spTgt spid="100394"/>
                                        </p:tgtEl>
                                        <p:attrNameLst>
                                          <p:attrName>ppt_h</p:attrName>
                                        </p:attrNameLst>
                                      </p:cBhvr>
                                      <p:tavLst>
                                        <p:tav tm="0">
                                          <p:val>
                                            <p:strVal val="#ppt_h"/>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00360"/>
                                        </p:tgtEl>
                                        <p:attrNameLst>
                                          <p:attrName>style.visibility</p:attrName>
                                        </p:attrNameLst>
                                      </p:cBhvr>
                                      <p:to>
                                        <p:strVal val="visible"/>
                                      </p:to>
                                    </p:set>
                                    <p:animEffect transition="in" filter="wipe(left)">
                                      <p:cBhvr>
                                        <p:cTn id="80" dur="500"/>
                                        <p:tgtEl>
                                          <p:spTgt spid="100360"/>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100376"/>
                                        </p:tgtEl>
                                        <p:attrNameLst>
                                          <p:attrName>style.visibility</p:attrName>
                                        </p:attrNameLst>
                                      </p:cBhvr>
                                      <p:to>
                                        <p:strVal val="visible"/>
                                      </p:to>
                                    </p:set>
                                    <p:animEffect transition="in" filter="wipe(left)">
                                      <p:cBhvr>
                                        <p:cTn id="84" dur="500"/>
                                        <p:tgtEl>
                                          <p:spTgt spid="100376"/>
                                        </p:tgtEl>
                                      </p:cBhvr>
                                    </p:animEffect>
                                  </p:childTnLst>
                                </p:cTn>
                              </p:par>
                            </p:childTnLst>
                          </p:cTn>
                        </p:par>
                      </p:childTnLst>
                    </p:cTn>
                  </p:par>
                  <p:par>
                    <p:cTn id="85" fill="hold">
                      <p:stCondLst>
                        <p:cond delay="indefinite"/>
                      </p:stCondLst>
                      <p:childTnLst>
                        <p:par>
                          <p:cTn id="86" fill="hold">
                            <p:stCondLst>
                              <p:cond delay="0"/>
                            </p:stCondLst>
                            <p:childTnLst>
                              <p:par>
                                <p:cTn id="87" presetID="17" presetClass="entr" presetSubtype="10" fill="hold" nodeType="clickEffect">
                                  <p:stCondLst>
                                    <p:cond delay="0"/>
                                  </p:stCondLst>
                                  <p:childTnLst>
                                    <p:set>
                                      <p:cBhvr>
                                        <p:cTn id="88" dur="1" fill="hold">
                                          <p:stCondLst>
                                            <p:cond delay="0"/>
                                          </p:stCondLst>
                                        </p:cTn>
                                        <p:tgtEl>
                                          <p:spTgt spid="100395"/>
                                        </p:tgtEl>
                                        <p:attrNameLst>
                                          <p:attrName>style.visibility</p:attrName>
                                        </p:attrNameLst>
                                      </p:cBhvr>
                                      <p:to>
                                        <p:strVal val="visible"/>
                                      </p:to>
                                    </p:set>
                                    <p:anim calcmode="lin" valueType="num">
                                      <p:cBhvr>
                                        <p:cTn id="89" dur="500" fill="hold"/>
                                        <p:tgtEl>
                                          <p:spTgt spid="100395"/>
                                        </p:tgtEl>
                                        <p:attrNameLst>
                                          <p:attrName>ppt_w</p:attrName>
                                        </p:attrNameLst>
                                      </p:cBhvr>
                                      <p:tavLst>
                                        <p:tav tm="0">
                                          <p:val>
                                            <p:fltVal val="0"/>
                                          </p:val>
                                        </p:tav>
                                        <p:tav tm="100000">
                                          <p:val>
                                            <p:strVal val="#ppt_w"/>
                                          </p:val>
                                        </p:tav>
                                      </p:tavLst>
                                    </p:anim>
                                    <p:anim calcmode="lin" valueType="num">
                                      <p:cBhvr>
                                        <p:cTn id="90" dur="500" fill="hold"/>
                                        <p:tgtEl>
                                          <p:spTgt spid="100395"/>
                                        </p:tgtEl>
                                        <p:attrNameLst>
                                          <p:attrName>ppt_h</p:attrName>
                                        </p:attrNameLst>
                                      </p:cBhvr>
                                      <p:tavLst>
                                        <p:tav tm="0">
                                          <p:val>
                                            <p:strVal val="#ppt_h"/>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00381"/>
                                        </p:tgtEl>
                                        <p:attrNameLst>
                                          <p:attrName>style.visibility</p:attrName>
                                        </p:attrNameLst>
                                      </p:cBhvr>
                                      <p:to>
                                        <p:strVal val="visible"/>
                                      </p:to>
                                    </p:set>
                                    <p:animEffect transition="in" filter="wipe(left)">
                                      <p:cBhvr>
                                        <p:cTn id="95" dur="500"/>
                                        <p:tgtEl>
                                          <p:spTgt spid="10038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100389"/>
                                        </p:tgtEl>
                                        <p:attrNameLst>
                                          <p:attrName>style.visibility</p:attrName>
                                        </p:attrNameLst>
                                      </p:cBhvr>
                                      <p:to>
                                        <p:strVal val="visible"/>
                                      </p:to>
                                    </p:set>
                                    <p:animEffect transition="in" filter="wipe(down)">
                                      <p:cBhvr>
                                        <p:cTn id="100" dur="500"/>
                                        <p:tgtEl>
                                          <p:spTgt spid="100389"/>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100382"/>
                                        </p:tgtEl>
                                        <p:attrNameLst>
                                          <p:attrName>style.visibility</p:attrName>
                                        </p:attrNameLst>
                                      </p:cBhvr>
                                      <p:to>
                                        <p:strVal val="visible"/>
                                      </p:to>
                                    </p:set>
                                    <p:animEffect transition="in" filter="wipe(left)">
                                      <p:cBhvr>
                                        <p:cTn id="103" dur="500"/>
                                        <p:tgtEl>
                                          <p:spTgt spid="100382"/>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100383"/>
                                        </p:tgtEl>
                                        <p:attrNameLst>
                                          <p:attrName>style.visibility</p:attrName>
                                        </p:attrNameLst>
                                      </p:cBhvr>
                                      <p:to>
                                        <p:strVal val="visible"/>
                                      </p:to>
                                    </p:set>
                                    <p:animEffect transition="in" filter="wipe(left)">
                                      <p:cBhvr>
                                        <p:cTn id="106" dur="500"/>
                                        <p:tgtEl>
                                          <p:spTgt spid="100383"/>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100384"/>
                                        </p:tgtEl>
                                        <p:attrNameLst>
                                          <p:attrName>style.visibility</p:attrName>
                                        </p:attrNameLst>
                                      </p:cBhvr>
                                      <p:to>
                                        <p:strVal val="visible"/>
                                      </p:to>
                                    </p:set>
                                    <p:animEffect transition="in" filter="wipe(left)">
                                      <p:cBhvr>
                                        <p:cTn id="109" dur="500"/>
                                        <p:tgtEl>
                                          <p:spTgt spid="100384"/>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100385"/>
                                        </p:tgtEl>
                                        <p:attrNameLst>
                                          <p:attrName>style.visibility</p:attrName>
                                        </p:attrNameLst>
                                      </p:cBhvr>
                                      <p:to>
                                        <p:strVal val="visible"/>
                                      </p:to>
                                    </p:set>
                                    <p:animEffect transition="in" filter="wipe(left)">
                                      <p:cBhvr>
                                        <p:cTn id="112" dur="500"/>
                                        <p:tgtEl>
                                          <p:spTgt spid="100385"/>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100387"/>
                                        </p:tgtEl>
                                        <p:attrNameLst>
                                          <p:attrName>style.visibility</p:attrName>
                                        </p:attrNameLst>
                                      </p:cBhvr>
                                      <p:to>
                                        <p:strVal val="visible"/>
                                      </p:to>
                                    </p:set>
                                    <p:animEffect transition="in" filter="wipe(left)">
                                      <p:cBhvr>
                                        <p:cTn id="115" dur="500"/>
                                        <p:tgtEl>
                                          <p:spTgt spid="100387"/>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100388"/>
                                        </p:tgtEl>
                                        <p:attrNameLst>
                                          <p:attrName>style.visibility</p:attrName>
                                        </p:attrNameLst>
                                      </p:cBhvr>
                                      <p:to>
                                        <p:strVal val="visible"/>
                                      </p:to>
                                    </p:set>
                                    <p:animEffect transition="in" filter="wipe(left)">
                                      <p:cBhvr>
                                        <p:cTn id="120" dur="500"/>
                                        <p:tgtEl>
                                          <p:spTgt spid="100388"/>
                                        </p:tgtEl>
                                      </p:cBhvr>
                                    </p:animEffect>
                                  </p:childTnLst>
                                </p:cTn>
                              </p:par>
                              <p:par>
                                <p:cTn id="121" presetID="22" presetClass="entr" presetSubtype="8" fill="hold" grpId="0" nodeType="withEffect">
                                  <p:stCondLst>
                                    <p:cond delay="0"/>
                                  </p:stCondLst>
                                  <p:childTnLst>
                                    <p:set>
                                      <p:cBhvr>
                                        <p:cTn id="122" dur="1" fill="hold">
                                          <p:stCondLst>
                                            <p:cond delay="0"/>
                                          </p:stCondLst>
                                        </p:cTn>
                                        <p:tgtEl>
                                          <p:spTgt spid="100386"/>
                                        </p:tgtEl>
                                        <p:attrNameLst>
                                          <p:attrName>style.visibility</p:attrName>
                                        </p:attrNameLst>
                                      </p:cBhvr>
                                      <p:to>
                                        <p:strVal val="visible"/>
                                      </p:to>
                                    </p:set>
                                    <p:animEffect transition="in" filter="wipe(left)">
                                      <p:cBhvr>
                                        <p:cTn id="123" dur="500"/>
                                        <p:tgtEl>
                                          <p:spTgt spid="100386"/>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00396"/>
                                        </p:tgtEl>
                                        <p:attrNameLst>
                                          <p:attrName>style.visibility</p:attrName>
                                        </p:attrNameLst>
                                      </p:cBhvr>
                                      <p:to>
                                        <p:strVal val="visible"/>
                                      </p:to>
                                    </p:set>
                                    <p:animEffect transition="in" filter="wipe(left)">
                                      <p:cBhvr>
                                        <p:cTn id="128" dur="500"/>
                                        <p:tgtEl>
                                          <p:spTgt spid="100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7" grpId="0" autoUpdateAnimBg="0"/>
      <p:bldP spid="100358" grpId="0" autoUpdateAnimBg="0"/>
      <p:bldP spid="100359" grpId="0" autoUpdateAnimBg="0"/>
      <p:bldP spid="100360" grpId="0" autoUpdateAnimBg="0"/>
      <p:bldP spid="100361" grpId="0" autoUpdateAnimBg="0"/>
      <p:bldP spid="100367" grpId="0" animBg="1"/>
      <p:bldP spid="100368" grpId="0" animBg="1"/>
      <p:bldP spid="100369" grpId="0"/>
      <p:bldP spid="100370" grpId="0"/>
      <p:bldP spid="100371" grpId="0"/>
      <p:bldP spid="100372" grpId="0" animBg="1"/>
      <p:bldP spid="100373" grpId="0" animBg="1"/>
      <p:bldP spid="100374" grpId="0" animBg="1"/>
      <p:bldP spid="100381" grpId="0" animBg="1"/>
      <p:bldP spid="100382" grpId="0" animBg="1"/>
      <p:bldP spid="100383" grpId="0"/>
      <p:bldP spid="100384" grpId="0"/>
      <p:bldP spid="100385" grpId="0"/>
      <p:bldP spid="100386" grpId="0" animBg="1"/>
      <p:bldP spid="100387" grpId="0" animBg="1"/>
      <p:bldP spid="100388" grpId="0"/>
      <p:bldP spid="100389" grpId="0"/>
      <p:bldP spid="100394" grpId="0" autoUpdateAnimBg="0"/>
      <p:bldP spid="10039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36"/>
          <p:cNvGrpSpPr>
            <a:grpSpLocks/>
          </p:cNvGrpSpPr>
          <p:nvPr/>
        </p:nvGrpSpPr>
        <p:grpSpPr bwMode="auto">
          <a:xfrm>
            <a:off x="1589088" y="1874838"/>
            <a:ext cx="1311275" cy="396875"/>
            <a:chOff x="1001" y="1099"/>
            <a:chExt cx="826" cy="250"/>
          </a:xfrm>
        </p:grpSpPr>
        <p:sp>
          <p:nvSpPr>
            <p:cNvPr id="45158" name="Text Box 47"/>
            <p:cNvSpPr txBox="1">
              <a:spLocks noChangeArrowheads="1"/>
            </p:cNvSpPr>
            <p:nvPr/>
          </p:nvSpPr>
          <p:spPr bwMode="auto">
            <a:xfrm>
              <a:off x="1001" y="1099"/>
              <a:ext cx="826" cy="250"/>
            </a:xfrm>
            <a:prstGeom prst="rect">
              <a:avLst/>
            </a:prstGeom>
            <a:noFill/>
            <a:ln w="9525">
              <a:noFill/>
              <a:miter lim="800000"/>
              <a:headEnd/>
              <a:tailEnd/>
            </a:ln>
          </p:spPr>
          <p:txBody>
            <a:bodyPr>
              <a:spAutoFit/>
            </a:bodyPr>
            <a:lstStyle/>
            <a:p>
              <a:pPr algn="l">
                <a:spcBef>
                  <a:spcPct val="50000"/>
                </a:spcBef>
              </a:pPr>
              <a:r>
                <a:rPr lang="zh-CN" altLang="en-US" sz="2000" b="1">
                  <a:latin typeface="宋体" pitchFamily="2" charset="-122"/>
                </a:rPr>
                <a:t>幅 值</a:t>
              </a:r>
            </a:p>
          </p:txBody>
        </p:sp>
        <p:graphicFrame>
          <p:nvGraphicFramePr>
            <p:cNvPr id="45066" name="Object 126"/>
            <p:cNvGraphicFramePr>
              <a:graphicFrameLocks noChangeAspect="1"/>
            </p:cNvGraphicFramePr>
            <p:nvPr/>
          </p:nvGraphicFramePr>
          <p:xfrm>
            <a:off x="1565" y="1117"/>
            <a:ext cx="153" cy="227"/>
          </p:xfrm>
          <a:graphic>
            <a:graphicData uri="http://schemas.openxmlformats.org/presentationml/2006/ole">
              <p:oleObj spid="_x0000_s45066" name="公式" r:id="rId3" imgW="177480" imgH="228600" progId="Equation.3">
                <p:embed/>
              </p:oleObj>
            </a:graphicData>
          </a:graphic>
        </p:graphicFrame>
      </p:grpSp>
      <p:sp>
        <p:nvSpPr>
          <p:cNvPr id="103428" name="Text Box 4"/>
          <p:cNvSpPr txBox="1">
            <a:spLocks noChangeArrowheads="1"/>
          </p:cNvSpPr>
          <p:nvPr/>
        </p:nvSpPr>
        <p:spPr bwMode="auto">
          <a:xfrm>
            <a:off x="250825" y="534988"/>
            <a:ext cx="3671888" cy="457200"/>
          </a:xfrm>
          <a:prstGeom prst="rect">
            <a:avLst/>
          </a:prstGeom>
          <a:noFill/>
          <a:ln w="9525">
            <a:noFill/>
            <a:miter lim="800000"/>
            <a:headEnd/>
            <a:tailEnd/>
          </a:ln>
        </p:spPr>
        <p:txBody>
          <a:bodyPr>
            <a:spAutoFit/>
          </a:bodyPr>
          <a:lstStyle/>
          <a:p>
            <a:pPr algn="l"/>
            <a:r>
              <a:rPr lang="zh-CN" altLang="en-US" sz="2400" b="1">
                <a:solidFill>
                  <a:srgbClr val="FF0000"/>
                </a:solidFill>
                <a:latin typeface="宋体" pitchFamily="2" charset="-122"/>
              </a:rPr>
              <a:t>二、受迫振动</a:t>
            </a:r>
          </a:p>
        </p:txBody>
      </p:sp>
      <p:sp>
        <p:nvSpPr>
          <p:cNvPr id="103429" name="Text Box 5"/>
          <p:cNvSpPr txBox="1">
            <a:spLocks noChangeArrowheads="1"/>
          </p:cNvSpPr>
          <p:nvPr/>
        </p:nvSpPr>
        <p:spPr bwMode="auto">
          <a:xfrm>
            <a:off x="3419475" y="692150"/>
            <a:ext cx="5472113" cy="822325"/>
          </a:xfrm>
          <a:prstGeom prst="rect">
            <a:avLst/>
          </a:prstGeom>
          <a:noFill/>
          <a:ln w="9525">
            <a:noFill/>
            <a:miter lim="800000"/>
            <a:headEnd/>
            <a:tailEnd/>
          </a:ln>
        </p:spPr>
        <p:txBody>
          <a:bodyPr>
            <a:spAutoFit/>
          </a:bodyPr>
          <a:lstStyle/>
          <a:p>
            <a:pPr algn="l">
              <a:spcBef>
                <a:spcPct val="50000"/>
              </a:spcBef>
            </a:pPr>
            <a:r>
              <a:rPr lang="zh-CN" altLang="en-US" sz="2400" b="1">
                <a:latin typeface="宋体" pitchFamily="2" charset="-122"/>
              </a:rPr>
              <a:t>系统在周期性外力的持续作用下所作的等幅振动称为</a:t>
            </a:r>
            <a:r>
              <a:rPr lang="zh-CN" altLang="en-US" sz="2400" b="1">
                <a:solidFill>
                  <a:srgbClr val="0000FF"/>
                </a:solidFill>
                <a:latin typeface="宋体" pitchFamily="2" charset="-122"/>
              </a:rPr>
              <a:t>受迫振动</a:t>
            </a:r>
            <a:r>
              <a:rPr lang="zh-CN" altLang="en-US" sz="2400" b="1">
                <a:latin typeface="宋体" pitchFamily="2" charset="-122"/>
              </a:rPr>
              <a:t>。</a:t>
            </a:r>
          </a:p>
        </p:txBody>
      </p:sp>
      <p:grpSp>
        <p:nvGrpSpPr>
          <p:cNvPr id="3" name="Group 173"/>
          <p:cNvGrpSpPr>
            <a:grpSpLocks/>
          </p:cNvGrpSpPr>
          <p:nvPr/>
        </p:nvGrpSpPr>
        <p:grpSpPr bwMode="auto">
          <a:xfrm>
            <a:off x="107950" y="1898650"/>
            <a:ext cx="2311400" cy="4625975"/>
            <a:chOff x="68" y="1196"/>
            <a:chExt cx="1456" cy="2914"/>
          </a:xfrm>
        </p:grpSpPr>
        <p:grpSp>
          <p:nvGrpSpPr>
            <p:cNvPr id="45122" name="Group 138"/>
            <p:cNvGrpSpPr>
              <a:grpSpLocks/>
            </p:cNvGrpSpPr>
            <p:nvPr/>
          </p:nvGrpSpPr>
          <p:grpSpPr bwMode="auto">
            <a:xfrm>
              <a:off x="68" y="1196"/>
              <a:ext cx="1386" cy="2901"/>
              <a:chOff x="68" y="1114"/>
              <a:chExt cx="1386" cy="2901"/>
            </a:xfrm>
          </p:grpSpPr>
          <p:grpSp>
            <p:nvGrpSpPr>
              <p:cNvPr id="45125" name="Group 139"/>
              <p:cNvGrpSpPr>
                <a:grpSpLocks/>
              </p:cNvGrpSpPr>
              <p:nvPr/>
            </p:nvGrpSpPr>
            <p:grpSpPr bwMode="auto">
              <a:xfrm>
                <a:off x="68" y="1114"/>
                <a:ext cx="1386" cy="2901"/>
                <a:chOff x="68" y="1114"/>
                <a:chExt cx="1386" cy="2901"/>
              </a:xfrm>
            </p:grpSpPr>
            <p:sp>
              <p:nvSpPr>
                <p:cNvPr id="45129" name="Rectangle 140"/>
                <p:cNvSpPr>
                  <a:spLocks noChangeArrowheads="1"/>
                </p:cNvSpPr>
                <p:nvPr/>
              </p:nvSpPr>
              <p:spPr bwMode="auto">
                <a:xfrm>
                  <a:off x="205" y="2448"/>
                  <a:ext cx="1249" cy="1502"/>
                </a:xfrm>
                <a:prstGeom prst="rect">
                  <a:avLst/>
                </a:prstGeom>
                <a:solidFill>
                  <a:srgbClr val="00FFFF">
                    <a:alpha val="39999"/>
                  </a:srgbClr>
                </a:solidFill>
                <a:ln w="9525">
                  <a:noFill/>
                  <a:miter lim="800000"/>
                  <a:headEnd/>
                  <a:tailEnd/>
                </a:ln>
              </p:spPr>
              <p:txBody>
                <a:bodyPr wrap="none" anchor="ctr"/>
                <a:lstStyle/>
                <a:p>
                  <a:endParaRPr lang="zh-CN" altLang="en-US"/>
                </a:p>
              </p:txBody>
            </p:sp>
            <p:sp>
              <p:nvSpPr>
                <p:cNvPr id="45130" name="Rectangle 141"/>
                <p:cNvSpPr>
                  <a:spLocks noChangeArrowheads="1"/>
                </p:cNvSpPr>
                <p:nvPr/>
              </p:nvSpPr>
              <p:spPr bwMode="auto">
                <a:xfrm>
                  <a:off x="214" y="2257"/>
                  <a:ext cx="80" cy="1758"/>
                </a:xfrm>
                <a:prstGeom prst="rect">
                  <a:avLst/>
                </a:prstGeom>
                <a:solidFill>
                  <a:srgbClr val="FF6600"/>
                </a:solidFill>
                <a:ln w="9525">
                  <a:noFill/>
                  <a:miter lim="800000"/>
                  <a:headEnd/>
                  <a:tailEnd/>
                </a:ln>
              </p:spPr>
              <p:txBody>
                <a:bodyPr wrap="none" anchor="ctr"/>
                <a:lstStyle/>
                <a:p>
                  <a:endParaRPr lang="zh-CN" altLang="en-US"/>
                </a:p>
              </p:txBody>
            </p:sp>
            <p:sp>
              <p:nvSpPr>
                <p:cNvPr id="45131" name="Freeform 142"/>
                <p:cNvSpPr>
                  <a:spLocks/>
                </p:cNvSpPr>
                <p:nvPr/>
              </p:nvSpPr>
              <p:spPr bwMode="auto">
                <a:xfrm>
                  <a:off x="462" y="1139"/>
                  <a:ext cx="416" cy="219"/>
                </a:xfrm>
                <a:custGeom>
                  <a:avLst/>
                  <a:gdLst>
                    <a:gd name="T0" fmla="*/ 6 w 826"/>
                    <a:gd name="T1" fmla="*/ 8 h 447"/>
                    <a:gd name="T2" fmla="*/ 11 w 826"/>
                    <a:gd name="T3" fmla="*/ 8 h 447"/>
                    <a:gd name="T4" fmla="*/ 31 w 826"/>
                    <a:gd name="T5" fmla="*/ 0 h 447"/>
                    <a:gd name="T6" fmla="*/ 41 w 826"/>
                    <a:gd name="T7" fmla="*/ 1 h 447"/>
                    <a:gd name="T8" fmla="*/ 47 w 826"/>
                    <a:gd name="T9" fmla="*/ 6 h 447"/>
                    <a:gd name="T10" fmla="*/ 51 w 826"/>
                    <a:gd name="T11" fmla="*/ 9 h 447"/>
                    <a:gd name="T12" fmla="*/ 51 w 826"/>
                    <a:gd name="T13" fmla="*/ 15 h 447"/>
                    <a:gd name="T14" fmla="*/ 53 w 826"/>
                    <a:gd name="T15" fmla="*/ 19 h 447"/>
                    <a:gd name="T16" fmla="*/ 49 w 826"/>
                    <a:gd name="T17" fmla="*/ 22 h 447"/>
                    <a:gd name="T18" fmla="*/ 45 w 826"/>
                    <a:gd name="T19" fmla="*/ 14 h 447"/>
                    <a:gd name="T20" fmla="*/ 41 w 826"/>
                    <a:gd name="T21" fmla="*/ 11 h 447"/>
                    <a:gd name="T22" fmla="*/ 32 w 826"/>
                    <a:gd name="T23" fmla="*/ 11 h 447"/>
                    <a:gd name="T24" fmla="*/ 32 w 826"/>
                    <a:gd name="T25" fmla="*/ 14 h 447"/>
                    <a:gd name="T26" fmla="*/ 37 w 826"/>
                    <a:gd name="T27" fmla="*/ 17 h 447"/>
                    <a:gd name="T28" fmla="*/ 41 w 826"/>
                    <a:gd name="T29" fmla="*/ 21 h 447"/>
                    <a:gd name="T30" fmla="*/ 46 w 826"/>
                    <a:gd name="T31" fmla="*/ 21 h 447"/>
                    <a:gd name="T32" fmla="*/ 48 w 826"/>
                    <a:gd name="T33" fmla="*/ 24 h 447"/>
                    <a:gd name="T34" fmla="*/ 43 w 826"/>
                    <a:gd name="T35" fmla="*/ 24 h 447"/>
                    <a:gd name="T36" fmla="*/ 37 w 826"/>
                    <a:gd name="T37" fmla="*/ 25 h 447"/>
                    <a:gd name="T38" fmla="*/ 30 w 826"/>
                    <a:gd name="T39" fmla="*/ 23 h 447"/>
                    <a:gd name="T40" fmla="*/ 20 w 826"/>
                    <a:gd name="T41" fmla="*/ 23 h 447"/>
                    <a:gd name="T42" fmla="*/ 11 w 826"/>
                    <a:gd name="T43" fmla="*/ 21 h 447"/>
                    <a:gd name="T44" fmla="*/ 7 w 826"/>
                    <a:gd name="T45" fmla="*/ 19 h 447"/>
                    <a:gd name="T46" fmla="*/ 0 w 826"/>
                    <a:gd name="T47" fmla="*/ 18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26"/>
                    <a:gd name="T73" fmla="*/ 0 h 447"/>
                    <a:gd name="T74" fmla="*/ 826 w 826"/>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26" h="447">
                      <a:moveTo>
                        <a:pt x="83" y="136"/>
                      </a:moveTo>
                      <a:cubicBezTo>
                        <a:pt x="111" y="136"/>
                        <a:pt x="139" y="136"/>
                        <a:pt x="167" y="136"/>
                      </a:cubicBezTo>
                      <a:lnTo>
                        <a:pt x="485" y="0"/>
                      </a:lnTo>
                      <a:lnTo>
                        <a:pt x="629" y="23"/>
                      </a:lnTo>
                      <a:lnTo>
                        <a:pt x="735" y="114"/>
                      </a:lnTo>
                      <a:lnTo>
                        <a:pt x="796" y="159"/>
                      </a:lnTo>
                      <a:lnTo>
                        <a:pt x="803" y="265"/>
                      </a:lnTo>
                      <a:lnTo>
                        <a:pt x="826" y="326"/>
                      </a:lnTo>
                      <a:lnTo>
                        <a:pt x="765" y="371"/>
                      </a:lnTo>
                      <a:lnTo>
                        <a:pt x="705" y="250"/>
                      </a:lnTo>
                      <a:lnTo>
                        <a:pt x="629" y="189"/>
                      </a:lnTo>
                      <a:lnTo>
                        <a:pt x="493" y="189"/>
                      </a:lnTo>
                      <a:lnTo>
                        <a:pt x="500" y="250"/>
                      </a:lnTo>
                      <a:lnTo>
                        <a:pt x="568" y="296"/>
                      </a:lnTo>
                      <a:lnTo>
                        <a:pt x="644" y="356"/>
                      </a:lnTo>
                      <a:lnTo>
                        <a:pt x="720" y="356"/>
                      </a:lnTo>
                      <a:lnTo>
                        <a:pt x="743" y="409"/>
                      </a:lnTo>
                      <a:lnTo>
                        <a:pt x="667" y="424"/>
                      </a:lnTo>
                      <a:lnTo>
                        <a:pt x="576" y="447"/>
                      </a:lnTo>
                      <a:lnTo>
                        <a:pt x="470" y="394"/>
                      </a:lnTo>
                      <a:lnTo>
                        <a:pt x="311" y="394"/>
                      </a:lnTo>
                      <a:lnTo>
                        <a:pt x="167" y="364"/>
                      </a:lnTo>
                      <a:lnTo>
                        <a:pt x="99" y="326"/>
                      </a:lnTo>
                      <a:lnTo>
                        <a:pt x="0" y="318"/>
                      </a:lnTo>
                    </a:path>
                  </a:pathLst>
                </a:custGeom>
                <a:gradFill rotWithShape="0">
                  <a:gsLst>
                    <a:gs pos="0">
                      <a:srgbClr val="FFCC99"/>
                    </a:gs>
                    <a:gs pos="100000">
                      <a:srgbClr val="F8AC7E"/>
                    </a:gs>
                  </a:gsLst>
                  <a:path path="rect">
                    <a:fillToRect r="100000" b="100000"/>
                  </a:path>
                </a:gradFill>
                <a:ln w="9525">
                  <a:solidFill>
                    <a:schemeClr val="tx1"/>
                  </a:solidFill>
                  <a:round/>
                  <a:headEnd/>
                  <a:tailEnd/>
                </a:ln>
              </p:spPr>
              <p:txBody>
                <a:bodyPr/>
                <a:lstStyle/>
                <a:p>
                  <a:endParaRPr lang="zh-CN" altLang="en-US"/>
                </a:p>
              </p:txBody>
            </p:sp>
            <p:sp>
              <p:nvSpPr>
                <p:cNvPr id="45132" name="Oval 143"/>
                <p:cNvSpPr>
                  <a:spLocks noChangeArrowheads="1"/>
                </p:cNvSpPr>
                <p:nvPr/>
              </p:nvSpPr>
              <p:spPr bwMode="auto">
                <a:xfrm rot="5400000">
                  <a:off x="733" y="3037"/>
                  <a:ext cx="211" cy="218"/>
                </a:xfrm>
                <a:prstGeom prst="ellipse">
                  <a:avLst/>
                </a:prstGeom>
                <a:gradFill rotWithShape="0">
                  <a:gsLst>
                    <a:gs pos="0">
                      <a:srgbClr val="FF9900"/>
                    </a:gs>
                    <a:gs pos="100000">
                      <a:srgbClr val="000000"/>
                    </a:gs>
                  </a:gsLst>
                  <a:path path="shape">
                    <a:fillToRect l="50000" t="50000" r="50000" b="50000"/>
                  </a:path>
                </a:gradFill>
                <a:ln w="9525">
                  <a:solidFill>
                    <a:schemeClr val="tx1"/>
                  </a:solidFill>
                  <a:round/>
                  <a:headEnd/>
                  <a:tailEnd/>
                </a:ln>
              </p:spPr>
              <p:txBody>
                <a:bodyPr wrap="none" anchor="ctr"/>
                <a:lstStyle/>
                <a:p>
                  <a:endParaRPr lang="zh-CN" altLang="en-US"/>
                </a:p>
              </p:txBody>
            </p:sp>
            <p:grpSp>
              <p:nvGrpSpPr>
                <p:cNvPr id="45133" name="Group 144"/>
                <p:cNvGrpSpPr>
                  <a:grpSpLocks/>
                </p:cNvGrpSpPr>
                <p:nvPr/>
              </p:nvGrpSpPr>
              <p:grpSpPr bwMode="auto">
                <a:xfrm>
                  <a:off x="794" y="1501"/>
                  <a:ext cx="84" cy="1549"/>
                  <a:chOff x="689" y="963"/>
                  <a:chExt cx="84" cy="1549"/>
                </a:xfrm>
              </p:grpSpPr>
              <p:grpSp>
                <p:nvGrpSpPr>
                  <p:cNvPr id="45135" name="Group 145"/>
                  <p:cNvGrpSpPr>
                    <a:grpSpLocks/>
                  </p:cNvGrpSpPr>
                  <p:nvPr/>
                </p:nvGrpSpPr>
                <p:grpSpPr bwMode="auto">
                  <a:xfrm rot="16200000" flipV="1">
                    <a:off x="273" y="1994"/>
                    <a:ext cx="921" cy="79"/>
                    <a:chOff x="624" y="745"/>
                    <a:chExt cx="1078" cy="261"/>
                  </a:xfrm>
                </p:grpSpPr>
                <p:grpSp>
                  <p:nvGrpSpPr>
                    <p:cNvPr id="45149" name="Group 146"/>
                    <p:cNvGrpSpPr>
                      <a:grpSpLocks/>
                    </p:cNvGrpSpPr>
                    <p:nvPr/>
                  </p:nvGrpSpPr>
                  <p:grpSpPr bwMode="auto">
                    <a:xfrm>
                      <a:off x="624" y="747"/>
                      <a:ext cx="357" cy="258"/>
                      <a:chOff x="624" y="912"/>
                      <a:chExt cx="960" cy="96"/>
                    </a:xfrm>
                  </p:grpSpPr>
                  <p:sp>
                    <p:nvSpPr>
                      <p:cNvPr id="45156" name="Freeform 147"/>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45157" name="Freeform 148"/>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nvGrpSpPr>
                    <p:cNvPr id="45150" name="Group 149"/>
                    <p:cNvGrpSpPr>
                      <a:grpSpLocks/>
                    </p:cNvGrpSpPr>
                    <p:nvPr/>
                  </p:nvGrpSpPr>
                  <p:grpSpPr bwMode="auto">
                    <a:xfrm>
                      <a:off x="983" y="745"/>
                      <a:ext cx="358" cy="261"/>
                      <a:chOff x="624" y="912"/>
                      <a:chExt cx="960" cy="96"/>
                    </a:xfrm>
                  </p:grpSpPr>
                  <p:sp>
                    <p:nvSpPr>
                      <p:cNvPr id="45154" name="Freeform 150"/>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45155" name="Freeform 151"/>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nvGrpSpPr>
                    <p:cNvPr id="45151" name="Group 152"/>
                    <p:cNvGrpSpPr>
                      <a:grpSpLocks/>
                    </p:cNvGrpSpPr>
                    <p:nvPr/>
                  </p:nvGrpSpPr>
                  <p:grpSpPr bwMode="auto">
                    <a:xfrm>
                      <a:off x="1342" y="746"/>
                      <a:ext cx="360" cy="256"/>
                      <a:chOff x="624" y="912"/>
                      <a:chExt cx="960" cy="96"/>
                    </a:xfrm>
                  </p:grpSpPr>
                  <p:sp>
                    <p:nvSpPr>
                      <p:cNvPr id="45152" name="Freeform 153"/>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45153" name="Freeform 154"/>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sp>
                <p:nvSpPr>
                  <p:cNvPr id="45136" name="Line 155"/>
                  <p:cNvSpPr>
                    <a:spLocks noChangeShapeType="1"/>
                  </p:cNvSpPr>
                  <p:nvPr/>
                </p:nvSpPr>
                <p:spPr bwMode="auto">
                  <a:xfrm rot="-5400000" flipH="1" flipV="1">
                    <a:off x="731" y="2183"/>
                    <a:ext cx="3" cy="11"/>
                  </a:xfrm>
                  <a:prstGeom prst="line">
                    <a:avLst/>
                  </a:prstGeom>
                  <a:noFill/>
                  <a:ln w="15875">
                    <a:solidFill>
                      <a:schemeClr val="tx1"/>
                    </a:solidFill>
                    <a:round/>
                    <a:headEnd/>
                    <a:tailEnd/>
                  </a:ln>
                </p:spPr>
                <p:txBody>
                  <a:bodyPr/>
                  <a:lstStyle/>
                  <a:p>
                    <a:endParaRPr lang="zh-CN" altLang="en-US"/>
                  </a:p>
                </p:txBody>
              </p:sp>
              <p:sp>
                <p:nvSpPr>
                  <p:cNvPr id="45137" name="Line 156"/>
                  <p:cNvSpPr>
                    <a:spLocks noChangeShapeType="1"/>
                  </p:cNvSpPr>
                  <p:nvPr/>
                </p:nvSpPr>
                <p:spPr bwMode="auto">
                  <a:xfrm rot="16200000" flipV="1">
                    <a:off x="730" y="2028"/>
                    <a:ext cx="1" cy="11"/>
                  </a:xfrm>
                  <a:prstGeom prst="line">
                    <a:avLst/>
                  </a:prstGeom>
                  <a:noFill/>
                  <a:ln w="15875">
                    <a:solidFill>
                      <a:schemeClr val="tx1"/>
                    </a:solidFill>
                    <a:round/>
                    <a:headEnd/>
                    <a:tailEnd/>
                  </a:ln>
                </p:spPr>
                <p:txBody>
                  <a:bodyPr/>
                  <a:lstStyle/>
                  <a:p>
                    <a:endParaRPr lang="zh-CN" altLang="en-US"/>
                  </a:p>
                </p:txBody>
              </p:sp>
              <p:sp>
                <p:nvSpPr>
                  <p:cNvPr id="45138" name="Line 157"/>
                  <p:cNvSpPr>
                    <a:spLocks noChangeShapeType="1"/>
                  </p:cNvSpPr>
                  <p:nvPr/>
                </p:nvSpPr>
                <p:spPr bwMode="auto">
                  <a:xfrm rot="-5400000" flipH="1" flipV="1">
                    <a:off x="733" y="1875"/>
                    <a:ext cx="2" cy="11"/>
                  </a:xfrm>
                  <a:prstGeom prst="line">
                    <a:avLst/>
                  </a:prstGeom>
                  <a:noFill/>
                  <a:ln w="15875">
                    <a:solidFill>
                      <a:schemeClr val="tx1"/>
                    </a:solidFill>
                    <a:round/>
                    <a:headEnd/>
                    <a:tailEnd/>
                  </a:ln>
                </p:spPr>
                <p:txBody>
                  <a:bodyPr/>
                  <a:lstStyle/>
                  <a:p>
                    <a:endParaRPr lang="zh-CN" altLang="en-US"/>
                  </a:p>
                </p:txBody>
              </p:sp>
              <p:sp>
                <p:nvSpPr>
                  <p:cNvPr id="45139" name="Line 158"/>
                  <p:cNvSpPr>
                    <a:spLocks noChangeShapeType="1"/>
                  </p:cNvSpPr>
                  <p:nvPr/>
                </p:nvSpPr>
                <p:spPr bwMode="auto">
                  <a:xfrm rot="-5400000" flipH="1" flipV="1">
                    <a:off x="731" y="2340"/>
                    <a:ext cx="2" cy="5"/>
                  </a:xfrm>
                  <a:prstGeom prst="line">
                    <a:avLst/>
                  </a:prstGeom>
                  <a:noFill/>
                  <a:ln w="15875">
                    <a:solidFill>
                      <a:schemeClr val="tx1"/>
                    </a:solidFill>
                    <a:round/>
                    <a:headEnd/>
                    <a:tailEnd/>
                  </a:ln>
                </p:spPr>
                <p:txBody>
                  <a:bodyPr/>
                  <a:lstStyle/>
                  <a:p>
                    <a:endParaRPr lang="zh-CN" altLang="en-US"/>
                  </a:p>
                </p:txBody>
              </p:sp>
              <p:sp>
                <p:nvSpPr>
                  <p:cNvPr id="45140" name="Line 159"/>
                  <p:cNvSpPr>
                    <a:spLocks noChangeShapeType="1"/>
                  </p:cNvSpPr>
                  <p:nvPr/>
                </p:nvSpPr>
                <p:spPr bwMode="auto">
                  <a:xfrm rot="16200000" flipV="1">
                    <a:off x="734" y="1723"/>
                    <a:ext cx="0" cy="7"/>
                  </a:xfrm>
                  <a:prstGeom prst="line">
                    <a:avLst/>
                  </a:prstGeom>
                  <a:noFill/>
                  <a:ln w="15875">
                    <a:solidFill>
                      <a:schemeClr val="tx1"/>
                    </a:solidFill>
                    <a:round/>
                    <a:headEnd/>
                    <a:tailEnd/>
                  </a:ln>
                </p:spPr>
                <p:txBody>
                  <a:bodyPr/>
                  <a:lstStyle/>
                  <a:p>
                    <a:endParaRPr lang="zh-CN" altLang="en-US"/>
                  </a:p>
                </p:txBody>
              </p:sp>
              <p:sp>
                <p:nvSpPr>
                  <p:cNvPr id="45141" name="Line 160"/>
                  <p:cNvSpPr>
                    <a:spLocks noChangeShapeType="1"/>
                  </p:cNvSpPr>
                  <p:nvPr/>
                </p:nvSpPr>
                <p:spPr bwMode="auto">
                  <a:xfrm rot="16200000" flipV="1">
                    <a:off x="721" y="2503"/>
                    <a:ext cx="19" cy="0"/>
                  </a:xfrm>
                  <a:prstGeom prst="line">
                    <a:avLst/>
                  </a:prstGeom>
                  <a:noFill/>
                  <a:ln w="15875">
                    <a:solidFill>
                      <a:schemeClr val="tx1"/>
                    </a:solidFill>
                    <a:round/>
                    <a:headEnd/>
                    <a:tailEnd/>
                  </a:ln>
                </p:spPr>
                <p:txBody>
                  <a:bodyPr/>
                  <a:lstStyle/>
                  <a:p>
                    <a:endParaRPr lang="zh-CN" altLang="en-US"/>
                  </a:p>
                </p:txBody>
              </p:sp>
              <p:sp>
                <p:nvSpPr>
                  <p:cNvPr id="45142" name="Line 161"/>
                  <p:cNvSpPr>
                    <a:spLocks noChangeShapeType="1"/>
                  </p:cNvSpPr>
                  <p:nvPr/>
                </p:nvSpPr>
                <p:spPr bwMode="auto">
                  <a:xfrm rot="16200000" flipV="1">
                    <a:off x="734" y="2492"/>
                    <a:ext cx="0" cy="8"/>
                  </a:xfrm>
                  <a:prstGeom prst="line">
                    <a:avLst/>
                  </a:prstGeom>
                  <a:noFill/>
                  <a:ln w="15875">
                    <a:solidFill>
                      <a:schemeClr val="tx1"/>
                    </a:solidFill>
                    <a:round/>
                    <a:headEnd/>
                    <a:tailEnd/>
                  </a:ln>
                </p:spPr>
                <p:txBody>
                  <a:bodyPr/>
                  <a:lstStyle/>
                  <a:p>
                    <a:endParaRPr lang="zh-CN" altLang="en-US"/>
                  </a:p>
                </p:txBody>
              </p:sp>
              <p:grpSp>
                <p:nvGrpSpPr>
                  <p:cNvPr id="45143" name="Group 162"/>
                  <p:cNvGrpSpPr>
                    <a:grpSpLocks/>
                  </p:cNvGrpSpPr>
                  <p:nvPr/>
                </p:nvGrpSpPr>
                <p:grpSpPr bwMode="auto">
                  <a:xfrm rot="16200000" flipV="1">
                    <a:off x="577" y="1382"/>
                    <a:ext cx="305" cy="78"/>
                    <a:chOff x="624" y="912"/>
                    <a:chExt cx="960" cy="96"/>
                  </a:xfrm>
                </p:grpSpPr>
                <p:sp>
                  <p:nvSpPr>
                    <p:cNvPr id="45147" name="Freeform 163"/>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45148" name="Freeform 164"/>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nvGrpSpPr>
                  <p:cNvPr id="45144" name="Group 165"/>
                  <p:cNvGrpSpPr>
                    <a:grpSpLocks/>
                  </p:cNvGrpSpPr>
                  <p:nvPr/>
                </p:nvGrpSpPr>
                <p:grpSpPr bwMode="auto">
                  <a:xfrm rot="16200000" flipV="1">
                    <a:off x="576" y="1076"/>
                    <a:ext cx="306" cy="79"/>
                    <a:chOff x="624" y="912"/>
                    <a:chExt cx="960" cy="96"/>
                  </a:xfrm>
                </p:grpSpPr>
                <p:sp>
                  <p:nvSpPr>
                    <p:cNvPr id="45145" name="Freeform 166"/>
                    <p:cNvSpPr>
                      <a:spLocks/>
                    </p:cNvSpPr>
                    <p:nvPr/>
                  </p:nvSpPr>
                  <p:spPr bwMode="auto">
                    <a:xfrm>
                      <a:off x="62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sp>
                  <p:nvSpPr>
                    <p:cNvPr id="45146" name="Freeform 167"/>
                    <p:cNvSpPr>
                      <a:spLocks/>
                    </p:cNvSpPr>
                    <p:nvPr/>
                  </p:nvSpPr>
                  <p:spPr bwMode="auto">
                    <a:xfrm>
                      <a:off x="1104" y="912"/>
                      <a:ext cx="480" cy="96"/>
                    </a:xfrm>
                    <a:custGeom>
                      <a:avLst/>
                      <a:gdLst>
                        <a:gd name="T0" fmla="*/ 0 w 5040"/>
                        <a:gd name="T1" fmla="*/ 0 h 1208"/>
                        <a:gd name="T2" fmla="*/ 0 w 5040"/>
                        <a:gd name="T3" fmla="*/ 0 h 1208"/>
                        <a:gd name="T4" fmla="*/ 0 w 5040"/>
                        <a:gd name="T5" fmla="*/ 0 h 1208"/>
                        <a:gd name="T6" fmla="*/ 0 w 5040"/>
                        <a:gd name="T7" fmla="*/ 0 h 1208"/>
                        <a:gd name="T8" fmla="*/ 0 w 5040"/>
                        <a:gd name="T9" fmla="*/ 0 h 1208"/>
                        <a:gd name="T10" fmla="*/ 0 w 5040"/>
                        <a:gd name="T11" fmla="*/ 0 h 1208"/>
                        <a:gd name="T12" fmla="*/ 0 w 5040"/>
                        <a:gd name="T13" fmla="*/ 0 h 1208"/>
                        <a:gd name="T14" fmla="*/ 0 w 5040"/>
                        <a:gd name="T15" fmla="*/ 0 h 1208"/>
                        <a:gd name="T16" fmla="*/ 0 w 5040"/>
                        <a:gd name="T17" fmla="*/ 0 h 1208"/>
                        <a:gd name="T18" fmla="*/ 0 w 5040"/>
                        <a:gd name="T19" fmla="*/ 0 h 1208"/>
                        <a:gd name="T20" fmla="*/ 0 w 5040"/>
                        <a:gd name="T21" fmla="*/ 0 h 1208"/>
                        <a:gd name="T22" fmla="*/ 0 w 5040"/>
                        <a:gd name="T23" fmla="*/ 0 h 1208"/>
                        <a:gd name="T24" fmla="*/ 0 w 5040"/>
                        <a:gd name="T25" fmla="*/ 0 h 1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40"/>
                        <a:gd name="T40" fmla="*/ 0 h 1208"/>
                        <a:gd name="T41" fmla="*/ 5040 w 5040"/>
                        <a:gd name="T42" fmla="*/ 1208 h 1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40" h="1208">
                          <a:moveTo>
                            <a:pt x="0" y="584"/>
                          </a:moveTo>
                          <a:cubicBezTo>
                            <a:pt x="148" y="296"/>
                            <a:pt x="296" y="8"/>
                            <a:pt x="432" y="8"/>
                          </a:cubicBezTo>
                          <a:cubicBezTo>
                            <a:pt x="568" y="8"/>
                            <a:pt x="680" y="384"/>
                            <a:pt x="816" y="584"/>
                          </a:cubicBezTo>
                          <a:cubicBezTo>
                            <a:pt x="952" y="784"/>
                            <a:pt x="1104" y="1208"/>
                            <a:pt x="1248" y="1208"/>
                          </a:cubicBezTo>
                          <a:cubicBezTo>
                            <a:pt x="1392" y="1208"/>
                            <a:pt x="1536" y="784"/>
                            <a:pt x="1680" y="584"/>
                          </a:cubicBezTo>
                          <a:cubicBezTo>
                            <a:pt x="1824" y="384"/>
                            <a:pt x="1968" y="0"/>
                            <a:pt x="2112" y="8"/>
                          </a:cubicBezTo>
                          <a:cubicBezTo>
                            <a:pt x="2256" y="16"/>
                            <a:pt x="2408" y="432"/>
                            <a:pt x="2544" y="632"/>
                          </a:cubicBezTo>
                          <a:cubicBezTo>
                            <a:pt x="2680" y="832"/>
                            <a:pt x="2792" y="1208"/>
                            <a:pt x="2928" y="1208"/>
                          </a:cubicBezTo>
                          <a:cubicBezTo>
                            <a:pt x="3064" y="1208"/>
                            <a:pt x="3216" y="832"/>
                            <a:pt x="3360" y="632"/>
                          </a:cubicBezTo>
                          <a:cubicBezTo>
                            <a:pt x="3504" y="432"/>
                            <a:pt x="3656" y="8"/>
                            <a:pt x="3792" y="8"/>
                          </a:cubicBezTo>
                          <a:cubicBezTo>
                            <a:pt x="3928" y="8"/>
                            <a:pt x="4040" y="432"/>
                            <a:pt x="4176" y="632"/>
                          </a:cubicBezTo>
                          <a:cubicBezTo>
                            <a:pt x="4312" y="832"/>
                            <a:pt x="4464" y="1208"/>
                            <a:pt x="4608" y="1208"/>
                          </a:cubicBezTo>
                          <a:cubicBezTo>
                            <a:pt x="4752" y="1208"/>
                            <a:pt x="4968" y="728"/>
                            <a:pt x="5040" y="632"/>
                          </a:cubicBezTo>
                        </a:path>
                      </a:pathLst>
                    </a:custGeom>
                    <a:noFill/>
                    <a:ln w="15875">
                      <a:solidFill>
                        <a:schemeClr val="tx1"/>
                      </a:solidFill>
                      <a:round/>
                      <a:headEnd/>
                      <a:tailEnd/>
                    </a:ln>
                  </p:spPr>
                  <p:txBody>
                    <a:bodyPr/>
                    <a:lstStyle/>
                    <a:p>
                      <a:endParaRPr lang="zh-CN" altLang="en-US"/>
                    </a:p>
                  </p:txBody>
                </p:sp>
              </p:grpSp>
            </p:grpSp>
            <p:sp>
              <p:nvSpPr>
                <p:cNvPr id="45134" name="Text Box 168"/>
                <p:cNvSpPr txBox="1">
                  <a:spLocks noChangeArrowheads="1"/>
                </p:cNvSpPr>
                <p:nvPr/>
              </p:nvSpPr>
              <p:spPr bwMode="auto">
                <a:xfrm>
                  <a:off x="68" y="1114"/>
                  <a:ext cx="508" cy="250"/>
                </a:xfrm>
                <a:prstGeom prst="rect">
                  <a:avLst/>
                </a:prstGeom>
                <a:noFill/>
                <a:ln w="9525">
                  <a:noFill/>
                  <a:miter lim="800000"/>
                  <a:headEnd/>
                  <a:tailEnd/>
                </a:ln>
              </p:spPr>
              <p:txBody>
                <a:bodyPr>
                  <a:spAutoFit/>
                </a:bodyPr>
                <a:lstStyle/>
                <a:p>
                  <a:pPr algn="l">
                    <a:spcBef>
                      <a:spcPct val="50000"/>
                    </a:spcBef>
                  </a:pPr>
                  <a:r>
                    <a:rPr lang="zh-CN" altLang="en-US" sz="2000" b="1">
                      <a:latin typeface="宋体" pitchFamily="2" charset="-122"/>
                    </a:rPr>
                    <a:t>示意</a:t>
                  </a:r>
                </a:p>
              </p:txBody>
            </p:sp>
          </p:grpSp>
          <p:grpSp>
            <p:nvGrpSpPr>
              <p:cNvPr id="45126" name="Group 169"/>
              <p:cNvGrpSpPr>
                <a:grpSpLocks/>
              </p:cNvGrpSpPr>
              <p:nvPr/>
            </p:nvGrpSpPr>
            <p:grpSpPr bwMode="auto">
              <a:xfrm>
                <a:off x="447" y="1799"/>
                <a:ext cx="152" cy="863"/>
                <a:chOff x="477" y="2002"/>
                <a:chExt cx="152" cy="863"/>
              </a:xfrm>
            </p:grpSpPr>
            <p:sp>
              <p:nvSpPr>
                <p:cNvPr id="45127" name="WordArt 170"/>
                <p:cNvSpPr>
                  <a:spLocks noChangeArrowheads="1" noChangeShapeType="1" noTextEdit="1"/>
                </p:cNvSpPr>
                <p:nvPr/>
              </p:nvSpPr>
              <p:spPr bwMode="auto">
                <a:xfrm rot="5400000">
                  <a:off x="128" y="2363"/>
                  <a:ext cx="858" cy="145"/>
                </a:xfrm>
                <a:prstGeom prst="rect">
                  <a:avLst/>
                </a:prstGeom>
              </p:spPr>
              <p:txBody>
                <a:bodyPr vert="eaVert" wrap="none" fromWordArt="1">
                  <a:prstTxWarp prst="textPlain">
                    <a:avLst>
                      <a:gd name="adj" fmla="val 50000"/>
                    </a:avLst>
                  </a:prstTxWarp>
                </a:bodyPr>
                <a:lstStyle/>
                <a:p>
                  <a:pPr fontAlgn="auto"/>
                  <a:r>
                    <a:rPr lang="zh-CN" altLang="en-US" sz="3600" kern="10">
                      <a:ln w="76200">
                        <a:solidFill>
                          <a:schemeClr val="bg1"/>
                        </a:solidFill>
                        <a:round/>
                        <a:headEnd/>
                        <a:tailEnd/>
                      </a:ln>
                      <a:solidFill>
                        <a:schemeClr val="bg1"/>
                      </a:solidFill>
                      <a:latin typeface="宋体"/>
                      <a:ea typeface="宋体"/>
                    </a:rPr>
                    <a:t>振 动 系 统</a:t>
                  </a:r>
                </a:p>
              </p:txBody>
            </p:sp>
            <p:sp>
              <p:nvSpPr>
                <p:cNvPr id="45128" name="WordArt 171"/>
                <p:cNvSpPr>
                  <a:spLocks noChangeArrowheads="1" noChangeShapeType="1" noTextEdit="1"/>
                </p:cNvSpPr>
                <p:nvPr/>
              </p:nvSpPr>
              <p:spPr bwMode="auto">
                <a:xfrm rot="5400000">
                  <a:off x="121" y="2358"/>
                  <a:ext cx="858" cy="145"/>
                </a:xfrm>
                <a:prstGeom prst="rect">
                  <a:avLst/>
                </a:prstGeom>
              </p:spPr>
              <p:txBody>
                <a:bodyPr vert="eaVert" wrap="none" fromWordArt="1">
                  <a:prstTxWarp prst="textPlain">
                    <a:avLst>
                      <a:gd name="adj" fmla="val 50000"/>
                    </a:avLst>
                  </a:prstTxWarp>
                </a:bodyPr>
                <a:lstStyle/>
                <a:p>
                  <a:pPr fontAlgn="auto"/>
                  <a:r>
                    <a:rPr lang="zh-CN" altLang="en-US" sz="3600" kern="10">
                      <a:ln w="9525">
                        <a:solidFill>
                          <a:srgbClr val="000000"/>
                        </a:solidFill>
                        <a:round/>
                        <a:headEnd/>
                        <a:tailEnd/>
                      </a:ln>
                      <a:latin typeface="宋体"/>
                      <a:ea typeface="宋体"/>
                    </a:rPr>
                    <a:t>振 动 系 统</a:t>
                  </a:r>
                </a:p>
              </p:txBody>
            </p:sp>
          </p:grpSp>
        </p:grpSp>
        <p:sp>
          <p:nvSpPr>
            <p:cNvPr id="45123" name="Rectangle 9"/>
            <p:cNvSpPr>
              <a:spLocks noChangeArrowheads="1"/>
            </p:cNvSpPr>
            <p:nvPr/>
          </p:nvSpPr>
          <p:spPr bwMode="auto">
            <a:xfrm>
              <a:off x="1450" y="2352"/>
              <a:ext cx="74" cy="1753"/>
            </a:xfrm>
            <a:prstGeom prst="rect">
              <a:avLst/>
            </a:prstGeom>
            <a:solidFill>
              <a:srgbClr val="FF6600"/>
            </a:solidFill>
            <a:ln w="9525">
              <a:noFill/>
              <a:miter lim="800000"/>
              <a:headEnd/>
              <a:tailEnd/>
            </a:ln>
          </p:spPr>
          <p:txBody>
            <a:bodyPr wrap="none" anchor="ctr"/>
            <a:lstStyle/>
            <a:p>
              <a:endParaRPr lang="zh-CN" altLang="en-US"/>
            </a:p>
          </p:txBody>
        </p:sp>
        <p:sp>
          <p:nvSpPr>
            <p:cNvPr id="45124" name="Rectangle 11"/>
            <p:cNvSpPr>
              <a:spLocks noChangeArrowheads="1"/>
            </p:cNvSpPr>
            <p:nvPr/>
          </p:nvSpPr>
          <p:spPr bwMode="auto">
            <a:xfrm>
              <a:off x="214" y="4009"/>
              <a:ext cx="1299" cy="101"/>
            </a:xfrm>
            <a:prstGeom prst="rect">
              <a:avLst/>
            </a:prstGeom>
            <a:solidFill>
              <a:srgbClr val="FF6600"/>
            </a:solidFill>
            <a:ln w="9525">
              <a:noFill/>
              <a:miter lim="800000"/>
              <a:headEnd/>
              <a:tailEnd/>
            </a:ln>
          </p:spPr>
          <p:txBody>
            <a:bodyPr wrap="none" anchor="ctr"/>
            <a:lstStyle/>
            <a:p>
              <a:endParaRPr lang="zh-CN" altLang="en-US"/>
            </a:p>
          </p:txBody>
        </p:sp>
      </p:grpSp>
      <p:sp>
        <p:nvSpPr>
          <p:cNvPr id="103437" name="Line 13"/>
          <p:cNvSpPr>
            <a:spLocks noChangeShapeType="1"/>
          </p:cNvSpPr>
          <p:nvPr/>
        </p:nvSpPr>
        <p:spPr bwMode="auto">
          <a:xfrm flipH="1" flipV="1">
            <a:off x="1503363" y="1865313"/>
            <a:ext cx="1587" cy="696912"/>
          </a:xfrm>
          <a:prstGeom prst="line">
            <a:avLst/>
          </a:prstGeom>
          <a:noFill/>
          <a:ln w="12700">
            <a:solidFill>
              <a:schemeClr val="tx1"/>
            </a:solidFill>
            <a:round/>
            <a:headEnd/>
            <a:tailEnd type="triangle" w="sm" len="lg"/>
          </a:ln>
        </p:spPr>
        <p:txBody>
          <a:bodyPr/>
          <a:lstStyle/>
          <a:p>
            <a:endParaRPr lang="zh-CN" altLang="en-US"/>
          </a:p>
        </p:txBody>
      </p:sp>
      <p:sp>
        <p:nvSpPr>
          <p:cNvPr id="103438" name="Line 14"/>
          <p:cNvSpPr>
            <a:spLocks noChangeShapeType="1"/>
          </p:cNvSpPr>
          <p:nvPr/>
        </p:nvSpPr>
        <p:spPr bwMode="auto">
          <a:xfrm flipH="1">
            <a:off x="1606550" y="1909763"/>
            <a:ext cx="0" cy="696912"/>
          </a:xfrm>
          <a:prstGeom prst="line">
            <a:avLst/>
          </a:prstGeom>
          <a:noFill/>
          <a:ln w="12700">
            <a:solidFill>
              <a:schemeClr val="tx1"/>
            </a:solidFill>
            <a:round/>
            <a:headEnd/>
            <a:tailEnd type="triangle" w="sm" len="lg"/>
          </a:ln>
        </p:spPr>
        <p:txBody>
          <a:bodyPr/>
          <a:lstStyle/>
          <a:p>
            <a:endParaRPr lang="zh-CN" altLang="en-US"/>
          </a:p>
        </p:txBody>
      </p:sp>
      <p:sp>
        <p:nvSpPr>
          <p:cNvPr id="103465" name="Line 41"/>
          <p:cNvSpPr>
            <a:spLocks noChangeShapeType="1"/>
          </p:cNvSpPr>
          <p:nvPr/>
        </p:nvSpPr>
        <p:spPr bwMode="auto">
          <a:xfrm flipV="1">
            <a:off x="1317625" y="2173288"/>
            <a:ext cx="0" cy="336550"/>
          </a:xfrm>
          <a:prstGeom prst="line">
            <a:avLst/>
          </a:prstGeom>
          <a:noFill/>
          <a:ln w="12700">
            <a:solidFill>
              <a:schemeClr val="tx1"/>
            </a:solidFill>
            <a:round/>
            <a:headEnd/>
            <a:tailEnd/>
          </a:ln>
        </p:spPr>
        <p:txBody>
          <a:bodyPr/>
          <a:lstStyle/>
          <a:p>
            <a:endParaRPr lang="zh-CN" altLang="en-US"/>
          </a:p>
        </p:txBody>
      </p:sp>
      <p:sp>
        <p:nvSpPr>
          <p:cNvPr id="103487" name="Line 63"/>
          <p:cNvSpPr>
            <a:spLocks noChangeShapeType="1"/>
          </p:cNvSpPr>
          <p:nvPr/>
        </p:nvSpPr>
        <p:spPr bwMode="auto">
          <a:xfrm flipH="1" flipV="1">
            <a:off x="1336675" y="3549650"/>
            <a:ext cx="1588" cy="1311275"/>
          </a:xfrm>
          <a:prstGeom prst="line">
            <a:avLst/>
          </a:prstGeom>
          <a:noFill/>
          <a:ln w="76200">
            <a:solidFill>
              <a:schemeClr val="bg1"/>
            </a:solidFill>
            <a:round/>
            <a:headEnd/>
            <a:tailEnd type="triangle" w="sm" len="lg"/>
          </a:ln>
        </p:spPr>
        <p:txBody>
          <a:bodyPr/>
          <a:lstStyle/>
          <a:p>
            <a:endParaRPr lang="zh-CN" altLang="en-US"/>
          </a:p>
        </p:txBody>
      </p:sp>
      <p:sp>
        <p:nvSpPr>
          <p:cNvPr id="103495" name="Line 71"/>
          <p:cNvSpPr>
            <a:spLocks noChangeShapeType="1"/>
          </p:cNvSpPr>
          <p:nvPr/>
        </p:nvSpPr>
        <p:spPr bwMode="auto">
          <a:xfrm flipV="1">
            <a:off x="1335088" y="3641725"/>
            <a:ext cx="0" cy="1298575"/>
          </a:xfrm>
          <a:prstGeom prst="line">
            <a:avLst/>
          </a:prstGeom>
          <a:noFill/>
          <a:ln w="38100">
            <a:solidFill>
              <a:schemeClr val="accent2"/>
            </a:solidFill>
            <a:round/>
            <a:headEnd/>
            <a:tailEnd type="triangle" w="sm" len="lg"/>
          </a:ln>
        </p:spPr>
        <p:txBody>
          <a:bodyPr/>
          <a:lstStyle/>
          <a:p>
            <a:endParaRPr lang="zh-CN" altLang="en-US"/>
          </a:p>
        </p:txBody>
      </p:sp>
      <p:grpSp>
        <p:nvGrpSpPr>
          <p:cNvPr id="14" name="Group 72"/>
          <p:cNvGrpSpPr>
            <a:grpSpLocks/>
          </p:cNvGrpSpPr>
          <p:nvPr/>
        </p:nvGrpSpPr>
        <p:grpSpPr bwMode="auto">
          <a:xfrm>
            <a:off x="698500" y="4387850"/>
            <a:ext cx="1576388" cy="1927225"/>
            <a:chOff x="493" y="2772"/>
            <a:chExt cx="993" cy="1214"/>
          </a:xfrm>
        </p:grpSpPr>
        <p:grpSp>
          <p:nvGrpSpPr>
            <p:cNvPr id="45100" name="Group 73"/>
            <p:cNvGrpSpPr>
              <a:grpSpLocks/>
            </p:cNvGrpSpPr>
            <p:nvPr/>
          </p:nvGrpSpPr>
          <p:grpSpPr bwMode="auto">
            <a:xfrm>
              <a:off x="493" y="3092"/>
              <a:ext cx="688" cy="358"/>
              <a:chOff x="493" y="3092"/>
              <a:chExt cx="688" cy="358"/>
            </a:xfrm>
          </p:grpSpPr>
          <p:grpSp>
            <p:nvGrpSpPr>
              <p:cNvPr id="45114" name="Group 74"/>
              <p:cNvGrpSpPr>
                <a:grpSpLocks/>
              </p:cNvGrpSpPr>
              <p:nvPr/>
            </p:nvGrpSpPr>
            <p:grpSpPr bwMode="auto">
              <a:xfrm>
                <a:off x="1064" y="3175"/>
                <a:ext cx="117" cy="104"/>
                <a:chOff x="844" y="3188"/>
                <a:chExt cx="95" cy="84"/>
              </a:xfrm>
            </p:grpSpPr>
            <p:sp>
              <p:nvSpPr>
                <p:cNvPr id="45120" name="WordArt 75"/>
                <p:cNvSpPr>
                  <a:spLocks noChangeArrowheads="1" noChangeShapeType="1" noTextEdit="1"/>
                </p:cNvSpPr>
                <p:nvPr/>
              </p:nvSpPr>
              <p:spPr bwMode="auto">
                <a:xfrm>
                  <a:off x="846" y="3191"/>
                  <a:ext cx="93" cy="81"/>
                </a:xfrm>
                <a:prstGeom prst="rect">
                  <a:avLst/>
                </a:prstGeom>
              </p:spPr>
              <p:txBody>
                <a:bodyPr wrap="none" fromWordArt="1">
                  <a:prstTxWarp prst="textPlain">
                    <a:avLst>
                      <a:gd name="adj" fmla="val 50000"/>
                    </a:avLst>
                  </a:prstTxWarp>
                </a:bodyPr>
                <a:lstStyle/>
                <a:p>
                  <a:r>
                    <a:rPr lang="en-US" altLang="zh-CN" sz="3600" i="1" kern="10">
                      <a:ln w="76200">
                        <a:solidFill>
                          <a:schemeClr val="bg1"/>
                        </a:solidFill>
                        <a:round/>
                        <a:headEnd/>
                        <a:tailEnd/>
                      </a:ln>
                      <a:solidFill>
                        <a:schemeClr val="bg1"/>
                      </a:solidFill>
                      <a:latin typeface="Times New Roman"/>
                      <a:cs typeface="Times New Roman"/>
                    </a:rPr>
                    <a:t>m</a:t>
                  </a:r>
                  <a:endParaRPr lang="zh-CN" altLang="en-US" sz="3600" i="1" kern="10">
                    <a:ln w="76200">
                      <a:solidFill>
                        <a:schemeClr val="bg1"/>
                      </a:solidFill>
                      <a:round/>
                      <a:headEnd/>
                      <a:tailEnd/>
                    </a:ln>
                    <a:solidFill>
                      <a:schemeClr val="bg1"/>
                    </a:solidFill>
                    <a:latin typeface="Times New Roman"/>
                    <a:cs typeface="Times New Roman"/>
                  </a:endParaRPr>
                </a:p>
              </p:txBody>
            </p:sp>
            <p:sp>
              <p:nvSpPr>
                <p:cNvPr id="45121" name="WordArt 76"/>
                <p:cNvSpPr>
                  <a:spLocks noChangeArrowheads="1" noChangeShapeType="1" noTextEdit="1"/>
                </p:cNvSpPr>
                <p:nvPr/>
              </p:nvSpPr>
              <p:spPr bwMode="auto">
                <a:xfrm>
                  <a:off x="844" y="3188"/>
                  <a:ext cx="93" cy="81"/>
                </a:xfrm>
                <a:prstGeom prst="rect">
                  <a:avLst/>
                </a:prstGeom>
              </p:spPr>
              <p:txBody>
                <a:bodyPr wrap="none" fromWordArt="1">
                  <a:prstTxWarp prst="textPlain">
                    <a:avLst>
                      <a:gd name="adj" fmla="val 50000"/>
                    </a:avLst>
                  </a:prstTxWarp>
                </a:bodyPr>
                <a:lstStyle/>
                <a:p>
                  <a:r>
                    <a:rPr lang="en-US" altLang="zh-CN" sz="3600" i="1" kern="10">
                      <a:ln w="3175">
                        <a:solidFill>
                          <a:schemeClr val="tx1"/>
                        </a:solidFill>
                        <a:round/>
                        <a:headEnd/>
                        <a:tailEnd/>
                      </a:ln>
                      <a:latin typeface="Times New Roman"/>
                      <a:cs typeface="Times New Roman"/>
                    </a:rPr>
                    <a:t>m</a:t>
                  </a:r>
                  <a:endParaRPr lang="zh-CN" altLang="en-US" sz="3600" i="1" kern="10">
                    <a:ln w="3175">
                      <a:solidFill>
                        <a:schemeClr val="tx1"/>
                      </a:solidFill>
                      <a:round/>
                      <a:headEnd/>
                      <a:tailEnd/>
                    </a:ln>
                    <a:latin typeface="Times New Roman"/>
                    <a:cs typeface="Times New Roman"/>
                  </a:endParaRPr>
                </a:p>
              </p:txBody>
            </p:sp>
          </p:grpSp>
          <p:grpSp>
            <p:nvGrpSpPr>
              <p:cNvPr id="45115" name="Group 77"/>
              <p:cNvGrpSpPr>
                <a:grpSpLocks/>
              </p:cNvGrpSpPr>
              <p:nvPr/>
            </p:nvGrpSpPr>
            <p:grpSpPr bwMode="auto">
              <a:xfrm>
                <a:off x="493" y="3092"/>
                <a:ext cx="197" cy="358"/>
                <a:chOff x="493" y="3092"/>
                <a:chExt cx="197" cy="358"/>
              </a:xfrm>
            </p:grpSpPr>
            <p:sp>
              <p:nvSpPr>
                <p:cNvPr id="45116" name="Line 78"/>
                <p:cNvSpPr>
                  <a:spLocks noChangeShapeType="1"/>
                </p:cNvSpPr>
                <p:nvPr/>
              </p:nvSpPr>
              <p:spPr bwMode="auto">
                <a:xfrm flipH="1">
                  <a:off x="690" y="3092"/>
                  <a:ext cx="0" cy="358"/>
                </a:xfrm>
                <a:prstGeom prst="line">
                  <a:avLst/>
                </a:prstGeom>
                <a:noFill/>
                <a:ln w="76200">
                  <a:solidFill>
                    <a:schemeClr val="bg1"/>
                  </a:solidFill>
                  <a:round/>
                  <a:headEnd/>
                  <a:tailEnd type="triangle" w="sm" len="med"/>
                </a:ln>
              </p:spPr>
              <p:txBody>
                <a:bodyPr/>
                <a:lstStyle/>
                <a:p>
                  <a:endParaRPr lang="zh-CN" altLang="en-US"/>
                </a:p>
              </p:txBody>
            </p:sp>
            <p:sp>
              <p:nvSpPr>
                <p:cNvPr id="45117" name="WordArt 79"/>
                <p:cNvSpPr>
                  <a:spLocks noChangeArrowheads="1" noChangeShapeType="1" noTextEdit="1"/>
                </p:cNvSpPr>
                <p:nvPr/>
              </p:nvSpPr>
              <p:spPr bwMode="auto">
                <a:xfrm>
                  <a:off x="493" y="3167"/>
                  <a:ext cx="115" cy="141"/>
                </a:xfrm>
                <a:prstGeom prst="rect">
                  <a:avLst/>
                </a:prstGeom>
              </p:spPr>
              <p:txBody>
                <a:bodyPr wrap="none" fromWordArt="1">
                  <a:prstTxWarp prst="textPlain">
                    <a:avLst>
                      <a:gd name="adj" fmla="val 50000"/>
                    </a:avLst>
                  </a:prstTxWarp>
                </a:bodyPr>
                <a:lstStyle/>
                <a:p>
                  <a:r>
                    <a:rPr lang="en-US" altLang="zh-CN" sz="3600" i="1" kern="10">
                      <a:ln w="76200">
                        <a:solidFill>
                          <a:schemeClr val="bg1"/>
                        </a:solidFill>
                        <a:round/>
                        <a:headEnd/>
                        <a:tailEnd/>
                      </a:ln>
                      <a:solidFill>
                        <a:schemeClr val="bg1"/>
                      </a:solidFill>
                      <a:latin typeface="Bookman Old Style"/>
                    </a:rPr>
                    <a:t>v</a:t>
                  </a:r>
                  <a:endParaRPr lang="zh-CN" altLang="en-US" sz="3600" i="1" kern="10">
                    <a:ln w="76200">
                      <a:solidFill>
                        <a:schemeClr val="bg1"/>
                      </a:solidFill>
                      <a:round/>
                      <a:headEnd/>
                      <a:tailEnd/>
                    </a:ln>
                    <a:solidFill>
                      <a:schemeClr val="bg1"/>
                    </a:solidFill>
                    <a:latin typeface="Bookman Old Style"/>
                  </a:endParaRPr>
                </a:p>
              </p:txBody>
            </p:sp>
            <p:sp>
              <p:nvSpPr>
                <p:cNvPr id="45118" name="Line 80"/>
                <p:cNvSpPr>
                  <a:spLocks noChangeShapeType="1"/>
                </p:cNvSpPr>
                <p:nvPr/>
              </p:nvSpPr>
              <p:spPr bwMode="auto">
                <a:xfrm>
                  <a:off x="690" y="3092"/>
                  <a:ext cx="0" cy="288"/>
                </a:xfrm>
                <a:prstGeom prst="line">
                  <a:avLst/>
                </a:prstGeom>
                <a:noFill/>
                <a:ln w="19050">
                  <a:solidFill>
                    <a:schemeClr val="tx1"/>
                  </a:solidFill>
                  <a:round/>
                  <a:headEnd/>
                  <a:tailEnd type="triangle" w="sm" len="med"/>
                </a:ln>
              </p:spPr>
              <p:txBody>
                <a:bodyPr/>
                <a:lstStyle/>
                <a:p>
                  <a:endParaRPr lang="zh-CN" altLang="en-US"/>
                </a:p>
              </p:txBody>
            </p:sp>
            <p:sp>
              <p:nvSpPr>
                <p:cNvPr id="45119" name="WordArt 81"/>
                <p:cNvSpPr>
                  <a:spLocks noChangeArrowheads="1" noChangeShapeType="1" noTextEdit="1"/>
                </p:cNvSpPr>
                <p:nvPr/>
              </p:nvSpPr>
              <p:spPr bwMode="auto">
                <a:xfrm>
                  <a:off x="493" y="3167"/>
                  <a:ext cx="115" cy="141"/>
                </a:xfrm>
                <a:prstGeom prst="rect">
                  <a:avLst/>
                </a:prstGeom>
              </p:spPr>
              <p:txBody>
                <a:bodyPr wrap="none" fromWordArt="1">
                  <a:prstTxWarp prst="textPlain">
                    <a:avLst>
                      <a:gd name="adj" fmla="val 50000"/>
                    </a:avLst>
                  </a:prstTxWarp>
                </a:bodyPr>
                <a:lstStyle/>
                <a:p>
                  <a:r>
                    <a:rPr lang="en-US" altLang="zh-CN" sz="3600" i="1" kern="10">
                      <a:ln w="9525">
                        <a:solidFill>
                          <a:schemeClr val="tx1"/>
                        </a:solidFill>
                        <a:round/>
                        <a:headEnd/>
                        <a:tailEnd/>
                      </a:ln>
                      <a:latin typeface="Bookman Old Style"/>
                    </a:rPr>
                    <a:t>v</a:t>
                  </a:r>
                  <a:endParaRPr lang="zh-CN" altLang="en-US" sz="3600" i="1" kern="10">
                    <a:ln w="9525">
                      <a:solidFill>
                        <a:schemeClr val="tx1"/>
                      </a:solidFill>
                      <a:round/>
                      <a:headEnd/>
                      <a:tailEnd/>
                    </a:ln>
                    <a:latin typeface="Bookman Old Style"/>
                  </a:endParaRPr>
                </a:p>
              </p:txBody>
            </p:sp>
          </p:grpSp>
        </p:grpSp>
        <p:grpSp>
          <p:nvGrpSpPr>
            <p:cNvPr id="45101" name="Group 82"/>
            <p:cNvGrpSpPr>
              <a:grpSpLocks/>
            </p:cNvGrpSpPr>
            <p:nvPr/>
          </p:nvGrpSpPr>
          <p:grpSpPr bwMode="auto">
            <a:xfrm>
              <a:off x="524" y="2772"/>
              <a:ext cx="962" cy="1214"/>
              <a:chOff x="524" y="2772"/>
              <a:chExt cx="962" cy="1214"/>
            </a:xfrm>
          </p:grpSpPr>
          <p:grpSp>
            <p:nvGrpSpPr>
              <p:cNvPr id="45102" name="Group 83"/>
              <p:cNvGrpSpPr>
                <a:grpSpLocks/>
              </p:cNvGrpSpPr>
              <p:nvPr/>
            </p:nvGrpSpPr>
            <p:grpSpPr bwMode="auto">
              <a:xfrm>
                <a:off x="886" y="3441"/>
                <a:ext cx="224" cy="545"/>
                <a:chOff x="886" y="3441"/>
                <a:chExt cx="224" cy="545"/>
              </a:xfrm>
            </p:grpSpPr>
            <p:sp>
              <p:nvSpPr>
                <p:cNvPr id="45112" name="Line 84"/>
                <p:cNvSpPr>
                  <a:spLocks noChangeShapeType="1"/>
                </p:cNvSpPr>
                <p:nvPr/>
              </p:nvSpPr>
              <p:spPr bwMode="auto">
                <a:xfrm>
                  <a:off x="886" y="3441"/>
                  <a:ext cx="0" cy="545"/>
                </a:xfrm>
                <a:prstGeom prst="line">
                  <a:avLst/>
                </a:prstGeom>
                <a:noFill/>
                <a:ln w="12700">
                  <a:solidFill>
                    <a:schemeClr val="tx1"/>
                  </a:solidFill>
                  <a:round/>
                  <a:headEnd/>
                  <a:tailEnd type="triangle" w="sm" len="lg"/>
                </a:ln>
              </p:spPr>
              <p:txBody>
                <a:bodyPr/>
                <a:lstStyle/>
                <a:p>
                  <a:endParaRPr lang="zh-CN" altLang="en-US"/>
                </a:p>
              </p:txBody>
            </p:sp>
            <p:sp>
              <p:nvSpPr>
                <p:cNvPr id="45113" name="WordArt 85"/>
                <p:cNvSpPr>
                  <a:spLocks noChangeArrowheads="1" noChangeShapeType="1" noTextEdit="1"/>
                </p:cNvSpPr>
                <p:nvPr/>
              </p:nvSpPr>
              <p:spPr bwMode="auto">
                <a:xfrm>
                  <a:off x="933" y="3840"/>
                  <a:ext cx="177" cy="113"/>
                </a:xfrm>
                <a:prstGeom prst="rect">
                  <a:avLst/>
                </a:prstGeom>
              </p:spPr>
              <p:txBody>
                <a:bodyPr wrap="none" fromWordArt="1">
                  <a:prstTxWarp prst="textPlain">
                    <a:avLst>
                      <a:gd name="adj" fmla="val 54704"/>
                    </a:avLst>
                  </a:prstTxWarp>
                </a:bodyPr>
                <a:lstStyle/>
                <a:p>
                  <a:r>
                    <a:rPr lang="en-US" altLang="zh-CN" sz="800" i="1" kern="10">
                      <a:ln w="9525">
                        <a:solidFill>
                          <a:srgbClr val="000000"/>
                        </a:solidFill>
                        <a:round/>
                        <a:headEnd/>
                        <a:tailEnd/>
                      </a:ln>
                      <a:solidFill>
                        <a:srgbClr val="000000"/>
                      </a:solidFill>
                      <a:latin typeface="Times New Roman"/>
                      <a:cs typeface="Times New Roman"/>
                    </a:rPr>
                    <a:t>X</a:t>
                  </a:r>
                  <a:endParaRPr lang="zh-CN" altLang="en-US" sz="800" i="1" kern="10">
                    <a:ln w="9525">
                      <a:solidFill>
                        <a:srgbClr val="000000"/>
                      </a:solidFill>
                      <a:round/>
                      <a:headEnd/>
                      <a:tailEnd/>
                    </a:ln>
                    <a:solidFill>
                      <a:srgbClr val="000000"/>
                    </a:solidFill>
                    <a:latin typeface="Times New Roman"/>
                    <a:cs typeface="Times New Roman"/>
                  </a:endParaRPr>
                </a:p>
              </p:txBody>
            </p:sp>
          </p:grpSp>
          <p:grpSp>
            <p:nvGrpSpPr>
              <p:cNvPr id="45103" name="Group 86"/>
              <p:cNvGrpSpPr>
                <a:grpSpLocks/>
              </p:cNvGrpSpPr>
              <p:nvPr/>
            </p:nvGrpSpPr>
            <p:grpSpPr bwMode="auto">
              <a:xfrm>
                <a:off x="524" y="2772"/>
                <a:ext cx="962" cy="218"/>
                <a:chOff x="524" y="2772"/>
                <a:chExt cx="962" cy="218"/>
              </a:xfrm>
            </p:grpSpPr>
            <p:sp>
              <p:nvSpPr>
                <p:cNvPr id="45104" name="Line 87"/>
                <p:cNvSpPr>
                  <a:spLocks noChangeShapeType="1"/>
                </p:cNvSpPr>
                <p:nvPr/>
              </p:nvSpPr>
              <p:spPr bwMode="auto">
                <a:xfrm flipV="1">
                  <a:off x="689" y="2880"/>
                  <a:ext cx="335" cy="7"/>
                </a:xfrm>
                <a:prstGeom prst="line">
                  <a:avLst/>
                </a:prstGeom>
                <a:noFill/>
                <a:ln w="19050">
                  <a:solidFill>
                    <a:schemeClr val="tx1"/>
                  </a:solidFill>
                  <a:prstDash val="sysDot"/>
                  <a:round/>
                  <a:headEnd/>
                  <a:tailEnd/>
                </a:ln>
              </p:spPr>
              <p:txBody>
                <a:bodyPr/>
                <a:lstStyle/>
                <a:p>
                  <a:endParaRPr lang="zh-CN" altLang="en-US"/>
                </a:p>
              </p:txBody>
            </p:sp>
            <p:sp>
              <p:nvSpPr>
                <p:cNvPr id="45105" name="Oval 88"/>
                <p:cNvSpPr>
                  <a:spLocks noChangeArrowheads="1"/>
                </p:cNvSpPr>
                <p:nvPr/>
              </p:nvSpPr>
              <p:spPr bwMode="auto">
                <a:xfrm>
                  <a:off x="783" y="2772"/>
                  <a:ext cx="217" cy="218"/>
                </a:xfrm>
                <a:prstGeom prst="ellipse">
                  <a:avLst/>
                </a:prstGeom>
                <a:noFill/>
                <a:ln w="19050">
                  <a:solidFill>
                    <a:schemeClr val="tx1"/>
                  </a:solidFill>
                  <a:prstDash val="sysDot"/>
                  <a:round/>
                  <a:headEnd/>
                  <a:tailEnd/>
                </a:ln>
              </p:spPr>
              <p:txBody>
                <a:bodyPr wrap="none" anchor="ctr"/>
                <a:lstStyle/>
                <a:p>
                  <a:endParaRPr lang="zh-CN" altLang="en-US"/>
                </a:p>
              </p:txBody>
            </p:sp>
            <p:grpSp>
              <p:nvGrpSpPr>
                <p:cNvPr id="45106" name="Group 89"/>
                <p:cNvGrpSpPr>
                  <a:grpSpLocks/>
                </p:cNvGrpSpPr>
                <p:nvPr/>
              </p:nvGrpSpPr>
              <p:grpSpPr bwMode="auto">
                <a:xfrm>
                  <a:off x="1060" y="2810"/>
                  <a:ext cx="426" cy="130"/>
                  <a:chOff x="1044" y="2810"/>
                  <a:chExt cx="396" cy="130"/>
                </a:xfrm>
              </p:grpSpPr>
              <p:sp>
                <p:nvSpPr>
                  <p:cNvPr id="45110" name="WordArt 90"/>
                  <p:cNvSpPr>
                    <a:spLocks noChangeArrowheads="1" noChangeShapeType="1" noTextEdit="1"/>
                  </p:cNvSpPr>
                  <p:nvPr/>
                </p:nvSpPr>
                <p:spPr bwMode="auto">
                  <a:xfrm>
                    <a:off x="1046" y="2811"/>
                    <a:ext cx="394" cy="129"/>
                  </a:xfrm>
                  <a:prstGeom prst="rect">
                    <a:avLst/>
                  </a:prstGeom>
                </p:spPr>
                <p:txBody>
                  <a:bodyPr wrap="none" fromWordArt="1">
                    <a:prstTxWarp prst="textPlain">
                      <a:avLst>
                        <a:gd name="adj" fmla="val 50000"/>
                      </a:avLst>
                    </a:prstTxWarp>
                  </a:bodyPr>
                  <a:lstStyle/>
                  <a:p>
                    <a:r>
                      <a:rPr lang="zh-CN" altLang="en-US" sz="3600" kern="10">
                        <a:ln w="76200">
                          <a:solidFill>
                            <a:schemeClr val="bg1"/>
                          </a:solidFill>
                          <a:round/>
                          <a:headEnd/>
                          <a:tailEnd/>
                        </a:ln>
                        <a:solidFill>
                          <a:schemeClr val="bg1"/>
                        </a:solidFill>
                        <a:latin typeface="宋体"/>
                        <a:ea typeface="宋体"/>
                      </a:rPr>
                      <a:t>平衡点</a:t>
                    </a:r>
                  </a:p>
                </p:txBody>
              </p:sp>
              <p:sp>
                <p:nvSpPr>
                  <p:cNvPr id="45111" name="WordArt 91"/>
                  <p:cNvSpPr>
                    <a:spLocks noChangeArrowheads="1" noChangeShapeType="1" noTextEdit="1"/>
                  </p:cNvSpPr>
                  <p:nvPr/>
                </p:nvSpPr>
                <p:spPr bwMode="auto">
                  <a:xfrm>
                    <a:off x="1044" y="2810"/>
                    <a:ext cx="394" cy="129"/>
                  </a:xfrm>
                  <a:prstGeom prst="rect">
                    <a:avLst/>
                  </a:prstGeom>
                </p:spPr>
                <p:txBody>
                  <a:bodyPr wrap="none" fromWordArt="1">
                    <a:prstTxWarp prst="textPlain">
                      <a:avLst>
                        <a:gd name="adj" fmla="val 50000"/>
                      </a:avLst>
                    </a:prstTxWarp>
                  </a:bodyPr>
                  <a:lstStyle/>
                  <a:p>
                    <a:r>
                      <a:rPr lang="zh-CN" altLang="en-US" sz="3600" kern="10">
                        <a:ln w="3175">
                          <a:solidFill>
                            <a:srgbClr val="000000"/>
                          </a:solidFill>
                          <a:round/>
                          <a:headEnd/>
                          <a:tailEnd/>
                        </a:ln>
                        <a:latin typeface="宋体"/>
                        <a:ea typeface="宋体"/>
                      </a:rPr>
                      <a:t>平衡点</a:t>
                    </a:r>
                  </a:p>
                </p:txBody>
              </p:sp>
            </p:grpSp>
            <p:grpSp>
              <p:nvGrpSpPr>
                <p:cNvPr id="45107" name="Group 92"/>
                <p:cNvGrpSpPr>
                  <a:grpSpLocks/>
                </p:cNvGrpSpPr>
                <p:nvPr/>
              </p:nvGrpSpPr>
              <p:grpSpPr bwMode="auto">
                <a:xfrm>
                  <a:off x="524" y="2843"/>
                  <a:ext cx="92" cy="113"/>
                  <a:chOff x="524" y="2843"/>
                  <a:chExt cx="92" cy="113"/>
                </a:xfrm>
              </p:grpSpPr>
              <p:sp>
                <p:nvSpPr>
                  <p:cNvPr id="45108" name="WordArt 93"/>
                  <p:cNvSpPr>
                    <a:spLocks noChangeArrowheads="1" noChangeShapeType="1" noTextEdit="1"/>
                  </p:cNvSpPr>
                  <p:nvPr/>
                </p:nvSpPr>
                <p:spPr bwMode="auto">
                  <a:xfrm>
                    <a:off x="524" y="2843"/>
                    <a:ext cx="90" cy="113"/>
                  </a:xfrm>
                  <a:prstGeom prst="rect">
                    <a:avLst/>
                  </a:prstGeom>
                </p:spPr>
                <p:txBody>
                  <a:bodyPr wrap="none" fromWordArt="1">
                    <a:prstTxWarp prst="textPlain">
                      <a:avLst>
                        <a:gd name="adj" fmla="val 50000"/>
                      </a:avLst>
                    </a:prstTxWarp>
                  </a:bodyPr>
                  <a:lstStyle/>
                  <a:p>
                    <a:r>
                      <a:rPr lang="en-US" altLang="zh-CN" sz="800" i="1" kern="10">
                        <a:ln w="76200">
                          <a:solidFill>
                            <a:schemeClr val="bg1"/>
                          </a:solidFill>
                          <a:round/>
                          <a:headEnd/>
                          <a:tailEnd/>
                        </a:ln>
                        <a:solidFill>
                          <a:schemeClr val="bg1"/>
                        </a:solidFill>
                        <a:latin typeface="Times New Roman"/>
                        <a:cs typeface="Times New Roman"/>
                      </a:rPr>
                      <a:t>O</a:t>
                    </a:r>
                    <a:endParaRPr lang="zh-CN" altLang="en-US" sz="800" i="1" kern="10">
                      <a:ln w="76200">
                        <a:solidFill>
                          <a:schemeClr val="bg1"/>
                        </a:solidFill>
                        <a:round/>
                        <a:headEnd/>
                        <a:tailEnd/>
                      </a:ln>
                      <a:solidFill>
                        <a:schemeClr val="bg1"/>
                      </a:solidFill>
                      <a:latin typeface="Times New Roman"/>
                      <a:cs typeface="Times New Roman"/>
                    </a:endParaRPr>
                  </a:p>
                </p:txBody>
              </p:sp>
              <p:sp>
                <p:nvSpPr>
                  <p:cNvPr id="45109" name="WordArt 94"/>
                  <p:cNvSpPr>
                    <a:spLocks noChangeArrowheads="1" noChangeShapeType="1" noTextEdit="1"/>
                  </p:cNvSpPr>
                  <p:nvPr/>
                </p:nvSpPr>
                <p:spPr bwMode="auto">
                  <a:xfrm>
                    <a:off x="526" y="2843"/>
                    <a:ext cx="90" cy="113"/>
                  </a:xfrm>
                  <a:prstGeom prst="rect">
                    <a:avLst/>
                  </a:prstGeom>
                </p:spPr>
                <p:txBody>
                  <a:bodyPr wrap="none" fromWordArt="1">
                    <a:prstTxWarp prst="textPlain">
                      <a:avLst>
                        <a:gd name="adj" fmla="val 50000"/>
                      </a:avLst>
                    </a:prstTxWarp>
                  </a:bodyPr>
                  <a:lstStyle/>
                  <a:p>
                    <a:r>
                      <a:rPr lang="en-US" altLang="zh-CN" sz="800" i="1" kern="10">
                        <a:ln w="9525">
                          <a:solidFill>
                            <a:srgbClr val="000000"/>
                          </a:solidFill>
                          <a:round/>
                          <a:headEnd/>
                          <a:tailEnd/>
                        </a:ln>
                        <a:solidFill>
                          <a:srgbClr val="000000"/>
                        </a:solidFill>
                        <a:latin typeface="Times New Roman"/>
                        <a:cs typeface="Times New Roman"/>
                      </a:rPr>
                      <a:t>O</a:t>
                    </a:r>
                    <a:endParaRPr lang="zh-CN" altLang="en-US" sz="800" i="1" kern="10">
                      <a:ln w="9525">
                        <a:solidFill>
                          <a:srgbClr val="000000"/>
                        </a:solidFill>
                        <a:round/>
                        <a:headEnd/>
                        <a:tailEnd/>
                      </a:ln>
                      <a:solidFill>
                        <a:srgbClr val="000000"/>
                      </a:solidFill>
                      <a:latin typeface="Times New Roman"/>
                      <a:cs typeface="Times New Roman"/>
                    </a:endParaRPr>
                  </a:p>
                </p:txBody>
              </p:sp>
            </p:grpSp>
          </p:grpSp>
        </p:grpSp>
      </p:grpSp>
      <p:grpSp>
        <p:nvGrpSpPr>
          <p:cNvPr id="23" name="Group 187"/>
          <p:cNvGrpSpPr>
            <a:grpSpLocks/>
          </p:cNvGrpSpPr>
          <p:nvPr/>
        </p:nvGrpSpPr>
        <p:grpSpPr bwMode="auto">
          <a:xfrm>
            <a:off x="107950" y="1111250"/>
            <a:ext cx="3095625" cy="706438"/>
            <a:chOff x="68" y="700"/>
            <a:chExt cx="1950" cy="445"/>
          </a:xfrm>
        </p:grpSpPr>
        <p:grpSp>
          <p:nvGrpSpPr>
            <p:cNvPr id="45097" name="Group 52"/>
            <p:cNvGrpSpPr>
              <a:grpSpLocks/>
            </p:cNvGrpSpPr>
            <p:nvPr/>
          </p:nvGrpSpPr>
          <p:grpSpPr bwMode="auto">
            <a:xfrm>
              <a:off x="68" y="700"/>
              <a:ext cx="1197" cy="445"/>
              <a:chOff x="212" y="646"/>
              <a:chExt cx="1197" cy="445"/>
            </a:xfrm>
          </p:grpSpPr>
          <p:sp>
            <p:nvSpPr>
              <p:cNvPr id="45098" name="Text Box 53"/>
              <p:cNvSpPr txBox="1">
                <a:spLocks noChangeArrowheads="1"/>
              </p:cNvSpPr>
              <p:nvPr/>
            </p:nvSpPr>
            <p:spPr bwMode="auto">
              <a:xfrm flipH="1">
                <a:off x="212" y="646"/>
                <a:ext cx="1197" cy="250"/>
              </a:xfrm>
              <a:prstGeom prst="rect">
                <a:avLst/>
              </a:prstGeom>
              <a:noFill/>
              <a:ln w="9525">
                <a:noFill/>
                <a:miter lim="800000"/>
                <a:headEnd/>
                <a:tailEnd/>
              </a:ln>
            </p:spPr>
            <p:txBody>
              <a:bodyPr>
                <a:spAutoFit/>
              </a:bodyPr>
              <a:lstStyle/>
              <a:p>
                <a:pPr algn="l">
                  <a:spcBef>
                    <a:spcPct val="50000"/>
                  </a:spcBef>
                </a:pPr>
                <a:r>
                  <a:rPr lang="zh-CN" altLang="en-US" sz="2000" b="1">
                    <a:latin typeface="宋体" pitchFamily="2" charset="-122"/>
                  </a:rPr>
                  <a:t>周期性外力</a:t>
                </a:r>
              </a:p>
            </p:txBody>
          </p:sp>
          <p:sp>
            <p:nvSpPr>
              <p:cNvPr id="45099" name="Text Box 54"/>
              <p:cNvSpPr txBox="1">
                <a:spLocks noChangeArrowheads="1"/>
              </p:cNvSpPr>
              <p:nvPr/>
            </p:nvSpPr>
            <p:spPr bwMode="auto">
              <a:xfrm>
                <a:off x="227" y="841"/>
                <a:ext cx="902" cy="250"/>
              </a:xfrm>
              <a:prstGeom prst="rect">
                <a:avLst/>
              </a:prstGeom>
              <a:noFill/>
              <a:ln w="9525">
                <a:noFill/>
                <a:miter lim="800000"/>
                <a:headEnd/>
                <a:tailEnd/>
              </a:ln>
            </p:spPr>
            <p:txBody>
              <a:bodyPr>
                <a:spAutoFit/>
              </a:bodyPr>
              <a:lstStyle/>
              <a:p>
                <a:pPr algn="l">
                  <a:spcBef>
                    <a:spcPct val="50000"/>
                  </a:spcBef>
                </a:pPr>
                <a:r>
                  <a:rPr lang="zh-CN" altLang="en-US" sz="2000" b="1">
                    <a:latin typeface="宋体" pitchFamily="2" charset="-122"/>
                  </a:rPr>
                  <a:t>（</a:t>
                </a:r>
                <a:r>
                  <a:rPr lang="zh-CN" altLang="en-US" sz="2000" b="1">
                    <a:solidFill>
                      <a:srgbClr val="CC0000"/>
                    </a:solidFill>
                    <a:latin typeface="宋体" pitchFamily="2" charset="-122"/>
                  </a:rPr>
                  <a:t>强迫力</a:t>
                </a:r>
                <a:r>
                  <a:rPr lang="zh-CN" altLang="en-US" sz="2000" b="1">
                    <a:latin typeface="宋体" pitchFamily="2" charset="-122"/>
                  </a:rPr>
                  <a:t>）</a:t>
                </a:r>
              </a:p>
            </p:txBody>
          </p:sp>
        </p:grpSp>
        <p:graphicFrame>
          <p:nvGraphicFramePr>
            <p:cNvPr id="45065" name="Object 124"/>
            <p:cNvGraphicFramePr>
              <a:graphicFrameLocks noChangeAspect="1"/>
            </p:cNvGraphicFramePr>
            <p:nvPr/>
          </p:nvGraphicFramePr>
          <p:xfrm>
            <a:off x="975" y="791"/>
            <a:ext cx="1043" cy="322"/>
          </p:xfrm>
          <a:graphic>
            <a:graphicData uri="http://schemas.openxmlformats.org/presentationml/2006/ole">
              <p:oleObj spid="_x0000_s45065" name="公式" r:id="rId4" imgW="901309" imgH="241195" progId="Equation.3">
                <p:embed/>
              </p:oleObj>
            </a:graphicData>
          </a:graphic>
        </p:graphicFrame>
      </p:grpSp>
      <p:grpSp>
        <p:nvGrpSpPr>
          <p:cNvPr id="25" name="Group 137"/>
          <p:cNvGrpSpPr>
            <a:grpSpLocks/>
          </p:cNvGrpSpPr>
          <p:nvPr/>
        </p:nvGrpSpPr>
        <p:grpSpPr bwMode="auto">
          <a:xfrm>
            <a:off x="1590675" y="2190750"/>
            <a:ext cx="1209675" cy="431800"/>
            <a:chOff x="1002" y="1298"/>
            <a:chExt cx="762" cy="272"/>
          </a:xfrm>
        </p:grpSpPr>
        <p:sp>
          <p:nvSpPr>
            <p:cNvPr id="45096" name="Text Box 48"/>
            <p:cNvSpPr txBox="1">
              <a:spLocks noChangeArrowheads="1"/>
            </p:cNvSpPr>
            <p:nvPr/>
          </p:nvSpPr>
          <p:spPr bwMode="auto">
            <a:xfrm>
              <a:off x="1002" y="1320"/>
              <a:ext cx="689" cy="250"/>
            </a:xfrm>
            <a:prstGeom prst="rect">
              <a:avLst/>
            </a:prstGeom>
            <a:noFill/>
            <a:ln w="9525">
              <a:noFill/>
              <a:miter lim="800000"/>
              <a:headEnd/>
              <a:tailEnd/>
            </a:ln>
          </p:spPr>
          <p:txBody>
            <a:bodyPr>
              <a:spAutoFit/>
            </a:bodyPr>
            <a:lstStyle/>
            <a:p>
              <a:pPr algn="l">
                <a:spcBef>
                  <a:spcPct val="50000"/>
                </a:spcBef>
              </a:pPr>
              <a:r>
                <a:rPr lang="zh-CN" altLang="en-US" sz="2000" b="1">
                  <a:latin typeface="宋体" pitchFamily="2" charset="-122"/>
                </a:rPr>
                <a:t>角频率</a:t>
              </a:r>
            </a:p>
          </p:txBody>
        </p:sp>
        <p:graphicFrame>
          <p:nvGraphicFramePr>
            <p:cNvPr id="45064" name="Object 127"/>
            <p:cNvGraphicFramePr>
              <a:graphicFrameLocks noChangeAspect="1"/>
            </p:cNvGraphicFramePr>
            <p:nvPr/>
          </p:nvGraphicFramePr>
          <p:xfrm>
            <a:off x="1565" y="1298"/>
            <a:ext cx="199" cy="272"/>
          </p:xfrm>
          <a:graphic>
            <a:graphicData uri="http://schemas.openxmlformats.org/presentationml/2006/ole">
              <p:oleObj spid="_x0000_s45064" name="公式" r:id="rId5" imgW="203040" imgH="241200" progId="Equation.3">
                <p:embed/>
              </p:oleObj>
            </a:graphicData>
          </a:graphic>
        </p:graphicFrame>
      </p:grpSp>
      <p:grpSp>
        <p:nvGrpSpPr>
          <p:cNvPr id="26" name="Group 134"/>
          <p:cNvGrpSpPr>
            <a:grpSpLocks/>
          </p:cNvGrpSpPr>
          <p:nvPr/>
        </p:nvGrpSpPr>
        <p:grpSpPr bwMode="auto">
          <a:xfrm>
            <a:off x="677863" y="5205413"/>
            <a:ext cx="1662112" cy="801687"/>
            <a:chOff x="427" y="3197"/>
            <a:chExt cx="1047" cy="505"/>
          </a:xfrm>
        </p:grpSpPr>
        <p:grpSp>
          <p:nvGrpSpPr>
            <p:cNvPr id="45090" name="Group 96"/>
            <p:cNvGrpSpPr>
              <a:grpSpLocks/>
            </p:cNvGrpSpPr>
            <p:nvPr/>
          </p:nvGrpSpPr>
          <p:grpSpPr bwMode="auto">
            <a:xfrm>
              <a:off x="834" y="3197"/>
              <a:ext cx="2" cy="505"/>
              <a:chOff x="895" y="3287"/>
              <a:chExt cx="2" cy="505"/>
            </a:xfrm>
          </p:grpSpPr>
          <p:sp>
            <p:nvSpPr>
              <p:cNvPr id="45094" name="Line 97"/>
              <p:cNvSpPr>
                <a:spLocks noChangeShapeType="1"/>
              </p:cNvSpPr>
              <p:nvPr/>
            </p:nvSpPr>
            <p:spPr bwMode="auto">
              <a:xfrm flipH="1" flipV="1">
                <a:off x="895" y="3287"/>
                <a:ext cx="1" cy="505"/>
              </a:xfrm>
              <a:prstGeom prst="line">
                <a:avLst/>
              </a:prstGeom>
              <a:noFill/>
              <a:ln w="76200">
                <a:solidFill>
                  <a:schemeClr val="bg1"/>
                </a:solidFill>
                <a:round/>
                <a:headEnd/>
                <a:tailEnd type="triangle" w="sm" len="lg"/>
              </a:ln>
            </p:spPr>
            <p:txBody>
              <a:bodyPr/>
              <a:lstStyle/>
              <a:p>
                <a:endParaRPr lang="zh-CN" altLang="en-US"/>
              </a:p>
            </p:txBody>
          </p:sp>
          <p:sp>
            <p:nvSpPr>
              <p:cNvPr id="45095" name="Line 98"/>
              <p:cNvSpPr>
                <a:spLocks noChangeShapeType="1"/>
              </p:cNvSpPr>
              <p:nvPr/>
            </p:nvSpPr>
            <p:spPr bwMode="auto">
              <a:xfrm flipV="1">
                <a:off x="897" y="3380"/>
                <a:ext cx="0" cy="394"/>
              </a:xfrm>
              <a:prstGeom prst="line">
                <a:avLst/>
              </a:prstGeom>
              <a:noFill/>
              <a:ln w="38100">
                <a:solidFill>
                  <a:srgbClr val="008000"/>
                </a:solidFill>
                <a:round/>
                <a:headEnd/>
                <a:tailEnd type="triangle" w="sm" len="lg"/>
              </a:ln>
            </p:spPr>
            <p:txBody>
              <a:bodyPr/>
              <a:lstStyle/>
              <a:p>
                <a:endParaRPr lang="zh-CN" altLang="en-US"/>
              </a:p>
            </p:txBody>
          </p:sp>
        </p:grpSp>
        <p:grpSp>
          <p:nvGrpSpPr>
            <p:cNvPr id="45091" name="Group 99"/>
            <p:cNvGrpSpPr>
              <a:grpSpLocks/>
            </p:cNvGrpSpPr>
            <p:nvPr/>
          </p:nvGrpSpPr>
          <p:grpSpPr bwMode="auto">
            <a:xfrm>
              <a:off x="427" y="3431"/>
              <a:ext cx="280" cy="168"/>
              <a:chOff x="1092" y="3401"/>
              <a:chExt cx="318" cy="123"/>
            </a:xfrm>
          </p:grpSpPr>
          <p:sp>
            <p:nvSpPr>
              <p:cNvPr id="45092" name="WordArt 100"/>
              <p:cNvSpPr>
                <a:spLocks noChangeArrowheads="1" noChangeShapeType="1" noTextEdit="1"/>
              </p:cNvSpPr>
              <p:nvPr/>
            </p:nvSpPr>
            <p:spPr bwMode="auto">
              <a:xfrm>
                <a:off x="1092" y="3403"/>
                <a:ext cx="318" cy="121"/>
              </a:xfrm>
              <a:prstGeom prst="rect">
                <a:avLst/>
              </a:prstGeom>
            </p:spPr>
            <p:txBody>
              <a:bodyPr wrap="none" fromWordArt="1">
                <a:prstTxWarp prst="textPlain">
                  <a:avLst>
                    <a:gd name="adj" fmla="val 50000"/>
                  </a:avLst>
                </a:prstTxWarp>
              </a:bodyPr>
              <a:lstStyle/>
              <a:p>
                <a:r>
                  <a:rPr lang="zh-CN" altLang="en-US" sz="3600" kern="10">
                    <a:ln w="76200">
                      <a:solidFill>
                        <a:schemeClr val="bg1"/>
                      </a:solidFill>
                      <a:round/>
                      <a:headEnd/>
                      <a:tailEnd/>
                    </a:ln>
                    <a:solidFill>
                      <a:schemeClr val="bg1"/>
                    </a:solidFill>
                    <a:latin typeface="宋体"/>
                    <a:ea typeface="宋体"/>
                  </a:rPr>
                  <a:t>阻力</a:t>
                </a:r>
              </a:p>
            </p:txBody>
          </p:sp>
          <p:sp>
            <p:nvSpPr>
              <p:cNvPr id="45093" name="WordArt 101"/>
              <p:cNvSpPr>
                <a:spLocks noChangeArrowheads="1" noChangeShapeType="1" noTextEdit="1"/>
              </p:cNvSpPr>
              <p:nvPr/>
            </p:nvSpPr>
            <p:spPr bwMode="auto">
              <a:xfrm>
                <a:off x="1092" y="3401"/>
                <a:ext cx="318" cy="121"/>
              </a:xfrm>
              <a:prstGeom prst="rect">
                <a:avLst/>
              </a:prstGeom>
            </p:spPr>
            <p:txBody>
              <a:bodyPr wrap="none" fromWordArt="1">
                <a:prstTxWarp prst="textPlain">
                  <a:avLst>
                    <a:gd name="adj" fmla="val 50000"/>
                  </a:avLst>
                </a:prstTxWarp>
              </a:bodyPr>
              <a:lstStyle/>
              <a:p>
                <a:r>
                  <a:rPr lang="zh-CN" altLang="en-US" sz="3600" kern="10">
                    <a:ln w="9525">
                      <a:solidFill>
                        <a:srgbClr val="006600"/>
                      </a:solidFill>
                      <a:round/>
                      <a:headEnd/>
                      <a:tailEnd/>
                    </a:ln>
                    <a:solidFill>
                      <a:srgbClr val="006600"/>
                    </a:solidFill>
                    <a:latin typeface="宋体"/>
                    <a:ea typeface="宋体"/>
                  </a:rPr>
                  <a:t>阻力</a:t>
                </a:r>
              </a:p>
            </p:txBody>
          </p:sp>
        </p:grpSp>
        <p:graphicFrame>
          <p:nvGraphicFramePr>
            <p:cNvPr id="45063" name="Object 128"/>
            <p:cNvGraphicFramePr>
              <a:graphicFrameLocks noChangeAspect="1"/>
            </p:cNvGraphicFramePr>
            <p:nvPr/>
          </p:nvGraphicFramePr>
          <p:xfrm>
            <a:off x="839" y="3354"/>
            <a:ext cx="635" cy="258"/>
          </p:xfrm>
          <a:graphic>
            <a:graphicData uri="http://schemas.openxmlformats.org/presentationml/2006/ole">
              <p:oleObj spid="_x0000_s45063" name="公式" r:id="rId6" imgW="609480" imgH="215640" progId="Equation.3">
                <p:embed/>
              </p:oleObj>
            </a:graphicData>
          </a:graphic>
        </p:graphicFrame>
      </p:grpSp>
      <p:grpSp>
        <p:nvGrpSpPr>
          <p:cNvPr id="29" name="Group 135"/>
          <p:cNvGrpSpPr>
            <a:grpSpLocks/>
          </p:cNvGrpSpPr>
          <p:nvPr/>
        </p:nvGrpSpPr>
        <p:grpSpPr bwMode="auto">
          <a:xfrm>
            <a:off x="1547813" y="2838450"/>
            <a:ext cx="1300162" cy="825500"/>
            <a:chOff x="975" y="1706"/>
            <a:chExt cx="819" cy="520"/>
          </a:xfrm>
        </p:grpSpPr>
        <p:sp>
          <p:nvSpPr>
            <p:cNvPr id="45089" name="Text Box 61"/>
            <p:cNvSpPr txBox="1">
              <a:spLocks noChangeArrowheads="1"/>
            </p:cNvSpPr>
            <p:nvPr/>
          </p:nvSpPr>
          <p:spPr bwMode="auto">
            <a:xfrm>
              <a:off x="1066" y="1706"/>
              <a:ext cx="728" cy="250"/>
            </a:xfrm>
            <a:prstGeom prst="rect">
              <a:avLst/>
            </a:prstGeom>
            <a:noFill/>
            <a:ln w="9525">
              <a:noFill/>
              <a:miter lim="800000"/>
              <a:headEnd/>
              <a:tailEnd/>
            </a:ln>
          </p:spPr>
          <p:txBody>
            <a:bodyPr>
              <a:spAutoFit/>
            </a:bodyPr>
            <a:lstStyle/>
            <a:p>
              <a:pPr algn="l">
                <a:spcBef>
                  <a:spcPct val="50000"/>
                </a:spcBef>
              </a:pPr>
              <a:r>
                <a:rPr lang="zh-CN" altLang="en-US" sz="2000" b="1">
                  <a:solidFill>
                    <a:srgbClr val="262698"/>
                  </a:solidFill>
                  <a:latin typeface="宋体" pitchFamily="2" charset="-122"/>
                </a:rPr>
                <a:t>弹性力</a:t>
              </a:r>
            </a:p>
          </p:txBody>
        </p:sp>
        <p:graphicFrame>
          <p:nvGraphicFramePr>
            <p:cNvPr id="45062" name="Object 129"/>
            <p:cNvGraphicFramePr>
              <a:graphicFrameLocks noChangeAspect="1"/>
            </p:cNvGraphicFramePr>
            <p:nvPr/>
          </p:nvGraphicFramePr>
          <p:xfrm>
            <a:off x="975" y="1933"/>
            <a:ext cx="771" cy="293"/>
          </p:xfrm>
          <a:graphic>
            <a:graphicData uri="http://schemas.openxmlformats.org/presentationml/2006/ole">
              <p:oleObj spid="_x0000_s45062" name="公式" r:id="rId7" imgW="533160" imgH="203040" progId="Equation.3">
                <p:embed/>
              </p:oleObj>
            </a:graphicData>
          </a:graphic>
        </p:graphicFrame>
      </p:grpSp>
      <p:sp>
        <p:nvSpPr>
          <p:cNvPr id="103598" name="Text Box 174"/>
          <p:cNvSpPr txBox="1">
            <a:spLocks noChangeArrowheads="1"/>
          </p:cNvSpPr>
          <p:nvPr/>
        </p:nvSpPr>
        <p:spPr bwMode="auto">
          <a:xfrm>
            <a:off x="3348038" y="2205038"/>
            <a:ext cx="2520950" cy="457200"/>
          </a:xfrm>
          <a:prstGeom prst="rect">
            <a:avLst/>
          </a:prstGeom>
          <a:noFill/>
          <a:ln w="9525">
            <a:noFill/>
            <a:miter lim="800000"/>
            <a:headEnd/>
            <a:tailEnd/>
          </a:ln>
        </p:spPr>
        <p:txBody>
          <a:bodyPr>
            <a:spAutoFit/>
          </a:bodyPr>
          <a:lstStyle/>
          <a:p>
            <a:pPr algn="l">
              <a:spcBef>
                <a:spcPct val="50000"/>
              </a:spcBef>
            </a:pPr>
            <a:r>
              <a:rPr lang="zh-CN" altLang="en-US" sz="2400" b="1">
                <a:latin typeface="宋体" pitchFamily="2" charset="-122"/>
              </a:rPr>
              <a:t>牛顿第二定律：</a:t>
            </a:r>
          </a:p>
        </p:txBody>
      </p:sp>
      <p:sp>
        <p:nvSpPr>
          <p:cNvPr id="103600" name="Rectangle 176"/>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3599" name="Object 175"/>
          <p:cNvGraphicFramePr>
            <a:graphicFrameLocks noChangeAspect="1"/>
          </p:cNvGraphicFramePr>
          <p:nvPr/>
        </p:nvGraphicFramePr>
        <p:xfrm>
          <a:off x="4356100" y="2852738"/>
          <a:ext cx="3673475" cy="512762"/>
        </p:xfrm>
        <a:graphic>
          <a:graphicData uri="http://schemas.openxmlformats.org/presentationml/2006/ole">
            <p:oleObj spid="_x0000_s45058" name="公式" r:id="rId8" imgW="1701800" imgH="241300" progId="Equation.3">
              <p:embed/>
            </p:oleObj>
          </a:graphicData>
        </a:graphic>
      </p:graphicFrame>
      <p:sp>
        <p:nvSpPr>
          <p:cNvPr id="103602" name="Rectangle 178"/>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3601" name="Object 177"/>
          <p:cNvGraphicFramePr>
            <a:graphicFrameLocks noChangeAspect="1"/>
          </p:cNvGraphicFramePr>
          <p:nvPr/>
        </p:nvGraphicFramePr>
        <p:xfrm>
          <a:off x="4356100" y="3933825"/>
          <a:ext cx="3887788" cy="855663"/>
        </p:xfrm>
        <a:graphic>
          <a:graphicData uri="http://schemas.openxmlformats.org/presentationml/2006/ole">
            <p:oleObj spid="_x0000_s45059" name="公式" r:id="rId9" imgW="1905000" imgH="419100" progId="Equation.3">
              <p:embed/>
            </p:oleObj>
          </a:graphicData>
        </a:graphic>
      </p:graphicFrame>
      <p:sp>
        <p:nvSpPr>
          <p:cNvPr id="103604" name="Rectangle 180"/>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3603" name="Object 179"/>
          <p:cNvGraphicFramePr>
            <a:graphicFrameLocks noChangeAspect="1"/>
          </p:cNvGraphicFramePr>
          <p:nvPr/>
        </p:nvGraphicFramePr>
        <p:xfrm>
          <a:off x="4283075" y="3429000"/>
          <a:ext cx="4105275" cy="523875"/>
        </p:xfrm>
        <a:graphic>
          <a:graphicData uri="http://schemas.openxmlformats.org/presentationml/2006/ole">
            <p:oleObj spid="_x0000_s45060" name="公式" r:id="rId10" imgW="2019300" imgH="254000" progId="Equation.3">
              <p:embed/>
            </p:oleObj>
          </a:graphicData>
        </a:graphic>
      </p:graphicFrame>
      <p:sp>
        <p:nvSpPr>
          <p:cNvPr id="103605" name="Text Box 181"/>
          <p:cNvSpPr txBox="1">
            <a:spLocks noChangeArrowheads="1"/>
          </p:cNvSpPr>
          <p:nvPr/>
        </p:nvSpPr>
        <p:spPr bwMode="auto">
          <a:xfrm>
            <a:off x="3563938" y="3448050"/>
            <a:ext cx="719137" cy="457200"/>
          </a:xfrm>
          <a:prstGeom prst="rect">
            <a:avLst/>
          </a:prstGeom>
          <a:noFill/>
          <a:ln w="9525">
            <a:noFill/>
            <a:miter lim="800000"/>
            <a:headEnd/>
            <a:tailEnd/>
          </a:ln>
        </p:spPr>
        <p:txBody>
          <a:bodyPr>
            <a:spAutoFit/>
          </a:bodyPr>
          <a:lstStyle/>
          <a:p>
            <a:pPr algn="l">
              <a:spcBef>
                <a:spcPct val="50000"/>
              </a:spcBef>
            </a:pPr>
            <a:r>
              <a:rPr lang="zh-CN" altLang="en-US" sz="2400" b="1"/>
              <a:t>令</a:t>
            </a:r>
          </a:p>
        </p:txBody>
      </p:sp>
      <p:sp>
        <p:nvSpPr>
          <p:cNvPr id="103606" name="Text Box 182"/>
          <p:cNvSpPr txBox="1">
            <a:spLocks noChangeArrowheads="1"/>
          </p:cNvSpPr>
          <p:nvPr/>
        </p:nvSpPr>
        <p:spPr bwMode="auto">
          <a:xfrm>
            <a:off x="3635375" y="4187825"/>
            <a:ext cx="719138" cy="457200"/>
          </a:xfrm>
          <a:prstGeom prst="rect">
            <a:avLst/>
          </a:prstGeom>
          <a:noFill/>
          <a:ln w="9525">
            <a:noFill/>
            <a:miter lim="800000"/>
            <a:headEnd/>
            <a:tailEnd/>
          </a:ln>
        </p:spPr>
        <p:txBody>
          <a:bodyPr>
            <a:spAutoFit/>
          </a:bodyPr>
          <a:lstStyle/>
          <a:p>
            <a:pPr algn="l">
              <a:spcBef>
                <a:spcPct val="50000"/>
              </a:spcBef>
            </a:pPr>
            <a:r>
              <a:rPr lang="zh-CN" altLang="en-US" sz="2400" b="1"/>
              <a:t>则</a:t>
            </a:r>
          </a:p>
        </p:txBody>
      </p:sp>
      <p:graphicFrame>
        <p:nvGraphicFramePr>
          <p:cNvPr id="103608" name="Object 184"/>
          <p:cNvGraphicFramePr>
            <a:graphicFrameLocks noChangeAspect="1"/>
          </p:cNvGraphicFramePr>
          <p:nvPr/>
        </p:nvGraphicFramePr>
        <p:xfrm>
          <a:off x="3070225" y="5661025"/>
          <a:ext cx="5710238" cy="642938"/>
        </p:xfrm>
        <a:graphic>
          <a:graphicData uri="http://schemas.openxmlformats.org/presentationml/2006/ole">
            <p:oleObj spid="_x0000_s45061" name="公式" r:id="rId11" imgW="2412720" imgH="253800" progId="Equation.3">
              <p:embed/>
            </p:oleObj>
          </a:graphicData>
        </a:graphic>
      </p:graphicFrame>
      <p:sp>
        <p:nvSpPr>
          <p:cNvPr id="103609" name="Text Box 185"/>
          <p:cNvSpPr txBox="1">
            <a:spLocks noChangeArrowheads="1"/>
          </p:cNvSpPr>
          <p:nvPr/>
        </p:nvSpPr>
        <p:spPr bwMode="auto">
          <a:xfrm>
            <a:off x="3563938" y="4941888"/>
            <a:ext cx="2328862" cy="457200"/>
          </a:xfrm>
          <a:prstGeom prst="rect">
            <a:avLst/>
          </a:prstGeom>
          <a:noFill/>
          <a:ln w="9525">
            <a:noFill/>
            <a:miter lim="800000"/>
            <a:headEnd/>
            <a:tailEnd/>
          </a:ln>
        </p:spPr>
        <p:txBody>
          <a:bodyPr wrap="none">
            <a:spAutoFit/>
          </a:bodyPr>
          <a:lstStyle/>
          <a:p>
            <a:pPr algn="l"/>
            <a:r>
              <a:rPr lang="zh-CN" altLang="en-US" sz="2400" b="1">
                <a:latin typeface="宋体" pitchFamily="2" charset="-122"/>
              </a:rPr>
              <a:t>此方程的解为：</a:t>
            </a:r>
          </a:p>
        </p:txBody>
      </p:sp>
      <p:sp>
        <p:nvSpPr>
          <p:cNvPr id="103610" name="Text Box 186"/>
          <p:cNvSpPr txBox="1">
            <a:spLocks noChangeArrowheads="1"/>
          </p:cNvSpPr>
          <p:nvPr/>
        </p:nvSpPr>
        <p:spPr bwMode="auto">
          <a:xfrm>
            <a:off x="3348038" y="1700213"/>
            <a:ext cx="5616575" cy="457200"/>
          </a:xfrm>
          <a:prstGeom prst="rect">
            <a:avLst/>
          </a:prstGeom>
          <a:noFill/>
          <a:ln w="9525">
            <a:noFill/>
            <a:miter lim="800000"/>
            <a:headEnd/>
            <a:tailEnd/>
          </a:ln>
        </p:spPr>
        <p:txBody>
          <a:bodyPr>
            <a:spAutoFit/>
          </a:bodyPr>
          <a:lstStyle/>
          <a:p>
            <a:pPr algn="l"/>
            <a:r>
              <a:rPr lang="en-US" altLang="zh-CN" sz="2400" b="1">
                <a:solidFill>
                  <a:srgbClr val="FF0000"/>
                </a:solidFill>
              </a:rPr>
              <a:t>1</a:t>
            </a:r>
            <a:r>
              <a:rPr lang="zh-CN" altLang="en-US" sz="2400" b="1">
                <a:solidFill>
                  <a:srgbClr val="FF0000"/>
                </a:solidFill>
              </a:rPr>
              <a:t>、受迫振动的微分方程</a:t>
            </a:r>
            <a:r>
              <a:rPr lang="zh-CN" altLang="en-US" sz="2000" b="1"/>
              <a:t>（以弹簧振子为例）</a:t>
            </a:r>
            <a:endParaRPr lang="zh-CN" altLang="en-US" sz="2000" b="1">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wipe(left)">
                                      <p:cBhvr>
                                        <p:cTn id="7" dur="500"/>
                                        <p:tgtEl>
                                          <p:spTgt spid="1034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429"/>
                                        </p:tgtEl>
                                        <p:attrNameLst>
                                          <p:attrName>style.visibility</p:attrName>
                                        </p:attrNameLst>
                                      </p:cBhvr>
                                      <p:to>
                                        <p:strVal val="visible"/>
                                      </p:to>
                                    </p:set>
                                    <p:animEffect transition="in" filter="wipe(left)">
                                      <p:cBhvr>
                                        <p:cTn id="12" dur="500"/>
                                        <p:tgtEl>
                                          <p:spTgt spid="1034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3465"/>
                                        </p:tgtEl>
                                        <p:attrNameLst>
                                          <p:attrName>style.visibility</p:attrName>
                                        </p:attrNameLst>
                                      </p:cBhvr>
                                      <p:to>
                                        <p:strVal val="visible"/>
                                      </p:to>
                                    </p:set>
                                    <p:animEffect transition="in" filter="wipe(left)">
                                      <p:cBhvr>
                                        <p:cTn id="22" dur="500"/>
                                        <p:tgtEl>
                                          <p:spTgt spid="103465"/>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3437"/>
                                        </p:tgtEl>
                                        <p:attrNameLst>
                                          <p:attrName>style.visibility</p:attrName>
                                        </p:attrNameLst>
                                      </p:cBhvr>
                                      <p:to>
                                        <p:strVal val="visible"/>
                                      </p:to>
                                    </p:set>
                                    <p:animEffect transition="in" filter="wipe(left)">
                                      <p:cBhvr>
                                        <p:cTn id="26" dur="500"/>
                                        <p:tgtEl>
                                          <p:spTgt spid="103437"/>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03438"/>
                                        </p:tgtEl>
                                        <p:attrNameLst>
                                          <p:attrName>style.visibility</p:attrName>
                                        </p:attrNameLst>
                                      </p:cBhvr>
                                      <p:to>
                                        <p:strVal val="visible"/>
                                      </p:to>
                                    </p:set>
                                    <p:animEffect transition="in" filter="wipe(left)">
                                      <p:cBhvr>
                                        <p:cTn id="30" dur="500"/>
                                        <p:tgtEl>
                                          <p:spTgt spid="10343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3487"/>
                                        </p:tgtEl>
                                        <p:attrNameLst>
                                          <p:attrName>style.visibility</p:attrName>
                                        </p:attrNameLst>
                                      </p:cBhvr>
                                      <p:to>
                                        <p:strVal val="visible"/>
                                      </p:to>
                                    </p:set>
                                    <p:animEffect transition="in" filter="wipe(left)">
                                      <p:cBhvr>
                                        <p:cTn id="35" dur="500"/>
                                        <p:tgtEl>
                                          <p:spTgt spid="10348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3495"/>
                                        </p:tgtEl>
                                        <p:attrNameLst>
                                          <p:attrName>style.visibility</p:attrName>
                                        </p:attrNameLst>
                                      </p:cBhvr>
                                      <p:to>
                                        <p:strVal val="visible"/>
                                      </p:to>
                                    </p:set>
                                    <p:animEffect transition="in" filter="wipe(left)">
                                      <p:cBhvr>
                                        <p:cTn id="40" dur="500"/>
                                        <p:tgtEl>
                                          <p:spTgt spid="10349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left)">
                                      <p:cBhvr>
                                        <p:cTn id="45" dur="500"/>
                                        <p:tgtEl>
                                          <p:spTgt spid="2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wipe(left)">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wipe(left)">
                                      <p:cBhvr>
                                        <p:cTn id="65" dur="500"/>
                                        <p:tgtEl>
                                          <p:spTgt spid="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nodePh="1">
                                  <p:stCondLst>
                                    <p:cond delay="0"/>
                                  </p:stCondLst>
                                  <p:endCondLst>
                                    <p:cond evt="begin" delay="0">
                                      <p:tn val="73"/>
                                    </p:cond>
                                  </p:endCondLst>
                                  <p:childTnLst>
                                    <p:set>
                                      <p:cBhvr>
                                        <p:cTn id="74" dur="1" fill="hold">
                                          <p:stCondLst>
                                            <p:cond delay="0"/>
                                          </p:stCondLst>
                                        </p:cTn>
                                        <p:tgtEl>
                                          <p:spTgt spid="103600"/>
                                        </p:tgtEl>
                                        <p:attrNameLst>
                                          <p:attrName>style.visibility</p:attrName>
                                        </p:attrNameLst>
                                      </p:cBhvr>
                                      <p:to>
                                        <p:strVal val="visible"/>
                                      </p:to>
                                    </p:set>
                                    <p:animEffect transition="in" filter="wipe(left)">
                                      <p:cBhvr>
                                        <p:cTn id="75" dur="500"/>
                                        <p:tgtEl>
                                          <p:spTgt spid="10360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nodePh="1">
                                  <p:stCondLst>
                                    <p:cond delay="0"/>
                                  </p:stCondLst>
                                  <p:endCondLst>
                                    <p:cond evt="begin" delay="0">
                                      <p:tn val="78"/>
                                    </p:cond>
                                  </p:endCondLst>
                                  <p:childTnLst>
                                    <p:set>
                                      <p:cBhvr>
                                        <p:cTn id="79" dur="1" fill="hold">
                                          <p:stCondLst>
                                            <p:cond delay="0"/>
                                          </p:stCondLst>
                                        </p:cTn>
                                        <p:tgtEl>
                                          <p:spTgt spid="103602"/>
                                        </p:tgtEl>
                                        <p:attrNameLst>
                                          <p:attrName>style.visibility</p:attrName>
                                        </p:attrNameLst>
                                      </p:cBhvr>
                                      <p:to>
                                        <p:strVal val="visible"/>
                                      </p:to>
                                    </p:set>
                                    <p:animEffect transition="in" filter="wipe(left)">
                                      <p:cBhvr>
                                        <p:cTn id="80" dur="500"/>
                                        <p:tgtEl>
                                          <p:spTgt spid="10360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nodePh="1">
                                  <p:stCondLst>
                                    <p:cond delay="0"/>
                                  </p:stCondLst>
                                  <p:endCondLst>
                                    <p:cond evt="begin" delay="0">
                                      <p:tn val="83"/>
                                    </p:cond>
                                  </p:endCondLst>
                                  <p:childTnLst>
                                    <p:set>
                                      <p:cBhvr>
                                        <p:cTn id="84" dur="1" fill="hold">
                                          <p:stCondLst>
                                            <p:cond delay="0"/>
                                          </p:stCondLst>
                                        </p:cTn>
                                        <p:tgtEl>
                                          <p:spTgt spid="103604"/>
                                        </p:tgtEl>
                                        <p:attrNameLst>
                                          <p:attrName>style.visibility</p:attrName>
                                        </p:attrNameLst>
                                      </p:cBhvr>
                                      <p:to>
                                        <p:strVal val="visible"/>
                                      </p:to>
                                    </p:set>
                                    <p:animEffect transition="in" filter="wipe(left)">
                                      <p:cBhvr>
                                        <p:cTn id="85" dur="500"/>
                                        <p:tgtEl>
                                          <p:spTgt spid="10360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03610"/>
                                        </p:tgtEl>
                                        <p:attrNameLst>
                                          <p:attrName>style.visibility</p:attrName>
                                        </p:attrNameLst>
                                      </p:cBhvr>
                                      <p:to>
                                        <p:strVal val="visible"/>
                                      </p:to>
                                    </p:set>
                                    <p:animEffect transition="in" filter="wipe(left)">
                                      <p:cBhvr>
                                        <p:cTn id="90" dur="500"/>
                                        <p:tgtEl>
                                          <p:spTgt spid="103610"/>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03598"/>
                                        </p:tgtEl>
                                        <p:attrNameLst>
                                          <p:attrName>style.visibility</p:attrName>
                                        </p:attrNameLst>
                                      </p:cBhvr>
                                      <p:to>
                                        <p:strVal val="visible"/>
                                      </p:to>
                                    </p:set>
                                    <p:animEffect transition="in" filter="wipe(left)">
                                      <p:cBhvr>
                                        <p:cTn id="95" dur="500"/>
                                        <p:tgtEl>
                                          <p:spTgt spid="103598"/>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103599"/>
                                        </p:tgtEl>
                                        <p:attrNameLst>
                                          <p:attrName>style.visibility</p:attrName>
                                        </p:attrNameLst>
                                      </p:cBhvr>
                                      <p:to>
                                        <p:strVal val="visible"/>
                                      </p:to>
                                    </p:set>
                                    <p:animEffect transition="in" filter="wipe(left)">
                                      <p:cBhvr>
                                        <p:cTn id="100" dur="500"/>
                                        <p:tgtEl>
                                          <p:spTgt spid="103599"/>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03605"/>
                                        </p:tgtEl>
                                        <p:attrNameLst>
                                          <p:attrName>style.visibility</p:attrName>
                                        </p:attrNameLst>
                                      </p:cBhvr>
                                      <p:to>
                                        <p:strVal val="visible"/>
                                      </p:to>
                                    </p:set>
                                    <p:animEffect transition="in" filter="wipe(left)">
                                      <p:cBhvr>
                                        <p:cTn id="105" dur="500"/>
                                        <p:tgtEl>
                                          <p:spTgt spid="10360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103603"/>
                                        </p:tgtEl>
                                        <p:attrNameLst>
                                          <p:attrName>style.visibility</p:attrName>
                                        </p:attrNameLst>
                                      </p:cBhvr>
                                      <p:to>
                                        <p:strVal val="visible"/>
                                      </p:to>
                                    </p:set>
                                    <p:animEffect transition="in" filter="wipe(left)">
                                      <p:cBhvr>
                                        <p:cTn id="110" dur="500"/>
                                        <p:tgtEl>
                                          <p:spTgt spid="103603"/>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103606"/>
                                        </p:tgtEl>
                                        <p:attrNameLst>
                                          <p:attrName>style.visibility</p:attrName>
                                        </p:attrNameLst>
                                      </p:cBhvr>
                                      <p:to>
                                        <p:strVal val="visible"/>
                                      </p:to>
                                    </p:set>
                                    <p:animEffect transition="in" filter="wipe(left)">
                                      <p:cBhvr>
                                        <p:cTn id="115" dur="500"/>
                                        <p:tgtEl>
                                          <p:spTgt spid="103606"/>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103601"/>
                                        </p:tgtEl>
                                        <p:attrNameLst>
                                          <p:attrName>style.visibility</p:attrName>
                                        </p:attrNameLst>
                                      </p:cBhvr>
                                      <p:to>
                                        <p:strVal val="visible"/>
                                      </p:to>
                                    </p:set>
                                    <p:animEffect transition="in" filter="wipe(left)">
                                      <p:cBhvr>
                                        <p:cTn id="120" dur="500"/>
                                        <p:tgtEl>
                                          <p:spTgt spid="103601"/>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103609"/>
                                        </p:tgtEl>
                                        <p:attrNameLst>
                                          <p:attrName>style.visibility</p:attrName>
                                        </p:attrNameLst>
                                      </p:cBhvr>
                                      <p:to>
                                        <p:strVal val="visible"/>
                                      </p:to>
                                    </p:set>
                                    <p:animEffect transition="in" filter="wipe(left)">
                                      <p:cBhvr>
                                        <p:cTn id="125" dur="500"/>
                                        <p:tgtEl>
                                          <p:spTgt spid="103609"/>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103608"/>
                                        </p:tgtEl>
                                        <p:attrNameLst>
                                          <p:attrName>style.visibility</p:attrName>
                                        </p:attrNameLst>
                                      </p:cBhvr>
                                      <p:to>
                                        <p:strVal val="visible"/>
                                      </p:to>
                                    </p:set>
                                    <p:animEffect transition="in" filter="wipe(left)">
                                      <p:cBhvr>
                                        <p:cTn id="130" dur="500"/>
                                        <p:tgtEl>
                                          <p:spTgt spid="103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p:bldP spid="103429" grpId="0"/>
      <p:bldP spid="103437" grpId="0" animBg="1"/>
      <p:bldP spid="103438" grpId="0" animBg="1"/>
      <p:bldP spid="103465" grpId="0" animBg="1"/>
      <p:bldP spid="103487" grpId="0" animBg="1"/>
      <p:bldP spid="103495" grpId="0" animBg="1"/>
      <p:bldP spid="103598" grpId="0"/>
      <p:bldP spid="103600" grpId="0" animBg="1"/>
      <p:bldP spid="103602" grpId="0" animBg="1"/>
      <p:bldP spid="103604" grpId="0" animBg="1"/>
      <p:bldP spid="103605" grpId="0"/>
      <p:bldP spid="103606" grpId="0"/>
      <p:bldP spid="103609" grpId="0"/>
      <p:bldP spid="10361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524" name="Object 4"/>
          <p:cNvGraphicFramePr>
            <a:graphicFrameLocks noChangeAspect="1"/>
          </p:cNvGraphicFramePr>
          <p:nvPr/>
        </p:nvGraphicFramePr>
        <p:xfrm>
          <a:off x="3322638" y="477838"/>
          <a:ext cx="5710237" cy="642937"/>
        </p:xfrm>
        <a:graphic>
          <a:graphicData uri="http://schemas.openxmlformats.org/presentationml/2006/ole">
            <p:oleObj spid="_x0000_s46082" name="公式" r:id="rId3" imgW="2412720" imgH="253800" progId="Equation.3">
              <p:embed/>
            </p:oleObj>
          </a:graphicData>
        </a:graphic>
      </p:graphicFrame>
      <p:grpSp>
        <p:nvGrpSpPr>
          <p:cNvPr id="2" name="Group 185"/>
          <p:cNvGrpSpPr>
            <a:grpSpLocks/>
          </p:cNvGrpSpPr>
          <p:nvPr/>
        </p:nvGrpSpPr>
        <p:grpSpPr bwMode="auto">
          <a:xfrm>
            <a:off x="6983413" y="1054100"/>
            <a:ext cx="2160587" cy="457200"/>
            <a:chOff x="3334" y="845"/>
            <a:chExt cx="1361" cy="288"/>
          </a:xfrm>
        </p:grpSpPr>
        <p:sp>
          <p:nvSpPr>
            <p:cNvPr id="46212" name="Text Box 19"/>
            <p:cNvSpPr txBox="1">
              <a:spLocks noChangeArrowheads="1"/>
            </p:cNvSpPr>
            <p:nvPr/>
          </p:nvSpPr>
          <p:spPr bwMode="auto">
            <a:xfrm>
              <a:off x="3334" y="845"/>
              <a:ext cx="1361"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0000"/>
                  </a:solidFill>
                  <a:latin typeface="宋体" pitchFamily="2" charset="-122"/>
                </a:rPr>
                <a:t>②</a:t>
              </a:r>
              <a:r>
                <a:rPr lang="zh-CN" altLang="en-US" sz="2400" b="1">
                  <a:solidFill>
                    <a:srgbClr val="FF0000"/>
                  </a:solidFill>
                </a:rPr>
                <a:t>等幅振动</a:t>
              </a:r>
            </a:p>
          </p:txBody>
        </p:sp>
        <p:sp>
          <p:nvSpPr>
            <p:cNvPr id="46213" name="Line 6"/>
            <p:cNvSpPr>
              <a:spLocks noChangeShapeType="1"/>
            </p:cNvSpPr>
            <p:nvPr/>
          </p:nvSpPr>
          <p:spPr bwMode="auto">
            <a:xfrm>
              <a:off x="3334" y="845"/>
              <a:ext cx="1270" cy="0"/>
            </a:xfrm>
            <a:prstGeom prst="line">
              <a:avLst/>
            </a:prstGeom>
            <a:noFill/>
            <a:ln w="15875">
              <a:solidFill>
                <a:srgbClr val="FF0000"/>
              </a:solidFill>
              <a:round/>
              <a:headEnd/>
              <a:tailEnd/>
            </a:ln>
          </p:spPr>
          <p:txBody>
            <a:bodyPr/>
            <a:lstStyle/>
            <a:p>
              <a:endParaRPr lang="zh-CN" altLang="en-US"/>
            </a:p>
          </p:txBody>
        </p:sp>
      </p:grpSp>
      <p:grpSp>
        <p:nvGrpSpPr>
          <p:cNvPr id="3" name="Group 184"/>
          <p:cNvGrpSpPr>
            <a:grpSpLocks/>
          </p:cNvGrpSpPr>
          <p:nvPr/>
        </p:nvGrpSpPr>
        <p:grpSpPr bwMode="auto">
          <a:xfrm>
            <a:off x="4175125" y="1054100"/>
            <a:ext cx="2519363" cy="457200"/>
            <a:chOff x="1565" y="845"/>
            <a:chExt cx="1587" cy="288"/>
          </a:xfrm>
        </p:grpSpPr>
        <p:sp>
          <p:nvSpPr>
            <p:cNvPr id="46210" name="Line 5"/>
            <p:cNvSpPr>
              <a:spLocks noChangeShapeType="1"/>
            </p:cNvSpPr>
            <p:nvPr/>
          </p:nvSpPr>
          <p:spPr bwMode="auto">
            <a:xfrm>
              <a:off x="1565" y="845"/>
              <a:ext cx="1542" cy="0"/>
            </a:xfrm>
            <a:prstGeom prst="line">
              <a:avLst/>
            </a:prstGeom>
            <a:noFill/>
            <a:ln w="15875">
              <a:solidFill>
                <a:srgbClr val="FF0000"/>
              </a:solidFill>
              <a:round/>
              <a:headEnd/>
              <a:tailEnd/>
            </a:ln>
          </p:spPr>
          <p:txBody>
            <a:bodyPr/>
            <a:lstStyle/>
            <a:p>
              <a:endParaRPr lang="zh-CN" altLang="en-US"/>
            </a:p>
          </p:txBody>
        </p:sp>
        <p:sp>
          <p:nvSpPr>
            <p:cNvPr id="46211" name="Text Box 18"/>
            <p:cNvSpPr txBox="1">
              <a:spLocks noChangeArrowheads="1"/>
            </p:cNvSpPr>
            <p:nvPr/>
          </p:nvSpPr>
          <p:spPr bwMode="auto">
            <a:xfrm>
              <a:off x="1791" y="845"/>
              <a:ext cx="1361"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0000"/>
                  </a:solidFill>
                  <a:latin typeface="宋体" pitchFamily="2" charset="-122"/>
                </a:rPr>
                <a:t>①</a:t>
              </a:r>
              <a:r>
                <a:rPr lang="zh-CN" altLang="en-US" sz="2400" b="1">
                  <a:solidFill>
                    <a:srgbClr val="FF0000"/>
                  </a:solidFill>
                </a:rPr>
                <a:t>阻尼振动</a:t>
              </a:r>
            </a:p>
          </p:txBody>
        </p:sp>
      </p:grpSp>
      <p:sp>
        <p:nvSpPr>
          <p:cNvPr id="107540" name="Text Box 20"/>
          <p:cNvSpPr txBox="1">
            <a:spLocks noChangeArrowheads="1"/>
          </p:cNvSpPr>
          <p:nvPr/>
        </p:nvSpPr>
        <p:spPr bwMode="auto">
          <a:xfrm>
            <a:off x="179388" y="333375"/>
            <a:ext cx="3170237" cy="493713"/>
          </a:xfrm>
          <a:prstGeom prst="rect">
            <a:avLst/>
          </a:prstGeom>
          <a:noFill/>
          <a:ln w="9525">
            <a:noFill/>
            <a:miter lim="800000"/>
            <a:headEnd/>
            <a:tailEnd/>
          </a:ln>
        </p:spPr>
        <p:txBody>
          <a:bodyPr wrap="none">
            <a:spAutoFit/>
          </a:bodyPr>
          <a:lstStyle/>
          <a:p>
            <a:pPr algn="l">
              <a:lnSpc>
                <a:spcPct val="110000"/>
              </a:lnSpc>
            </a:pPr>
            <a:r>
              <a:rPr lang="en-US" altLang="zh-CN" sz="2400" b="1">
                <a:solidFill>
                  <a:srgbClr val="FF0000"/>
                </a:solidFill>
              </a:rPr>
              <a:t>2</a:t>
            </a:r>
            <a:r>
              <a:rPr lang="zh-CN" altLang="en-US" sz="2400" b="1">
                <a:solidFill>
                  <a:srgbClr val="FF0000"/>
                </a:solidFill>
              </a:rPr>
              <a:t>、方程解的物理意义</a:t>
            </a:r>
            <a:r>
              <a:rPr lang="zh-CN" altLang="en-US" sz="2400" b="1">
                <a:ea typeface="黑体" pitchFamily="49" charset="-122"/>
              </a:rPr>
              <a:t> </a:t>
            </a:r>
          </a:p>
        </p:txBody>
      </p:sp>
      <p:sp>
        <p:nvSpPr>
          <p:cNvPr id="107659" name="Text Box 139"/>
          <p:cNvSpPr txBox="1">
            <a:spLocks noChangeArrowheads="1"/>
          </p:cNvSpPr>
          <p:nvPr/>
        </p:nvSpPr>
        <p:spPr bwMode="auto">
          <a:xfrm>
            <a:off x="2459038" y="5668963"/>
            <a:ext cx="1422400" cy="701675"/>
          </a:xfrm>
          <a:prstGeom prst="rect">
            <a:avLst/>
          </a:prstGeom>
          <a:noFill/>
          <a:ln w="9525">
            <a:noFill/>
            <a:miter lim="800000"/>
            <a:headEnd/>
            <a:tailEnd/>
          </a:ln>
        </p:spPr>
        <p:txBody>
          <a:bodyPr>
            <a:spAutoFit/>
          </a:bodyPr>
          <a:lstStyle/>
          <a:p>
            <a:pPr algn="l">
              <a:spcBef>
                <a:spcPct val="50000"/>
              </a:spcBef>
            </a:pPr>
            <a:r>
              <a:rPr lang="zh-CN" altLang="en-US" sz="2000" b="1">
                <a:solidFill>
                  <a:srgbClr val="0000FF"/>
                </a:solidFill>
              </a:rPr>
              <a:t>开始振动比较复杂</a:t>
            </a:r>
          </a:p>
        </p:txBody>
      </p:sp>
      <p:sp>
        <p:nvSpPr>
          <p:cNvPr id="107660" name="Text Box 140"/>
          <p:cNvSpPr txBox="1">
            <a:spLocks noChangeArrowheads="1"/>
          </p:cNvSpPr>
          <p:nvPr/>
        </p:nvSpPr>
        <p:spPr bwMode="auto">
          <a:xfrm>
            <a:off x="4016375" y="5672138"/>
            <a:ext cx="2935288" cy="701675"/>
          </a:xfrm>
          <a:prstGeom prst="rect">
            <a:avLst/>
          </a:prstGeom>
          <a:noFill/>
          <a:ln w="9525">
            <a:noFill/>
            <a:miter lim="800000"/>
            <a:headEnd/>
            <a:tailEnd/>
          </a:ln>
        </p:spPr>
        <p:txBody>
          <a:bodyPr>
            <a:spAutoFit/>
          </a:bodyPr>
          <a:lstStyle/>
          <a:p>
            <a:pPr algn="l">
              <a:spcBef>
                <a:spcPct val="50000"/>
              </a:spcBef>
            </a:pPr>
            <a:r>
              <a:rPr lang="zh-CN" altLang="en-US" sz="2000" b="1">
                <a:solidFill>
                  <a:srgbClr val="0000FF"/>
                </a:solidFill>
              </a:rPr>
              <a:t>经过一段时间后，受迫振动进入稳定振动状态。</a:t>
            </a:r>
          </a:p>
        </p:txBody>
      </p:sp>
      <p:grpSp>
        <p:nvGrpSpPr>
          <p:cNvPr id="4" name="Group 187"/>
          <p:cNvGrpSpPr>
            <a:grpSpLocks/>
          </p:cNvGrpSpPr>
          <p:nvPr/>
        </p:nvGrpSpPr>
        <p:grpSpPr bwMode="auto">
          <a:xfrm>
            <a:off x="2033588" y="1054100"/>
            <a:ext cx="4830762" cy="1385888"/>
            <a:chOff x="1281" y="664"/>
            <a:chExt cx="3043" cy="873"/>
          </a:xfrm>
        </p:grpSpPr>
        <p:grpSp>
          <p:nvGrpSpPr>
            <p:cNvPr id="46188" name="Group 22"/>
            <p:cNvGrpSpPr>
              <a:grpSpLocks/>
            </p:cNvGrpSpPr>
            <p:nvPr/>
          </p:nvGrpSpPr>
          <p:grpSpPr bwMode="auto">
            <a:xfrm>
              <a:off x="1474" y="664"/>
              <a:ext cx="2850" cy="873"/>
              <a:chOff x="402" y="857"/>
              <a:chExt cx="3026" cy="879"/>
            </a:xfrm>
          </p:grpSpPr>
          <p:sp>
            <p:nvSpPr>
              <p:cNvPr id="46194" name="Line 23"/>
              <p:cNvSpPr>
                <a:spLocks noChangeShapeType="1"/>
              </p:cNvSpPr>
              <p:nvPr/>
            </p:nvSpPr>
            <p:spPr bwMode="auto">
              <a:xfrm>
                <a:off x="402" y="857"/>
                <a:ext cx="1" cy="879"/>
              </a:xfrm>
              <a:prstGeom prst="line">
                <a:avLst/>
              </a:prstGeom>
              <a:noFill/>
              <a:ln w="28575">
                <a:solidFill>
                  <a:schemeClr val="tx1"/>
                </a:solidFill>
                <a:round/>
                <a:headEnd type="triangle" w="sm" len="lg"/>
                <a:tailEnd/>
              </a:ln>
            </p:spPr>
            <p:txBody>
              <a:bodyPr/>
              <a:lstStyle/>
              <a:p>
                <a:endParaRPr lang="zh-CN" altLang="en-US"/>
              </a:p>
            </p:txBody>
          </p:sp>
          <p:grpSp>
            <p:nvGrpSpPr>
              <p:cNvPr id="46195" name="Group 24"/>
              <p:cNvGrpSpPr>
                <a:grpSpLocks/>
              </p:cNvGrpSpPr>
              <p:nvPr/>
            </p:nvGrpSpPr>
            <p:grpSpPr bwMode="auto">
              <a:xfrm>
                <a:off x="404" y="1265"/>
                <a:ext cx="3024" cy="295"/>
                <a:chOff x="350" y="1129"/>
                <a:chExt cx="3024" cy="295"/>
              </a:xfrm>
            </p:grpSpPr>
            <p:sp>
              <p:nvSpPr>
                <p:cNvPr id="46196" name="Line 25"/>
                <p:cNvSpPr>
                  <a:spLocks noChangeShapeType="1"/>
                </p:cNvSpPr>
                <p:nvPr/>
              </p:nvSpPr>
              <p:spPr bwMode="auto">
                <a:xfrm>
                  <a:off x="350" y="1262"/>
                  <a:ext cx="3024" cy="1"/>
                </a:xfrm>
                <a:prstGeom prst="line">
                  <a:avLst/>
                </a:prstGeom>
                <a:noFill/>
                <a:ln w="28575">
                  <a:solidFill>
                    <a:schemeClr val="tx1"/>
                  </a:solidFill>
                  <a:round/>
                  <a:headEnd/>
                  <a:tailEnd type="triangle" w="sm" len="lg"/>
                </a:ln>
              </p:spPr>
              <p:txBody>
                <a:bodyPr/>
                <a:lstStyle/>
                <a:p>
                  <a:endParaRPr lang="zh-CN" altLang="en-US"/>
                </a:p>
              </p:txBody>
            </p:sp>
            <p:grpSp>
              <p:nvGrpSpPr>
                <p:cNvPr id="46197" name="Group 26"/>
                <p:cNvGrpSpPr>
                  <a:grpSpLocks/>
                </p:cNvGrpSpPr>
                <p:nvPr/>
              </p:nvGrpSpPr>
              <p:grpSpPr bwMode="auto">
                <a:xfrm>
                  <a:off x="360" y="1129"/>
                  <a:ext cx="894" cy="295"/>
                  <a:chOff x="942" y="1013"/>
                  <a:chExt cx="3246" cy="1483"/>
                </a:xfrm>
              </p:grpSpPr>
              <p:sp>
                <p:nvSpPr>
                  <p:cNvPr id="46198" name="Freeform 27"/>
                  <p:cNvSpPr>
                    <a:spLocks/>
                  </p:cNvSpPr>
                  <p:nvPr/>
                </p:nvSpPr>
                <p:spPr bwMode="auto">
                  <a:xfrm>
                    <a:off x="942" y="1667"/>
                    <a:ext cx="270" cy="829"/>
                  </a:xfrm>
                  <a:custGeom>
                    <a:avLst/>
                    <a:gdLst>
                      <a:gd name="T0" fmla="*/ 0 w 189"/>
                      <a:gd name="T1" fmla="*/ 0 h 251"/>
                      <a:gd name="T2" fmla="*/ 347 w 189"/>
                      <a:gd name="T3" fmla="*/ 29758 h 251"/>
                      <a:gd name="T4" fmla="*/ 787 w 189"/>
                      <a:gd name="T5" fmla="*/ 829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199" name="Freeform 28"/>
                  <p:cNvSpPr>
                    <a:spLocks/>
                  </p:cNvSpPr>
                  <p:nvPr/>
                </p:nvSpPr>
                <p:spPr bwMode="auto">
                  <a:xfrm rot="85664" flipV="1">
                    <a:off x="1758" y="1235"/>
                    <a:ext cx="284" cy="457"/>
                  </a:xfrm>
                  <a:custGeom>
                    <a:avLst/>
                    <a:gdLst>
                      <a:gd name="T0" fmla="*/ 0 w 189"/>
                      <a:gd name="T1" fmla="*/ 0 h 251"/>
                      <a:gd name="T2" fmla="*/ 424 w 189"/>
                      <a:gd name="T3" fmla="*/ 2746 h 251"/>
                      <a:gd name="T4" fmla="*/ 965 w 189"/>
                      <a:gd name="T5" fmla="*/ 8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0" name="Freeform 29"/>
                  <p:cNvSpPr>
                    <a:spLocks/>
                  </p:cNvSpPr>
                  <p:nvPr/>
                </p:nvSpPr>
                <p:spPr bwMode="auto">
                  <a:xfrm rot="122657" flipV="1">
                    <a:off x="1226" y="1013"/>
                    <a:ext cx="272" cy="676"/>
                  </a:xfrm>
                  <a:custGeom>
                    <a:avLst/>
                    <a:gdLst>
                      <a:gd name="T0" fmla="*/ 0 w 189"/>
                      <a:gd name="T1" fmla="*/ 0 h 251"/>
                      <a:gd name="T2" fmla="*/ 354 w 189"/>
                      <a:gd name="T3" fmla="*/ 13151 h 251"/>
                      <a:gd name="T4" fmla="*/ 810 w 189"/>
                      <a:gd name="T5" fmla="*/ 369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1" name="Freeform 30"/>
                  <p:cNvSpPr>
                    <a:spLocks/>
                  </p:cNvSpPr>
                  <p:nvPr/>
                </p:nvSpPr>
                <p:spPr bwMode="auto">
                  <a:xfrm>
                    <a:off x="1483" y="1669"/>
                    <a:ext cx="276" cy="560"/>
                  </a:xfrm>
                  <a:custGeom>
                    <a:avLst/>
                    <a:gdLst>
                      <a:gd name="T0" fmla="*/ 0 w 189"/>
                      <a:gd name="T1" fmla="*/ 0 h 251"/>
                      <a:gd name="T2" fmla="*/ 377 w 189"/>
                      <a:gd name="T3" fmla="*/ 6198 h 251"/>
                      <a:gd name="T4" fmla="*/ 860 w 189"/>
                      <a:gd name="T5" fmla="*/ 178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2" name="Freeform 31"/>
                  <p:cNvSpPr>
                    <a:spLocks/>
                  </p:cNvSpPr>
                  <p:nvPr/>
                </p:nvSpPr>
                <p:spPr bwMode="auto">
                  <a:xfrm rot="-174677">
                    <a:off x="2044" y="1667"/>
                    <a:ext cx="268" cy="387"/>
                  </a:xfrm>
                  <a:custGeom>
                    <a:avLst/>
                    <a:gdLst>
                      <a:gd name="T0" fmla="*/ 0 w 189"/>
                      <a:gd name="T1" fmla="*/ 0 h 251"/>
                      <a:gd name="T2" fmla="*/ 336 w 189"/>
                      <a:gd name="T3" fmla="*/ 1412 h 251"/>
                      <a:gd name="T4" fmla="*/ 764 w 189"/>
                      <a:gd name="T5" fmla="*/ 4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3" name="Freeform 32"/>
                  <p:cNvSpPr>
                    <a:spLocks/>
                  </p:cNvSpPr>
                  <p:nvPr/>
                </p:nvSpPr>
                <p:spPr bwMode="auto">
                  <a:xfrm rot="180466" flipV="1">
                    <a:off x="2312" y="1375"/>
                    <a:ext cx="270" cy="311"/>
                  </a:xfrm>
                  <a:custGeom>
                    <a:avLst/>
                    <a:gdLst>
                      <a:gd name="T0" fmla="*/ 0 w 189"/>
                      <a:gd name="T1" fmla="*/ 0 h 251"/>
                      <a:gd name="T2" fmla="*/ 347 w 189"/>
                      <a:gd name="T3" fmla="*/ 590 h 251"/>
                      <a:gd name="T4" fmla="*/ 787 w 189"/>
                      <a:gd name="T5" fmla="*/ 17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4" name="Freeform 33"/>
                  <p:cNvSpPr>
                    <a:spLocks/>
                  </p:cNvSpPr>
                  <p:nvPr/>
                </p:nvSpPr>
                <p:spPr bwMode="auto">
                  <a:xfrm rot="-178472">
                    <a:off x="2583" y="1670"/>
                    <a:ext cx="266" cy="269"/>
                  </a:xfrm>
                  <a:custGeom>
                    <a:avLst/>
                    <a:gdLst>
                      <a:gd name="T0" fmla="*/ 0 w 189"/>
                      <a:gd name="T1" fmla="*/ 0 h 251"/>
                      <a:gd name="T2" fmla="*/ 327 w 189"/>
                      <a:gd name="T3" fmla="*/ 330 h 251"/>
                      <a:gd name="T4" fmla="*/ 740 w 189"/>
                      <a:gd name="T5" fmla="*/ 11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5" name="Freeform 34"/>
                  <p:cNvSpPr>
                    <a:spLocks/>
                  </p:cNvSpPr>
                  <p:nvPr/>
                </p:nvSpPr>
                <p:spPr bwMode="auto">
                  <a:xfrm rot="319034" flipV="1">
                    <a:off x="2849" y="1477"/>
                    <a:ext cx="271" cy="207"/>
                  </a:xfrm>
                  <a:custGeom>
                    <a:avLst/>
                    <a:gdLst>
                      <a:gd name="T0" fmla="*/ 0 w 189"/>
                      <a:gd name="T1" fmla="*/ 0 h 251"/>
                      <a:gd name="T2" fmla="*/ 351 w 189"/>
                      <a:gd name="T3" fmla="*/ 115 h 251"/>
                      <a:gd name="T4" fmla="*/ 800 w 189"/>
                      <a:gd name="T5" fmla="*/ 3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6" name="Freeform 35"/>
                  <p:cNvSpPr>
                    <a:spLocks/>
                  </p:cNvSpPr>
                  <p:nvPr/>
                </p:nvSpPr>
                <p:spPr bwMode="auto">
                  <a:xfrm>
                    <a:off x="3105" y="1676"/>
                    <a:ext cx="271" cy="177"/>
                  </a:xfrm>
                  <a:custGeom>
                    <a:avLst/>
                    <a:gdLst>
                      <a:gd name="T0" fmla="*/ 0 w 189"/>
                      <a:gd name="T1" fmla="*/ 0 h 251"/>
                      <a:gd name="T2" fmla="*/ 351 w 189"/>
                      <a:gd name="T3" fmla="*/ 61 h 251"/>
                      <a:gd name="T4" fmla="*/ 800 w 189"/>
                      <a:gd name="T5" fmla="*/ 2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7" name="Freeform 36"/>
                  <p:cNvSpPr>
                    <a:spLocks/>
                  </p:cNvSpPr>
                  <p:nvPr/>
                </p:nvSpPr>
                <p:spPr bwMode="auto">
                  <a:xfrm flipV="1">
                    <a:off x="3369" y="1562"/>
                    <a:ext cx="271" cy="122"/>
                  </a:xfrm>
                  <a:custGeom>
                    <a:avLst/>
                    <a:gdLst>
                      <a:gd name="T0" fmla="*/ 0 w 189"/>
                      <a:gd name="T1" fmla="*/ 0 h 251"/>
                      <a:gd name="T2" fmla="*/ 351 w 189"/>
                      <a:gd name="T3" fmla="*/ 14 h 251"/>
                      <a:gd name="T4" fmla="*/ 800 w 189"/>
                      <a:gd name="T5" fmla="*/ 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8" name="Freeform 37"/>
                  <p:cNvSpPr>
                    <a:spLocks/>
                  </p:cNvSpPr>
                  <p:nvPr/>
                </p:nvSpPr>
                <p:spPr bwMode="auto">
                  <a:xfrm>
                    <a:off x="3644" y="1684"/>
                    <a:ext cx="271" cy="88"/>
                  </a:xfrm>
                  <a:custGeom>
                    <a:avLst/>
                    <a:gdLst>
                      <a:gd name="T0" fmla="*/ 0 w 189"/>
                      <a:gd name="T1" fmla="*/ 0 h 251"/>
                      <a:gd name="T2" fmla="*/ 351 w 189"/>
                      <a:gd name="T3" fmla="*/ 4 h 251"/>
                      <a:gd name="T4" fmla="*/ 800 w 189"/>
                      <a:gd name="T5" fmla="*/ 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sp>
                <p:nvSpPr>
                  <p:cNvPr id="46209" name="Freeform 38"/>
                  <p:cNvSpPr>
                    <a:spLocks/>
                  </p:cNvSpPr>
                  <p:nvPr/>
                </p:nvSpPr>
                <p:spPr bwMode="auto">
                  <a:xfrm flipV="1">
                    <a:off x="3917" y="1634"/>
                    <a:ext cx="271" cy="54"/>
                  </a:xfrm>
                  <a:custGeom>
                    <a:avLst/>
                    <a:gdLst>
                      <a:gd name="T0" fmla="*/ 0 w 189"/>
                      <a:gd name="T1" fmla="*/ 0 h 251"/>
                      <a:gd name="T2" fmla="*/ 351 w 189"/>
                      <a:gd name="T3" fmla="*/ 1 h 251"/>
                      <a:gd name="T4" fmla="*/ 800 w 189"/>
                      <a:gd name="T5" fmla="*/ 0 h 251"/>
                      <a:gd name="T6" fmla="*/ 0 60000 65536"/>
                      <a:gd name="T7" fmla="*/ 0 60000 65536"/>
                      <a:gd name="T8" fmla="*/ 0 60000 65536"/>
                      <a:gd name="T9" fmla="*/ 0 w 189"/>
                      <a:gd name="T10" fmla="*/ 0 h 251"/>
                      <a:gd name="T11" fmla="*/ 189 w 189"/>
                      <a:gd name="T12" fmla="*/ 251 h 251"/>
                    </a:gdLst>
                    <a:ahLst/>
                    <a:cxnLst>
                      <a:cxn ang="T6">
                        <a:pos x="T0" y="T1"/>
                      </a:cxn>
                      <a:cxn ang="T7">
                        <a:pos x="T2" y="T3"/>
                      </a:cxn>
                      <a:cxn ang="T8">
                        <a:pos x="T4" y="T5"/>
                      </a:cxn>
                    </a:cxnLst>
                    <a:rect l="T9" t="T10" r="T11" b="T12"/>
                    <a:pathLst>
                      <a:path w="189" h="251">
                        <a:moveTo>
                          <a:pt x="0" y="0"/>
                        </a:moveTo>
                        <a:cubicBezTo>
                          <a:pt x="26" y="124"/>
                          <a:pt x="52" y="249"/>
                          <a:pt x="83" y="250"/>
                        </a:cubicBezTo>
                        <a:cubicBezTo>
                          <a:pt x="114" y="251"/>
                          <a:pt x="151" y="129"/>
                          <a:pt x="189" y="7"/>
                        </a:cubicBezTo>
                      </a:path>
                    </a:pathLst>
                  </a:custGeom>
                  <a:noFill/>
                  <a:ln w="19050">
                    <a:solidFill>
                      <a:schemeClr val="tx1"/>
                    </a:solidFill>
                    <a:round/>
                    <a:headEnd/>
                    <a:tailEnd/>
                  </a:ln>
                </p:spPr>
                <p:txBody>
                  <a:bodyPr/>
                  <a:lstStyle/>
                  <a:p>
                    <a:endParaRPr lang="zh-CN" altLang="en-US"/>
                  </a:p>
                </p:txBody>
              </p:sp>
            </p:grpSp>
          </p:grpSp>
        </p:grpSp>
        <p:grpSp>
          <p:nvGrpSpPr>
            <p:cNvPr id="46189" name="Group 186"/>
            <p:cNvGrpSpPr>
              <a:grpSpLocks/>
            </p:cNvGrpSpPr>
            <p:nvPr/>
          </p:nvGrpSpPr>
          <p:grpSpPr bwMode="auto">
            <a:xfrm>
              <a:off x="1281" y="706"/>
              <a:ext cx="2985" cy="710"/>
              <a:chOff x="1281" y="706"/>
              <a:chExt cx="2985" cy="710"/>
            </a:xfrm>
          </p:grpSpPr>
          <p:sp>
            <p:nvSpPr>
              <p:cNvPr id="46190" name="WordArt 89"/>
              <p:cNvSpPr>
                <a:spLocks noChangeArrowheads="1" noChangeShapeType="1" noTextEdit="1"/>
              </p:cNvSpPr>
              <p:nvPr/>
            </p:nvSpPr>
            <p:spPr bwMode="auto">
              <a:xfrm>
                <a:off x="4177" y="1246"/>
                <a:ext cx="89" cy="170"/>
              </a:xfrm>
              <a:prstGeom prst="rect">
                <a:avLst/>
              </a:prstGeom>
            </p:spPr>
            <p:txBody>
              <a:bodyPr wrap="none" fromWordArt="1">
                <a:prstTxWarp prst="textPlain">
                  <a:avLst>
                    <a:gd name="adj" fmla="val 58718"/>
                  </a:avLst>
                </a:prstTxWarp>
              </a:bodyPr>
              <a:lstStyle/>
              <a:p>
                <a:r>
                  <a:rPr lang="en-US" altLang="zh-CN" sz="3600" i="1" kern="10">
                    <a:ln w="9525">
                      <a:solidFill>
                        <a:schemeClr val="tx1"/>
                      </a:solidFill>
                      <a:round/>
                      <a:headEnd/>
                      <a:tailEnd/>
                    </a:ln>
                    <a:latin typeface="Times New Roman"/>
                    <a:cs typeface="Times New Roman"/>
                  </a:rPr>
                  <a:t>t</a:t>
                </a:r>
                <a:endParaRPr lang="zh-CN" altLang="en-US" sz="3600" i="1" kern="10">
                  <a:ln w="9525">
                    <a:solidFill>
                      <a:schemeClr val="tx1"/>
                    </a:solidFill>
                    <a:round/>
                    <a:headEnd/>
                    <a:tailEnd/>
                  </a:ln>
                  <a:latin typeface="Times New Roman"/>
                  <a:cs typeface="Times New Roman"/>
                </a:endParaRPr>
              </a:p>
            </p:txBody>
          </p:sp>
          <p:sp>
            <p:nvSpPr>
              <p:cNvPr id="46191" name="WordArt 90"/>
              <p:cNvSpPr>
                <a:spLocks noChangeArrowheads="1" noChangeShapeType="1" noTextEdit="1"/>
              </p:cNvSpPr>
              <p:nvPr/>
            </p:nvSpPr>
            <p:spPr bwMode="auto">
              <a:xfrm>
                <a:off x="1281" y="706"/>
                <a:ext cx="138" cy="113"/>
              </a:xfrm>
              <a:prstGeom prst="rect">
                <a:avLst/>
              </a:prstGeom>
            </p:spPr>
            <p:txBody>
              <a:bodyPr wrap="none" fromWordArt="1">
                <a:prstTxWarp prst="textPlain">
                  <a:avLst>
                    <a:gd name="adj" fmla="val 50000"/>
                  </a:avLst>
                </a:prstTxWarp>
              </a:bodyPr>
              <a:lstStyle/>
              <a:p>
                <a:r>
                  <a:rPr lang="en-US" altLang="zh-CN" sz="800" i="1" kern="10">
                    <a:ln w="9525">
                      <a:solidFill>
                        <a:srgbClr val="000000"/>
                      </a:solidFill>
                      <a:round/>
                      <a:headEnd/>
                      <a:tailEnd/>
                    </a:ln>
                    <a:solidFill>
                      <a:srgbClr val="000000"/>
                    </a:solidFill>
                    <a:latin typeface="Times New Roman"/>
                    <a:cs typeface="Times New Roman"/>
                  </a:rPr>
                  <a:t>X</a:t>
                </a:r>
                <a:endParaRPr lang="zh-CN" altLang="en-US" sz="800" i="1" kern="10">
                  <a:ln w="9525">
                    <a:solidFill>
                      <a:srgbClr val="000000"/>
                    </a:solidFill>
                    <a:round/>
                    <a:headEnd/>
                    <a:tailEnd/>
                  </a:ln>
                  <a:solidFill>
                    <a:srgbClr val="000000"/>
                  </a:solidFill>
                  <a:latin typeface="Times New Roman"/>
                  <a:cs typeface="Times New Roman"/>
                </a:endParaRPr>
              </a:p>
            </p:txBody>
          </p:sp>
          <p:sp>
            <p:nvSpPr>
              <p:cNvPr id="46192" name="WordArt 91"/>
              <p:cNvSpPr>
                <a:spLocks noChangeArrowheads="1" noChangeShapeType="1" noTextEdit="1"/>
              </p:cNvSpPr>
              <p:nvPr/>
            </p:nvSpPr>
            <p:spPr bwMode="auto">
              <a:xfrm>
                <a:off x="1332" y="1132"/>
                <a:ext cx="86" cy="128"/>
              </a:xfrm>
              <a:prstGeom prst="rect">
                <a:avLst/>
              </a:prstGeom>
            </p:spPr>
            <p:txBody>
              <a:bodyPr wrap="none" fromWordArt="1">
                <a:prstTxWarp prst="textPlain">
                  <a:avLst>
                    <a:gd name="adj" fmla="val 50000"/>
                  </a:avLst>
                </a:prstTxWarp>
              </a:bodyPr>
              <a:lstStyle/>
              <a:p>
                <a:r>
                  <a:rPr lang="en-US" altLang="zh-CN" sz="800" i="1" kern="10">
                    <a:ln w="9525">
                      <a:solidFill>
                        <a:srgbClr val="000000"/>
                      </a:solidFill>
                      <a:round/>
                      <a:headEnd/>
                      <a:tailEnd/>
                    </a:ln>
                    <a:solidFill>
                      <a:srgbClr val="000000"/>
                    </a:solidFill>
                    <a:latin typeface="Times New Roman"/>
                    <a:cs typeface="Times New Roman"/>
                  </a:rPr>
                  <a:t>O</a:t>
                </a:r>
                <a:endParaRPr lang="zh-CN" altLang="en-US" sz="800" i="1" kern="10">
                  <a:ln w="9525">
                    <a:solidFill>
                      <a:srgbClr val="000000"/>
                    </a:solidFill>
                    <a:round/>
                    <a:headEnd/>
                    <a:tailEnd/>
                  </a:ln>
                  <a:solidFill>
                    <a:srgbClr val="000000"/>
                  </a:solidFill>
                  <a:latin typeface="Times New Roman"/>
                  <a:cs typeface="Times New Roman"/>
                </a:endParaRPr>
              </a:p>
            </p:txBody>
          </p:sp>
          <p:sp>
            <p:nvSpPr>
              <p:cNvPr id="46193" name="Text Box 154"/>
              <p:cNvSpPr txBox="1">
                <a:spLocks noChangeArrowheads="1"/>
              </p:cNvSpPr>
              <p:nvPr/>
            </p:nvSpPr>
            <p:spPr bwMode="auto">
              <a:xfrm>
                <a:off x="1794" y="828"/>
                <a:ext cx="408"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0000"/>
                    </a:solidFill>
                    <a:latin typeface="宋体" pitchFamily="2" charset="-122"/>
                  </a:rPr>
                  <a:t>①</a:t>
                </a:r>
                <a:endParaRPr lang="en-US" altLang="zh-CN" sz="2400" b="1">
                  <a:solidFill>
                    <a:srgbClr val="FF0000"/>
                  </a:solidFill>
                </a:endParaRPr>
              </a:p>
            </p:txBody>
          </p:sp>
        </p:grpSp>
      </p:grpSp>
      <p:grpSp>
        <p:nvGrpSpPr>
          <p:cNvPr id="9" name="Group 188"/>
          <p:cNvGrpSpPr>
            <a:grpSpLocks/>
          </p:cNvGrpSpPr>
          <p:nvPr/>
        </p:nvGrpSpPr>
        <p:grpSpPr bwMode="auto">
          <a:xfrm>
            <a:off x="2041525" y="2465388"/>
            <a:ext cx="4827588" cy="1389062"/>
            <a:chOff x="1286" y="1553"/>
            <a:chExt cx="3041" cy="875"/>
          </a:xfrm>
        </p:grpSpPr>
        <p:grpSp>
          <p:nvGrpSpPr>
            <p:cNvPr id="46140" name="Group 39"/>
            <p:cNvGrpSpPr>
              <a:grpSpLocks/>
            </p:cNvGrpSpPr>
            <p:nvPr/>
          </p:nvGrpSpPr>
          <p:grpSpPr bwMode="auto">
            <a:xfrm>
              <a:off x="1470" y="1585"/>
              <a:ext cx="2857" cy="843"/>
              <a:chOff x="398" y="1874"/>
              <a:chExt cx="3033" cy="848"/>
            </a:xfrm>
          </p:grpSpPr>
          <p:grpSp>
            <p:nvGrpSpPr>
              <p:cNvPr id="46145" name="Group 40"/>
              <p:cNvGrpSpPr>
                <a:grpSpLocks/>
              </p:cNvGrpSpPr>
              <p:nvPr/>
            </p:nvGrpSpPr>
            <p:grpSpPr bwMode="auto">
              <a:xfrm>
                <a:off x="407" y="2114"/>
                <a:ext cx="3024" cy="573"/>
                <a:chOff x="353" y="1751"/>
                <a:chExt cx="3024" cy="573"/>
              </a:xfrm>
            </p:grpSpPr>
            <p:grpSp>
              <p:nvGrpSpPr>
                <p:cNvPr id="46147" name="Group 41"/>
                <p:cNvGrpSpPr>
                  <a:grpSpLocks/>
                </p:cNvGrpSpPr>
                <p:nvPr/>
              </p:nvGrpSpPr>
              <p:grpSpPr bwMode="auto">
                <a:xfrm>
                  <a:off x="364" y="1751"/>
                  <a:ext cx="2793" cy="573"/>
                  <a:chOff x="1773" y="2076"/>
                  <a:chExt cx="2808" cy="437"/>
                </a:xfrm>
              </p:grpSpPr>
              <p:grpSp>
                <p:nvGrpSpPr>
                  <p:cNvPr id="46149" name="Group 42"/>
                  <p:cNvGrpSpPr>
                    <a:grpSpLocks/>
                  </p:cNvGrpSpPr>
                  <p:nvPr/>
                </p:nvGrpSpPr>
                <p:grpSpPr bwMode="auto">
                  <a:xfrm>
                    <a:off x="1773" y="2078"/>
                    <a:ext cx="936" cy="432"/>
                    <a:chOff x="1773" y="2078"/>
                    <a:chExt cx="936" cy="432"/>
                  </a:xfrm>
                </p:grpSpPr>
                <p:sp>
                  <p:nvSpPr>
                    <p:cNvPr id="46176" name="Freeform 43"/>
                    <p:cNvSpPr>
                      <a:spLocks/>
                    </p:cNvSpPr>
                    <p:nvPr/>
                  </p:nvSpPr>
                  <p:spPr bwMode="auto">
                    <a:xfrm>
                      <a:off x="1773" y="2081"/>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7" name="Freeform 44"/>
                    <p:cNvSpPr>
                      <a:spLocks/>
                    </p:cNvSpPr>
                    <p:nvPr/>
                  </p:nvSpPr>
                  <p:spPr bwMode="auto">
                    <a:xfrm flipV="1">
                      <a:off x="1851" y="2293"/>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8" name="Freeform 45"/>
                    <p:cNvSpPr>
                      <a:spLocks/>
                    </p:cNvSpPr>
                    <p:nvPr/>
                  </p:nvSpPr>
                  <p:spPr bwMode="auto">
                    <a:xfrm>
                      <a:off x="1929" y="2080"/>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9" name="Freeform 46"/>
                    <p:cNvSpPr>
                      <a:spLocks/>
                    </p:cNvSpPr>
                    <p:nvPr/>
                  </p:nvSpPr>
                  <p:spPr bwMode="auto">
                    <a:xfrm flipV="1">
                      <a:off x="2007" y="2294"/>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80" name="Freeform 47"/>
                    <p:cNvSpPr>
                      <a:spLocks/>
                    </p:cNvSpPr>
                    <p:nvPr/>
                  </p:nvSpPr>
                  <p:spPr bwMode="auto">
                    <a:xfrm>
                      <a:off x="2085" y="2081"/>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81" name="Freeform 48"/>
                    <p:cNvSpPr>
                      <a:spLocks/>
                    </p:cNvSpPr>
                    <p:nvPr/>
                  </p:nvSpPr>
                  <p:spPr bwMode="auto">
                    <a:xfrm flipV="1">
                      <a:off x="2163" y="2293"/>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82" name="Freeform 49"/>
                    <p:cNvSpPr>
                      <a:spLocks/>
                    </p:cNvSpPr>
                    <p:nvPr/>
                  </p:nvSpPr>
                  <p:spPr bwMode="auto">
                    <a:xfrm>
                      <a:off x="2241" y="2078"/>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83" name="Freeform 50"/>
                    <p:cNvSpPr>
                      <a:spLocks/>
                    </p:cNvSpPr>
                    <p:nvPr/>
                  </p:nvSpPr>
                  <p:spPr bwMode="auto">
                    <a:xfrm flipV="1">
                      <a:off x="2319" y="2294"/>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84" name="Freeform 51"/>
                    <p:cNvSpPr>
                      <a:spLocks/>
                    </p:cNvSpPr>
                    <p:nvPr/>
                  </p:nvSpPr>
                  <p:spPr bwMode="auto">
                    <a:xfrm>
                      <a:off x="2397" y="2079"/>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85" name="Freeform 52"/>
                    <p:cNvSpPr>
                      <a:spLocks/>
                    </p:cNvSpPr>
                    <p:nvPr/>
                  </p:nvSpPr>
                  <p:spPr bwMode="auto">
                    <a:xfrm flipV="1">
                      <a:off x="2475" y="2296"/>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86" name="Freeform 53"/>
                    <p:cNvSpPr>
                      <a:spLocks/>
                    </p:cNvSpPr>
                    <p:nvPr/>
                  </p:nvSpPr>
                  <p:spPr bwMode="auto">
                    <a:xfrm>
                      <a:off x="2553" y="2084"/>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87" name="Freeform 54"/>
                    <p:cNvSpPr>
                      <a:spLocks/>
                    </p:cNvSpPr>
                    <p:nvPr/>
                  </p:nvSpPr>
                  <p:spPr bwMode="auto">
                    <a:xfrm flipV="1">
                      <a:off x="2631" y="2296"/>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grpSp>
              <p:grpSp>
                <p:nvGrpSpPr>
                  <p:cNvPr id="46150" name="Group 55"/>
                  <p:cNvGrpSpPr>
                    <a:grpSpLocks/>
                  </p:cNvGrpSpPr>
                  <p:nvPr/>
                </p:nvGrpSpPr>
                <p:grpSpPr bwMode="auto">
                  <a:xfrm>
                    <a:off x="2709" y="2081"/>
                    <a:ext cx="936" cy="432"/>
                    <a:chOff x="1773" y="2078"/>
                    <a:chExt cx="936" cy="432"/>
                  </a:xfrm>
                </p:grpSpPr>
                <p:sp>
                  <p:nvSpPr>
                    <p:cNvPr id="46164" name="Freeform 56"/>
                    <p:cNvSpPr>
                      <a:spLocks/>
                    </p:cNvSpPr>
                    <p:nvPr/>
                  </p:nvSpPr>
                  <p:spPr bwMode="auto">
                    <a:xfrm>
                      <a:off x="1773" y="2081"/>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5" name="Freeform 57"/>
                    <p:cNvSpPr>
                      <a:spLocks/>
                    </p:cNvSpPr>
                    <p:nvPr/>
                  </p:nvSpPr>
                  <p:spPr bwMode="auto">
                    <a:xfrm flipV="1">
                      <a:off x="1851" y="2293"/>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6" name="Freeform 58"/>
                    <p:cNvSpPr>
                      <a:spLocks/>
                    </p:cNvSpPr>
                    <p:nvPr/>
                  </p:nvSpPr>
                  <p:spPr bwMode="auto">
                    <a:xfrm>
                      <a:off x="1929" y="2080"/>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7" name="Freeform 59"/>
                    <p:cNvSpPr>
                      <a:spLocks/>
                    </p:cNvSpPr>
                    <p:nvPr/>
                  </p:nvSpPr>
                  <p:spPr bwMode="auto">
                    <a:xfrm flipV="1">
                      <a:off x="2007" y="2294"/>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8" name="Freeform 60"/>
                    <p:cNvSpPr>
                      <a:spLocks/>
                    </p:cNvSpPr>
                    <p:nvPr/>
                  </p:nvSpPr>
                  <p:spPr bwMode="auto">
                    <a:xfrm>
                      <a:off x="2085" y="2081"/>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9" name="Freeform 61"/>
                    <p:cNvSpPr>
                      <a:spLocks/>
                    </p:cNvSpPr>
                    <p:nvPr/>
                  </p:nvSpPr>
                  <p:spPr bwMode="auto">
                    <a:xfrm flipV="1">
                      <a:off x="2163" y="2293"/>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0" name="Freeform 62"/>
                    <p:cNvSpPr>
                      <a:spLocks/>
                    </p:cNvSpPr>
                    <p:nvPr/>
                  </p:nvSpPr>
                  <p:spPr bwMode="auto">
                    <a:xfrm>
                      <a:off x="2241" y="2078"/>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1" name="Freeform 63"/>
                    <p:cNvSpPr>
                      <a:spLocks/>
                    </p:cNvSpPr>
                    <p:nvPr/>
                  </p:nvSpPr>
                  <p:spPr bwMode="auto">
                    <a:xfrm flipV="1">
                      <a:off x="2319" y="2294"/>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2" name="Freeform 64"/>
                    <p:cNvSpPr>
                      <a:spLocks/>
                    </p:cNvSpPr>
                    <p:nvPr/>
                  </p:nvSpPr>
                  <p:spPr bwMode="auto">
                    <a:xfrm>
                      <a:off x="2397" y="2079"/>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3" name="Freeform 65"/>
                    <p:cNvSpPr>
                      <a:spLocks/>
                    </p:cNvSpPr>
                    <p:nvPr/>
                  </p:nvSpPr>
                  <p:spPr bwMode="auto">
                    <a:xfrm flipV="1">
                      <a:off x="2475" y="2296"/>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4" name="Freeform 66"/>
                    <p:cNvSpPr>
                      <a:spLocks/>
                    </p:cNvSpPr>
                    <p:nvPr/>
                  </p:nvSpPr>
                  <p:spPr bwMode="auto">
                    <a:xfrm>
                      <a:off x="2553" y="2084"/>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75" name="Freeform 67"/>
                    <p:cNvSpPr>
                      <a:spLocks/>
                    </p:cNvSpPr>
                    <p:nvPr/>
                  </p:nvSpPr>
                  <p:spPr bwMode="auto">
                    <a:xfrm flipV="1">
                      <a:off x="2631" y="2296"/>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grpSp>
              <p:grpSp>
                <p:nvGrpSpPr>
                  <p:cNvPr id="46151" name="Group 68"/>
                  <p:cNvGrpSpPr>
                    <a:grpSpLocks/>
                  </p:cNvGrpSpPr>
                  <p:nvPr/>
                </p:nvGrpSpPr>
                <p:grpSpPr bwMode="auto">
                  <a:xfrm>
                    <a:off x="3645" y="2076"/>
                    <a:ext cx="936" cy="432"/>
                    <a:chOff x="1773" y="2078"/>
                    <a:chExt cx="936" cy="432"/>
                  </a:xfrm>
                </p:grpSpPr>
                <p:sp>
                  <p:nvSpPr>
                    <p:cNvPr id="46152" name="Freeform 69"/>
                    <p:cNvSpPr>
                      <a:spLocks/>
                    </p:cNvSpPr>
                    <p:nvPr/>
                  </p:nvSpPr>
                  <p:spPr bwMode="auto">
                    <a:xfrm>
                      <a:off x="1773" y="2081"/>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53" name="Freeform 70"/>
                    <p:cNvSpPr>
                      <a:spLocks/>
                    </p:cNvSpPr>
                    <p:nvPr/>
                  </p:nvSpPr>
                  <p:spPr bwMode="auto">
                    <a:xfrm flipV="1">
                      <a:off x="1851" y="2293"/>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54" name="Freeform 71"/>
                    <p:cNvSpPr>
                      <a:spLocks/>
                    </p:cNvSpPr>
                    <p:nvPr/>
                  </p:nvSpPr>
                  <p:spPr bwMode="auto">
                    <a:xfrm>
                      <a:off x="1929" y="2080"/>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55" name="Freeform 72"/>
                    <p:cNvSpPr>
                      <a:spLocks/>
                    </p:cNvSpPr>
                    <p:nvPr/>
                  </p:nvSpPr>
                  <p:spPr bwMode="auto">
                    <a:xfrm flipV="1">
                      <a:off x="2007" y="2294"/>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56" name="Freeform 73"/>
                    <p:cNvSpPr>
                      <a:spLocks/>
                    </p:cNvSpPr>
                    <p:nvPr/>
                  </p:nvSpPr>
                  <p:spPr bwMode="auto">
                    <a:xfrm>
                      <a:off x="2085" y="2081"/>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57" name="Freeform 74"/>
                    <p:cNvSpPr>
                      <a:spLocks/>
                    </p:cNvSpPr>
                    <p:nvPr/>
                  </p:nvSpPr>
                  <p:spPr bwMode="auto">
                    <a:xfrm flipV="1">
                      <a:off x="2163" y="2293"/>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58" name="Freeform 75"/>
                    <p:cNvSpPr>
                      <a:spLocks/>
                    </p:cNvSpPr>
                    <p:nvPr/>
                  </p:nvSpPr>
                  <p:spPr bwMode="auto">
                    <a:xfrm>
                      <a:off x="2241" y="2078"/>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59" name="Freeform 76"/>
                    <p:cNvSpPr>
                      <a:spLocks/>
                    </p:cNvSpPr>
                    <p:nvPr/>
                  </p:nvSpPr>
                  <p:spPr bwMode="auto">
                    <a:xfrm flipV="1">
                      <a:off x="2319" y="2294"/>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0" name="Freeform 77"/>
                    <p:cNvSpPr>
                      <a:spLocks/>
                    </p:cNvSpPr>
                    <p:nvPr/>
                  </p:nvSpPr>
                  <p:spPr bwMode="auto">
                    <a:xfrm>
                      <a:off x="2397" y="2079"/>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1" name="Freeform 78"/>
                    <p:cNvSpPr>
                      <a:spLocks/>
                    </p:cNvSpPr>
                    <p:nvPr/>
                  </p:nvSpPr>
                  <p:spPr bwMode="auto">
                    <a:xfrm flipV="1">
                      <a:off x="2475" y="2296"/>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2" name="Freeform 79"/>
                    <p:cNvSpPr>
                      <a:spLocks/>
                    </p:cNvSpPr>
                    <p:nvPr/>
                  </p:nvSpPr>
                  <p:spPr bwMode="auto">
                    <a:xfrm>
                      <a:off x="2553" y="2084"/>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63" name="Freeform 80"/>
                    <p:cNvSpPr>
                      <a:spLocks/>
                    </p:cNvSpPr>
                    <p:nvPr/>
                  </p:nvSpPr>
                  <p:spPr bwMode="auto">
                    <a:xfrm flipV="1">
                      <a:off x="2631" y="2296"/>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grpSp>
            </p:grpSp>
            <p:sp>
              <p:nvSpPr>
                <p:cNvPr id="46148" name="Line 81"/>
                <p:cNvSpPr>
                  <a:spLocks noChangeShapeType="1"/>
                </p:cNvSpPr>
                <p:nvPr/>
              </p:nvSpPr>
              <p:spPr bwMode="auto">
                <a:xfrm>
                  <a:off x="353" y="2044"/>
                  <a:ext cx="3024" cy="1"/>
                </a:xfrm>
                <a:prstGeom prst="line">
                  <a:avLst/>
                </a:prstGeom>
                <a:noFill/>
                <a:ln w="28575">
                  <a:solidFill>
                    <a:schemeClr val="tx1"/>
                  </a:solidFill>
                  <a:round/>
                  <a:headEnd/>
                  <a:tailEnd type="triangle" w="sm" len="lg"/>
                </a:ln>
              </p:spPr>
              <p:txBody>
                <a:bodyPr/>
                <a:lstStyle/>
                <a:p>
                  <a:endParaRPr lang="zh-CN" altLang="en-US"/>
                </a:p>
              </p:txBody>
            </p:sp>
          </p:grpSp>
          <p:sp>
            <p:nvSpPr>
              <p:cNvPr id="46146" name="Line 82"/>
              <p:cNvSpPr>
                <a:spLocks noChangeShapeType="1"/>
              </p:cNvSpPr>
              <p:nvPr/>
            </p:nvSpPr>
            <p:spPr bwMode="auto">
              <a:xfrm flipH="1">
                <a:off x="398" y="1874"/>
                <a:ext cx="1" cy="848"/>
              </a:xfrm>
              <a:prstGeom prst="line">
                <a:avLst/>
              </a:prstGeom>
              <a:noFill/>
              <a:ln w="28575">
                <a:solidFill>
                  <a:schemeClr val="tx1"/>
                </a:solidFill>
                <a:round/>
                <a:headEnd type="triangle" w="sm" len="lg"/>
                <a:tailEnd/>
              </a:ln>
            </p:spPr>
            <p:txBody>
              <a:bodyPr/>
              <a:lstStyle/>
              <a:p>
                <a:endParaRPr lang="zh-CN" altLang="en-US"/>
              </a:p>
            </p:txBody>
          </p:sp>
        </p:grpSp>
        <p:sp>
          <p:nvSpPr>
            <p:cNvPr id="46141" name="WordArt 92"/>
            <p:cNvSpPr>
              <a:spLocks noChangeArrowheads="1" noChangeShapeType="1" noTextEdit="1"/>
            </p:cNvSpPr>
            <p:nvPr/>
          </p:nvSpPr>
          <p:spPr bwMode="auto">
            <a:xfrm>
              <a:off x="1286" y="1667"/>
              <a:ext cx="138" cy="113"/>
            </a:xfrm>
            <a:prstGeom prst="rect">
              <a:avLst/>
            </a:prstGeom>
          </p:spPr>
          <p:txBody>
            <a:bodyPr wrap="none" fromWordArt="1">
              <a:prstTxWarp prst="textPlain">
                <a:avLst>
                  <a:gd name="adj" fmla="val 50000"/>
                </a:avLst>
              </a:prstTxWarp>
            </a:bodyPr>
            <a:lstStyle/>
            <a:p>
              <a:r>
                <a:rPr lang="en-US" altLang="zh-CN" sz="800" i="1" kern="10">
                  <a:ln w="9525">
                    <a:solidFill>
                      <a:srgbClr val="000000"/>
                    </a:solidFill>
                    <a:round/>
                    <a:headEnd/>
                    <a:tailEnd/>
                  </a:ln>
                  <a:solidFill>
                    <a:srgbClr val="000000"/>
                  </a:solidFill>
                  <a:latin typeface="Times New Roman"/>
                  <a:cs typeface="Times New Roman"/>
                </a:rPr>
                <a:t>X</a:t>
              </a:r>
              <a:endParaRPr lang="zh-CN" altLang="en-US" sz="800" i="1" kern="10">
                <a:ln w="9525">
                  <a:solidFill>
                    <a:srgbClr val="000000"/>
                  </a:solidFill>
                  <a:round/>
                  <a:headEnd/>
                  <a:tailEnd/>
                </a:ln>
                <a:solidFill>
                  <a:srgbClr val="000000"/>
                </a:solidFill>
                <a:latin typeface="Times New Roman"/>
                <a:cs typeface="Times New Roman"/>
              </a:endParaRPr>
            </a:p>
          </p:txBody>
        </p:sp>
        <p:sp>
          <p:nvSpPr>
            <p:cNvPr id="46142" name="WordArt 93"/>
            <p:cNvSpPr>
              <a:spLocks noChangeArrowheads="1" noChangeShapeType="1" noTextEdit="1"/>
            </p:cNvSpPr>
            <p:nvPr/>
          </p:nvSpPr>
          <p:spPr bwMode="auto">
            <a:xfrm>
              <a:off x="1321" y="2053"/>
              <a:ext cx="85" cy="128"/>
            </a:xfrm>
            <a:prstGeom prst="rect">
              <a:avLst/>
            </a:prstGeom>
          </p:spPr>
          <p:txBody>
            <a:bodyPr wrap="none" fromWordArt="1">
              <a:prstTxWarp prst="textPlain">
                <a:avLst>
                  <a:gd name="adj" fmla="val 50000"/>
                </a:avLst>
              </a:prstTxWarp>
            </a:bodyPr>
            <a:lstStyle/>
            <a:p>
              <a:r>
                <a:rPr lang="en-US" altLang="zh-CN" sz="800" i="1" kern="10">
                  <a:ln w="9525">
                    <a:solidFill>
                      <a:srgbClr val="000000"/>
                    </a:solidFill>
                    <a:round/>
                    <a:headEnd/>
                    <a:tailEnd/>
                  </a:ln>
                  <a:solidFill>
                    <a:srgbClr val="000000"/>
                  </a:solidFill>
                  <a:latin typeface="Times New Roman"/>
                  <a:cs typeface="Times New Roman"/>
                </a:rPr>
                <a:t>O</a:t>
              </a:r>
              <a:endParaRPr lang="zh-CN" altLang="en-US" sz="800" i="1" kern="10">
                <a:ln w="9525">
                  <a:solidFill>
                    <a:srgbClr val="000000"/>
                  </a:solidFill>
                  <a:round/>
                  <a:headEnd/>
                  <a:tailEnd/>
                </a:ln>
                <a:solidFill>
                  <a:srgbClr val="000000"/>
                </a:solidFill>
                <a:latin typeface="Times New Roman"/>
                <a:cs typeface="Times New Roman"/>
              </a:endParaRPr>
            </a:p>
          </p:txBody>
        </p:sp>
        <p:sp>
          <p:nvSpPr>
            <p:cNvPr id="46143" name="WordArt 94"/>
            <p:cNvSpPr>
              <a:spLocks noChangeArrowheads="1" noChangeShapeType="1" noTextEdit="1"/>
            </p:cNvSpPr>
            <p:nvPr/>
          </p:nvSpPr>
          <p:spPr bwMode="auto">
            <a:xfrm>
              <a:off x="4181" y="2170"/>
              <a:ext cx="88" cy="170"/>
            </a:xfrm>
            <a:prstGeom prst="rect">
              <a:avLst/>
            </a:prstGeom>
          </p:spPr>
          <p:txBody>
            <a:bodyPr wrap="none" fromWordArt="1">
              <a:prstTxWarp prst="textPlain">
                <a:avLst>
                  <a:gd name="adj" fmla="val 58718"/>
                </a:avLst>
              </a:prstTxWarp>
            </a:bodyPr>
            <a:lstStyle/>
            <a:p>
              <a:r>
                <a:rPr lang="en-US" altLang="zh-CN" sz="3600" i="1" kern="10">
                  <a:ln w="9525">
                    <a:solidFill>
                      <a:schemeClr val="tx1"/>
                    </a:solidFill>
                    <a:round/>
                    <a:headEnd/>
                    <a:tailEnd/>
                  </a:ln>
                  <a:latin typeface="Times New Roman"/>
                  <a:cs typeface="Times New Roman"/>
                </a:rPr>
                <a:t>t</a:t>
              </a:r>
              <a:endParaRPr lang="zh-CN" altLang="en-US" sz="3600" i="1" kern="10">
                <a:ln w="9525">
                  <a:solidFill>
                    <a:schemeClr val="tx1"/>
                  </a:solidFill>
                  <a:round/>
                  <a:headEnd/>
                  <a:tailEnd/>
                </a:ln>
                <a:latin typeface="Times New Roman"/>
                <a:cs typeface="Times New Roman"/>
              </a:endParaRPr>
            </a:p>
          </p:txBody>
        </p:sp>
        <p:sp>
          <p:nvSpPr>
            <p:cNvPr id="46144" name="Text Box 155"/>
            <p:cNvSpPr txBox="1">
              <a:spLocks noChangeArrowheads="1"/>
            </p:cNvSpPr>
            <p:nvPr/>
          </p:nvSpPr>
          <p:spPr bwMode="auto">
            <a:xfrm>
              <a:off x="1748" y="1553"/>
              <a:ext cx="408"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0000"/>
                  </a:solidFill>
                  <a:latin typeface="宋体" pitchFamily="2" charset="-122"/>
                </a:rPr>
                <a:t>②</a:t>
              </a:r>
              <a:endParaRPr lang="en-US" altLang="zh-CN" sz="2400" b="1">
                <a:solidFill>
                  <a:srgbClr val="FF0000"/>
                </a:solidFill>
              </a:endParaRPr>
            </a:p>
          </p:txBody>
        </p:sp>
      </p:grpSp>
      <p:grpSp>
        <p:nvGrpSpPr>
          <p:cNvPr id="16" name="Group 190"/>
          <p:cNvGrpSpPr>
            <a:grpSpLocks/>
          </p:cNvGrpSpPr>
          <p:nvPr/>
        </p:nvGrpSpPr>
        <p:grpSpPr bwMode="auto">
          <a:xfrm>
            <a:off x="2047875" y="1879600"/>
            <a:ext cx="4997450" cy="4568825"/>
            <a:chOff x="1290" y="1184"/>
            <a:chExt cx="3148" cy="2878"/>
          </a:xfrm>
        </p:grpSpPr>
        <p:sp>
          <p:nvSpPr>
            <p:cNvPr id="46091" name="Line 136"/>
            <p:cNvSpPr>
              <a:spLocks noChangeShapeType="1"/>
            </p:cNvSpPr>
            <p:nvPr/>
          </p:nvSpPr>
          <p:spPr bwMode="auto">
            <a:xfrm>
              <a:off x="1473" y="2493"/>
              <a:ext cx="0" cy="1569"/>
            </a:xfrm>
            <a:prstGeom prst="line">
              <a:avLst/>
            </a:prstGeom>
            <a:noFill/>
            <a:ln w="19050">
              <a:solidFill>
                <a:schemeClr val="tx1"/>
              </a:solidFill>
              <a:prstDash val="sysDot"/>
              <a:round/>
              <a:headEnd/>
              <a:tailEnd/>
            </a:ln>
          </p:spPr>
          <p:txBody>
            <a:bodyPr/>
            <a:lstStyle/>
            <a:p>
              <a:endParaRPr lang="zh-CN" altLang="en-US"/>
            </a:p>
          </p:txBody>
        </p:sp>
        <p:grpSp>
          <p:nvGrpSpPr>
            <p:cNvPr id="46092" name="Group 189"/>
            <p:cNvGrpSpPr>
              <a:grpSpLocks/>
            </p:cNvGrpSpPr>
            <p:nvPr/>
          </p:nvGrpSpPr>
          <p:grpSpPr bwMode="auto">
            <a:xfrm>
              <a:off x="1290" y="1184"/>
              <a:ext cx="3148" cy="2837"/>
              <a:chOff x="1290" y="1184"/>
              <a:chExt cx="3148" cy="2837"/>
            </a:xfrm>
          </p:grpSpPr>
          <p:sp>
            <p:nvSpPr>
              <p:cNvPr id="46093" name="Line 97"/>
              <p:cNvSpPr>
                <a:spLocks noChangeShapeType="1"/>
              </p:cNvSpPr>
              <p:nvPr/>
            </p:nvSpPr>
            <p:spPr bwMode="auto">
              <a:xfrm flipV="1">
                <a:off x="1492" y="3208"/>
                <a:ext cx="2946" cy="6"/>
              </a:xfrm>
              <a:prstGeom prst="line">
                <a:avLst/>
              </a:prstGeom>
              <a:noFill/>
              <a:ln w="28575">
                <a:solidFill>
                  <a:schemeClr val="tx1"/>
                </a:solidFill>
                <a:round/>
                <a:headEnd/>
                <a:tailEnd type="triangle" w="sm" len="lg"/>
              </a:ln>
            </p:spPr>
            <p:txBody>
              <a:bodyPr/>
              <a:lstStyle/>
              <a:p>
                <a:endParaRPr lang="zh-CN" altLang="en-US"/>
              </a:p>
            </p:txBody>
          </p:sp>
          <p:sp>
            <p:nvSpPr>
              <p:cNvPr id="46094" name="Freeform 98"/>
              <p:cNvSpPr>
                <a:spLocks/>
              </p:cNvSpPr>
              <p:nvPr/>
            </p:nvSpPr>
            <p:spPr bwMode="auto">
              <a:xfrm flipV="1">
                <a:off x="2590" y="3215"/>
                <a:ext cx="73" cy="279"/>
              </a:xfrm>
              <a:custGeom>
                <a:avLst/>
                <a:gdLst>
                  <a:gd name="T0" fmla="*/ 0 w 365"/>
                  <a:gd name="T1" fmla="*/ 1031 h 180"/>
                  <a:gd name="T2" fmla="*/ 0 w 365"/>
                  <a:gd name="T3" fmla="*/ 169 h 180"/>
                  <a:gd name="T4" fmla="*/ 0 w 365"/>
                  <a:gd name="T5" fmla="*/ 12 h 180"/>
                  <a:gd name="T6" fmla="*/ 0 w 365"/>
                  <a:gd name="T7" fmla="*/ 170 h 180"/>
                  <a:gd name="T8" fmla="*/ 1 w 365"/>
                  <a:gd name="T9" fmla="*/ 103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095" name="Freeform 99"/>
              <p:cNvSpPr>
                <a:spLocks/>
              </p:cNvSpPr>
              <p:nvPr/>
            </p:nvSpPr>
            <p:spPr bwMode="auto">
              <a:xfrm>
                <a:off x="2663" y="2938"/>
                <a:ext cx="73" cy="277"/>
              </a:xfrm>
              <a:custGeom>
                <a:avLst/>
                <a:gdLst>
                  <a:gd name="T0" fmla="*/ 0 w 365"/>
                  <a:gd name="T1" fmla="*/ 1002 h 180"/>
                  <a:gd name="T2" fmla="*/ 0 w 365"/>
                  <a:gd name="T3" fmla="*/ 163 h 180"/>
                  <a:gd name="T4" fmla="*/ 0 w 365"/>
                  <a:gd name="T5" fmla="*/ 12 h 180"/>
                  <a:gd name="T6" fmla="*/ 0 w 365"/>
                  <a:gd name="T7" fmla="*/ 168 h 180"/>
                  <a:gd name="T8" fmla="*/ 1 w 365"/>
                  <a:gd name="T9" fmla="*/ 1010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096" name="Freeform 100"/>
              <p:cNvSpPr>
                <a:spLocks/>
              </p:cNvSpPr>
              <p:nvPr/>
            </p:nvSpPr>
            <p:spPr bwMode="auto">
              <a:xfrm flipV="1">
                <a:off x="2736" y="3214"/>
                <a:ext cx="74" cy="278"/>
              </a:xfrm>
              <a:custGeom>
                <a:avLst/>
                <a:gdLst>
                  <a:gd name="T0" fmla="*/ 0 w 365"/>
                  <a:gd name="T1" fmla="*/ 1016 h 180"/>
                  <a:gd name="T2" fmla="*/ 0 w 365"/>
                  <a:gd name="T3" fmla="*/ 167 h 180"/>
                  <a:gd name="T4" fmla="*/ 0 w 365"/>
                  <a:gd name="T5" fmla="*/ 12 h 180"/>
                  <a:gd name="T6" fmla="*/ 0 w 365"/>
                  <a:gd name="T7" fmla="*/ 170 h 180"/>
                  <a:gd name="T8" fmla="*/ 1 w 365"/>
                  <a:gd name="T9" fmla="*/ 1024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097" name="Freeform 101"/>
              <p:cNvSpPr>
                <a:spLocks/>
              </p:cNvSpPr>
              <p:nvPr/>
            </p:nvSpPr>
            <p:spPr bwMode="auto">
              <a:xfrm>
                <a:off x="2810" y="2934"/>
                <a:ext cx="72" cy="278"/>
              </a:xfrm>
              <a:custGeom>
                <a:avLst/>
                <a:gdLst>
                  <a:gd name="T0" fmla="*/ 0 w 365"/>
                  <a:gd name="T1" fmla="*/ 1016 h 180"/>
                  <a:gd name="T2" fmla="*/ 0 w 365"/>
                  <a:gd name="T3" fmla="*/ 167 h 180"/>
                  <a:gd name="T4" fmla="*/ 0 w 365"/>
                  <a:gd name="T5" fmla="*/ 12 h 180"/>
                  <a:gd name="T6" fmla="*/ 0 w 365"/>
                  <a:gd name="T7" fmla="*/ 170 h 180"/>
                  <a:gd name="T8" fmla="*/ 1 w 365"/>
                  <a:gd name="T9" fmla="*/ 1024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098" name="Freeform 102"/>
              <p:cNvSpPr>
                <a:spLocks/>
              </p:cNvSpPr>
              <p:nvPr/>
            </p:nvSpPr>
            <p:spPr bwMode="auto">
              <a:xfrm flipV="1">
                <a:off x="2882" y="3215"/>
                <a:ext cx="74" cy="278"/>
              </a:xfrm>
              <a:custGeom>
                <a:avLst/>
                <a:gdLst>
                  <a:gd name="T0" fmla="*/ 0 w 365"/>
                  <a:gd name="T1" fmla="*/ 1016 h 180"/>
                  <a:gd name="T2" fmla="*/ 0 w 365"/>
                  <a:gd name="T3" fmla="*/ 167 h 180"/>
                  <a:gd name="T4" fmla="*/ 0 w 365"/>
                  <a:gd name="T5" fmla="*/ 12 h 180"/>
                  <a:gd name="T6" fmla="*/ 0 w 365"/>
                  <a:gd name="T7" fmla="*/ 170 h 180"/>
                  <a:gd name="T8" fmla="*/ 1 w 365"/>
                  <a:gd name="T9" fmla="*/ 1024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099" name="Freeform 103"/>
              <p:cNvSpPr>
                <a:spLocks/>
              </p:cNvSpPr>
              <p:nvPr/>
            </p:nvSpPr>
            <p:spPr bwMode="auto">
              <a:xfrm>
                <a:off x="2956" y="2935"/>
                <a:ext cx="72" cy="279"/>
              </a:xfrm>
              <a:custGeom>
                <a:avLst/>
                <a:gdLst>
                  <a:gd name="T0" fmla="*/ 0 w 365"/>
                  <a:gd name="T1" fmla="*/ 1031 h 180"/>
                  <a:gd name="T2" fmla="*/ 0 w 365"/>
                  <a:gd name="T3" fmla="*/ 169 h 180"/>
                  <a:gd name="T4" fmla="*/ 0 w 365"/>
                  <a:gd name="T5" fmla="*/ 12 h 180"/>
                  <a:gd name="T6" fmla="*/ 0 w 365"/>
                  <a:gd name="T7" fmla="*/ 170 h 180"/>
                  <a:gd name="T8" fmla="*/ 1 w 365"/>
                  <a:gd name="T9" fmla="*/ 103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00" name="Freeform 104"/>
              <p:cNvSpPr>
                <a:spLocks/>
              </p:cNvSpPr>
              <p:nvPr/>
            </p:nvSpPr>
            <p:spPr bwMode="auto">
              <a:xfrm flipV="1">
                <a:off x="3028" y="3218"/>
                <a:ext cx="74" cy="279"/>
              </a:xfrm>
              <a:custGeom>
                <a:avLst/>
                <a:gdLst>
                  <a:gd name="T0" fmla="*/ 0 w 365"/>
                  <a:gd name="T1" fmla="*/ 1031 h 180"/>
                  <a:gd name="T2" fmla="*/ 0 w 365"/>
                  <a:gd name="T3" fmla="*/ 169 h 180"/>
                  <a:gd name="T4" fmla="*/ 0 w 365"/>
                  <a:gd name="T5" fmla="*/ 12 h 180"/>
                  <a:gd name="T6" fmla="*/ 0 w 365"/>
                  <a:gd name="T7" fmla="*/ 170 h 180"/>
                  <a:gd name="T8" fmla="*/ 1 w 365"/>
                  <a:gd name="T9" fmla="*/ 103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01" name="Freeform 105"/>
              <p:cNvSpPr>
                <a:spLocks/>
              </p:cNvSpPr>
              <p:nvPr/>
            </p:nvSpPr>
            <p:spPr bwMode="auto">
              <a:xfrm>
                <a:off x="3102" y="2942"/>
                <a:ext cx="72" cy="277"/>
              </a:xfrm>
              <a:custGeom>
                <a:avLst/>
                <a:gdLst>
                  <a:gd name="T0" fmla="*/ 0 w 365"/>
                  <a:gd name="T1" fmla="*/ 1002 h 180"/>
                  <a:gd name="T2" fmla="*/ 0 w 365"/>
                  <a:gd name="T3" fmla="*/ 163 h 180"/>
                  <a:gd name="T4" fmla="*/ 0 w 365"/>
                  <a:gd name="T5" fmla="*/ 12 h 180"/>
                  <a:gd name="T6" fmla="*/ 0 w 365"/>
                  <a:gd name="T7" fmla="*/ 168 h 180"/>
                  <a:gd name="T8" fmla="*/ 1 w 365"/>
                  <a:gd name="T9" fmla="*/ 1010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02" name="Freeform 106"/>
              <p:cNvSpPr>
                <a:spLocks/>
              </p:cNvSpPr>
              <p:nvPr/>
            </p:nvSpPr>
            <p:spPr bwMode="auto">
              <a:xfrm flipV="1">
                <a:off x="3174" y="3218"/>
                <a:ext cx="74" cy="278"/>
              </a:xfrm>
              <a:custGeom>
                <a:avLst/>
                <a:gdLst>
                  <a:gd name="T0" fmla="*/ 0 w 365"/>
                  <a:gd name="T1" fmla="*/ 1016 h 180"/>
                  <a:gd name="T2" fmla="*/ 0 w 365"/>
                  <a:gd name="T3" fmla="*/ 167 h 180"/>
                  <a:gd name="T4" fmla="*/ 0 w 365"/>
                  <a:gd name="T5" fmla="*/ 12 h 180"/>
                  <a:gd name="T6" fmla="*/ 0 w 365"/>
                  <a:gd name="T7" fmla="*/ 170 h 180"/>
                  <a:gd name="T8" fmla="*/ 1 w 365"/>
                  <a:gd name="T9" fmla="*/ 1024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grpSp>
            <p:nvGrpSpPr>
              <p:cNvPr id="46103" name="Group 107"/>
              <p:cNvGrpSpPr>
                <a:grpSpLocks/>
              </p:cNvGrpSpPr>
              <p:nvPr/>
            </p:nvGrpSpPr>
            <p:grpSpPr bwMode="auto">
              <a:xfrm>
                <a:off x="3248" y="2927"/>
                <a:ext cx="876" cy="563"/>
                <a:chOff x="1773" y="2078"/>
                <a:chExt cx="936" cy="432"/>
              </a:xfrm>
            </p:grpSpPr>
            <p:sp>
              <p:nvSpPr>
                <p:cNvPr id="46128" name="Freeform 108"/>
                <p:cNvSpPr>
                  <a:spLocks/>
                </p:cNvSpPr>
                <p:nvPr/>
              </p:nvSpPr>
              <p:spPr bwMode="auto">
                <a:xfrm>
                  <a:off x="1773" y="2081"/>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29" name="Freeform 109"/>
                <p:cNvSpPr>
                  <a:spLocks/>
                </p:cNvSpPr>
                <p:nvPr/>
              </p:nvSpPr>
              <p:spPr bwMode="auto">
                <a:xfrm flipV="1">
                  <a:off x="1851" y="2293"/>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0" name="Freeform 110"/>
                <p:cNvSpPr>
                  <a:spLocks/>
                </p:cNvSpPr>
                <p:nvPr/>
              </p:nvSpPr>
              <p:spPr bwMode="auto">
                <a:xfrm>
                  <a:off x="1929" y="2080"/>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1" name="Freeform 111"/>
                <p:cNvSpPr>
                  <a:spLocks/>
                </p:cNvSpPr>
                <p:nvPr/>
              </p:nvSpPr>
              <p:spPr bwMode="auto">
                <a:xfrm flipV="1">
                  <a:off x="2007" y="2294"/>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2" name="Freeform 112"/>
                <p:cNvSpPr>
                  <a:spLocks/>
                </p:cNvSpPr>
                <p:nvPr/>
              </p:nvSpPr>
              <p:spPr bwMode="auto">
                <a:xfrm>
                  <a:off x="2085" y="2081"/>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3" name="Freeform 113"/>
                <p:cNvSpPr>
                  <a:spLocks/>
                </p:cNvSpPr>
                <p:nvPr/>
              </p:nvSpPr>
              <p:spPr bwMode="auto">
                <a:xfrm flipV="1">
                  <a:off x="2163" y="2293"/>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4" name="Freeform 114"/>
                <p:cNvSpPr>
                  <a:spLocks/>
                </p:cNvSpPr>
                <p:nvPr/>
              </p:nvSpPr>
              <p:spPr bwMode="auto">
                <a:xfrm>
                  <a:off x="2241" y="2078"/>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5" name="Freeform 115"/>
                <p:cNvSpPr>
                  <a:spLocks/>
                </p:cNvSpPr>
                <p:nvPr/>
              </p:nvSpPr>
              <p:spPr bwMode="auto">
                <a:xfrm flipV="1">
                  <a:off x="2319" y="2294"/>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6" name="Freeform 116"/>
                <p:cNvSpPr>
                  <a:spLocks/>
                </p:cNvSpPr>
                <p:nvPr/>
              </p:nvSpPr>
              <p:spPr bwMode="auto">
                <a:xfrm>
                  <a:off x="2397" y="2079"/>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7" name="Freeform 117"/>
                <p:cNvSpPr>
                  <a:spLocks/>
                </p:cNvSpPr>
                <p:nvPr/>
              </p:nvSpPr>
              <p:spPr bwMode="auto">
                <a:xfrm flipV="1">
                  <a:off x="2475" y="2296"/>
                  <a:ext cx="78" cy="214"/>
                </a:xfrm>
                <a:custGeom>
                  <a:avLst/>
                  <a:gdLst>
                    <a:gd name="T0" fmla="*/ 0 w 365"/>
                    <a:gd name="T1" fmla="*/ 358 h 180"/>
                    <a:gd name="T2" fmla="*/ 0 w 365"/>
                    <a:gd name="T3" fmla="*/ 57 h 180"/>
                    <a:gd name="T4" fmla="*/ 0 w 365"/>
                    <a:gd name="T5" fmla="*/ 2 h 180"/>
                    <a:gd name="T6" fmla="*/ 1 w 365"/>
                    <a:gd name="T7" fmla="*/ 61 h 180"/>
                    <a:gd name="T8" fmla="*/ 1 w 365"/>
                    <a:gd name="T9" fmla="*/ 35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8" name="Freeform 118"/>
                <p:cNvSpPr>
                  <a:spLocks/>
                </p:cNvSpPr>
                <p:nvPr/>
              </p:nvSpPr>
              <p:spPr bwMode="auto">
                <a:xfrm>
                  <a:off x="2553" y="2084"/>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39" name="Freeform 119"/>
                <p:cNvSpPr>
                  <a:spLocks/>
                </p:cNvSpPr>
                <p:nvPr/>
              </p:nvSpPr>
              <p:spPr bwMode="auto">
                <a:xfrm flipV="1">
                  <a:off x="2631" y="2296"/>
                  <a:ext cx="78" cy="213"/>
                </a:xfrm>
                <a:custGeom>
                  <a:avLst/>
                  <a:gdLst>
                    <a:gd name="T0" fmla="*/ 0 w 365"/>
                    <a:gd name="T1" fmla="*/ 351 h 180"/>
                    <a:gd name="T2" fmla="*/ 0 w 365"/>
                    <a:gd name="T3" fmla="*/ 56 h 180"/>
                    <a:gd name="T4" fmla="*/ 0 w 365"/>
                    <a:gd name="T5" fmla="*/ 2 h 180"/>
                    <a:gd name="T6" fmla="*/ 1 w 365"/>
                    <a:gd name="T7" fmla="*/ 58 h 180"/>
                    <a:gd name="T8" fmla="*/ 1 w 365"/>
                    <a:gd name="T9" fmla="*/ 353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grpSp>
          <p:sp>
            <p:nvSpPr>
              <p:cNvPr id="46104" name="Freeform 120"/>
              <p:cNvSpPr>
                <a:spLocks/>
              </p:cNvSpPr>
              <p:nvPr/>
            </p:nvSpPr>
            <p:spPr bwMode="auto">
              <a:xfrm>
                <a:off x="1492" y="3099"/>
                <a:ext cx="75" cy="113"/>
              </a:xfrm>
              <a:custGeom>
                <a:avLst/>
                <a:gdLst>
                  <a:gd name="T0" fmla="*/ 0 w 365"/>
                  <a:gd name="T1" fmla="*/ 28 h 180"/>
                  <a:gd name="T2" fmla="*/ 0 w 365"/>
                  <a:gd name="T3" fmla="*/ 4 h 180"/>
                  <a:gd name="T4" fmla="*/ 0 w 365"/>
                  <a:gd name="T5" fmla="*/ 1 h 180"/>
                  <a:gd name="T6" fmla="*/ 0 w 365"/>
                  <a:gd name="T7" fmla="*/ 5 h 180"/>
                  <a:gd name="T8" fmla="*/ 1 w 365"/>
                  <a:gd name="T9" fmla="*/ 28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05" name="Freeform 121"/>
              <p:cNvSpPr>
                <a:spLocks/>
              </p:cNvSpPr>
              <p:nvPr/>
            </p:nvSpPr>
            <p:spPr bwMode="auto">
              <a:xfrm>
                <a:off x="2221" y="2935"/>
                <a:ext cx="75" cy="290"/>
              </a:xfrm>
              <a:custGeom>
                <a:avLst/>
                <a:gdLst>
                  <a:gd name="T0" fmla="*/ 0 w 365"/>
                  <a:gd name="T1" fmla="*/ 1205 h 180"/>
                  <a:gd name="T2" fmla="*/ 0 w 365"/>
                  <a:gd name="T3" fmla="*/ 197 h 180"/>
                  <a:gd name="T4" fmla="*/ 0 w 365"/>
                  <a:gd name="T5" fmla="*/ 13 h 180"/>
                  <a:gd name="T6" fmla="*/ 0 w 365"/>
                  <a:gd name="T7" fmla="*/ 200 h 180"/>
                  <a:gd name="T8" fmla="*/ 1 w 365"/>
                  <a:gd name="T9" fmla="*/ 1212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06" name="Freeform 122"/>
              <p:cNvSpPr>
                <a:spLocks/>
              </p:cNvSpPr>
              <p:nvPr/>
            </p:nvSpPr>
            <p:spPr bwMode="auto">
              <a:xfrm>
                <a:off x="2078" y="2942"/>
                <a:ext cx="78" cy="279"/>
              </a:xfrm>
              <a:custGeom>
                <a:avLst/>
                <a:gdLst>
                  <a:gd name="T0" fmla="*/ 0 w 365"/>
                  <a:gd name="T1" fmla="*/ 1031 h 180"/>
                  <a:gd name="T2" fmla="*/ 0 w 365"/>
                  <a:gd name="T3" fmla="*/ 169 h 180"/>
                  <a:gd name="T4" fmla="*/ 0 w 365"/>
                  <a:gd name="T5" fmla="*/ 12 h 180"/>
                  <a:gd name="T6" fmla="*/ 1 w 365"/>
                  <a:gd name="T7" fmla="*/ 170 h 180"/>
                  <a:gd name="T8" fmla="*/ 1 w 365"/>
                  <a:gd name="T9" fmla="*/ 103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07" name="Freeform 123"/>
              <p:cNvSpPr>
                <a:spLocks/>
              </p:cNvSpPr>
              <p:nvPr/>
            </p:nvSpPr>
            <p:spPr bwMode="auto">
              <a:xfrm>
                <a:off x="1937" y="2971"/>
                <a:ext cx="75" cy="248"/>
              </a:xfrm>
              <a:custGeom>
                <a:avLst/>
                <a:gdLst>
                  <a:gd name="T0" fmla="*/ 0 w 365"/>
                  <a:gd name="T1" fmla="*/ 645 h 180"/>
                  <a:gd name="T2" fmla="*/ 0 w 365"/>
                  <a:gd name="T3" fmla="*/ 105 h 180"/>
                  <a:gd name="T4" fmla="*/ 0 w 365"/>
                  <a:gd name="T5" fmla="*/ 8 h 180"/>
                  <a:gd name="T6" fmla="*/ 0 w 365"/>
                  <a:gd name="T7" fmla="*/ 106 h 180"/>
                  <a:gd name="T8" fmla="*/ 1 w 365"/>
                  <a:gd name="T9" fmla="*/ 64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08" name="Freeform 124"/>
              <p:cNvSpPr>
                <a:spLocks/>
              </p:cNvSpPr>
              <p:nvPr/>
            </p:nvSpPr>
            <p:spPr bwMode="auto">
              <a:xfrm>
                <a:off x="1795" y="2995"/>
                <a:ext cx="73" cy="227"/>
              </a:xfrm>
              <a:custGeom>
                <a:avLst/>
                <a:gdLst>
                  <a:gd name="T0" fmla="*/ 0 w 365"/>
                  <a:gd name="T1" fmla="*/ 453 h 180"/>
                  <a:gd name="T2" fmla="*/ 0 w 365"/>
                  <a:gd name="T3" fmla="*/ 74 h 180"/>
                  <a:gd name="T4" fmla="*/ 0 w 365"/>
                  <a:gd name="T5" fmla="*/ 6 h 180"/>
                  <a:gd name="T6" fmla="*/ 0 w 365"/>
                  <a:gd name="T7" fmla="*/ 77 h 180"/>
                  <a:gd name="T8" fmla="*/ 1 w 365"/>
                  <a:gd name="T9" fmla="*/ 455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09" name="Freeform 125"/>
              <p:cNvSpPr>
                <a:spLocks/>
              </p:cNvSpPr>
              <p:nvPr/>
            </p:nvSpPr>
            <p:spPr bwMode="auto">
              <a:xfrm>
                <a:off x="1645" y="3022"/>
                <a:ext cx="81" cy="202"/>
              </a:xfrm>
              <a:custGeom>
                <a:avLst/>
                <a:gdLst>
                  <a:gd name="T0" fmla="*/ 0 w 365"/>
                  <a:gd name="T1" fmla="*/ 285 h 180"/>
                  <a:gd name="T2" fmla="*/ 0 w 365"/>
                  <a:gd name="T3" fmla="*/ 47 h 180"/>
                  <a:gd name="T4" fmla="*/ 0 w 365"/>
                  <a:gd name="T5" fmla="*/ 2 h 180"/>
                  <a:gd name="T6" fmla="*/ 1 w 365"/>
                  <a:gd name="T7" fmla="*/ 48 h 180"/>
                  <a:gd name="T8" fmla="*/ 1 w 365"/>
                  <a:gd name="T9" fmla="*/ 286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0" name="Freeform 126"/>
              <p:cNvSpPr>
                <a:spLocks/>
              </p:cNvSpPr>
              <p:nvPr/>
            </p:nvSpPr>
            <p:spPr bwMode="auto">
              <a:xfrm flipV="1">
                <a:off x="1568" y="3205"/>
                <a:ext cx="78" cy="119"/>
              </a:xfrm>
              <a:custGeom>
                <a:avLst/>
                <a:gdLst>
                  <a:gd name="T0" fmla="*/ 0 w 365"/>
                  <a:gd name="T1" fmla="*/ 34 h 180"/>
                  <a:gd name="T2" fmla="*/ 0 w 365"/>
                  <a:gd name="T3" fmla="*/ 6 h 180"/>
                  <a:gd name="T4" fmla="*/ 0 w 365"/>
                  <a:gd name="T5" fmla="*/ 1 h 180"/>
                  <a:gd name="T6" fmla="*/ 1 w 365"/>
                  <a:gd name="T7" fmla="*/ 6 h 180"/>
                  <a:gd name="T8" fmla="*/ 1 w 365"/>
                  <a:gd name="T9" fmla="*/ 34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1" name="Freeform 127"/>
              <p:cNvSpPr>
                <a:spLocks/>
              </p:cNvSpPr>
              <p:nvPr/>
            </p:nvSpPr>
            <p:spPr bwMode="auto">
              <a:xfrm flipV="1">
                <a:off x="1721" y="3212"/>
                <a:ext cx="75" cy="185"/>
              </a:xfrm>
              <a:custGeom>
                <a:avLst/>
                <a:gdLst>
                  <a:gd name="T0" fmla="*/ 0 w 365"/>
                  <a:gd name="T1" fmla="*/ 199 h 180"/>
                  <a:gd name="T2" fmla="*/ 0 w 365"/>
                  <a:gd name="T3" fmla="*/ 33 h 180"/>
                  <a:gd name="T4" fmla="*/ 0 w 365"/>
                  <a:gd name="T5" fmla="*/ 2 h 180"/>
                  <a:gd name="T6" fmla="*/ 0 w 365"/>
                  <a:gd name="T7" fmla="*/ 34 h 180"/>
                  <a:gd name="T8" fmla="*/ 1 w 365"/>
                  <a:gd name="T9" fmla="*/ 200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2" name="Freeform 128"/>
              <p:cNvSpPr>
                <a:spLocks/>
              </p:cNvSpPr>
              <p:nvPr/>
            </p:nvSpPr>
            <p:spPr bwMode="auto">
              <a:xfrm flipV="1">
                <a:off x="1866" y="3209"/>
                <a:ext cx="72" cy="206"/>
              </a:xfrm>
              <a:custGeom>
                <a:avLst/>
                <a:gdLst>
                  <a:gd name="T0" fmla="*/ 0 w 365"/>
                  <a:gd name="T1" fmla="*/ 308 h 180"/>
                  <a:gd name="T2" fmla="*/ 0 w 365"/>
                  <a:gd name="T3" fmla="*/ 49 h 180"/>
                  <a:gd name="T4" fmla="*/ 0 w 365"/>
                  <a:gd name="T5" fmla="*/ 2 h 180"/>
                  <a:gd name="T6" fmla="*/ 0 w 365"/>
                  <a:gd name="T7" fmla="*/ 52 h 180"/>
                  <a:gd name="T8" fmla="*/ 1 w 365"/>
                  <a:gd name="T9" fmla="*/ 30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3" name="Freeform 129"/>
              <p:cNvSpPr>
                <a:spLocks/>
              </p:cNvSpPr>
              <p:nvPr/>
            </p:nvSpPr>
            <p:spPr bwMode="auto">
              <a:xfrm flipV="1">
                <a:off x="2007" y="3208"/>
                <a:ext cx="73" cy="231"/>
              </a:xfrm>
              <a:custGeom>
                <a:avLst/>
                <a:gdLst>
                  <a:gd name="T0" fmla="*/ 0 w 365"/>
                  <a:gd name="T1" fmla="*/ 486 h 180"/>
                  <a:gd name="T2" fmla="*/ 0 w 365"/>
                  <a:gd name="T3" fmla="*/ 77 h 180"/>
                  <a:gd name="T4" fmla="*/ 0 w 365"/>
                  <a:gd name="T5" fmla="*/ 6 h 180"/>
                  <a:gd name="T6" fmla="*/ 0 w 365"/>
                  <a:gd name="T7" fmla="*/ 81 h 180"/>
                  <a:gd name="T8" fmla="*/ 1 w 365"/>
                  <a:gd name="T9" fmla="*/ 488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4" name="Freeform 130"/>
              <p:cNvSpPr>
                <a:spLocks/>
              </p:cNvSpPr>
              <p:nvPr/>
            </p:nvSpPr>
            <p:spPr bwMode="auto">
              <a:xfrm flipV="1">
                <a:off x="2151" y="3208"/>
                <a:ext cx="70" cy="248"/>
              </a:xfrm>
              <a:custGeom>
                <a:avLst/>
                <a:gdLst>
                  <a:gd name="T0" fmla="*/ 0 w 365"/>
                  <a:gd name="T1" fmla="*/ 645 h 180"/>
                  <a:gd name="T2" fmla="*/ 0 w 365"/>
                  <a:gd name="T3" fmla="*/ 105 h 180"/>
                  <a:gd name="T4" fmla="*/ 0 w 365"/>
                  <a:gd name="T5" fmla="*/ 8 h 180"/>
                  <a:gd name="T6" fmla="*/ 0 w 365"/>
                  <a:gd name="T7" fmla="*/ 106 h 180"/>
                  <a:gd name="T8" fmla="*/ 0 w 365"/>
                  <a:gd name="T9" fmla="*/ 64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5" name="Freeform 131"/>
              <p:cNvSpPr>
                <a:spLocks/>
              </p:cNvSpPr>
              <p:nvPr/>
            </p:nvSpPr>
            <p:spPr bwMode="auto">
              <a:xfrm>
                <a:off x="2517" y="2933"/>
                <a:ext cx="73" cy="278"/>
              </a:xfrm>
              <a:custGeom>
                <a:avLst/>
                <a:gdLst>
                  <a:gd name="T0" fmla="*/ 0 w 365"/>
                  <a:gd name="T1" fmla="*/ 1016 h 180"/>
                  <a:gd name="T2" fmla="*/ 0 w 365"/>
                  <a:gd name="T3" fmla="*/ 167 h 180"/>
                  <a:gd name="T4" fmla="*/ 0 w 365"/>
                  <a:gd name="T5" fmla="*/ 12 h 180"/>
                  <a:gd name="T6" fmla="*/ 0 w 365"/>
                  <a:gd name="T7" fmla="*/ 170 h 180"/>
                  <a:gd name="T8" fmla="*/ 1 w 365"/>
                  <a:gd name="T9" fmla="*/ 1024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6" name="Freeform 132"/>
              <p:cNvSpPr>
                <a:spLocks/>
              </p:cNvSpPr>
              <p:nvPr/>
            </p:nvSpPr>
            <p:spPr bwMode="auto">
              <a:xfrm flipV="1">
                <a:off x="2442" y="3215"/>
                <a:ext cx="73" cy="279"/>
              </a:xfrm>
              <a:custGeom>
                <a:avLst/>
                <a:gdLst>
                  <a:gd name="T0" fmla="*/ 0 w 365"/>
                  <a:gd name="T1" fmla="*/ 1031 h 180"/>
                  <a:gd name="T2" fmla="*/ 0 w 365"/>
                  <a:gd name="T3" fmla="*/ 169 h 180"/>
                  <a:gd name="T4" fmla="*/ 0 w 365"/>
                  <a:gd name="T5" fmla="*/ 12 h 180"/>
                  <a:gd name="T6" fmla="*/ 0 w 365"/>
                  <a:gd name="T7" fmla="*/ 170 h 180"/>
                  <a:gd name="T8" fmla="*/ 1 w 365"/>
                  <a:gd name="T9" fmla="*/ 1039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7" name="Freeform 133"/>
              <p:cNvSpPr>
                <a:spLocks/>
              </p:cNvSpPr>
              <p:nvPr/>
            </p:nvSpPr>
            <p:spPr bwMode="auto">
              <a:xfrm>
                <a:off x="2368" y="2935"/>
                <a:ext cx="73" cy="277"/>
              </a:xfrm>
              <a:custGeom>
                <a:avLst/>
                <a:gdLst>
                  <a:gd name="T0" fmla="*/ 0 w 365"/>
                  <a:gd name="T1" fmla="*/ 1002 h 180"/>
                  <a:gd name="T2" fmla="*/ 0 w 365"/>
                  <a:gd name="T3" fmla="*/ 163 h 180"/>
                  <a:gd name="T4" fmla="*/ 0 w 365"/>
                  <a:gd name="T5" fmla="*/ 12 h 180"/>
                  <a:gd name="T6" fmla="*/ 0 w 365"/>
                  <a:gd name="T7" fmla="*/ 168 h 180"/>
                  <a:gd name="T8" fmla="*/ 1 w 365"/>
                  <a:gd name="T9" fmla="*/ 1010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8" name="Freeform 134"/>
              <p:cNvSpPr>
                <a:spLocks/>
              </p:cNvSpPr>
              <p:nvPr/>
            </p:nvSpPr>
            <p:spPr bwMode="auto">
              <a:xfrm flipV="1">
                <a:off x="2297" y="3218"/>
                <a:ext cx="73" cy="273"/>
              </a:xfrm>
              <a:custGeom>
                <a:avLst/>
                <a:gdLst>
                  <a:gd name="T0" fmla="*/ 0 w 365"/>
                  <a:gd name="T1" fmla="*/ 945 h 180"/>
                  <a:gd name="T2" fmla="*/ 0 w 365"/>
                  <a:gd name="T3" fmla="*/ 155 h 180"/>
                  <a:gd name="T4" fmla="*/ 0 w 365"/>
                  <a:gd name="T5" fmla="*/ 12 h 180"/>
                  <a:gd name="T6" fmla="*/ 0 w 365"/>
                  <a:gd name="T7" fmla="*/ 156 h 180"/>
                  <a:gd name="T8" fmla="*/ 1 w 365"/>
                  <a:gd name="T9" fmla="*/ 952 h 180"/>
                  <a:gd name="T10" fmla="*/ 0 60000 65536"/>
                  <a:gd name="T11" fmla="*/ 0 60000 65536"/>
                  <a:gd name="T12" fmla="*/ 0 60000 65536"/>
                  <a:gd name="T13" fmla="*/ 0 60000 65536"/>
                  <a:gd name="T14" fmla="*/ 0 60000 65536"/>
                  <a:gd name="T15" fmla="*/ 0 w 365"/>
                  <a:gd name="T16" fmla="*/ 0 h 180"/>
                  <a:gd name="T17" fmla="*/ 365 w 365"/>
                  <a:gd name="T18" fmla="*/ 180 h 180"/>
                </a:gdLst>
                <a:ahLst/>
                <a:cxnLst>
                  <a:cxn ang="T10">
                    <a:pos x="T0" y="T1"/>
                  </a:cxn>
                  <a:cxn ang="T11">
                    <a:pos x="T2" y="T3"/>
                  </a:cxn>
                  <a:cxn ang="T12">
                    <a:pos x="T4" y="T5"/>
                  </a:cxn>
                  <a:cxn ang="T13">
                    <a:pos x="T6" y="T7"/>
                  </a:cxn>
                  <a:cxn ang="T14">
                    <a:pos x="T8" y="T9"/>
                  </a:cxn>
                </a:cxnLst>
                <a:rect l="T15" t="T16" r="T17" b="T18"/>
                <a:pathLst>
                  <a:path w="365" h="180">
                    <a:moveTo>
                      <a:pt x="0" y="179"/>
                    </a:moveTo>
                    <a:cubicBezTo>
                      <a:pt x="32" y="118"/>
                      <a:pt x="64" y="58"/>
                      <a:pt x="95" y="29"/>
                    </a:cubicBezTo>
                    <a:cubicBezTo>
                      <a:pt x="126" y="0"/>
                      <a:pt x="155" y="2"/>
                      <a:pt x="185" y="2"/>
                    </a:cubicBezTo>
                    <a:cubicBezTo>
                      <a:pt x="215" y="2"/>
                      <a:pt x="248" y="0"/>
                      <a:pt x="278" y="30"/>
                    </a:cubicBezTo>
                    <a:cubicBezTo>
                      <a:pt x="308" y="60"/>
                      <a:pt x="336" y="120"/>
                      <a:pt x="365" y="180"/>
                    </a:cubicBezTo>
                  </a:path>
                </a:pathLst>
              </a:custGeom>
              <a:noFill/>
              <a:ln w="19050">
                <a:solidFill>
                  <a:schemeClr val="tx1"/>
                </a:solidFill>
                <a:round/>
                <a:headEnd/>
                <a:tailEnd/>
              </a:ln>
            </p:spPr>
            <p:txBody>
              <a:bodyPr/>
              <a:lstStyle/>
              <a:p>
                <a:endParaRPr lang="zh-CN" altLang="en-US"/>
              </a:p>
            </p:txBody>
          </p:sp>
          <p:sp>
            <p:nvSpPr>
              <p:cNvPr id="46119" name="Line 135"/>
              <p:cNvSpPr>
                <a:spLocks noChangeShapeType="1"/>
              </p:cNvSpPr>
              <p:nvPr/>
            </p:nvSpPr>
            <p:spPr bwMode="auto">
              <a:xfrm flipH="1">
                <a:off x="1479" y="2634"/>
                <a:ext cx="1" cy="911"/>
              </a:xfrm>
              <a:prstGeom prst="line">
                <a:avLst/>
              </a:prstGeom>
              <a:noFill/>
              <a:ln w="28575">
                <a:solidFill>
                  <a:schemeClr val="tx1"/>
                </a:solidFill>
                <a:round/>
                <a:headEnd type="triangle" w="sm" len="lg"/>
                <a:tailEnd/>
              </a:ln>
            </p:spPr>
            <p:txBody>
              <a:bodyPr/>
              <a:lstStyle/>
              <a:p>
                <a:endParaRPr lang="zh-CN" altLang="en-US"/>
              </a:p>
            </p:txBody>
          </p:sp>
          <p:sp>
            <p:nvSpPr>
              <p:cNvPr id="46120" name="WordArt 141"/>
              <p:cNvSpPr>
                <a:spLocks noChangeArrowheads="1" noChangeShapeType="1" noTextEdit="1"/>
              </p:cNvSpPr>
              <p:nvPr/>
            </p:nvSpPr>
            <p:spPr bwMode="auto">
              <a:xfrm>
                <a:off x="1290" y="2703"/>
                <a:ext cx="139" cy="113"/>
              </a:xfrm>
              <a:prstGeom prst="rect">
                <a:avLst/>
              </a:prstGeom>
            </p:spPr>
            <p:txBody>
              <a:bodyPr wrap="none" fromWordArt="1">
                <a:prstTxWarp prst="textPlain">
                  <a:avLst>
                    <a:gd name="adj" fmla="val 50000"/>
                  </a:avLst>
                </a:prstTxWarp>
              </a:bodyPr>
              <a:lstStyle/>
              <a:p>
                <a:r>
                  <a:rPr lang="en-US" altLang="zh-CN" sz="800" i="1" kern="10">
                    <a:ln w="9525">
                      <a:solidFill>
                        <a:srgbClr val="000000"/>
                      </a:solidFill>
                      <a:round/>
                      <a:headEnd/>
                      <a:tailEnd/>
                    </a:ln>
                    <a:solidFill>
                      <a:srgbClr val="000000"/>
                    </a:solidFill>
                    <a:latin typeface="Times New Roman"/>
                    <a:cs typeface="Times New Roman"/>
                  </a:rPr>
                  <a:t>X</a:t>
                </a:r>
                <a:endParaRPr lang="zh-CN" altLang="en-US" sz="800" i="1" kern="10">
                  <a:ln w="9525">
                    <a:solidFill>
                      <a:srgbClr val="000000"/>
                    </a:solidFill>
                    <a:round/>
                    <a:headEnd/>
                    <a:tailEnd/>
                  </a:ln>
                  <a:solidFill>
                    <a:srgbClr val="000000"/>
                  </a:solidFill>
                  <a:latin typeface="Times New Roman"/>
                  <a:cs typeface="Times New Roman"/>
                </a:endParaRPr>
              </a:p>
            </p:txBody>
          </p:sp>
          <p:sp>
            <p:nvSpPr>
              <p:cNvPr id="46121" name="WordArt 142"/>
              <p:cNvSpPr>
                <a:spLocks noChangeArrowheads="1" noChangeShapeType="1" noTextEdit="1"/>
              </p:cNvSpPr>
              <p:nvPr/>
            </p:nvSpPr>
            <p:spPr bwMode="auto">
              <a:xfrm>
                <a:off x="1343" y="3132"/>
                <a:ext cx="86" cy="128"/>
              </a:xfrm>
              <a:prstGeom prst="rect">
                <a:avLst/>
              </a:prstGeom>
            </p:spPr>
            <p:txBody>
              <a:bodyPr wrap="none" fromWordArt="1">
                <a:prstTxWarp prst="textPlain">
                  <a:avLst>
                    <a:gd name="adj" fmla="val 50000"/>
                  </a:avLst>
                </a:prstTxWarp>
              </a:bodyPr>
              <a:lstStyle/>
              <a:p>
                <a:r>
                  <a:rPr lang="en-US" altLang="zh-CN" sz="800" i="1" kern="10">
                    <a:ln w="9525">
                      <a:solidFill>
                        <a:srgbClr val="000000"/>
                      </a:solidFill>
                      <a:round/>
                      <a:headEnd/>
                      <a:tailEnd/>
                    </a:ln>
                    <a:solidFill>
                      <a:srgbClr val="000000"/>
                    </a:solidFill>
                    <a:latin typeface="Times New Roman"/>
                    <a:cs typeface="Times New Roman"/>
                  </a:rPr>
                  <a:t>O</a:t>
                </a:r>
                <a:endParaRPr lang="zh-CN" altLang="en-US" sz="800" i="1" kern="10">
                  <a:ln w="9525">
                    <a:solidFill>
                      <a:srgbClr val="000000"/>
                    </a:solidFill>
                    <a:round/>
                    <a:headEnd/>
                    <a:tailEnd/>
                  </a:ln>
                  <a:solidFill>
                    <a:srgbClr val="000000"/>
                  </a:solidFill>
                  <a:latin typeface="Times New Roman"/>
                  <a:cs typeface="Times New Roman"/>
                </a:endParaRPr>
              </a:p>
            </p:txBody>
          </p:sp>
          <p:sp>
            <p:nvSpPr>
              <p:cNvPr id="46122" name="WordArt 143"/>
              <p:cNvSpPr>
                <a:spLocks noChangeArrowheads="1" noChangeShapeType="1" noTextEdit="1"/>
              </p:cNvSpPr>
              <p:nvPr/>
            </p:nvSpPr>
            <p:spPr bwMode="auto">
              <a:xfrm>
                <a:off x="4262" y="3273"/>
                <a:ext cx="89" cy="170"/>
              </a:xfrm>
              <a:prstGeom prst="rect">
                <a:avLst/>
              </a:prstGeom>
            </p:spPr>
            <p:txBody>
              <a:bodyPr wrap="none" fromWordArt="1">
                <a:prstTxWarp prst="textPlain">
                  <a:avLst>
                    <a:gd name="adj" fmla="val 58718"/>
                  </a:avLst>
                </a:prstTxWarp>
              </a:bodyPr>
              <a:lstStyle/>
              <a:p>
                <a:r>
                  <a:rPr lang="en-US" altLang="zh-CN" sz="3600" i="1" kern="10">
                    <a:ln w="9525">
                      <a:solidFill>
                        <a:schemeClr val="tx1"/>
                      </a:solidFill>
                      <a:round/>
                      <a:headEnd/>
                      <a:tailEnd/>
                    </a:ln>
                    <a:latin typeface="Times New Roman"/>
                    <a:cs typeface="Times New Roman"/>
                  </a:rPr>
                  <a:t>t</a:t>
                </a:r>
                <a:endParaRPr lang="zh-CN" altLang="en-US" sz="3600" i="1" kern="10">
                  <a:ln w="9525">
                    <a:solidFill>
                      <a:schemeClr val="tx1"/>
                    </a:solidFill>
                    <a:round/>
                    <a:headEnd/>
                    <a:tailEnd/>
                  </a:ln>
                  <a:latin typeface="Times New Roman"/>
                  <a:cs typeface="Times New Roman"/>
                </a:endParaRPr>
              </a:p>
            </p:txBody>
          </p:sp>
          <p:sp>
            <p:nvSpPr>
              <p:cNvPr id="46123" name="Line 150"/>
              <p:cNvSpPr>
                <a:spLocks noChangeShapeType="1"/>
              </p:cNvSpPr>
              <p:nvPr/>
            </p:nvSpPr>
            <p:spPr bwMode="auto">
              <a:xfrm>
                <a:off x="4070" y="2916"/>
                <a:ext cx="304" cy="0"/>
              </a:xfrm>
              <a:prstGeom prst="line">
                <a:avLst/>
              </a:prstGeom>
              <a:noFill/>
              <a:ln w="9525">
                <a:solidFill>
                  <a:schemeClr val="tx1"/>
                </a:solidFill>
                <a:round/>
                <a:headEnd/>
                <a:tailEnd/>
              </a:ln>
            </p:spPr>
            <p:txBody>
              <a:bodyPr/>
              <a:lstStyle/>
              <a:p>
                <a:endParaRPr lang="zh-CN" altLang="en-US"/>
              </a:p>
            </p:txBody>
          </p:sp>
          <p:sp>
            <p:nvSpPr>
              <p:cNvPr id="46124" name="Line 151"/>
              <p:cNvSpPr>
                <a:spLocks noChangeShapeType="1"/>
              </p:cNvSpPr>
              <p:nvPr/>
            </p:nvSpPr>
            <p:spPr bwMode="auto">
              <a:xfrm>
                <a:off x="4181" y="2908"/>
                <a:ext cx="0" cy="303"/>
              </a:xfrm>
              <a:prstGeom prst="line">
                <a:avLst/>
              </a:prstGeom>
              <a:noFill/>
              <a:ln w="9525">
                <a:solidFill>
                  <a:schemeClr val="tx1"/>
                </a:solidFill>
                <a:round/>
                <a:headEnd type="triangle" w="sm" len="lg"/>
                <a:tailEnd type="triangle" w="sm" len="lg"/>
              </a:ln>
            </p:spPr>
            <p:txBody>
              <a:bodyPr/>
              <a:lstStyle/>
              <a:p>
                <a:endParaRPr lang="zh-CN" altLang="en-US"/>
              </a:p>
            </p:txBody>
          </p:sp>
          <p:sp>
            <p:nvSpPr>
              <p:cNvPr id="46125" name="WordArt 152"/>
              <p:cNvSpPr>
                <a:spLocks noChangeArrowheads="1" noChangeShapeType="1" noTextEdit="1"/>
              </p:cNvSpPr>
              <p:nvPr/>
            </p:nvSpPr>
            <p:spPr bwMode="auto">
              <a:xfrm>
                <a:off x="4239" y="2982"/>
                <a:ext cx="160" cy="138"/>
              </a:xfrm>
              <a:prstGeom prst="rect">
                <a:avLst/>
              </a:prstGeom>
            </p:spPr>
            <p:txBody>
              <a:bodyPr wrap="none" fromWordArt="1">
                <a:prstTxWarp prst="textPlain">
                  <a:avLst>
                    <a:gd name="adj" fmla="val 55088"/>
                  </a:avLst>
                </a:prstTxWarp>
              </a:bodyPr>
              <a:lstStyle/>
              <a:p>
                <a:r>
                  <a:rPr lang="en-US" altLang="zh-CN" sz="3600" i="1" kern="10">
                    <a:ln w="9525">
                      <a:solidFill>
                        <a:schemeClr val="tx2"/>
                      </a:solidFill>
                      <a:round/>
                      <a:headEnd/>
                      <a:tailEnd/>
                    </a:ln>
                    <a:solidFill>
                      <a:schemeClr val="tx2"/>
                    </a:solidFill>
                    <a:latin typeface="Times New Roman"/>
                    <a:cs typeface="Times New Roman"/>
                  </a:rPr>
                  <a:t>A</a:t>
                </a:r>
                <a:endParaRPr lang="zh-CN" altLang="en-US" sz="3600" i="1" kern="10">
                  <a:ln w="9525">
                    <a:solidFill>
                      <a:schemeClr val="tx2"/>
                    </a:solidFill>
                    <a:round/>
                    <a:headEnd/>
                    <a:tailEnd/>
                  </a:ln>
                  <a:solidFill>
                    <a:schemeClr val="tx2"/>
                  </a:solidFill>
                  <a:latin typeface="Times New Roman"/>
                  <a:cs typeface="Times New Roman"/>
                </a:endParaRPr>
              </a:p>
            </p:txBody>
          </p:sp>
          <p:sp>
            <p:nvSpPr>
              <p:cNvPr id="46126" name="Line 153"/>
              <p:cNvSpPr>
                <a:spLocks noChangeShapeType="1"/>
              </p:cNvSpPr>
              <p:nvPr/>
            </p:nvSpPr>
            <p:spPr bwMode="auto">
              <a:xfrm flipH="1">
                <a:off x="2363" y="1184"/>
                <a:ext cx="0" cy="2837"/>
              </a:xfrm>
              <a:prstGeom prst="line">
                <a:avLst/>
              </a:prstGeom>
              <a:noFill/>
              <a:ln w="19050">
                <a:solidFill>
                  <a:schemeClr val="tx1"/>
                </a:solidFill>
                <a:prstDash val="dash"/>
                <a:round/>
                <a:headEnd/>
                <a:tailEnd/>
              </a:ln>
            </p:spPr>
            <p:txBody>
              <a:bodyPr/>
              <a:lstStyle/>
              <a:p>
                <a:endParaRPr lang="zh-CN" altLang="en-US"/>
              </a:p>
            </p:txBody>
          </p:sp>
          <p:sp>
            <p:nvSpPr>
              <p:cNvPr id="46127" name="Text Box 156"/>
              <p:cNvSpPr txBox="1">
                <a:spLocks noChangeArrowheads="1"/>
              </p:cNvSpPr>
              <p:nvPr/>
            </p:nvSpPr>
            <p:spPr bwMode="auto">
              <a:xfrm>
                <a:off x="1749" y="2642"/>
                <a:ext cx="771" cy="288"/>
              </a:xfrm>
              <a:prstGeom prst="rect">
                <a:avLst/>
              </a:prstGeom>
              <a:noFill/>
              <a:ln w="9525">
                <a:noFill/>
                <a:miter lim="800000"/>
                <a:headEnd/>
                <a:tailEnd/>
              </a:ln>
            </p:spPr>
            <p:txBody>
              <a:bodyPr>
                <a:spAutoFit/>
              </a:bodyPr>
              <a:lstStyle/>
              <a:p>
                <a:pPr algn="l">
                  <a:spcBef>
                    <a:spcPct val="50000"/>
                  </a:spcBef>
                </a:pPr>
                <a:r>
                  <a:rPr lang="en-US" altLang="zh-CN" sz="2400" b="1">
                    <a:solidFill>
                      <a:srgbClr val="FF0000"/>
                    </a:solidFill>
                    <a:latin typeface="宋体" pitchFamily="2" charset="-122"/>
                  </a:rPr>
                  <a:t>①+②</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40"/>
                                        </p:tgtEl>
                                        <p:attrNameLst>
                                          <p:attrName>style.visibility</p:attrName>
                                        </p:attrNameLst>
                                      </p:cBhvr>
                                      <p:to>
                                        <p:strVal val="visible"/>
                                      </p:to>
                                    </p:set>
                                    <p:animEffect transition="in" filter="wipe(left)">
                                      <p:cBhvr>
                                        <p:cTn id="7" dur="500"/>
                                        <p:tgtEl>
                                          <p:spTgt spid="1075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7524"/>
                                        </p:tgtEl>
                                        <p:attrNameLst>
                                          <p:attrName>style.visibility</p:attrName>
                                        </p:attrNameLst>
                                      </p:cBhvr>
                                      <p:to>
                                        <p:strVal val="visible"/>
                                      </p:to>
                                    </p:set>
                                    <p:animEffect transition="in" filter="wipe(left)">
                                      <p:cBhvr>
                                        <p:cTn id="12" dur="500"/>
                                        <p:tgtEl>
                                          <p:spTgt spid="1075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7659"/>
                                        </p:tgtEl>
                                        <p:attrNameLst>
                                          <p:attrName>style.visibility</p:attrName>
                                        </p:attrNameLst>
                                      </p:cBhvr>
                                      <p:to>
                                        <p:strVal val="visible"/>
                                      </p:to>
                                    </p:set>
                                    <p:animEffect transition="in" filter="wipe(left)">
                                      <p:cBhvr>
                                        <p:cTn id="42" dur="500"/>
                                        <p:tgtEl>
                                          <p:spTgt spid="10765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7660"/>
                                        </p:tgtEl>
                                        <p:attrNameLst>
                                          <p:attrName>style.visibility</p:attrName>
                                        </p:attrNameLst>
                                      </p:cBhvr>
                                      <p:to>
                                        <p:strVal val="visible"/>
                                      </p:to>
                                    </p:set>
                                    <p:animEffect transition="in" filter="wipe(left)">
                                      <p:cBhvr>
                                        <p:cTn id="47" dur="500"/>
                                        <p:tgtEl>
                                          <p:spTgt spid="107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40" grpId="0"/>
      <p:bldP spid="107659" grpId="0"/>
      <p:bldP spid="10766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8" name="Text Box 6"/>
          <p:cNvSpPr txBox="1">
            <a:spLocks noChangeArrowheads="1"/>
          </p:cNvSpPr>
          <p:nvPr/>
        </p:nvSpPr>
        <p:spPr bwMode="auto">
          <a:xfrm>
            <a:off x="330200" y="971550"/>
            <a:ext cx="5240338" cy="493713"/>
          </a:xfrm>
          <a:prstGeom prst="rect">
            <a:avLst/>
          </a:prstGeom>
          <a:noFill/>
          <a:ln w="9525">
            <a:noFill/>
            <a:miter lim="800000"/>
            <a:headEnd/>
            <a:tailEnd/>
          </a:ln>
        </p:spPr>
        <p:txBody>
          <a:bodyPr wrap="none">
            <a:spAutoFit/>
          </a:bodyPr>
          <a:lstStyle/>
          <a:p>
            <a:pPr algn="l">
              <a:lnSpc>
                <a:spcPct val="110000"/>
              </a:lnSpc>
            </a:pPr>
            <a:r>
              <a:rPr lang="en-US" altLang="zh-CN" sz="2400" b="1">
                <a:solidFill>
                  <a:srgbClr val="0000FF"/>
                </a:solidFill>
                <a:latin typeface="宋体" pitchFamily="2" charset="-122"/>
              </a:rPr>
              <a:t>①</a:t>
            </a:r>
            <a:r>
              <a:rPr lang="zh-CN" altLang="en-US" sz="2400" b="1">
                <a:solidFill>
                  <a:srgbClr val="0000FF"/>
                </a:solidFill>
                <a:latin typeface="宋体" pitchFamily="2" charset="-122"/>
              </a:rPr>
              <a:t>自由振动的能量是外界一次性输入 </a:t>
            </a:r>
          </a:p>
        </p:txBody>
      </p:sp>
      <p:sp>
        <p:nvSpPr>
          <p:cNvPr id="105480" name="Text Box 8"/>
          <p:cNvSpPr txBox="1">
            <a:spLocks noChangeArrowheads="1"/>
          </p:cNvSpPr>
          <p:nvPr/>
        </p:nvSpPr>
        <p:spPr bwMode="auto">
          <a:xfrm>
            <a:off x="395288" y="3644900"/>
            <a:ext cx="7537450" cy="493713"/>
          </a:xfrm>
          <a:prstGeom prst="rect">
            <a:avLst/>
          </a:prstGeom>
          <a:noFill/>
          <a:ln w="9525">
            <a:noFill/>
            <a:miter lim="800000"/>
            <a:headEnd/>
            <a:tailEnd/>
          </a:ln>
        </p:spPr>
        <p:txBody>
          <a:bodyPr wrap="none">
            <a:spAutoFit/>
          </a:bodyPr>
          <a:lstStyle/>
          <a:p>
            <a:pPr algn="l">
              <a:lnSpc>
                <a:spcPct val="110000"/>
              </a:lnSpc>
            </a:pPr>
            <a:r>
              <a:rPr lang="en-US" altLang="zh-CN" sz="2400" b="1">
                <a:solidFill>
                  <a:srgbClr val="0000FF"/>
                </a:solidFill>
                <a:latin typeface="宋体" pitchFamily="2" charset="-122"/>
              </a:rPr>
              <a:t>②</a:t>
            </a:r>
            <a:r>
              <a:rPr lang="zh-CN" altLang="en-US" sz="2400" b="1">
                <a:solidFill>
                  <a:srgbClr val="0000FF"/>
                </a:solidFill>
                <a:latin typeface="宋体" pitchFamily="2" charset="-122"/>
              </a:rPr>
              <a:t>受迫振动过程中，外界在不断地向振动系统补充能量</a:t>
            </a:r>
          </a:p>
        </p:txBody>
      </p:sp>
      <p:sp>
        <p:nvSpPr>
          <p:cNvPr id="105484" name="Text Box 12"/>
          <p:cNvSpPr txBox="1">
            <a:spLocks noChangeArrowheads="1"/>
          </p:cNvSpPr>
          <p:nvPr/>
        </p:nvSpPr>
        <p:spPr bwMode="auto">
          <a:xfrm>
            <a:off x="1908175" y="1484313"/>
            <a:ext cx="5616575" cy="457200"/>
          </a:xfrm>
          <a:prstGeom prst="rect">
            <a:avLst/>
          </a:prstGeom>
          <a:noFill/>
          <a:ln w="9525">
            <a:noFill/>
            <a:miter lim="800000"/>
            <a:headEnd/>
            <a:tailEnd/>
          </a:ln>
        </p:spPr>
        <p:txBody>
          <a:bodyPr>
            <a:spAutoFit/>
          </a:bodyPr>
          <a:lstStyle/>
          <a:p>
            <a:pPr algn="l">
              <a:spcBef>
                <a:spcPct val="50000"/>
              </a:spcBef>
            </a:pPr>
            <a:r>
              <a:rPr lang="zh-CN" altLang="en-US" sz="2400" b="1"/>
              <a:t>无阻尼：能量守恒，等幅振动</a:t>
            </a:r>
          </a:p>
        </p:txBody>
      </p:sp>
      <p:sp>
        <p:nvSpPr>
          <p:cNvPr id="105485" name="Text Box 13"/>
          <p:cNvSpPr txBox="1">
            <a:spLocks noChangeArrowheads="1"/>
          </p:cNvSpPr>
          <p:nvPr/>
        </p:nvSpPr>
        <p:spPr bwMode="auto">
          <a:xfrm>
            <a:off x="1908175" y="1989138"/>
            <a:ext cx="5616575" cy="457200"/>
          </a:xfrm>
          <a:prstGeom prst="rect">
            <a:avLst/>
          </a:prstGeom>
          <a:noFill/>
          <a:ln w="9525">
            <a:noFill/>
            <a:miter lim="800000"/>
            <a:headEnd/>
            <a:tailEnd/>
          </a:ln>
        </p:spPr>
        <p:txBody>
          <a:bodyPr>
            <a:spAutoFit/>
          </a:bodyPr>
          <a:lstStyle/>
          <a:p>
            <a:pPr algn="l">
              <a:spcBef>
                <a:spcPct val="50000"/>
              </a:spcBef>
            </a:pPr>
            <a:r>
              <a:rPr lang="zh-CN" altLang="en-US" sz="2400" b="1"/>
              <a:t>有阻尼：有能量损耗，减幅振动</a:t>
            </a:r>
          </a:p>
        </p:txBody>
      </p:sp>
      <p:sp>
        <p:nvSpPr>
          <p:cNvPr id="105486" name="AutoShape 14"/>
          <p:cNvSpPr>
            <a:spLocks/>
          </p:cNvSpPr>
          <p:nvPr/>
        </p:nvSpPr>
        <p:spPr bwMode="auto">
          <a:xfrm>
            <a:off x="1835150" y="1628775"/>
            <a:ext cx="144463" cy="720725"/>
          </a:xfrm>
          <a:prstGeom prst="leftBrace">
            <a:avLst>
              <a:gd name="adj1" fmla="val 41575"/>
              <a:gd name="adj2" fmla="val 50000"/>
            </a:avLst>
          </a:prstGeom>
          <a:noFill/>
          <a:ln w="15875">
            <a:solidFill>
              <a:srgbClr val="0000FF"/>
            </a:solidFill>
            <a:round/>
            <a:headEnd/>
            <a:tailEnd/>
          </a:ln>
        </p:spPr>
        <p:txBody>
          <a:bodyPr wrap="none" anchor="ctr"/>
          <a:lstStyle/>
          <a:p>
            <a:endParaRPr lang="zh-CN" altLang="en-US"/>
          </a:p>
        </p:txBody>
      </p:sp>
      <p:sp>
        <p:nvSpPr>
          <p:cNvPr id="105487" name="AutoShape 15"/>
          <p:cNvSpPr>
            <a:spLocks/>
          </p:cNvSpPr>
          <p:nvPr/>
        </p:nvSpPr>
        <p:spPr bwMode="auto">
          <a:xfrm>
            <a:off x="468313" y="4581525"/>
            <a:ext cx="142875" cy="1295400"/>
          </a:xfrm>
          <a:prstGeom prst="leftBrace">
            <a:avLst>
              <a:gd name="adj1" fmla="val 75556"/>
              <a:gd name="adj2" fmla="val 50000"/>
            </a:avLst>
          </a:prstGeom>
          <a:noFill/>
          <a:ln w="15875">
            <a:solidFill>
              <a:srgbClr val="0000FF"/>
            </a:solidFill>
            <a:round/>
            <a:headEnd/>
            <a:tailEnd/>
          </a:ln>
        </p:spPr>
        <p:txBody>
          <a:bodyPr wrap="none" anchor="ctr"/>
          <a:lstStyle/>
          <a:p>
            <a:endParaRPr lang="zh-CN" altLang="en-US"/>
          </a:p>
        </p:txBody>
      </p:sp>
      <p:grpSp>
        <p:nvGrpSpPr>
          <p:cNvPr id="2" name="Group 22"/>
          <p:cNvGrpSpPr>
            <a:grpSpLocks/>
          </p:cNvGrpSpPr>
          <p:nvPr/>
        </p:nvGrpSpPr>
        <p:grpSpPr bwMode="auto">
          <a:xfrm>
            <a:off x="755650" y="5516563"/>
            <a:ext cx="8135938" cy="596900"/>
            <a:chOff x="476" y="2704"/>
            <a:chExt cx="5125" cy="376"/>
          </a:xfrm>
        </p:grpSpPr>
        <p:graphicFrame>
          <p:nvGraphicFramePr>
            <p:cNvPr id="47109" name="Object 17"/>
            <p:cNvGraphicFramePr>
              <a:graphicFrameLocks noChangeAspect="1"/>
            </p:cNvGraphicFramePr>
            <p:nvPr/>
          </p:nvGraphicFramePr>
          <p:xfrm>
            <a:off x="476" y="2704"/>
            <a:ext cx="1333" cy="376"/>
          </p:xfrm>
          <a:graphic>
            <a:graphicData uri="http://schemas.openxmlformats.org/presentationml/2006/ole">
              <p:oleObj spid="_x0000_s47109" name="公式" r:id="rId3" imgW="914400" imgH="241200" progId="Equation.3">
                <p:embed/>
              </p:oleObj>
            </a:graphicData>
          </a:graphic>
        </p:graphicFrame>
        <p:sp>
          <p:nvSpPr>
            <p:cNvPr id="47119" name="Text Box 19"/>
            <p:cNvSpPr txBox="1">
              <a:spLocks noChangeArrowheads="1"/>
            </p:cNvSpPr>
            <p:nvPr/>
          </p:nvSpPr>
          <p:spPr bwMode="auto">
            <a:xfrm>
              <a:off x="1791" y="2704"/>
              <a:ext cx="3810" cy="288"/>
            </a:xfrm>
            <a:prstGeom prst="rect">
              <a:avLst/>
            </a:prstGeom>
            <a:noFill/>
            <a:ln w="9525">
              <a:noFill/>
              <a:miter lim="800000"/>
              <a:headEnd/>
              <a:tailEnd/>
            </a:ln>
          </p:spPr>
          <p:txBody>
            <a:bodyPr>
              <a:spAutoFit/>
            </a:bodyPr>
            <a:lstStyle/>
            <a:p>
              <a:pPr algn="l">
                <a:spcBef>
                  <a:spcPct val="50000"/>
                </a:spcBef>
              </a:pPr>
              <a:r>
                <a:rPr lang="en-US" altLang="zh-CN" sz="2400" b="1"/>
                <a:t>——</a:t>
              </a:r>
              <a:r>
                <a:rPr lang="zh-CN" altLang="en-US" sz="2400" b="1"/>
                <a:t>由谐和策动力所维持的稳定受迫振动。</a:t>
              </a:r>
            </a:p>
          </p:txBody>
        </p:sp>
      </p:grpSp>
      <p:grpSp>
        <p:nvGrpSpPr>
          <p:cNvPr id="3" name="Group 21"/>
          <p:cNvGrpSpPr>
            <a:grpSpLocks/>
          </p:cNvGrpSpPr>
          <p:nvPr/>
        </p:nvGrpSpPr>
        <p:grpSpPr bwMode="auto">
          <a:xfrm>
            <a:off x="611188" y="4221163"/>
            <a:ext cx="7848600" cy="968375"/>
            <a:chOff x="385" y="2024"/>
            <a:chExt cx="4944" cy="610"/>
          </a:xfrm>
        </p:grpSpPr>
        <p:sp>
          <p:nvSpPr>
            <p:cNvPr id="47118" name="Text Box 18"/>
            <p:cNvSpPr txBox="1">
              <a:spLocks noChangeArrowheads="1"/>
            </p:cNvSpPr>
            <p:nvPr/>
          </p:nvSpPr>
          <p:spPr bwMode="auto">
            <a:xfrm>
              <a:off x="385" y="2024"/>
              <a:ext cx="4944" cy="610"/>
            </a:xfrm>
            <a:prstGeom prst="rect">
              <a:avLst/>
            </a:prstGeom>
            <a:noFill/>
            <a:ln w="9525">
              <a:noFill/>
              <a:miter lim="800000"/>
              <a:headEnd/>
              <a:tailEnd/>
            </a:ln>
          </p:spPr>
          <p:txBody>
            <a:bodyPr>
              <a:spAutoFit/>
            </a:bodyPr>
            <a:lstStyle/>
            <a:p>
              <a:pPr algn="l">
                <a:lnSpc>
                  <a:spcPct val="120000"/>
                </a:lnSpc>
                <a:spcBef>
                  <a:spcPct val="50000"/>
                </a:spcBef>
              </a:pPr>
              <a:r>
                <a:rPr lang="en-US" altLang="zh-CN" sz="2400" b="1">
                  <a:latin typeface="宋体" pitchFamily="2" charset="-122"/>
                </a:rPr>
                <a:t>                  ——</a:t>
              </a:r>
              <a:r>
                <a:rPr lang="zh-CN" altLang="en-US" sz="2400" b="1">
                  <a:latin typeface="宋体" pitchFamily="2" charset="-122"/>
                </a:rPr>
                <a:t>由初始能量所维持的固有项，   当其衰减完毕时，与初始条件相关的      也就不存在了。</a:t>
              </a:r>
            </a:p>
          </p:txBody>
        </p:sp>
        <p:graphicFrame>
          <p:nvGraphicFramePr>
            <p:cNvPr id="47107" name="Object 16"/>
            <p:cNvGraphicFramePr>
              <a:graphicFrameLocks noChangeAspect="1"/>
            </p:cNvGraphicFramePr>
            <p:nvPr/>
          </p:nvGraphicFramePr>
          <p:xfrm>
            <a:off x="431" y="2024"/>
            <a:ext cx="1691" cy="386"/>
          </p:xfrm>
          <a:graphic>
            <a:graphicData uri="http://schemas.openxmlformats.org/presentationml/2006/ole">
              <p:oleObj spid="_x0000_s47107" name="公式" r:id="rId4" imgW="1130040" imgH="241200" progId="Equation.3">
                <p:embed/>
              </p:oleObj>
            </a:graphicData>
          </a:graphic>
        </p:graphicFrame>
        <p:graphicFrame>
          <p:nvGraphicFramePr>
            <p:cNvPr id="47108" name="Object 20"/>
            <p:cNvGraphicFramePr>
              <a:graphicFrameLocks noChangeAspect="1"/>
            </p:cNvGraphicFramePr>
            <p:nvPr/>
          </p:nvGraphicFramePr>
          <p:xfrm>
            <a:off x="3515" y="2341"/>
            <a:ext cx="589" cy="287"/>
          </p:xfrm>
          <a:graphic>
            <a:graphicData uri="http://schemas.openxmlformats.org/presentationml/2006/ole">
              <p:oleObj spid="_x0000_s47108" name="公式" r:id="rId5" imgW="469800" imgH="228600" progId="Equation.3">
                <p:embed/>
              </p:oleObj>
            </a:graphicData>
          </a:graphic>
        </p:graphicFrame>
      </p:grpSp>
      <p:graphicFrame>
        <p:nvGraphicFramePr>
          <p:cNvPr id="105495" name="Object 23"/>
          <p:cNvGraphicFramePr>
            <a:graphicFrameLocks noChangeAspect="1"/>
          </p:cNvGraphicFramePr>
          <p:nvPr/>
        </p:nvGraphicFramePr>
        <p:xfrm>
          <a:off x="1116013" y="2781300"/>
          <a:ext cx="5710237" cy="642938"/>
        </p:xfrm>
        <a:graphic>
          <a:graphicData uri="http://schemas.openxmlformats.org/presentationml/2006/ole">
            <p:oleObj spid="_x0000_s47106" name="公式" r:id="rId6" imgW="2412720" imgH="253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8"/>
                                        </p:tgtEl>
                                        <p:attrNameLst>
                                          <p:attrName>style.visibility</p:attrName>
                                        </p:attrNameLst>
                                      </p:cBhvr>
                                      <p:to>
                                        <p:strVal val="visible"/>
                                      </p:to>
                                    </p:set>
                                    <p:animEffect transition="in" filter="wipe(left)">
                                      <p:cBhvr>
                                        <p:cTn id="7" dur="500"/>
                                        <p:tgtEl>
                                          <p:spTgt spid="1054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86"/>
                                        </p:tgtEl>
                                        <p:attrNameLst>
                                          <p:attrName>style.visibility</p:attrName>
                                        </p:attrNameLst>
                                      </p:cBhvr>
                                      <p:to>
                                        <p:strVal val="visible"/>
                                      </p:to>
                                    </p:set>
                                    <p:animEffect transition="in" filter="wipe(left)">
                                      <p:cBhvr>
                                        <p:cTn id="12" dur="500"/>
                                        <p:tgtEl>
                                          <p:spTgt spid="1054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484"/>
                                        </p:tgtEl>
                                        <p:attrNameLst>
                                          <p:attrName>style.visibility</p:attrName>
                                        </p:attrNameLst>
                                      </p:cBhvr>
                                      <p:to>
                                        <p:strVal val="visible"/>
                                      </p:to>
                                    </p:set>
                                    <p:animEffect transition="in" filter="wipe(left)">
                                      <p:cBhvr>
                                        <p:cTn id="17" dur="500"/>
                                        <p:tgtEl>
                                          <p:spTgt spid="10548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485"/>
                                        </p:tgtEl>
                                        <p:attrNameLst>
                                          <p:attrName>style.visibility</p:attrName>
                                        </p:attrNameLst>
                                      </p:cBhvr>
                                      <p:to>
                                        <p:strVal val="visible"/>
                                      </p:to>
                                    </p:set>
                                    <p:animEffect transition="in" filter="wipe(left)">
                                      <p:cBhvr>
                                        <p:cTn id="22" dur="500"/>
                                        <p:tgtEl>
                                          <p:spTgt spid="1054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5495"/>
                                        </p:tgtEl>
                                        <p:attrNameLst>
                                          <p:attrName>style.visibility</p:attrName>
                                        </p:attrNameLst>
                                      </p:cBhvr>
                                      <p:to>
                                        <p:strVal val="visible"/>
                                      </p:to>
                                    </p:set>
                                    <p:animEffect transition="in" filter="wipe(left)">
                                      <p:cBhvr>
                                        <p:cTn id="27" dur="500"/>
                                        <p:tgtEl>
                                          <p:spTgt spid="10549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5480"/>
                                        </p:tgtEl>
                                        <p:attrNameLst>
                                          <p:attrName>style.visibility</p:attrName>
                                        </p:attrNameLst>
                                      </p:cBhvr>
                                      <p:to>
                                        <p:strVal val="visible"/>
                                      </p:to>
                                    </p:set>
                                    <p:animEffect transition="in" filter="wipe(left)">
                                      <p:cBhvr>
                                        <p:cTn id="32" dur="500"/>
                                        <p:tgtEl>
                                          <p:spTgt spid="10548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5487"/>
                                        </p:tgtEl>
                                        <p:attrNameLst>
                                          <p:attrName>style.visibility</p:attrName>
                                        </p:attrNameLst>
                                      </p:cBhvr>
                                      <p:to>
                                        <p:strVal val="visible"/>
                                      </p:to>
                                    </p:set>
                                    <p:animEffect transition="in" filter="wipe(left)">
                                      <p:cBhvr>
                                        <p:cTn id="37" dur="500"/>
                                        <p:tgtEl>
                                          <p:spTgt spid="10548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8" grpId="0"/>
      <p:bldP spid="105480" grpId="0"/>
      <p:bldP spid="105484" grpId="0"/>
      <p:bldP spid="105485" grpId="0"/>
      <p:bldP spid="105486" grpId="0" animBg="1"/>
      <p:bldP spid="10548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Text Box 3"/>
          <p:cNvSpPr txBox="1">
            <a:spLocks noChangeArrowheads="1"/>
          </p:cNvSpPr>
          <p:nvPr/>
        </p:nvSpPr>
        <p:spPr bwMode="auto">
          <a:xfrm>
            <a:off x="323850" y="620713"/>
            <a:ext cx="2863850" cy="493712"/>
          </a:xfrm>
          <a:prstGeom prst="rect">
            <a:avLst/>
          </a:prstGeom>
          <a:noFill/>
          <a:ln w="9525" algn="ctr">
            <a:noFill/>
            <a:miter lim="800000"/>
            <a:headEnd/>
            <a:tailEnd/>
          </a:ln>
        </p:spPr>
        <p:txBody>
          <a:bodyPr wrap="none">
            <a:spAutoFit/>
          </a:bodyPr>
          <a:lstStyle/>
          <a:p>
            <a:pPr algn="l">
              <a:lnSpc>
                <a:spcPct val="110000"/>
              </a:lnSpc>
            </a:pPr>
            <a:r>
              <a:rPr lang="en-US" altLang="zh-CN" sz="2400" b="1">
                <a:solidFill>
                  <a:srgbClr val="FF0000"/>
                </a:solidFill>
                <a:latin typeface="宋体" pitchFamily="2" charset="-122"/>
                <a:cs typeface="Times New Roman" pitchFamily="18" charset="0"/>
              </a:rPr>
              <a:t>3</a:t>
            </a:r>
            <a:r>
              <a:rPr lang="zh-CN" altLang="en-US" sz="2400" b="1">
                <a:solidFill>
                  <a:srgbClr val="FF0000"/>
                </a:solidFill>
                <a:latin typeface="宋体" pitchFamily="2" charset="-122"/>
                <a:cs typeface="Times New Roman" pitchFamily="18" charset="0"/>
              </a:rPr>
              <a:t>、稳定的受迫振动</a:t>
            </a:r>
            <a:r>
              <a:rPr lang="zh-CN" altLang="en-US" sz="2400" b="1">
                <a:solidFill>
                  <a:schemeClr val="accent2"/>
                </a:solidFill>
                <a:ea typeface="黑体" pitchFamily="49" charset="-122"/>
                <a:cs typeface="Times New Roman" pitchFamily="18" charset="0"/>
              </a:rPr>
              <a:t> </a:t>
            </a:r>
          </a:p>
        </p:txBody>
      </p:sp>
      <p:graphicFrame>
        <p:nvGraphicFramePr>
          <p:cNvPr id="106500" name="Object 4"/>
          <p:cNvGraphicFramePr>
            <a:graphicFrameLocks noChangeAspect="1"/>
          </p:cNvGraphicFramePr>
          <p:nvPr/>
        </p:nvGraphicFramePr>
        <p:xfrm>
          <a:off x="3113088" y="1090613"/>
          <a:ext cx="3073400" cy="639762"/>
        </p:xfrm>
        <a:graphic>
          <a:graphicData uri="http://schemas.openxmlformats.org/presentationml/2006/ole">
            <p:oleObj spid="_x0000_s48130" name="公式" r:id="rId3" imgW="1155600" imgH="241200" progId="Equation.3">
              <p:embed/>
            </p:oleObj>
          </a:graphicData>
        </a:graphic>
      </p:graphicFrame>
      <p:sp>
        <p:nvSpPr>
          <p:cNvPr id="106503" name="Text Box 7"/>
          <p:cNvSpPr txBox="1">
            <a:spLocks noChangeArrowheads="1"/>
          </p:cNvSpPr>
          <p:nvPr/>
        </p:nvSpPr>
        <p:spPr bwMode="auto">
          <a:xfrm>
            <a:off x="468313" y="4005263"/>
            <a:ext cx="8064500" cy="895350"/>
          </a:xfrm>
          <a:prstGeom prst="rect">
            <a:avLst/>
          </a:prstGeom>
          <a:noFill/>
          <a:ln w="9525">
            <a:noFill/>
            <a:miter lim="800000"/>
            <a:headEnd/>
            <a:tailEnd/>
          </a:ln>
        </p:spPr>
        <p:txBody>
          <a:bodyPr>
            <a:spAutoFit/>
          </a:bodyPr>
          <a:lstStyle/>
          <a:p>
            <a:pPr algn="l">
              <a:lnSpc>
                <a:spcPct val="110000"/>
              </a:lnSpc>
            </a:pPr>
            <a:r>
              <a:rPr lang="en-US" altLang="zh-CN" sz="2400" b="1">
                <a:latin typeface="宋体" pitchFamily="2" charset="-122"/>
              </a:rPr>
              <a:t>    </a:t>
            </a:r>
            <a:r>
              <a:rPr lang="en-US" altLang="zh-CN" sz="2400" b="1" i="1">
                <a:solidFill>
                  <a:srgbClr val="FF6600"/>
                </a:solidFill>
                <a:cs typeface="Times New Roman" pitchFamily="18" charset="0"/>
              </a:rPr>
              <a:t>a.</a:t>
            </a:r>
            <a:r>
              <a:rPr lang="zh-CN" altLang="en-US" sz="2400" b="1">
                <a:latin typeface="宋体" pitchFamily="2" charset="-122"/>
              </a:rPr>
              <a:t>说明此时振动方程的位相</a:t>
            </a:r>
            <a:r>
              <a:rPr lang="zh-CN" altLang="en-US" sz="2400" b="1" i="1">
                <a:latin typeface="宋体" pitchFamily="2" charset="-122"/>
                <a:sym typeface="Symbol" pitchFamily="18" charset="2"/>
              </a:rPr>
              <a:t></a:t>
            </a:r>
            <a:r>
              <a:rPr lang="zh-CN" altLang="en-US" sz="2400" b="1">
                <a:latin typeface="宋体" pitchFamily="2" charset="-122"/>
              </a:rPr>
              <a:t>与初始条件无关，其表示振动位移的位相与策动力位相的位相差；</a:t>
            </a:r>
          </a:p>
        </p:txBody>
      </p:sp>
      <p:sp>
        <p:nvSpPr>
          <p:cNvPr id="106504" name="Text Box 8"/>
          <p:cNvSpPr txBox="1">
            <a:spLocks noChangeArrowheads="1"/>
          </p:cNvSpPr>
          <p:nvPr/>
        </p:nvSpPr>
        <p:spPr bwMode="auto">
          <a:xfrm>
            <a:off x="466725" y="4941888"/>
            <a:ext cx="7921625" cy="895350"/>
          </a:xfrm>
          <a:prstGeom prst="rect">
            <a:avLst/>
          </a:prstGeom>
          <a:noFill/>
          <a:ln w="9525">
            <a:noFill/>
            <a:miter lim="800000"/>
            <a:headEnd/>
            <a:tailEnd/>
          </a:ln>
        </p:spPr>
        <p:txBody>
          <a:bodyPr>
            <a:spAutoFit/>
          </a:bodyPr>
          <a:lstStyle/>
          <a:p>
            <a:pPr algn="l">
              <a:lnSpc>
                <a:spcPct val="110000"/>
              </a:lnSpc>
            </a:pPr>
            <a:r>
              <a:rPr lang="en-US" altLang="zh-CN" sz="2400" b="1">
                <a:latin typeface="宋体" pitchFamily="2" charset="-122"/>
              </a:rPr>
              <a:t>    </a:t>
            </a:r>
            <a:r>
              <a:rPr lang="en-US" altLang="zh-CN" sz="2400" b="1" i="1">
                <a:solidFill>
                  <a:srgbClr val="FF6600"/>
                </a:solidFill>
                <a:cs typeface="Times New Roman" pitchFamily="18" charset="0"/>
              </a:rPr>
              <a:t>b.</a:t>
            </a:r>
            <a:r>
              <a:rPr lang="zh-CN" altLang="en-US" sz="2400" b="1">
                <a:latin typeface="宋体" pitchFamily="2" charset="-122"/>
              </a:rPr>
              <a:t>说明振幅是策动力的函数，因此存在极值的问题</a:t>
            </a:r>
            <a:r>
              <a:rPr lang="en-US" altLang="zh-CN" sz="2400" b="1">
                <a:latin typeface="宋体" pitchFamily="2" charset="-122"/>
              </a:rPr>
              <a:t>,</a:t>
            </a:r>
            <a:r>
              <a:rPr lang="zh-CN" altLang="en-US" sz="2400" b="1">
                <a:latin typeface="宋体" pitchFamily="2" charset="-122"/>
              </a:rPr>
              <a:t>与此对应的极值现象，称为位移共振。</a:t>
            </a:r>
          </a:p>
        </p:txBody>
      </p:sp>
      <p:sp>
        <p:nvSpPr>
          <p:cNvPr id="106505" name="Text Box 9"/>
          <p:cNvSpPr txBox="1">
            <a:spLocks noChangeArrowheads="1"/>
          </p:cNvSpPr>
          <p:nvPr/>
        </p:nvSpPr>
        <p:spPr bwMode="auto">
          <a:xfrm>
            <a:off x="323850" y="1773238"/>
            <a:ext cx="6048375" cy="493712"/>
          </a:xfrm>
          <a:prstGeom prst="rect">
            <a:avLst/>
          </a:prstGeom>
          <a:noFill/>
          <a:ln w="9525">
            <a:noFill/>
            <a:miter lim="800000"/>
            <a:headEnd/>
            <a:tailEnd/>
          </a:ln>
        </p:spPr>
        <p:txBody>
          <a:bodyPr>
            <a:spAutoFit/>
          </a:bodyPr>
          <a:lstStyle/>
          <a:p>
            <a:pPr algn="l">
              <a:lnSpc>
                <a:spcPct val="110000"/>
              </a:lnSpc>
            </a:pPr>
            <a:r>
              <a:rPr lang="en-US" altLang="zh-CN" sz="2400" b="1">
                <a:latin typeface="宋体" pitchFamily="2" charset="-122"/>
                <a:cs typeface="Times New Roman" pitchFamily="18" charset="0"/>
              </a:rPr>
              <a:t>①</a:t>
            </a:r>
            <a:r>
              <a:rPr lang="zh-CN" altLang="en-US" sz="2400" b="1">
                <a:latin typeface="宋体" pitchFamily="2" charset="-122"/>
                <a:cs typeface="Times New Roman" pitchFamily="18" charset="0"/>
              </a:rPr>
              <a:t>稳定受迫振动的频率等于策动力的频率</a:t>
            </a:r>
          </a:p>
        </p:txBody>
      </p:sp>
      <p:sp>
        <p:nvSpPr>
          <p:cNvPr id="106506" name="Text Box 10"/>
          <p:cNvSpPr txBox="1">
            <a:spLocks noChangeArrowheads="1"/>
          </p:cNvSpPr>
          <p:nvPr/>
        </p:nvSpPr>
        <p:spPr bwMode="auto">
          <a:xfrm>
            <a:off x="160338" y="2386013"/>
            <a:ext cx="8534400" cy="493712"/>
          </a:xfrm>
          <a:prstGeom prst="rect">
            <a:avLst/>
          </a:prstGeom>
          <a:noFill/>
          <a:ln w="9525">
            <a:noFill/>
            <a:miter lim="800000"/>
            <a:headEnd/>
            <a:tailEnd/>
          </a:ln>
        </p:spPr>
        <p:txBody>
          <a:bodyPr>
            <a:spAutoFit/>
          </a:bodyPr>
          <a:lstStyle/>
          <a:p>
            <a:pPr algn="l">
              <a:lnSpc>
                <a:spcPct val="110000"/>
              </a:lnSpc>
            </a:pPr>
            <a:r>
              <a:rPr lang="en-US" altLang="zh-CN" sz="2400" b="1">
                <a:latin typeface="宋体" pitchFamily="2" charset="-122"/>
                <a:cs typeface="Times New Roman" pitchFamily="18" charset="0"/>
              </a:rPr>
              <a:t> ②</a:t>
            </a:r>
            <a:r>
              <a:rPr lang="zh-CN" altLang="en-US" sz="2400" b="1">
                <a:latin typeface="宋体" pitchFamily="2" charset="-122"/>
                <a:cs typeface="Times New Roman" pitchFamily="18" charset="0"/>
              </a:rPr>
              <a:t>稳定受迫振动的振幅</a:t>
            </a:r>
            <a:r>
              <a:rPr lang="en-US" altLang="zh-CN" sz="2400" b="1" i="1">
                <a:cs typeface="Times New Roman" pitchFamily="18" charset="0"/>
              </a:rPr>
              <a:t>A</a:t>
            </a:r>
            <a:r>
              <a:rPr lang="zh-CN" altLang="en-US" sz="2400" b="1">
                <a:latin typeface="宋体" pitchFamily="2" charset="-122"/>
                <a:cs typeface="Times New Roman" pitchFamily="18" charset="0"/>
              </a:rPr>
              <a:t>和位相</a:t>
            </a:r>
            <a:r>
              <a:rPr lang="zh-CN" altLang="en-US" sz="2400" b="1" i="1">
                <a:latin typeface="宋体" pitchFamily="2" charset="-122"/>
                <a:cs typeface="Times New Roman" pitchFamily="18" charset="0"/>
                <a:sym typeface="Symbol" pitchFamily="18" charset="2"/>
              </a:rPr>
              <a:t></a:t>
            </a:r>
            <a:r>
              <a:rPr lang="zh-CN" altLang="en-US" sz="2400" b="1">
                <a:latin typeface="宋体" pitchFamily="2" charset="-122"/>
                <a:cs typeface="Times New Roman" pitchFamily="18" charset="0"/>
              </a:rPr>
              <a:t>（用待定系数法可得）</a:t>
            </a:r>
          </a:p>
        </p:txBody>
      </p:sp>
      <p:graphicFrame>
        <p:nvGraphicFramePr>
          <p:cNvPr id="106507" name="Object 11"/>
          <p:cNvGraphicFramePr>
            <a:graphicFrameLocks noChangeAspect="1"/>
          </p:cNvGraphicFramePr>
          <p:nvPr/>
        </p:nvGraphicFramePr>
        <p:xfrm>
          <a:off x="971550" y="2925763"/>
          <a:ext cx="3311525" cy="1019175"/>
        </p:xfrm>
        <a:graphic>
          <a:graphicData uri="http://schemas.openxmlformats.org/presentationml/2006/ole">
            <p:oleObj spid="_x0000_s48131" name="公式" r:id="rId4" imgW="1625400" imgH="495000" progId="Equation.3">
              <p:embed/>
            </p:oleObj>
          </a:graphicData>
        </a:graphic>
      </p:graphicFrame>
      <p:graphicFrame>
        <p:nvGraphicFramePr>
          <p:cNvPr id="106508" name="Object 12"/>
          <p:cNvGraphicFramePr>
            <a:graphicFrameLocks noChangeAspect="1"/>
          </p:cNvGraphicFramePr>
          <p:nvPr/>
        </p:nvGraphicFramePr>
        <p:xfrm>
          <a:off x="4689475" y="2925763"/>
          <a:ext cx="2401888" cy="933450"/>
        </p:xfrm>
        <a:graphic>
          <a:graphicData uri="http://schemas.openxmlformats.org/presentationml/2006/ole">
            <p:oleObj spid="_x0000_s48132" name="公式" r:id="rId5" imgW="1206360" imgH="469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9"/>
                                        </p:tgtEl>
                                        <p:attrNameLst>
                                          <p:attrName>style.visibility</p:attrName>
                                        </p:attrNameLst>
                                      </p:cBhvr>
                                      <p:to>
                                        <p:strVal val="visible"/>
                                      </p:to>
                                    </p:set>
                                    <p:animEffect transition="in" filter="wipe(left)">
                                      <p:cBhvr>
                                        <p:cTn id="7" dur="500"/>
                                        <p:tgtEl>
                                          <p:spTgt spid="1064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6500"/>
                                        </p:tgtEl>
                                        <p:attrNameLst>
                                          <p:attrName>style.visibility</p:attrName>
                                        </p:attrNameLst>
                                      </p:cBhvr>
                                      <p:to>
                                        <p:strVal val="visible"/>
                                      </p:to>
                                    </p:set>
                                    <p:animEffect transition="in" filter="wipe(left)">
                                      <p:cBhvr>
                                        <p:cTn id="12" dur="500"/>
                                        <p:tgtEl>
                                          <p:spTgt spid="1065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6505"/>
                                        </p:tgtEl>
                                        <p:attrNameLst>
                                          <p:attrName>style.visibility</p:attrName>
                                        </p:attrNameLst>
                                      </p:cBhvr>
                                      <p:to>
                                        <p:strVal val="visible"/>
                                      </p:to>
                                    </p:set>
                                    <p:animEffect transition="in" filter="wipe(left)">
                                      <p:cBhvr>
                                        <p:cTn id="17" dur="500"/>
                                        <p:tgtEl>
                                          <p:spTgt spid="1065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6506"/>
                                        </p:tgtEl>
                                        <p:attrNameLst>
                                          <p:attrName>style.visibility</p:attrName>
                                        </p:attrNameLst>
                                      </p:cBhvr>
                                      <p:to>
                                        <p:strVal val="visible"/>
                                      </p:to>
                                    </p:set>
                                    <p:animEffect transition="in" filter="wipe(left)">
                                      <p:cBhvr>
                                        <p:cTn id="22" dur="500"/>
                                        <p:tgtEl>
                                          <p:spTgt spid="1065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6507"/>
                                        </p:tgtEl>
                                        <p:attrNameLst>
                                          <p:attrName>style.visibility</p:attrName>
                                        </p:attrNameLst>
                                      </p:cBhvr>
                                      <p:to>
                                        <p:strVal val="visible"/>
                                      </p:to>
                                    </p:set>
                                    <p:animEffect transition="in" filter="wipe(left)">
                                      <p:cBhvr>
                                        <p:cTn id="27" dur="500"/>
                                        <p:tgtEl>
                                          <p:spTgt spid="10650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6508"/>
                                        </p:tgtEl>
                                        <p:attrNameLst>
                                          <p:attrName>style.visibility</p:attrName>
                                        </p:attrNameLst>
                                      </p:cBhvr>
                                      <p:to>
                                        <p:strVal val="visible"/>
                                      </p:to>
                                    </p:set>
                                    <p:animEffect transition="in" filter="wipe(left)">
                                      <p:cBhvr>
                                        <p:cTn id="32" dur="500"/>
                                        <p:tgtEl>
                                          <p:spTgt spid="1065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6503"/>
                                        </p:tgtEl>
                                        <p:attrNameLst>
                                          <p:attrName>style.visibility</p:attrName>
                                        </p:attrNameLst>
                                      </p:cBhvr>
                                      <p:to>
                                        <p:strVal val="visible"/>
                                      </p:to>
                                    </p:set>
                                    <p:animEffect transition="in" filter="wipe(left)">
                                      <p:cBhvr>
                                        <p:cTn id="37" dur="500"/>
                                        <p:tgtEl>
                                          <p:spTgt spid="1065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6504"/>
                                        </p:tgtEl>
                                        <p:attrNameLst>
                                          <p:attrName>style.visibility</p:attrName>
                                        </p:attrNameLst>
                                      </p:cBhvr>
                                      <p:to>
                                        <p:strVal val="visible"/>
                                      </p:to>
                                    </p:set>
                                    <p:animEffect transition="in" filter="wipe(left)">
                                      <p:cBhvr>
                                        <p:cTn id="42" dur="500"/>
                                        <p:tgtEl>
                                          <p:spTgt spid="106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p:bldP spid="106503" grpId="0"/>
      <p:bldP spid="106504" grpId="0"/>
      <p:bldP spid="106505" grpId="0"/>
      <p:bldP spid="10650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Text Box 4"/>
          <p:cNvSpPr txBox="1">
            <a:spLocks noChangeArrowheads="1"/>
          </p:cNvSpPr>
          <p:nvPr/>
        </p:nvSpPr>
        <p:spPr bwMode="auto">
          <a:xfrm>
            <a:off x="250825" y="404813"/>
            <a:ext cx="1800225" cy="457200"/>
          </a:xfrm>
          <a:prstGeom prst="rect">
            <a:avLst/>
          </a:prstGeom>
          <a:noFill/>
          <a:ln w="9525">
            <a:noFill/>
            <a:miter lim="800000"/>
            <a:headEnd/>
            <a:tailEnd/>
          </a:ln>
        </p:spPr>
        <p:txBody>
          <a:bodyPr>
            <a:spAutoFit/>
          </a:bodyPr>
          <a:lstStyle/>
          <a:p>
            <a:pPr algn="l"/>
            <a:r>
              <a:rPr lang="zh-CN" altLang="en-US" sz="2400" b="1">
                <a:solidFill>
                  <a:srgbClr val="FF0000"/>
                </a:solidFill>
                <a:latin typeface="宋体" pitchFamily="2" charset="-122"/>
              </a:rPr>
              <a:t>三、共振</a:t>
            </a:r>
          </a:p>
        </p:txBody>
      </p:sp>
      <p:sp>
        <p:nvSpPr>
          <p:cNvPr id="111621" name="Text Box 5"/>
          <p:cNvSpPr txBox="1">
            <a:spLocks noChangeArrowheads="1"/>
          </p:cNvSpPr>
          <p:nvPr/>
        </p:nvSpPr>
        <p:spPr bwMode="auto">
          <a:xfrm>
            <a:off x="827088" y="765175"/>
            <a:ext cx="5905500" cy="366713"/>
          </a:xfrm>
          <a:prstGeom prst="rect">
            <a:avLst/>
          </a:prstGeom>
          <a:noFill/>
          <a:ln w="9525">
            <a:noFill/>
            <a:miter lim="800000"/>
            <a:headEnd/>
            <a:tailEnd/>
          </a:ln>
        </p:spPr>
        <p:txBody>
          <a:bodyPr>
            <a:spAutoFit/>
          </a:bodyPr>
          <a:lstStyle/>
          <a:p>
            <a:pPr algn="l">
              <a:spcBef>
                <a:spcPct val="50000"/>
              </a:spcBef>
            </a:pPr>
            <a:r>
              <a:rPr lang="zh-CN" altLang="en-US" sz="1800" b="1">
                <a:solidFill>
                  <a:srgbClr val="0000FF"/>
                </a:solidFill>
                <a:ea typeface="华文中宋" pitchFamily="2" charset="-122"/>
              </a:rPr>
              <a:t>（受迫振动的振幅出现极大值的现象称为共振。）</a:t>
            </a:r>
          </a:p>
        </p:txBody>
      </p:sp>
      <p:sp>
        <p:nvSpPr>
          <p:cNvPr id="111622" name="Text Box 6"/>
          <p:cNvSpPr txBox="1">
            <a:spLocks noChangeArrowheads="1"/>
          </p:cNvSpPr>
          <p:nvPr/>
        </p:nvSpPr>
        <p:spPr bwMode="auto">
          <a:xfrm>
            <a:off x="395288" y="1268413"/>
            <a:ext cx="4572000" cy="457200"/>
          </a:xfrm>
          <a:prstGeom prst="rect">
            <a:avLst/>
          </a:prstGeom>
          <a:noFill/>
          <a:ln w="9525">
            <a:noFill/>
            <a:miter lim="800000"/>
            <a:headEnd/>
            <a:tailEnd/>
          </a:ln>
        </p:spPr>
        <p:txBody>
          <a:bodyPr>
            <a:spAutoFit/>
          </a:bodyPr>
          <a:lstStyle/>
          <a:p>
            <a:pPr marL="457200" indent="-457200" algn="l">
              <a:spcBef>
                <a:spcPct val="50000"/>
              </a:spcBef>
            </a:pPr>
            <a:r>
              <a:rPr lang="en-US" altLang="zh-CN" sz="2400" b="1">
                <a:latin typeface="宋体" pitchFamily="2" charset="-122"/>
              </a:rPr>
              <a:t>1</a:t>
            </a:r>
            <a:r>
              <a:rPr lang="zh-CN" altLang="en-US" sz="2400" b="1">
                <a:latin typeface="宋体" pitchFamily="2" charset="-122"/>
              </a:rPr>
              <a:t>、位移共振</a:t>
            </a:r>
            <a:r>
              <a:rPr lang="en-US" altLang="zh-CN" sz="2400" b="1">
                <a:solidFill>
                  <a:srgbClr val="0000FF"/>
                </a:solidFill>
                <a:latin typeface="宋体" pitchFamily="2" charset="-122"/>
              </a:rPr>
              <a:t>(</a:t>
            </a:r>
            <a:r>
              <a:rPr lang="zh-CN" altLang="en-US" sz="2400" b="1">
                <a:solidFill>
                  <a:srgbClr val="0000FF"/>
                </a:solidFill>
                <a:latin typeface="宋体" pitchFamily="2" charset="-122"/>
              </a:rPr>
              <a:t>振幅取极值</a:t>
            </a:r>
            <a:r>
              <a:rPr lang="en-US" altLang="zh-CN" sz="2400" b="1">
                <a:solidFill>
                  <a:srgbClr val="0000FF"/>
                </a:solidFill>
                <a:latin typeface="宋体" pitchFamily="2" charset="-122"/>
              </a:rPr>
              <a:t>)</a:t>
            </a:r>
          </a:p>
        </p:txBody>
      </p:sp>
      <p:sp>
        <p:nvSpPr>
          <p:cNvPr id="111623" name="Text Box 7"/>
          <p:cNvSpPr txBox="1">
            <a:spLocks noChangeArrowheads="1"/>
          </p:cNvSpPr>
          <p:nvPr/>
        </p:nvSpPr>
        <p:spPr bwMode="auto">
          <a:xfrm>
            <a:off x="1187450" y="1989138"/>
            <a:ext cx="1989138" cy="457200"/>
          </a:xfrm>
          <a:prstGeom prst="rect">
            <a:avLst/>
          </a:prstGeom>
          <a:noFill/>
          <a:ln w="9525">
            <a:noFill/>
            <a:miter lim="800000"/>
            <a:headEnd/>
            <a:tailEnd/>
          </a:ln>
        </p:spPr>
        <p:txBody>
          <a:bodyPr>
            <a:spAutoFit/>
          </a:bodyPr>
          <a:lstStyle/>
          <a:p>
            <a:pPr algn="just"/>
            <a:r>
              <a:rPr lang="zh-CN" altLang="en-US" sz="2400" b="1">
                <a:latin typeface="楷体_GB2312" pitchFamily="49" charset="-122"/>
                <a:ea typeface="楷体_GB2312" pitchFamily="49" charset="-122"/>
              </a:rPr>
              <a:t>共振频率 </a:t>
            </a:r>
            <a:r>
              <a:rPr lang="en-US" altLang="zh-CN" sz="2400" b="1">
                <a:latin typeface="楷体_GB2312" pitchFamily="49" charset="-122"/>
                <a:ea typeface="楷体_GB2312" pitchFamily="49" charset="-122"/>
              </a:rPr>
              <a:t>:</a:t>
            </a:r>
            <a:endParaRPr lang="en-US" altLang="zh-CN" sz="2400">
              <a:latin typeface="楷体_GB2312" pitchFamily="49" charset="-122"/>
              <a:ea typeface="楷体_GB2312" pitchFamily="49" charset="-122"/>
            </a:endParaRPr>
          </a:p>
        </p:txBody>
      </p:sp>
      <p:graphicFrame>
        <p:nvGraphicFramePr>
          <p:cNvPr id="111624" name="Object 8"/>
          <p:cNvGraphicFramePr>
            <a:graphicFrameLocks noChangeAspect="1"/>
          </p:cNvGraphicFramePr>
          <p:nvPr/>
        </p:nvGraphicFramePr>
        <p:xfrm>
          <a:off x="2916238" y="1844675"/>
          <a:ext cx="2160587" cy="619125"/>
        </p:xfrm>
        <a:graphic>
          <a:graphicData uri="http://schemas.openxmlformats.org/presentationml/2006/ole">
            <p:oleObj spid="_x0000_s49154" name="公式" r:id="rId3" imgW="1015920" imgH="291960" progId="Equation.3">
              <p:embed/>
            </p:oleObj>
          </a:graphicData>
        </a:graphic>
      </p:graphicFrame>
      <p:sp>
        <p:nvSpPr>
          <p:cNvPr id="111625" name="Text Box 9"/>
          <p:cNvSpPr txBox="1">
            <a:spLocks noChangeArrowheads="1"/>
          </p:cNvSpPr>
          <p:nvPr/>
        </p:nvSpPr>
        <p:spPr bwMode="auto">
          <a:xfrm>
            <a:off x="1042988" y="2636838"/>
            <a:ext cx="1752600" cy="457200"/>
          </a:xfrm>
          <a:prstGeom prst="rect">
            <a:avLst/>
          </a:prstGeom>
          <a:noFill/>
          <a:ln w="9525">
            <a:noFill/>
            <a:miter lim="800000"/>
            <a:headEnd/>
            <a:tailEnd/>
          </a:ln>
        </p:spPr>
        <p:txBody>
          <a:bodyPr>
            <a:spAutoFit/>
          </a:bodyPr>
          <a:lstStyle/>
          <a:p>
            <a:pPr algn="l"/>
            <a:r>
              <a:rPr lang="zh-CN" altLang="en-US" sz="2400" b="1">
                <a:latin typeface="楷体_GB2312" pitchFamily="49" charset="-122"/>
                <a:ea typeface="楷体_GB2312" pitchFamily="49" charset="-122"/>
              </a:rPr>
              <a:t>共振振幅 </a:t>
            </a:r>
            <a:r>
              <a:rPr lang="en-US" altLang="zh-CN" sz="2400" b="1">
                <a:latin typeface="楷体_GB2312" pitchFamily="49" charset="-122"/>
                <a:ea typeface="楷体_GB2312" pitchFamily="49" charset="-122"/>
              </a:rPr>
              <a:t>:</a:t>
            </a:r>
            <a:endParaRPr lang="en-US" altLang="zh-CN" sz="2400">
              <a:latin typeface="楷体_GB2312" pitchFamily="49" charset="-122"/>
              <a:ea typeface="楷体_GB2312" pitchFamily="49" charset="-122"/>
            </a:endParaRPr>
          </a:p>
        </p:txBody>
      </p:sp>
      <p:graphicFrame>
        <p:nvGraphicFramePr>
          <p:cNvPr id="111626" name="Object 10"/>
          <p:cNvGraphicFramePr>
            <a:graphicFrameLocks noChangeAspect="1"/>
          </p:cNvGraphicFramePr>
          <p:nvPr/>
        </p:nvGraphicFramePr>
        <p:xfrm>
          <a:off x="2843213" y="2420938"/>
          <a:ext cx="2232025" cy="928687"/>
        </p:xfrm>
        <a:graphic>
          <a:graphicData uri="http://schemas.openxmlformats.org/presentationml/2006/ole">
            <p:oleObj spid="_x0000_s49155" name="公式" r:id="rId4" imgW="1130040" imgH="469800" progId="Equation.3">
              <p:embed/>
            </p:oleObj>
          </a:graphicData>
        </a:graphic>
      </p:graphicFrame>
      <p:sp>
        <p:nvSpPr>
          <p:cNvPr id="111627" name="Text Box 11"/>
          <p:cNvSpPr txBox="1">
            <a:spLocks noChangeArrowheads="1"/>
          </p:cNvSpPr>
          <p:nvPr/>
        </p:nvSpPr>
        <p:spPr bwMode="auto">
          <a:xfrm>
            <a:off x="323850" y="3322638"/>
            <a:ext cx="4802188" cy="457200"/>
          </a:xfrm>
          <a:prstGeom prst="rect">
            <a:avLst/>
          </a:prstGeom>
          <a:noFill/>
          <a:ln w="9525">
            <a:noFill/>
            <a:miter lim="800000"/>
            <a:headEnd/>
            <a:tailEnd/>
          </a:ln>
        </p:spPr>
        <p:txBody>
          <a:bodyPr>
            <a:spAutoFit/>
          </a:bodyPr>
          <a:lstStyle/>
          <a:p>
            <a:pPr algn="l"/>
            <a:r>
              <a:rPr lang="en-US" altLang="zh-CN" sz="2400" b="1">
                <a:latin typeface="宋体" pitchFamily="2" charset="-122"/>
              </a:rPr>
              <a:t>2</a:t>
            </a:r>
            <a:r>
              <a:rPr lang="zh-CN" altLang="en-US" sz="2400" b="1">
                <a:latin typeface="宋体" pitchFamily="2" charset="-122"/>
              </a:rPr>
              <a:t>、速度共振</a:t>
            </a:r>
            <a:r>
              <a:rPr lang="en-US" altLang="zh-CN" sz="2400" b="1">
                <a:solidFill>
                  <a:srgbClr val="0000FF"/>
                </a:solidFill>
                <a:latin typeface="宋体" pitchFamily="2" charset="-122"/>
              </a:rPr>
              <a:t>(</a:t>
            </a:r>
            <a:r>
              <a:rPr lang="zh-CN" altLang="en-US" sz="2400" b="1">
                <a:solidFill>
                  <a:srgbClr val="0000FF"/>
                </a:solidFill>
                <a:latin typeface="宋体" pitchFamily="2" charset="-122"/>
              </a:rPr>
              <a:t>速度振幅取极值</a:t>
            </a:r>
            <a:r>
              <a:rPr lang="en-US" altLang="zh-CN" sz="2400" b="1">
                <a:solidFill>
                  <a:srgbClr val="0000FF"/>
                </a:solidFill>
                <a:latin typeface="宋体" pitchFamily="2" charset="-122"/>
              </a:rPr>
              <a:t>)</a:t>
            </a:r>
          </a:p>
        </p:txBody>
      </p:sp>
      <p:sp>
        <p:nvSpPr>
          <p:cNvPr id="111628" name="Text Box 12"/>
          <p:cNvSpPr txBox="1">
            <a:spLocks noChangeArrowheads="1"/>
          </p:cNvSpPr>
          <p:nvPr/>
        </p:nvSpPr>
        <p:spPr bwMode="auto">
          <a:xfrm>
            <a:off x="1085850" y="4897438"/>
            <a:ext cx="2060575" cy="457200"/>
          </a:xfrm>
          <a:prstGeom prst="rect">
            <a:avLst/>
          </a:prstGeom>
          <a:noFill/>
          <a:ln w="9525">
            <a:noFill/>
            <a:miter lim="800000"/>
            <a:headEnd/>
            <a:tailEnd/>
          </a:ln>
        </p:spPr>
        <p:txBody>
          <a:bodyPr>
            <a:spAutoFit/>
          </a:bodyPr>
          <a:lstStyle/>
          <a:p>
            <a:pPr algn="just"/>
            <a:r>
              <a:rPr lang="zh-CN" altLang="en-US" sz="2400" b="1">
                <a:latin typeface="楷体_GB2312" pitchFamily="49" charset="-122"/>
                <a:ea typeface="楷体_GB2312" pitchFamily="49" charset="-122"/>
              </a:rPr>
              <a:t>共振频率 </a:t>
            </a:r>
            <a:r>
              <a:rPr lang="en-US" altLang="zh-CN" sz="2400" b="1">
                <a:latin typeface="楷体_GB2312" pitchFamily="49" charset="-122"/>
                <a:ea typeface="楷体_GB2312" pitchFamily="49" charset="-122"/>
              </a:rPr>
              <a:t>:</a:t>
            </a:r>
            <a:endParaRPr lang="en-US" altLang="zh-CN" sz="2400">
              <a:latin typeface="楷体_GB2312" pitchFamily="49" charset="-122"/>
              <a:ea typeface="楷体_GB2312" pitchFamily="49" charset="-122"/>
            </a:endParaRPr>
          </a:p>
        </p:txBody>
      </p:sp>
      <p:graphicFrame>
        <p:nvGraphicFramePr>
          <p:cNvPr id="111629" name="Object 13"/>
          <p:cNvGraphicFramePr>
            <a:graphicFrameLocks noChangeAspect="1"/>
          </p:cNvGraphicFramePr>
          <p:nvPr/>
        </p:nvGraphicFramePr>
        <p:xfrm>
          <a:off x="2847975" y="4965700"/>
          <a:ext cx="895350" cy="388938"/>
        </p:xfrm>
        <a:graphic>
          <a:graphicData uri="http://schemas.openxmlformats.org/presentationml/2006/ole">
            <p:oleObj spid="_x0000_s49156" name="公式" r:id="rId5" imgW="990360" imgH="431640" progId="Equation.3">
              <p:embed/>
            </p:oleObj>
          </a:graphicData>
        </a:graphic>
      </p:graphicFrame>
      <p:sp>
        <p:nvSpPr>
          <p:cNvPr id="111630" name="Text Box 14"/>
          <p:cNvSpPr txBox="1">
            <a:spLocks noChangeArrowheads="1"/>
          </p:cNvSpPr>
          <p:nvPr/>
        </p:nvSpPr>
        <p:spPr bwMode="auto">
          <a:xfrm>
            <a:off x="1074738" y="5573713"/>
            <a:ext cx="2220912" cy="457200"/>
          </a:xfrm>
          <a:prstGeom prst="rect">
            <a:avLst/>
          </a:prstGeom>
          <a:noFill/>
          <a:ln w="9525">
            <a:noFill/>
            <a:miter lim="800000"/>
            <a:headEnd/>
            <a:tailEnd/>
          </a:ln>
        </p:spPr>
        <p:txBody>
          <a:bodyPr>
            <a:spAutoFit/>
          </a:bodyPr>
          <a:lstStyle/>
          <a:p>
            <a:pPr algn="l"/>
            <a:r>
              <a:rPr lang="zh-CN" altLang="en-US" sz="2400" b="1">
                <a:latin typeface="楷体_GB2312" pitchFamily="49" charset="-122"/>
                <a:ea typeface="楷体_GB2312" pitchFamily="49" charset="-122"/>
              </a:rPr>
              <a:t>共振速度振幅 </a:t>
            </a:r>
            <a:r>
              <a:rPr lang="en-US" altLang="zh-CN" sz="2400" b="1">
                <a:latin typeface="楷体_GB2312" pitchFamily="49" charset="-122"/>
                <a:ea typeface="楷体_GB2312" pitchFamily="49" charset="-122"/>
              </a:rPr>
              <a:t>:</a:t>
            </a:r>
            <a:endParaRPr lang="en-US" altLang="zh-CN" sz="2400">
              <a:latin typeface="楷体_GB2312" pitchFamily="49" charset="-122"/>
              <a:ea typeface="楷体_GB2312" pitchFamily="49" charset="-122"/>
            </a:endParaRPr>
          </a:p>
        </p:txBody>
      </p:sp>
      <p:graphicFrame>
        <p:nvGraphicFramePr>
          <p:cNvPr id="111631" name="Object 15"/>
          <p:cNvGraphicFramePr>
            <a:graphicFrameLocks noChangeAspect="1"/>
          </p:cNvGraphicFramePr>
          <p:nvPr/>
        </p:nvGraphicFramePr>
        <p:xfrm>
          <a:off x="3276600" y="5446713"/>
          <a:ext cx="1079500" cy="776287"/>
        </p:xfrm>
        <a:graphic>
          <a:graphicData uri="http://schemas.openxmlformats.org/presentationml/2006/ole">
            <p:oleObj spid="_x0000_s49157" name="公式" r:id="rId6" imgW="545760" imgH="393480" progId="Equation.3">
              <p:embed/>
            </p:oleObj>
          </a:graphicData>
        </a:graphic>
      </p:graphicFrame>
      <p:graphicFrame>
        <p:nvGraphicFramePr>
          <p:cNvPr id="111632" name="Object 16"/>
          <p:cNvGraphicFramePr>
            <a:graphicFrameLocks noChangeAspect="1"/>
          </p:cNvGraphicFramePr>
          <p:nvPr/>
        </p:nvGraphicFramePr>
        <p:xfrm>
          <a:off x="1273175" y="3783013"/>
          <a:ext cx="3932238" cy="1085850"/>
        </p:xfrm>
        <a:graphic>
          <a:graphicData uri="http://schemas.openxmlformats.org/presentationml/2006/ole">
            <p:oleObj spid="_x0000_s49158" name="公式" r:id="rId7" imgW="1701720" imgH="469800" progId="Equation.3">
              <p:embed/>
            </p:oleObj>
          </a:graphicData>
        </a:graphic>
      </p:graphicFrame>
      <p:grpSp>
        <p:nvGrpSpPr>
          <p:cNvPr id="2" name="Group 38"/>
          <p:cNvGrpSpPr>
            <a:grpSpLocks/>
          </p:cNvGrpSpPr>
          <p:nvPr/>
        </p:nvGrpSpPr>
        <p:grpSpPr bwMode="auto">
          <a:xfrm>
            <a:off x="5435600" y="1268413"/>
            <a:ext cx="3600450" cy="3313112"/>
            <a:chOff x="3424" y="799"/>
            <a:chExt cx="2268" cy="2087"/>
          </a:xfrm>
        </p:grpSpPr>
        <p:pic>
          <p:nvPicPr>
            <p:cNvPr id="49171" name="Picture 26" descr="60"/>
            <p:cNvPicPr>
              <a:picLocks noChangeAspect="1" noChangeArrowheads="1"/>
            </p:cNvPicPr>
            <p:nvPr/>
          </p:nvPicPr>
          <p:blipFill>
            <a:blip r:embed="rId8"/>
            <a:srcRect/>
            <a:stretch>
              <a:fillRect/>
            </a:stretch>
          </p:blipFill>
          <p:spPr bwMode="auto">
            <a:xfrm>
              <a:off x="3424" y="799"/>
              <a:ext cx="1972" cy="2064"/>
            </a:xfrm>
            <a:prstGeom prst="rect">
              <a:avLst/>
            </a:prstGeom>
            <a:noFill/>
            <a:ln w="9525">
              <a:noFill/>
              <a:miter lim="800000"/>
              <a:headEnd/>
              <a:tailEnd/>
            </a:ln>
          </p:spPr>
        </p:pic>
        <p:sp>
          <p:nvSpPr>
            <p:cNvPr id="49172" name="Text Box 30"/>
            <p:cNvSpPr txBox="1">
              <a:spLocks noChangeArrowheads="1"/>
            </p:cNvSpPr>
            <p:nvPr/>
          </p:nvSpPr>
          <p:spPr bwMode="auto">
            <a:xfrm>
              <a:off x="3424" y="900"/>
              <a:ext cx="311" cy="301"/>
            </a:xfrm>
            <a:prstGeom prst="rect">
              <a:avLst/>
            </a:prstGeom>
            <a:noFill/>
            <a:ln w="9525">
              <a:noFill/>
              <a:miter lim="800000"/>
              <a:headEnd/>
              <a:tailEnd/>
            </a:ln>
          </p:spPr>
          <p:txBody>
            <a:bodyPr/>
            <a:lstStyle/>
            <a:p>
              <a:pPr algn="just"/>
              <a:r>
                <a:rPr lang="en-US" altLang="zh-CN" sz="2000" b="1" i="1">
                  <a:solidFill>
                    <a:srgbClr val="0000FF"/>
                  </a:solidFill>
                </a:rPr>
                <a:t>A</a:t>
              </a:r>
              <a:endParaRPr lang="en-US" altLang="zh-CN" sz="2000" b="1">
                <a:solidFill>
                  <a:srgbClr val="0000FF"/>
                </a:solidFill>
              </a:endParaRPr>
            </a:p>
          </p:txBody>
        </p:sp>
        <p:sp>
          <p:nvSpPr>
            <p:cNvPr id="49173" name="Text Box 31"/>
            <p:cNvSpPr txBox="1">
              <a:spLocks noChangeArrowheads="1"/>
            </p:cNvSpPr>
            <p:nvPr/>
          </p:nvSpPr>
          <p:spPr bwMode="auto">
            <a:xfrm>
              <a:off x="4468" y="1403"/>
              <a:ext cx="726" cy="301"/>
            </a:xfrm>
            <a:prstGeom prst="rect">
              <a:avLst/>
            </a:prstGeom>
            <a:noFill/>
            <a:ln w="9525">
              <a:noFill/>
              <a:miter lim="800000"/>
              <a:headEnd/>
              <a:tailEnd/>
            </a:ln>
          </p:spPr>
          <p:txBody>
            <a:bodyPr/>
            <a:lstStyle/>
            <a:p>
              <a:pPr algn="just"/>
              <a:r>
                <a:rPr lang="zh-CN" altLang="en-US" sz="2000" b="1">
                  <a:solidFill>
                    <a:srgbClr val="0000FF"/>
                  </a:solidFill>
                  <a:latin typeface="楷体_GB2312" pitchFamily="49" charset="-122"/>
                  <a:ea typeface="楷体_GB2312" pitchFamily="49" charset="-122"/>
                </a:rPr>
                <a:t>阻尼＝</a:t>
              </a:r>
              <a:r>
                <a:rPr lang="en-US" altLang="zh-CN" sz="2000" b="1">
                  <a:solidFill>
                    <a:srgbClr val="0000FF"/>
                  </a:solidFill>
                  <a:latin typeface="楷体_GB2312" pitchFamily="49" charset="-122"/>
                  <a:ea typeface="楷体_GB2312" pitchFamily="49" charset="-122"/>
                </a:rPr>
                <a:t>0</a:t>
              </a:r>
            </a:p>
          </p:txBody>
        </p:sp>
        <p:sp>
          <p:nvSpPr>
            <p:cNvPr id="49174" name="Text Box 32"/>
            <p:cNvSpPr txBox="1">
              <a:spLocks noChangeArrowheads="1"/>
            </p:cNvSpPr>
            <p:nvPr/>
          </p:nvSpPr>
          <p:spPr bwMode="auto">
            <a:xfrm>
              <a:off x="4640" y="1805"/>
              <a:ext cx="825" cy="302"/>
            </a:xfrm>
            <a:prstGeom prst="rect">
              <a:avLst/>
            </a:prstGeom>
            <a:noFill/>
            <a:ln w="9525">
              <a:noFill/>
              <a:miter lim="800000"/>
              <a:headEnd/>
              <a:tailEnd/>
            </a:ln>
          </p:spPr>
          <p:txBody>
            <a:bodyPr/>
            <a:lstStyle/>
            <a:p>
              <a:pPr algn="just"/>
              <a:r>
                <a:rPr lang="zh-CN" altLang="en-US" sz="2000" b="1">
                  <a:solidFill>
                    <a:srgbClr val="0000FF"/>
                  </a:solidFill>
                  <a:ea typeface="楷体_GB2312" pitchFamily="49" charset="-122"/>
                </a:rPr>
                <a:t>阻尼较小</a:t>
              </a:r>
            </a:p>
          </p:txBody>
        </p:sp>
        <p:sp>
          <p:nvSpPr>
            <p:cNvPr id="49175" name="Text Box 33"/>
            <p:cNvSpPr txBox="1">
              <a:spLocks noChangeArrowheads="1"/>
            </p:cNvSpPr>
            <p:nvPr/>
          </p:nvSpPr>
          <p:spPr bwMode="auto">
            <a:xfrm>
              <a:off x="4830" y="2115"/>
              <a:ext cx="862" cy="302"/>
            </a:xfrm>
            <a:prstGeom prst="rect">
              <a:avLst/>
            </a:prstGeom>
            <a:noFill/>
            <a:ln w="9525">
              <a:noFill/>
              <a:miter lim="800000"/>
              <a:headEnd/>
              <a:tailEnd/>
            </a:ln>
          </p:spPr>
          <p:txBody>
            <a:bodyPr/>
            <a:lstStyle/>
            <a:p>
              <a:pPr algn="just"/>
              <a:r>
                <a:rPr lang="zh-CN" altLang="en-US" sz="2000" b="1">
                  <a:solidFill>
                    <a:srgbClr val="0000FF"/>
                  </a:solidFill>
                  <a:ea typeface="楷体_GB2312" pitchFamily="49" charset="-122"/>
                </a:rPr>
                <a:t>阻尼较大</a:t>
              </a:r>
            </a:p>
          </p:txBody>
        </p:sp>
        <p:sp>
          <p:nvSpPr>
            <p:cNvPr id="49176" name="Text Box 34"/>
            <p:cNvSpPr txBox="1">
              <a:spLocks noChangeArrowheads="1"/>
            </p:cNvSpPr>
            <p:nvPr/>
          </p:nvSpPr>
          <p:spPr bwMode="auto">
            <a:xfrm>
              <a:off x="3464" y="2454"/>
              <a:ext cx="312" cy="302"/>
            </a:xfrm>
            <a:prstGeom prst="rect">
              <a:avLst/>
            </a:prstGeom>
            <a:noFill/>
            <a:ln w="9525">
              <a:noFill/>
              <a:miter lim="800000"/>
              <a:headEnd/>
              <a:tailEnd/>
            </a:ln>
          </p:spPr>
          <p:txBody>
            <a:bodyPr/>
            <a:lstStyle/>
            <a:p>
              <a:pPr algn="just"/>
              <a:r>
                <a:rPr lang="en-US" altLang="zh-CN" sz="2000" b="1" i="1">
                  <a:solidFill>
                    <a:srgbClr val="0000FF"/>
                  </a:solidFill>
                </a:rPr>
                <a:t>O</a:t>
              </a:r>
              <a:endParaRPr lang="en-US" altLang="zh-CN" sz="2000" b="1">
                <a:solidFill>
                  <a:srgbClr val="0000FF"/>
                </a:solidFill>
              </a:endParaRPr>
            </a:p>
          </p:txBody>
        </p:sp>
        <p:graphicFrame>
          <p:nvGraphicFramePr>
            <p:cNvPr id="49159" name="Object 35"/>
            <p:cNvGraphicFramePr>
              <a:graphicFrameLocks noChangeAspect="1"/>
            </p:cNvGraphicFramePr>
            <p:nvPr/>
          </p:nvGraphicFramePr>
          <p:xfrm>
            <a:off x="4059" y="2614"/>
            <a:ext cx="226" cy="272"/>
          </p:xfrm>
          <a:graphic>
            <a:graphicData uri="http://schemas.openxmlformats.org/presentationml/2006/ole">
              <p:oleObj spid="_x0000_s49159" name="公式" r:id="rId9" imgW="190440" imgH="228600" progId="Equation.3">
                <p:embed/>
              </p:oleObj>
            </a:graphicData>
          </a:graphic>
        </p:graphicFrame>
        <p:graphicFrame>
          <p:nvGraphicFramePr>
            <p:cNvPr id="49160" name="Object 36"/>
            <p:cNvGraphicFramePr>
              <a:graphicFrameLocks noChangeAspect="1"/>
            </p:cNvGraphicFramePr>
            <p:nvPr/>
          </p:nvGraphicFramePr>
          <p:xfrm>
            <a:off x="5193" y="2523"/>
            <a:ext cx="229" cy="272"/>
          </p:xfrm>
          <a:graphic>
            <a:graphicData uri="http://schemas.openxmlformats.org/presentationml/2006/ole">
              <p:oleObj spid="_x0000_s49160" name="公式" r:id="rId10" imgW="203040" imgH="241200" progId="Equation.3">
                <p:embed/>
              </p:oleObj>
            </a:graphicData>
          </a:graphic>
        </p:graphicFrame>
      </p:grpSp>
      <p:sp>
        <p:nvSpPr>
          <p:cNvPr id="111653" name="Rectangle 37"/>
          <p:cNvSpPr>
            <a:spLocks noChangeArrowheads="1"/>
          </p:cNvSpPr>
          <p:nvPr/>
        </p:nvSpPr>
        <p:spPr bwMode="auto">
          <a:xfrm>
            <a:off x="6156325" y="4581525"/>
            <a:ext cx="1728788" cy="396875"/>
          </a:xfrm>
          <a:prstGeom prst="rect">
            <a:avLst/>
          </a:prstGeom>
          <a:noFill/>
          <a:ln w="9525">
            <a:noFill/>
            <a:miter lim="800000"/>
            <a:headEnd/>
            <a:tailEnd/>
          </a:ln>
        </p:spPr>
        <p:txBody>
          <a:bodyPr anchor="ctr">
            <a:spAutoFit/>
          </a:bodyPr>
          <a:lstStyle/>
          <a:p>
            <a:pPr algn="l"/>
            <a:r>
              <a:rPr lang="zh-CN" altLang="en-US" sz="2000" b="1">
                <a:solidFill>
                  <a:srgbClr val="FF0000"/>
                </a:solidFill>
                <a:latin typeface="宋体" pitchFamily="2" charset="-122"/>
                <a:cs typeface="Times New Roman" pitchFamily="18" charset="0"/>
              </a:rPr>
              <a:t>位移共振曲线</a:t>
            </a:r>
            <a:r>
              <a:rPr lang="zh-CN" altLang="en-US" sz="1600" b="1">
                <a:latin typeface="宋体" pitchFamily="2" charset="-122"/>
                <a:cs typeface="Times New Roman" pitchFamily="18" charset="0"/>
              </a:rPr>
              <a:t>　　　</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20"/>
                                        </p:tgtEl>
                                        <p:attrNameLst>
                                          <p:attrName>style.visibility</p:attrName>
                                        </p:attrNameLst>
                                      </p:cBhvr>
                                      <p:to>
                                        <p:strVal val="visible"/>
                                      </p:to>
                                    </p:set>
                                    <p:animEffect transition="in" filter="wipe(left)">
                                      <p:cBhvr>
                                        <p:cTn id="7" dur="500"/>
                                        <p:tgtEl>
                                          <p:spTgt spid="1116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621"/>
                                        </p:tgtEl>
                                        <p:attrNameLst>
                                          <p:attrName>style.visibility</p:attrName>
                                        </p:attrNameLst>
                                      </p:cBhvr>
                                      <p:to>
                                        <p:strVal val="visible"/>
                                      </p:to>
                                    </p:set>
                                    <p:animEffect transition="in" filter="wipe(left)">
                                      <p:cBhvr>
                                        <p:cTn id="12" dur="500"/>
                                        <p:tgtEl>
                                          <p:spTgt spid="1116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1622"/>
                                        </p:tgtEl>
                                        <p:attrNameLst>
                                          <p:attrName>style.visibility</p:attrName>
                                        </p:attrNameLst>
                                      </p:cBhvr>
                                      <p:to>
                                        <p:strVal val="visible"/>
                                      </p:to>
                                    </p:set>
                                    <p:animEffect transition="in" filter="wipe(left)">
                                      <p:cBhvr>
                                        <p:cTn id="17" dur="500"/>
                                        <p:tgtEl>
                                          <p:spTgt spid="1116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1623"/>
                                        </p:tgtEl>
                                        <p:attrNameLst>
                                          <p:attrName>style.visibility</p:attrName>
                                        </p:attrNameLst>
                                      </p:cBhvr>
                                      <p:to>
                                        <p:strVal val="visible"/>
                                      </p:to>
                                    </p:set>
                                    <p:animEffect transition="in" filter="wipe(left)">
                                      <p:cBhvr>
                                        <p:cTn id="22" dur="500"/>
                                        <p:tgtEl>
                                          <p:spTgt spid="1116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1624"/>
                                        </p:tgtEl>
                                        <p:attrNameLst>
                                          <p:attrName>style.visibility</p:attrName>
                                        </p:attrNameLst>
                                      </p:cBhvr>
                                      <p:to>
                                        <p:strVal val="visible"/>
                                      </p:to>
                                    </p:set>
                                    <p:animEffect transition="in" filter="wipe(left)">
                                      <p:cBhvr>
                                        <p:cTn id="27" dur="500"/>
                                        <p:tgtEl>
                                          <p:spTgt spid="1116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1625"/>
                                        </p:tgtEl>
                                        <p:attrNameLst>
                                          <p:attrName>style.visibility</p:attrName>
                                        </p:attrNameLst>
                                      </p:cBhvr>
                                      <p:to>
                                        <p:strVal val="visible"/>
                                      </p:to>
                                    </p:set>
                                    <p:animEffect transition="in" filter="wipe(left)">
                                      <p:cBhvr>
                                        <p:cTn id="32" dur="500"/>
                                        <p:tgtEl>
                                          <p:spTgt spid="1116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1626"/>
                                        </p:tgtEl>
                                        <p:attrNameLst>
                                          <p:attrName>style.visibility</p:attrName>
                                        </p:attrNameLst>
                                      </p:cBhvr>
                                      <p:to>
                                        <p:strVal val="visible"/>
                                      </p:to>
                                    </p:set>
                                    <p:animEffect transition="in" filter="wipe(left)">
                                      <p:cBhvr>
                                        <p:cTn id="37" dur="500"/>
                                        <p:tgtEl>
                                          <p:spTgt spid="1116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down)">
                                      <p:cBhvr>
                                        <p:cTn id="42" dur="500"/>
                                        <p:tgtEl>
                                          <p:spTgt spid="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11653"/>
                                        </p:tgtEl>
                                        <p:attrNameLst>
                                          <p:attrName>style.visibility</p:attrName>
                                        </p:attrNameLst>
                                      </p:cBhvr>
                                      <p:to>
                                        <p:strVal val="visible"/>
                                      </p:to>
                                    </p:set>
                                    <p:animEffect transition="in" filter="wipe(down)">
                                      <p:cBhvr>
                                        <p:cTn id="45" dur="500"/>
                                        <p:tgtEl>
                                          <p:spTgt spid="11165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1627"/>
                                        </p:tgtEl>
                                        <p:attrNameLst>
                                          <p:attrName>style.visibility</p:attrName>
                                        </p:attrNameLst>
                                      </p:cBhvr>
                                      <p:to>
                                        <p:strVal val="visible"/>
                                      </p:to>
                                    </p:set>
                                    <p:animEffect transition="in" filter="wipe(left)">
                                      <p:cBhvr>
                                        <p:cTn id="50" dur="500"/>
                                        <p:tgtEl>
                                          <p:spTgt spid="11162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11632"/>
                                        </p:tgtEl>
                                        <p:attrNameLst>
                                          <p:attrName>style.visibility</p:attrName>
                                        </p:attrNameLst>
                                      </p:cBhvr>
                                      <p:to>
                                        <p:strVal val="visible"/>
                                      </p:to>
                                    </p:set>
                                    <p:animEffect transition="in" filter="wipe(left)">
                                      <p:cBhvr>
                                        <p:cTn id="55" dur="500"/>
                                        <p:tgtEl>
                                          <p:spTgt spid="11163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11628"/>
                                        </p:tgtEl>
                                        <p:attrNameLst>
                                          <p:attrName>style.visibility</p:attrName>
                                        </p:attrNameLst>
                                      </p:cBhvr>
                                      <p:to>
                                        <p:strVal val="visible"/>
                                      </p:to>
                                    </p:set>
                                    <p:animEffect transition="in" filter="wipe(left)">
                                      <p:cBhvr>
                                        <p:cTn id="60" dur="500"/>
                                        <p:tgtEl>
                                          <p:spTgt spid="111628"/>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111629"/>
                                        </p:tgtEl>
                                        <p:attrNameLst>
                                          <p:attrName>style.visibility</p:attrName>
                                        </p:attrNameLst>
                                      </p:cBhvr>
                                      <p:to>
                                        <p:strVal val="visible"/>
                                      </p:to>
                                    </p:set>
                                    <p:animEffect transition="in" filter="wipe(left)">
                                      <p:cBhvr>
                                        <p:cTn id="64" dur="500"/>
                                        <p:tgtEl>
                                          <p:spTgt spid="11162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11630"/>
                                        </p:tgtEl>
                                        <p:attrNameLst>
                                          <p:attrName>style.visibility</p:attrName>
                                        </p:attrNameLst>
                                      </p:cBhvr>
                                      <p:to>
                                        <p:strVal val="visible"/>
                                      </p:to>
                                    </p:set>
                                    <p:animEffect transition="in" filter="wipe(left)">
                                      <p:cBhvr>
                                        <p:cTn id="69" dur="500"/>
                                        <p:tgtEl>
                                          <p:spTgt spid="111630"/>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111631"/>
                                        </p:tgtEl>
                                        <p:attrNameLst>
                                          <p:attrName>style.visibility</p:attrName>
                                        </p:attrNameLst>
                                      </p:cBhvr>
                                      <p:to>
                                        <p:strVal val="visible"/>
                                      </p:to>
                                    </p:set>
                                    <p:animEffect transition="in" filter="wipe(left)">
                                      <p:cBhvr>
                                        <p:cTn id="73" dur="500"/>
                                        <p:tgtEl>
                                          <p:spTgt spid="111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autoUpdateAnimBg="0"/>
      <p:bldP spid="111621" grpId="0"/>
      <p:bldP spid="111622" grpId="0"/>
      <p:bldP spid="111623" grpId="0"/>
      <p:bldP spid="111625" grpId="0"/>
      <p:bldP spid="111627" grpId="0" autoUpdateAnimBg="0"/>
      <p:bldP spid="111628" grpId="0" autoUpdateAnimBg="0"/>
      <p:bldP spid="111630" grpId="0" autoUpdateAnimBg="0"/>
      <p:bldP spid="11165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Text Box 4"/>
          <p:cNvSpPr txBox="1">
            <a:spLocks noChangeArrowheads="1"/>
          </p:cNvSpPr>
          <p:nvPr/>
        </p:nvSpPr>
        <p:spPr bwMode="auto">
          <a:xfrm>
            <a:off x="323850" y="669925"/>
            <a:ext cx="3249613" cy="493713"/>
          </a:xfrm>
          <a:prstGeom prst="rect">
            <a:avLst/>
          </a:prstGeom>
          <a:noFill/>
          <a:ln w="9525">
            <a:noFill/>
            <a:miter lim="800000"/>
            <a:headEnd/>
            <a:tailEnd/>
          </a:ln>
        </p:spPr>
        <p:txBody>
          <a:bodyPr wrap="none">
            <a:spAutoFit/>
          </a:bodyPr>
          <a:lstStyle/>
          <a:p>
            <a:pPr algn="l">
              <a:lnSpc>
                <a:spcPct val="110000"/>
              </a:lnSpc>
            </a:pPr>
            <a:r>
              <a:rPr lang="en-US" altLang="zh-CN" sz="2400" b="1">
                <a:latin typeface="宋体" pitchFamily="2" charset="-122"/>
              </a:rPr>
              <a:t>3</a:t>
            </a:r>
            <a:r>
              <a:rPr lang="zh-CN" altLang="en-US" sz="2400" b="1">
                <a:latin typeface="宋体" pitchFamily="2" charset="-122"/>
              </a:rPr>
              <a:t>、</a:t>
            </a:r>
            <a:r>
              <a:rPr lang="zh-CN" altLang="en-US" sz="2400" b="1">
                <a:latin typeface="宋体" pitchFamily="2" charset="-122"/>
                <a:cs typeface="Times New Roman" pitchFamily="18" charset="0"/>
              </a:rPr>
              <a:t> </a:t>
            </a:r>
            <a:r>
              <a:rPr lang="zh-CN" altLang="en-US" sz="2400" b="1">
                <a:latin typeface="宋体" pitchFamily="2" charset="-122"/>
              </a:rPr>
              <a:t>共振的利用与防止</a:t>
            </a:r>
          </a:p>
        </p:txBody>
      </p:sp>
      <p:sp>
        <p:nvSpPr>
          <p:cNvPr id="114694" name="Text Box 6"/>
          <p:cNvSpPr txBox="1">
            <a:spLocks noChangeArrowheads="1"/>
          </p:cNvSpPr>
          <p:nvPr/>
        </p:nvSpPr>
        <p:spPr bwMode="auto">
          <a:xfrm>
            <a:off x="600075" y="1443038"/>
            <a:ext cx="1960563" cy="519112"/>
          </a:xfrm>
          <a:prstGeom prst="rect">
            <a:avLst/>
          </a:prstGeom>
          <a:noFill/>
          <a:ln w="9525">
            <a:noFill/>
            <a:miter lim="800000"/>
            <a:headEnd/>
            <a:tailEnd/>
          </a:ln>
        </p:spPr>
        <p:txBody>
          <a:bodyPr wrap="none">
            <a:spAutoFit/>
          </a:bodyPr>
          <a:lstStyle/>
          <a:p>
            <a:pPr algn="l"/>
            <a:r>
              <a:rPr lang="en-US" altLang="zh-CN" sz="2400" b="1">
                <a:solidFill>
                  <a:srgbClr val="0000FF"/>
                </a:solidFill>
                <a:latin typeface="宋体" pitchFamily="2" charset="-122"/>
              </a:rPr>
              <a:t>(1)</a:t>
            </a:r>
            <a:r>
              <a:rPr lang="zh-CN" altLang="en-US" sz="2400" b="1">
                <a:solidFill>
                  <a:srgbClr val="0000FF"/>
                </a:solidFill>
                <a:latin typeface="宋体" pitchFamily="2" charset="-122"/>
              </a:rPr>
              <a:t>位移共振</a:t>
            </a:r>
            <a:r>
              <a:rPr lang="zh-CN" altLang="en-US" sz="2800">
                <a:solidFill>
                  <a:srgbClr val="0000FF"/>
                </a:solidFill>
              </a:rPr>
              <a:t> </a:t>
            </a:r>
          </a:p>
        </p:txBody>
      </p:sp>
      <p:sp>
        <p:nvSpPr>
          <p:cNvPr id="114696" name="Text Box 8"/>
          <p:cNvSpPr txBox="1">
            <a:spLocks noChangeArrowheads="1"/>
          </p:cNvSpPr>
          <p:nvPr/>
        </p:nvSpPr>
        <p:spPr bwMode="auto">
          <a:xfrm>
            <a:off x="600075" y="2389188"/>
            <a:ext cx="6743700" cy="493712"/>
          </a:xfrm>
          <a:prstGeom prst="rect">
            <a:avLst/>
          </a:prstGeom>
          <a:noFill/>
          <a:ln w="9525">
            <a:noFill/>
            <a:miter lim="800000"/>
            <a:headEnd/>
            <a:tailEnd/>
          </a:ln>
        </p:spPr>
        <p:txBody>
          <a:bodyPr wrap="none">
            <a:spAutoFit/>
          </a:bodyPr>
          <a:lstStyle/>
          <a:p>
            <a:pPr algn="l">
              <a:lnSpc>
                <a:spcPct val="110000"/>
              </a:lnSpc>
            </a:pPr>
            <a:r>
              <a:rPr lang="en-US" altLang="zh-CN" sz="2400" b="1">
                <a:solidFill>
                  <a:srgbClr val="0000FF"/>
                </a:solidFill>
                <a:ea typeface="黑体" pitchFamily="49" charset="-122"/>
              </a:rPr>
              <a:t>(2) </a:t>
            </a:r>
            <a:r>
              <a:rPr lang="zh-CN" altLang="en-US" sz="2400" b="1">
                <a:solidFill>
                  <a:srgbClr val="0000FF"/>
                </a:solidFill>
              </a:rPr>
              <a:t>速度共振</a:t>
            </a:r>
            <a:r>
              <a:rPr lang="zh-CN" altLang="en-US" sz="2400" b="1"/>
              <a:t>──调谐（能量输入处于最佳状态）</a:t>
            </a:r>
          </a:p>
        </p:txBody>
      </p:sp>
      <p:sp>
        <p:nvSpPr>
          <p:cNvPr id="114699" name="Text Box 11"/>
          <p:cNvSpPr txBox="1">
            <a:spLocks noChangeArrowheads="1"/>
          </p:cNvSpPr>
          <p:nvPr/>
        </p:nvSpPr>
        <p:spPr bwMode="auto">
          <a:xfrm>
            <a:off x="2700338" y="1125538"/>
            <a:ext cx="4176712" cy="457200"/>
          </a:xfrm>
          <a:prstGeom prst="rect">
            <a:avLst/>
          </a:prstGeom>
          <a:noFill/>
          <a:ln w="9525">
            <a:noFill/>
            <a:miter lim="800000"/>
            <a:headEnd/>
            <a:tailEnd/>
          </a:ln>
        </p:spPr>
        <p:txBody>
          <a:bodyPr>
            <a:spAutoFit/>
          </a:bodyPr>
          <a:lstStyle/>
          <a:p>
            <a:pPr algn="l">
              <a:spcBef>
                <a:spcPct val="50000"/>
              </a:spcBef>
            </a:pPr>
            <a:r>
              <a:rPr lang="zh-CN" altLang="en-US" sz="2400" b="1"/>
              <a:t>防止</a:t>
            </a:r>
            <a:r>
              <a:rPr lang="en-US" altLang="zh-CN" sz="2400" b="1">
                <a:latin typeface="宋体" pitchFamily="2" charset="-122"/>
              </a:rPr>
              <a:t>——</a:t>
            </a:r>
            <a:r>
              <a:rPr lang="zh-CN" altLang="en-US" sz="2400" b="1"/>
              <a:t>过桥、机床、海堤</a:t>
            </a:r>
          </a:p>
        </p:txBody>
      </p:sp>
      <p:sp>
        <p:nvSpPr>
          <p:cNvPr id="114700" name="Text Box 12"/>
          <p:cNvSpPr txBox="1">
            <a:spLocks noChangeArrowheads="1"/>
          </p:cNvSpPr>
          <p:nvPr/>
        </p:nvSpPr>
        <p:spPr bwMode="auto">
          <a:xfrm>
            <a:off x="2700338" y="1676400"/>
            <a:ext cx="4967287" cy="457200"/>
          </a:xfrm>
          <a:prstGeom prst="rect">
            <a:avLst/>
          </a:prstGeom>
          <a:noFill/>
          <a:ln w="9525">
            <a:noFill/>
            <a:miter lim="800000"/>
            <a:headEnd/>
            <a:tailEnd/>
          </a:ln>
        </p:spPr>
        <p:txBody>
          <a:bodyPr>
            <a:spAutoFit/>
          </a:bodyPr>
          <a:lstStyle/>
          <a:p>
            <a:pPr algn="l">
              <a:spcBef>
                <a:spcPct val="50000"/>
              </a:spcBef>
            </a:pPr>
            <a:r>
              <a:rPr lang="zh-CN" altLang="en-US" sz="2400" b="1"/>
              <a:t>利用</a:t>
            </a:r>
            <a:r>
              <a:rPr lang="en-US" altLang="zh-CN" sz="2400" b="1">
                <a:latin typeface="宋体" pitchFamily="2" charset="-122"/>
              </a:rPr>
              <a:t>——</a:t>
            </a:r>
            <a:r>
              <a:rPr lang="zh-CN" altLang="en-US" sz="2400" b="1"/>
              <a:t>振动筛、打夯、核磁共振</a:t>
            </a:r>
          </a:p>
        </p:txBody>
      </p:sp>
      <p:sp>
        <p:nvSpPr>
          <p:cNvPr id="114701" name="AutoShape 13"/>
          <p:cNvSpPr>
            <a:spLocks/>
          </p:cNvSpPr>
          <p:nvPr/>
        </p:nvSpPr>
        <p:spPr bwMode="auto">
          <a:xfrm>
            <a:off x="2555875" y="1339850"/>
            <a:ext cx="144463" cy="720725"/>
          </a:xfrm>
          <a:prstGeom prst="leftBrace">
            <a:avLst>
              <a:gd name="adj1" fmla="val 41575"/>
              <a:gd name="adj2" fmla="val 50000"/>
            </a:avLst>
          </a:prstGeom>
          <a:noFill/>
          <a:ln w="15875">
            <a:solidFill>
              <a:srgbClr val="0000FF"/>
            </a:solidFill>
            <a:round/>
            <a:headEnd/>
            <a:tailEnd/>
          </a:ln>
        </p:spPr>
        <p:txBody>
          <a:bodyPr wrap="none" anchor="ctr"/>
          <a:lstStyle/>
          <a:p>
            <a:endParaRPr lang="zh-CN" altLang="en-US"/>
          </a:p>
        </p:txBody>
      </p:sp>
      <p:pic>
        <p:nvPicPr>
          <p:cNvPr id="114702" name="Picture 14" descr="3"/>
          <p:cNvPicPr>
            <a:picLocks noChangeAspect="1" noChangeArrowheads="1"/>
          </p:cNvPicPr>
          <p:nvPr/>
        </p:nvPicPr>
        <p:blipFill>
          <a:blip r:embed="rId2"/>
          <a:srcRect/>
          <a:stretch>
            <a:fillRect/>
          </a:stretch>
        </p:blipFill>
        <p:spPr bwMode="auto">
          <a:xfrm>
            <a:off x="755650" y="3363913"/>
            <a:ext cx="3352800" cy="2743200"/>
          </a:xfrm>
          <a:prstGeom prst="rect">
            <a:avLst/>
          </a:prstGeom>
          <a:noFill/>
          <a:ln w="9525">
            <a:noFill/>
            <a:miter lim="800000"/>
            <a:headEnd/>
            <a:tailEnd/>
          </a:ln>
        </p:spPr>
      </p:pic>
      <p:pic>
        <p:nvPicPr>
          <p:cNvPr id="114703" name="Picture 15" descr="4"/>
          <p:cNvPicPr>
            <a:picLocks noChangeAspect="1" noChangeArrowheads="1"/>
          </p:cNvPicPr>
          <p:nvPr/>
        </p:nvPicPr>
        <p:blipFill>
          <a:blip r:embed="rId3"/>
          <a:srcRect/>
          <a:stretch>
            <a:fillRect/>
          </a:stretch>
        </p:blipFill>
        <p:spPr bwMode="auto">
          <a:xfrm>
            <a:off x="4787900" y="3363913"/>
            <a:ext cx="3352800" cy="2743200"/>
          </a:xfrm>
          <a:prstGeom prst="rect">
            <a:avLst/>
          </a:prstGeom>
          <a:noFill/>
          <a:ln w="9525">
            <a:noFill/>
            <a:miter lim="800000"/>
            <a:headEnd/>
            <a:tailEnd/>
          </a:ln>
        </p:spPr>
      </p:pic>
      <p:sp>
        <p:nvSpPr>
          <p:cNvPr id="114704" name="AutoShape 16">
            <a:hlinkClick r:id="rId4"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2">
                                            <p:txEl>
                                              <p:pRg st="0" end="0"/>
                                            </p:txEl>
                                          </p:spTgt>
                                        </p:tgtEl>
                                        <p:attrNameLst>
                                          <p:attrName>style.visibility</p:attrName>
                                        </p:attrNameLst>
                                      </p:cBhvr>
                                      <p:to>
                                        <p:strVal val="visible"/>
                                      </p:to>
                                    </p:set>
                                    <p:animEffect transition="in" filter="wipe(left)">
                                      <p:cBhvr>
                                        <p:cTn id="7" dur="500"/>
                                        <p:tgtEl>
                                          <p:spTgt spid="1146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694"/>
                                        </p:tgtEl>
                                        <p:attrNameLst>
                                          <p:attrName>style.visibility</p:attrName>
                                        </p:attrNameLst>
                                      </p:cBhvr>
                                      <p:to>
                                        <p:strVal val="visible"/>
                                      </p:to>
                                    </p:set>
                                    <p:animEffect transition="in" filter="wipe(left)">
                                      <p:cBhvr>
                                        <p:cTn id="12" dur="500"/>
                                        <p:tgtEl>
                                          <p:spTgt spid="1146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4701"/>
                                        </p:tgtEl>
                                        <p:attrNameLst>
                                          <p:attrName>style.visibility</p:attrName>
                                        </p:attrNameLst>
                                      </p:cBhvr>
                                      <p:to>
                                        <p:strVal val="visible"/>
                                      </p:to>
                                    </p:set>
                                    <p:animEffect transition="in" filter="wipe(left)">
                                      <p:cBhvr>
                                        <p:cTn id="17" dur="500"/>
                                        <p:tgtEl>
                                          <p:spTgt spid="114701"/>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14699"/>
                                        </p:tgtEl>
                                        <p:attrNameLst>
                                          <p:attrName>style.visibility</p:attrName>
                                        </p:attrNameLst>
                                      </p:cBhvr>
                                      <p:to>
                                        <p:strVal val="visible"/>
                                      </p:to>
                                    </p:set>
                                    <p:animEffect transition="in" filter="wipe(left)">
                                      <p:cBhvr>
                                        <p:cTn id="21" dur="500"/>
                                        <p:tgtEl>
                                          <p:spTgt spid="11469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4700"/>
                                        </p:tgtEl>
                                        <p:attrNameLst>
                                          <p:attrName>style.visibility</p:attrName>
                                        </p:attrNameLst>
                                      </p:cBhvr>
                                      <p:to>
                                        <p:strVal val="visible"/>
                                      </p:to>
                                    </p:set>
                                    <p:animEffect transition="in" filter="wipe(left)">
                                      <p:cBhvr>
                                        <p:cTn id="26" dur="500"/>
                                        <p:tgtEl>
                                          <p:spTgt spid="11470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4696">
                                            <p:txEl>
                                              <p:pRg st="0" end="0"/>
                                            </p:txEl>
                                          </p:spTgt>
                                        </p:tgtEl>
                                        <p:attrNameLst>
                                          <p:attrName>style.visibility</p:attrName>
                                        </p:attrNameLst>
                                      </p:cBhvr>
                                      <p:to>
                                        <p:strVal val="visible"/>
                                      </p:to>
                                    </p:set>
                                    <p:animEffect transition="in" filter="wipe(left)">
                                      <p:cBhvr>
                                        <p:cTn id="31" dur="500"/>
                                        <p:tgtEl>
                                          <p:spTgt spid="11469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14702"/>
                                        </p:tgtEl>
                                        <p:attrNameLst>
                                          <p:attrName>style.visibility</p:attrName>
                                        </p:attrNameLst>
                                      </p:cBhvr>
                                      <p:to>
                                        <p:strVal val="visible"/>
                                      </p:to>
                                    </p:set>
                                    <p:animEffect transition="in" filter="wipe(left)">
                                      <p:cBhvr>
                                        <p:cTn id="36" dur="500"/>
                                        <p:tgtEl>
                                          <p:spTgt spid="11470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14703"/>
                                        </p:tgtEl>
                                        <p:attrNameLst>
                                          <p:attrName>style.visibility</p:attrName>
                                        </p:attrNameLst>
                                      </p:cBhvr>
                                      <p:to>
                                        <p:strVal val="visible"/>
                                      </p:to>
                                    </p:set>
                                    <p:animEffect transition="in" filter="wipe(left)">
                                      <p:cBhvr>
                                        <p:cTn id="41" dur="500"/>
                                        <p:tgtEl>
                                          <p:spTgt spid="11470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4704"/>
                                        </p:tgtEl>
                                        <p:attrNameLst>
                                          <p:attrName>style.visibility</p:attrName>
                                        </p:attrNameLst>
                                      </p:cBhvr>
                                      <p:to>
                                        <p:strVal val="visible"/>
                                      </p:to>
                                    </p:set>
                                    <p:animEffect transition="in" filter="wipe(left)">
                                      <p:cBhvr>
                                        <p:cTn id="46" dur="500"/>
                                        <p:tgtEl>
                                          <p:spTgt spid="114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uild="p" autoUpdateAnimBg="0"/>
      <p:bldP spid="114694" grpId="0"/>
      <p:bldP spid="114696" grpId="0" build="p" autoUpdateAnimBg="0"/>
      <p:bldP spid="114699" grpId="0"/>
      <p:bldP spid="114700" grpId="0"/>
      <p:bldP spid="114701" grpId="0" animBg="1"/>
      <p:bldP spid="114704" grpId="0" animBg="1"/>
    </p:bld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5186</TotalTime>
  <Words>2500</Words>
  <Application>Microsoft PowerPoint</Application>
  <PresentationFormat>全屏显示(4:3)</PresentationFormat>
  <Paragraphs>440</Paragraphs>
  <Slides>57</Slides>
  <Notes>4</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57</vt:i4>
      </vt:variant>
    </vt:vector>
  </HeadingPairs>
  <TitlesOfParts>
    <vt:vector size="75" baseType="lpstr">
      <vt:lpstr>Times New Roman</vt:lpstr>
      <vt:lpstr>宋体</vt:lpstr>
      <vt:lpstr>Arial</vt:lpstr>
      <vt:lpstr>楷体</vt:lpstr>
      <vt:lpstr>隶书</vt:lpstr>
      <vt:lpstr>楷体_GB2312</vt:lpstr>
      <vt:lpstr>黑体</vt:lpstr>
      <vt:lpstr>Wingdings</vt:lpstr>
      <vt:lpstr>Symbol</vt:lpstr>
      <vt:lpstr>Garamond</vt:lpstr>
      <vt:lpstr>Bookman Old Style</vt:lpstr>
      <vt:lpstr>Lucida Sans Unicode</vt:lpstr>
      <vt:lpstr>幼圆</vt:lpstr>
      <vt:lpstr>Century Schoolbook</vt:lpstr>
      <vt:lpstr>华文中宋</vt:lpstr>
      <vt:lpstr>默认设计模板</vt:lpstr>
      <vt:lpstr>Microsoft 公式 3.0</vt:lpstr>
      <vt:lpstr>Microsoft Equation 3.0</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vector>
  </TitlesOfParts>
  <Company>Microsoft China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CH6-1和CH6-2</dc:subject>
  <dc:creator>冯秀绒</dc:creator>
  <cp:lastModifiedBy>解迎革</cp:lastModifiedBy>
  <cp:revision>287</cp:revision>
  <dcterms:created xsi:type="dcterms:W3CDTF">2005-06-24T09:15:10Z</dcterms:created>
  <dcterms:modified xsi:type="dcterms:W3CDTF">2015-12-04T03:20:29Z</dcterms:modified>
</cp:coreProperties>
</file>