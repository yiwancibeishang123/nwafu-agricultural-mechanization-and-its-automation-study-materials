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s/slide47.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wmf" ContentType="image/x-wmf"/>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4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Layouts/slideLayout7.xml" ContentType="application/vnd.openxmlformats-officedocument.presentationml.slideLayout+xml"/>
  <Default Extension="png" ContentType="image/png"/>
  <Default Extension="bin" ContentType="application/vnd.openxmlformats-officedocument.oleObject"/>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Layouts/slideLayout3.xml" ContentType="application/vnd.openxmlformats-officedocument.presentationml.slideLayout+xml"/>
  <Default Extension="jpeg" ContentType="image/jpeg"/>
  <Default Extension="emf" ContentType="image/x-emf"/>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Layouts/slideLayout1.xml" ContentType="application/vnd.openxmlformats-officedocument.presentationml.slideLayout+xml"/>
  <Default Extension="wav" ContentType="audio/wav"/>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2.xml" ContentType="application/vnd.openxmlformats-officedocument.presentationml.slideLayout+xml"/>
  <Override PartName="/ppt/slideLayouts/slideLayout10.xml" ContentType="application/vnd.openxmlformats-officedocument.presentationml.slideLayout+xml"/>
  <Default Extension="vml" ContentType="application/vnd.openxmlformats-officedocument.vmlDrawing"/>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2"/>
  </p:notesMasterIdLst>
  <p:sldIdLst>
    <p:sldId id="406" r:id="rId2"/>
    <p:sldId id="364" r:id="rId3"/>
    <p:sldId id="365" r:id="rId4"/>
    <p:sldId id="408" r:id="rId5"/>
    <p:sldId id="366" r:id="rId6"/>
    <p:sldId id="410" r:id="rId7"/>
    <p:sldId id="411" r:id="rId8"/>
    <p:sldId id="415" r:id="rId9"/>
    <p:sldId id="367" r:id="rId10"/>
    <p:sldId id="413" r:id="rId11"/>
    <p:sldId id="368" r:id="rId12"/>
    <p:sldId id="416" r:id="rId13"/>
    <p:sldId id="417" r:id="rId14"/>
    <p:sldId id="418" r:id="rId15"/>
    <p:sldId id="421" r:id="rId16"/>
    <p:sldId id="378" r:id="rId17"/>
    <p:sldId id="379" r:id="rId18"/>
    <p:sldId id="382" r:id="rId19"/>
    <p:sldId id="383" r:id="rId20"/>
    <p:sldId id="425" r:id="rId21"/>
    <p:sldId id="384" r:id="rId22"/>
    <p:sldId id="419" r:id="rId23"/>
    <p:sldId id="386" r:id="rId24"/>
    <p:sldId id="427" r:id="rId25"/>
    <p:sldId id="428" r:id="rId26"/>
    <p:sldId id="388" r:id="rId27"/>
    <p:sldId id="389" r:id="rId28"/>
    <p:sldId id="391" r:id="rId29"/>
    <p:sldId id="431" r:id="rId30"/>
    <p:sldId id="392" r:id="rId31"/>
    <p:sldId id="432" r:id="rId32"/>
    <p:sldId id="433" r:id="rId33"/>
    <p:sldId id="395" r:id="rId34"/>
    <p:sldId id="451" r:id="rId35"/>
    <p:sldId id="435" r:id="rId36"/>
    <p:sldId id="436" r:id="rId37"/>
    <p:sldId id="398" r:id="rId38"/>
    <p:sldId id="437" r:id="rId39"/>
    <p:sldId id="445" r:id="rId40"/>
    <p:sldId id="400" r:id="rId41"/>
    <p:sldId id="440" r:id="rId42"/>
    <p:sldId id="402" r:id="rId43"/>
    <p:sldId id="438" r:id="rId44"/>
    <p:sldId id="439" r:id="rId45"/>
    <p:sldId id="441" r:id="rId46"/>
    <p:sldId id="446" r:id="rId47"/>
    <p:sldId id="448" r:id="rId48"/>
    <p:sldId id="442" r:id="rId49"/>
    <p:sldId id="443" r:id="rId50"/>
    <p:sldId id="407" r:id="rId51"/>
  </p:sldIdLst>
  <p:sldSz cx="9144000" cy="6858000" type="screen4x3"/>
  <p:notesSz cx="6858000" cy="9144000"/>
  <p:defaultTextStyle>
    <a:defPPr>
      <a:defRPr lang="zh-CN"/>
    </a:defPPr>
    <a:lvl1pPr algn="l" rtl="0" fontAlgn="base">
      <a:lnSpc>
        <a:spcPct val="120000"/>
      </a:lnSpc>
      <a:spcBef>
        <a:spcPct val="50000"/>
      </a:spcBef>
      <a:spcAft>
        <a:spcPct val="0"/>
      </a:spcAft>
      <a:defRPr kumimoji="1" sz="2200" b="1" kern="1200">
        <a:solidFill>
          <a:schemeClr val="tx1"/>
        </a:solidFill>
        <a:latin typeface="Times New Roman" pitchFamily="18" charset="0"/>
        <a:ea typeface="楷体_GB2312" pitchFamily="49" charset="-122"/>
        <a:cs typeface="+mn-cs"/>
      </a:defRPr>
    </a:lvl1pPr>
    <a:lvl2pPr marL="457200" algn="l" rtl="0" fontAlgn="base">
      <a:lnSpc>
        <a:spcPct val="120000"/>
      </a:lnSpc>
      <a:spcBef>
        <a:spcPct val="50000"/>
      </a:spcBef>
      <a:spcAft>
        <a:spcPct val="0"/>
      </a:spcAft>
      <a:defRPr kumimoji="1" sz="2200" b="1" kern="1200">
        <a:solidFill>
          <a:schemeClr val="tx1"/>
        </a:solidFill>
        <a:latin typeface="Times New Roman" pitchFamily="18" charset="0"/>
        <a:ea typeface="楷体_GB2312" pitchFamily="49" charset="-122"/>
        <a:cs typeface="+mn-cs"/>
      </a:defRPr>
    </a:lvl2pPr>
    <a:lvl3pPr marL="914400" algn="l" rtl="0" fontAlgn="base">
      <a:lnSpc>
        <a:spcPct val="120000"/>
      </a:lnSpc>
      <a:spcBef>
        <a:spcPct val="50000"/>
      </a:spcBef>
      <a:spcAft>
        <a:spcPct val="0"/>
      </a:spcAft>
      <a:defRPr kumimoji="1" sz="2200" b="1" kern="1200">
        <a:solidFill>
          <a:schemeClr val="tx1"/>
        </a:solidFill>
        <a:latin typeface="Times New Roman" pitchFamily="18" charset="0"/>
        <a:ea typeface="楷体_GB2312" pitchFamily="49" charset="-122"/>
        <a:cs typeface="+mn-cs"/>
      </a:defRPr>
    </a:lvl3pPr>
    <a:lvl4pPr marL="1371600" algn="l" rtl="0" fontAlgn="base">
      <a:lnSpc>
        <a:spcPct val="120000"/>
      </a:lnSpc>
      <a:spcBef>
        <a:spcPct val="50000"/>
      </a:spcBef>
      <a:spcAft>
        <a:spcPct val="0"/>
      </a:spcAft>
      <a:defRPr kumimoji="1" sz="2200" b="1" kern="1200">
        <a:solidFill>
          <a:schemeClr val="tx1"/>
        </a:solidFill>
        <a:latin typeface="Times New Roman" pitchFamily="18" charset="0"/>
        <a:ea typeface="楷体_GB2312" pitchFamily="49" charset="-122"/>
        <a:cs typeface="+mn-cs"/>
      </a:defRPr>
    </a:lvl4pPr>
    <a:lvl5pPr marL="1828800" algn="l" rtl="0" fontAlgn="base">
      <a:lnSpc>
        <a:spcPct val="120000"/>
      </a:lnSpc>
      <a:spcBef>
        <a:spcPct val="50000"/>
      </a:spcBef>
      <a:spcAft>
        <a:spcPct val="0"/>
      </a:spcAft>
      <a:defRPr kumimoji="1" sz="2200" b="1" kern="1200">
        <a:solidFill>
          <a:schemeClr val="tx1"/>
        </a:solidFill>
        <a:latin typeface="Times New Roman" pitchFamily="18" charset="0"/>
        <a:ea typeface="楷体_GB2312" pitchFamily="49" charset="-122"/>
        <a:cs typeface="+mn-cs"/>
      </a:defRPr>
    </a:lvl5pPr>
    <a:lvl6pPr marL="2286000" algn="l" defTabSz="914400" rtl="0" eaLnBrk="1" latinLnBrk="0" hangingPunct="1">
      <a:defRPr kumimoji="1" sz="2200" b="1" kern="1200">
        <a:solidFill>
          <a:schemeClr val="tx1"/>
        </a:solidFill>
        <a:latin typeface="Times New Roman" pitchFamily="18" charset="0"/>
        <a:ea typeface="楷体_GB2312" pitchFamily="49" charset="-122"/>
        <a:cs typeface="+mn-cs"/>
      </a:defRPr>
    </a:lvl6pPr>
    <a:lvl7pPr marL="2743200" algn="l" defTabSz="914400" rtl="0" eaLnBrk="1" latinLnBrk="0" hangingPunct="1">
      <a:defRPr kumimoji="1" sz="2200" b="1" kern="1200">
        <a:solidFill>
          <a:schemeClr val="tx1"/>
        </a:solidFill>
        <a:latin typeface="Times New Roman" pitchFamily="18" charset="0"/>
        <a:ea typeface="楷体_GB2312" pitchFamily="49" charset="-122"/>
        <a:cs typeface="+mn-cs"/>
      </a:defRPr>
    </a:lvl7pPr>
    <a:lvl8pPr marL="3200400" algn="l" defTabSz="914400" rtl="0" eaLnBrk="1" latinLnBrk="0" hangingPunct="1">
      <a:defRPr kumimoji="1" sz="2200" b="1" kern="1200">
        <a:solidFill>
          <a:schemeClr val="tx1"/>
        </a:solidFill>
        <a:latin typeface="Times New Roman" pitchFamily="18" charset="0"/>
        <a:ea typeface="楷体_GB2312" pitchFamily="49" charset="-122"/>
        <a:cs typeface="+mn-cs"/>
      </a:defRPr>
    </a:lvl8pPr>
    <a:lvl9pPr marL="3657600" algn="l" defTabSz="914400" rtl="0" eaLnBrk="1" latinLnBrk="0" hangingPunct="1">
      <a:defRPr kumimoji="1" sz="2200" b="1" kern="1200">
        <a:solidFill>
          <a:schemeClr val="tx1"/>
        </a:solidFill>
        <a:latin typeface="Times New Roman" pitchFamily="18" charset="0"/>
        <a:ea typeface="楷体_GB2312" pitchFamily="49"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99"/>
    <a:srgbClr val="FF6600"/>
    <a:srgbClr val="CC0000"/>
    <a:srgbClr val="FFCCFF"/>
    <a:srgbClr val="FFFF99"/>
    <a:srgbClr val="CCECFF"/>
    <a:srgbClr val="CC3300"/>
    <a:srgbClr val="FF0000"/>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5789" autoAdjust="0"/>
    <p:restoredTop sz="92819" autoAdjust="0"/>
  </p:normalViewPr>
  <p:slideViewPr>
    <p:cSldViewPr>
      <p:cViewPr varScale="1">
        <p:scale>
          <a:sx n="114" d="100"/>
          <a:sy n="114" d="100"/>
        </p:scale>
        <p:origin x="-1542" y="-9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8952"/>
    </p:cViewPr>
  </p:sorterViewPr>
  <p:gridSpacing cx="73736200" cy="7373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image" Target="../media/image2.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2.wmf"/><Relationship Id="rId1" Type="http://schemas.openxmlformats.org/officeDocument/2006/relationships/image" Target="../media/image5.wmf"/></Relationships>
</file>

<file path=ppt/drawings/_rels/vmlDrawing3.vml.rels><?xml version="1.0" encoding="UTF-8" standalone="yes"?>
<Relationships xmlns="http://schemas.openxmlformats.org/package/2006/relationships"><Relationship Id="rId8" Type="http://schemas.openxmlformats.org/officeDocument/2006/relationships/image" Target="../media/image13.wmf"/><Relationship Id="rId3" Type="http://schemas.openxmlformats.org/officeDocument/2006/relationships/image" Target="../media/image8.wmf"/><Relationship Id="rId7" Type="http://schemas.openxmlformats.org/officeDocument/2006/relationships/image" Target="../media/image12.wmf"/><Relationship Id="rId2" Type="http://schemas.openxmlformats.org/officeDocument/2006/relationships/image" Target="../media/image7.wmf"/><Relationship Id="rId1" Type="http://schemas.openxmlformats.org/officeDocument/2006/relationships/image" Target="../media/image6.wmf"/><Relationship Id="rId6" Type="http://schemas.openxmlformats.org/officeDocument/2006/relationships/image" Target="../media/image11.wmf"/><Relationship Id="rId5" Type="http://schemas.openxmlformats.org/officeDocument/2006/relationships/image" Target="../media/image10.wmf"/><Relationship Id="rId4" Type="http://schemas.openxmlformats.org/officeDocument/2006/relationships/image" Target="../media/image9.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image" Target="../media/image15.wmf"/><Relationship Id="rId1" Type="http://schemas.openxmlformats.org/officeDocument/2006/relationships/image" Target="../media/image14.wmf"/><Relationship Id="rId6" Type="http://schemas.openxmlformats.org/officeDocument/2006/relationships/image" Target="../media/image19.wmf"/><Relationship Id="rId5" Type="http://schemas.openxmlformats.org/officeDocument/2006/relationships/image" Target="../media/image18.wmf"/><Relationship Id="rId4" Type="http://schemas.openxmlformats.org/officeDocument/2006/relationships/image" Target="../media/image17.w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21.wmf"/><Relationship Id="rId1" Type="http://schemas.openxmlformats.org/officeDocument/2006/relationships/image" Target="../media/image20.w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24.wmf"/><Relationship Id="rId2" Type="http://schemas.openxmlformats.org/officeDocument/2006/relationships/image" Target="../media/image23.wmf"/><Relationship Id="rId1" Type="http://schemas.openxmlformats.org/officeDocument/2006/relationships/image" Target="../media/image22.wmf"/><Relationship Id="rId5" Type="http://schemas.openxmlformats.org/officeDocument/2006/relationships/image" Target="../media/image26.wmf"/><Relationship Id="rId4" Type="http://schemas.openxmlformats.org/officeDocument/2006/relationships/image" Target="../media/image25.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27.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28.w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31.wmf"/><Relationship Id="rId7" Type="http://schemas.openxmlformats.org/officeDocument/2006/relationships/image" Target="../media/image35.wmf"/><Relationship Id="rId2" Type="http://schemas.openxmlformats.org/officeDocument/2006/relationships/image" Target="../media/image30.wmf"/><Relationship Id="rId1" Type="http://schemas.openxmlformats.org/officeDocument/2006/relationships/image" Target="../media/image29.wmf"/><Relationship Id="rId6" Type="http://schemas.openxmlformats.org/officeDocument/2006/relationships/image" Target="../media/image34.wmf"/><Relationship Id="rId5" Type="http://schemas.openxmlformats.org/officeDocument/2006/relationships/image" Target="../media/image33.wmf"/><Relationship Id="rId4" Type="http://schemas.openxmlformats.org/officeDocument/2006/relationships/image" Target="../media/image32.wmf"/></Relationships>
</file>

<file path=ppt/drawings/_rels/vmlDrawing10.vml.rels><?xml version="1.0" encoding="UTF-8" standalone="yes"?>
<Relationships xmlns="http://schemas.openxmlformats.org/package/2006/relationships"><Relationship Id="rId8" Type="http://schemas.openxmlformats.org/officeDocument/2006/relationships/image" Target="../media/image43.wmf"/><Relationship Id="rId13" Type="http://schemas.openxmlformats.org/officeDocument/2006/relationships/image" Target="../media/image48.wmf"/><Relationship Id="rId3" Type="http://schemas.openxmlformats.org/officeDocument/2006/relationships/image" Target="../media/image38.wmf"/><Relationship Id="rId7" Type="http://schemas.openxmlformats.org/officeDocument/2006/relationships/image" Target="../media/image42.wmf"/><Relationship Id="rId12" Type="http://schemas.openxmlformats.org/officeDocument/2006/relationships/image" Target="../media/image47.wmf"/><Relationship Id="rId2" Type="http://schemas.openxmlformats.org/officeDocument/2006/relationships/image" Target="../media/image37.wmf"/><Relationship Id="rId1" Type="http://schemas.openxmlformats.org/officeDocument/2006/relationships/image" Target="../media/image36.wmf"/><Relationship Id="rId6" Type="http://schemas.openxmlformats.org/officeDocument/2006/relationships/image" Target="../media/image41.wmf"/><Relationship Id="rId11" Type="http://schemas.openxmlformats.org/officeDocument/2006/relationships/image" Target="../media/image46.wmf"/><Relationship Id="rId5" Type="http://schemas.openxmlformats.org/officeDocument/2006/relationships/image" Target="../media/image40.wmf"/><Relationship Id="rId10" Type="http://schemas.openxmlformats.org/officeDocument/2006/relationships/image" Target="../media/image45.wmf"/><Relationship Id="rId4" Type="http://schemas.openxmlformats.org/officeDocument/2006/relationships/image" Target="../media/image39.wmf"/><Relationship Id="rId9" Type="http://schemas.openxmlformats.org/officeDocument/2006/relationships/image" Target="../media/image44.wmf"/></Relationships>
</file>

<file path=ppt/drawings/_rels/vmlDrawing11.vml.rels><?xml version="1.0" encoding="UTF-8" standalone="yes"?>
<Relationships xmlns="http://schemas.openxmlformats.org/package/2006/relationships"><Relationship Id="rId8" Type="http://schemas.openxmlformats.org/officeDocument/2006/relationships/image" Target="../media/image56.wmf"/><Relationship Id="rId13" Type="http://schemas.openxmlformats.org/officeDocument/2006/relationships/image" Target="../media/image61.wmf"/><Relationship Id="rId3" Type="http://schemas.openxmlformats.org/officeDocument/2006/relationships/image" Target="../media/image51.wmf"/><Relationship Id="rId7" Type="http://schemas.openxmlformats.org/officeDocument/2006/relationships/image" Target="../media/image55.wmf"/><Relationship Id="rId12" Type="http://schemas.openxmlformats.org/officeDocument/2006/relationships/image" Target="../media/image60.wmf"/><Relationship Id="rId2" Type="http://schemas.openxmlformats.org/officeDocument/2006/relationships/image" Target="../media/image50.wmf"/><Relationship Id="rId1" Type="http://schemas.openxmlformats.org/officeDocument/2006/relationships/image" Target="../media/image49.wmf"/><Relationship Id="rId6" Type="http://schemas.openxmlformats.org/officeDocument/2006/relationships/image" Target="../media/image54.wmf"/><Relationship Id="rId11" Type="http://schemas.openxmlformats.org/officeDocument/2006/relationships/image" Target="../media/image59.wmf"/><Relationship Id="rId5" Type="http://schemas.openxmlformats.org/officeDocument/2006/relationships/image" Target="../media/image53.wmf"/><Relationship Id="rId15" Type="http://schemas.openxmlformats.org/officeDocument/2006/relationships/image" Target="../media/image63.wmf"/><Relationship Id="rId10" Type="http://schemas.openxmlformats.org/officeDocument/2006/relationships/image" Target="../media/image58.wmf"/><Relationship Id="rId4" Type="http://schemas.openxmlformats.org/officeDocument/2006/relationships/image" Target="../media/image52.wmf"/><Relationship Id="rId9" Type="http://schemas.openxmlformats.org/officeDocument/2006/relationships/image" Target="../media/image57.wmf"/><Relationship Id="rId14" Type="http://schemas.openxmlformats.org/officeDocument/2006/relationships/image" Target="../media/image62.wmf"/></Relationships>
</file>

<file path=ppt/drawings/_rels/vmlDrawing12.vml.rels><?xml version="1.0" encoding="UTF-8" standalone="yes"?>
<Relationships xmlns="http://schemas.openxmlformats.org/package/2006/relationships"><Relationship Id="rId8" Type="http://schemas.openxmlformats.org/officeDocument/2006/relationships/image" Target="../media/image71.wmf"/><Relationship Id="rId13" Type="http://schemas.openxmlformats.org/officeDocument/2006/relationships/image" Target="../media/image76.wmf"/><Relationship Id="rId3" Type="http://schemas.openxmlformats.org/officeDocument/2006/relationships/image" Target="../media/image66.wmf"/><Relationship Id="rId7" Type="http://schemas.openxmlformats.org/officeDocument/2006/relationships/image" Target="../media/image70.wmf"/><Relationship Id="rId12" Type="http://schemas.openxmlformats.org/officeDocument/2006/relationships/image" Target="../media/image75.wmf"/><Relationship Id="rId2" Type="http://schemas.openxmlformats.org/officeDocument/2006/relationships/image" Target="../media/image65.wmf"/><Relationship Id="rId1" Type="http://schemas.openxmlformats.org/officeDocument/2006/relationships/image" Target="../media/image64.wmf"/><Relationship Id="rId6" Type="http://schemas.openxmlformats.org/officeDocument/2006/relationships/image" Target="../media/image69.wmf"/><Relationship Id="rId11" Type="http://schemas.openxmlformats.org/officeDocument/2006/relationships/image" Target="../media/image74.wmf"/><Relationship Id="rId5" Type="http://schemas.openxmlformats.org/officeDocument/2006/relationships/image" Target="../media/image68.wmf"/><Relationship Id="rId10" Type="http://schemas.openxmlformats.org/officeDocument/2006/relationships/image" Target="../media/image73.wmf"/><Relationship Id="rId4" Type="http://schemas.openxmlformats.org/officeDocument/2006/relationships/image" Target="../media/image67.wmf"/><Relationship Id="rId9" Type="http://schemas.openxmlformats.org/officeDocument/2006/relationships/image" Target="../media/image72.wmf"/></Relationships>
</file>

<file path=ppt/drawings/_rels/vmlDrawing13.vml.rels><?xml version="1.0" encoding="UTF-8" standalone="yes"?>
<Relationships xmlns="http://schemas.openxmlformats.org/package/2006/relationships"><Relationship Id="rId8" Type="http://schemas.openxmlformats.org/officeDocument/2006/relationships/image" Target="../media/image84.wmf"/><Relationship Id="rId3" Type="http://schemas.openxmlformats.org/officeDocument/2006/relationships/image" Target="../media/image79.wmf"/><Relationship Id="rId7" Type="http://schemas.openxmlformats.org/officeDocument/2006/relationships/image" Target="../media/image83.wmf"/><Relationship Id="rId2" Type="http://schemas.openxmlformats.org/officeDocument/2006/relationships/image" Target="../media/image78.wmf"/><Relationship Id="rId1" Type="http://schemas.openxmlformats.org/officeDocument/2006/relationships/image" Target="../media/image77.wmf"/><Relationship Id="rId6" Type="http://schemas.openxmlformats.org/officeDocument/2006/relationships/image" Target="../media/image82.wmf"/><Relationship Id="rId5" Type="http://schemas.openxmlformats.org/officeDocument/2006/relationships/image" Target="../media/image81.wmf"/><Relationship Id="rId10" Type="http://schemas.openxmlformats.org/officeDocument/2006/relationships/image" Target="../media/image86.wmf"/><Relationship Id="rId4" Type="http://schemas.openxmlformats.org/officeDocument/2006/relationships/image" Target="../media/image80.wmf"/><Relationship Id="rId9" Type="http://schemas.openxmlformats.org/officeDocument/2006/relationships/image" Target="../media/image85.wmf"/></Relationships>
</file>

<file path=ppt/drawings/_rels/vmlDrawing14.vml.rels><?xml version="1.0" encoding="UTF-8" standalone="yes"?>
<Relationships xmlns="http://schemas.openxmlformats.org/package/2006/relationships"><Relationship Id="rId3" Type="http://schemas.openxmlformats.org/officeDocument/2006/relationships/image" Target="../media/image89.wmf"/><Relationship Id="rId2" Type="http://schemas.openxmlformats.org/officeDocument/2006/relationships/image" Target="../media/image88.wmf"/><Relationship Id="rId1" Type="http://schemas.openxmlformats.org/officeDocument/2006/relationships/image" Target="../media/image87.wmf"/><Relationship Id="rId4" Type="http://schemas.openxmlformats.org/officeDocument/2006/relationships/image" Target="../media/image90.wmf"/></Relationships>
</file>

<file path=ppt/drawings/_rels/vmlDrawing15.vml.rels><?xml version="1.0" encoding="UTF-8" standalone="yes"?>
<Relationships xmlns="http://schemas.openxmlformats.org/package/2006/relationships"><Relationship Id="rId3" Type="http://schemas.openxmlformats.org/officeDocument/2006/relationships/image" Target="../media/image93.wmf"/><Relationship Id="rId2" Type="http://schemas.openxmlformats.org/officeDocument/2006/relationships/image" Target="../media/image92.wmf"/><Relationship Id="rId1" Type="http://schemas.openxmlformats.org/officeDocument/2006/relationships/image" Target="../media/image91.wmf"/><Relationship Id="rId5" Type="http://schemas.openxmlformats.org/officeDocument/2006/relationships/image" Target="../media/image95.wmf"/><Relationship Id="rId4" Type="http://schemas.openxmlformats.org/officeDocument/2006/relationships/image" Target="../media/image94.wmf"/></Relationships>
</file>

<file path=ppt/drawings/_rels/vmlDrawing16.vml.rels><?xml version="1.0" encoding="UTF-8" standalone="yes"?>
<Relationships xmlns="http://schemas.openxmlformats.org/package/2006/relationships"><Relationship Id="rId3" Type="http://schemas.openxmlformats.org/officeDocument/2006/relationships/image" Target="../media/image99.wmf"/><Relationship Id="rId2" Type="http://schemas.openxmlformats.org/officeDocument/2006/relationships/image" Target="../media/image98.wmf"/><Relationship Id="rId1" Type="http://schemas.openxmlformats.org/officeDocument/2006/relationships/image" Target="../media/image97.wmf"/><Relationship Id="rId6" Type="http://schemas.openxmlformats.org/officeDocument/2006/relationships/image" Target="../media/image102.wmf"/><Relationship Id="rId5" Type="http://schemas.openxmlformats.org/officeDocument/2006/relationships/image" Target="../media/image101.wmf"/><Relationship Id="rId4" Type="http://schemas.openxmlformats.org/officeDocument/2006/relationships/image" Target="../media/image100.wmf"/></Relationships>
</file>

<file path=ppt/drawings/_rels/vmlDrawing17.vml.rels><?xml version="1.0" encoding="UTF-8" standalone="yes"?>
<Relationships xmlns="http://schemas.openxmlformats.org/package/2006/relationships"><Relationship Id="rId8" Type="http://schemas.openxmlformats.org/officeDocument/2006/relationships/image" Target="../media/image110.wmf"/><Relationship Id="rId3" Type="http://schemas.openxmlformats.org/officeDocument/2006/relationships/image" Target="../media/image105.wmf"/><Relationship Id="rId7" Type="http://schemas.openxmlformats.org/officeDocument/2006/relationships/image" Target="../media/image109.wmf"/><Relationship Id="rId2" Type="http://schemas.openxmlformats.org/officeDocument/2006/relationships/image" Target="../media/image104.wmf"/><Relationship Id="rId1" Type="http://schemas.openxmlformats.org/officeDocument/2006/relationships/image" Target="../media/image103.wmf"/><Relationship Id="rId6" Type="http://schemas.openxmlformats.org/officeDocument/2006/relationships/image" Target="../media/image108.wmf"/><Relationship Id="rId5" Type="http://schemas.openxmlformats.org/officeDocument/2006/relationships/image" Target="../media/image107.wmf"/><Relationship Id="rId10" Type="http://schemas.openxmlformats.org/officeDocument/2006/relationships/image" Target="../media/image112.wmf"/><Relationship Id="rId4" Type="http://schemas.openxmlformats.org/officeDocument/2006/relationships/image" Target="../media/image106.wmf"/><Relationship Id="rId9" Type="http://schemas.openxmlformats.org/officeDocument/2006/relationships/image" Target="../media/image111.w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113.wmf"/></Relationships>
</file>

<file path=ppt/drawings/_rels/vmlDrawing19.vml.rels><?xml version="1.0" encoding="UTF-8" standalone="yes"?>
<Relationships xmlns="http://schemas.openxmlformats.org/package/2006/relationships"><Relationship Id="rId8" Type="http://schemas.openxmlformats.org/officeDocument/2006/relationships/image" Target="../media/image123.wmf"/><Relationship Id="rId13" Type="http://schemas.openxmlformats.org/officeDocument/2006/relationships/image" Target="../media/image128.wmf"/><Relationship Id="rId3" Type="http://schemas.openxmlformats.org/officeDocument/2006/relationships/image" Target="../media/image118.wmf"/><Relationship Id="rId7" Type="http://schemas.openxmlformats.org/officeDocument/2006/relationships/image" Target="../media/image122.wmf"/><Relationship Id="rId12" Type="http://schemas.openxmlformats.org/officeDocument/2006/relationships/image" Target="../media/image127.wmf"/><Relationship Id="rId2" Type="http://schemas.openxmlformats.org/officeDocument/2006/relationships/image" Target="../media/image117.wmf"/><Relationship Id="rId1" Type="http://schemas.openxmlformats.org/officeDocument/2006/relationships/image" Target="../media/image116.wmf"/><Relationship Id="rId6" Type="http://schemas.openxmlformats.org/officeDocument/2006/relationships/image" Target="../media/image121.wmf"/><Relationship Id="rId11" Type="http://schemas.openxmlformats.org/officeDocument/2006/relationships/image" Target="../media/image126.wmf"/><Relationship Id="rId5" Type="http://schemas.openxmlformats.org/officeDocument/2006/relationships/image" Target="../media/image120.wmf"/><Relationship Id="rId15" Type="http://schemas.openxmlformats.org/officeDocument/2006/relationships/image" Target="../media/image130.wmf"/><Relationship Id="rId10" Type="http://schemas.openxmlformats.org/officeDocument/2006/relationships/image" Target="../media/image125.wmf"/><Relationship Id="rId4" Type="http://schemas.openxmlformats.org/officeDocument/2006/relationships/image" Target="../media/image119.wmf"/><Relationship Id="rId9" Type="http://schemas.openxmlformats.org/officeDocument/2006/relationships/image" Target="../media/image124.wmf"/><Relationship Id="rId14" Type="http://schemas.openxmlformats.org/officeDocument/2006/relationships/image" Target="../media/image129.wmf"/></Relationships>
</file>

<file path=ppt/drawings/_rels/vmlDrawing20.vml.rels><?xml version="1.0" encoding="UTF-8" standalone="yes"?>
<Relationships xmlns="http://schemas.openxmlformats.org/package/2006/relationships"><Relationship Id="rId8" Type="http://schemas.openxmlformats.org/officeDocument/2006/relationships/image" Target="../media/image138.wmf"/><Relationship Id="rId13" Type="http://schemas.openxmlformats.org/officeDocument/2006/relationships/image" Target="../media/image143.wmf"/><Relationship Id="rId3" Type="http://schemas.openxmlformats.org/officeDocument/2006/relationships/image" Target="../media/image133.wmf"/><Relationship Id="rId7" Type="http://schemas.openxmlformats.org/officeDocument/2006/relationships/image" Target="../media/image137.wmf"/><Relationship Id="rId12" Type="http://schemas.openxmlformats.org/officeDocument/2006/relationships/image" Target="../media/image142.wmf"/><Relationship Id="rId17" Type="http://schemas.openxmlformats.org/officeDocument/2006/relationships/image" Target="../media/image147.wmf"/><Relationship Id="rId2" Type="http://schemas.openxmlformats.org/officeDocument/2006/relationships/image" Target="../media/image132.wmf"/><Relationship Id="rId16" Type="http://schemas.openxmlformats.org/officeDocument/2006/relationships/image" Target="../media/image146.wmf"/><Relationship Id="rId1" Type="http://schemas.openxmlformats.org/officeDocument/2006/relationships/image" Target="../media/image131.wmf"/><Relationship Id="rId6" Type="http://schemas.openxmlformats.org/officeDocument/2006/relationships/image" Target="../media/image136.wmf"/><Relationship Id="rId11" Type="http://schemas.openxmlformats.org/officeDocument/2006/relationships/image" Target="../media/image141.wmf"/><Relationship Id="rId5" Type="http://schemas.openxmlformats.org/officeDocument/2006/relationships/image" Target="../media/image135.wmf"/><Relationship Id="rId15" Type="http://schemas.openxmlformats.org/officeDocument/2006/relationships/image" Target="../media/image145.wmf"/><Relationship Id="rId10" Type="http://schemas.openxmlformats.org/officeDocument/2006/relationships/image" Target="../media/image140.wmf"/><Relationship Id="rId4" Type="http://schemas.openxmlformats.org/officeDocument/2006/relationships/image" Target="../media/image134.wmf"/><Relationship Id="rId9" Type="http://schemas.openxmlformats.org/officeDocument/2006/relationships/image" Target="../media/image139.wmf"/><Relationship Id="rId14" Type="http://schemas.openxmlformats.org/officeDocument/2006/relationships/image" Target="../media/image144.wmf"/></Relationships>
</file>

<file path=ppt/drawings/_rels/vmlDrawing21.vml.rels><?xml version="1.0" encoding="UTF-8" standalone="yes"?>
<Relationships xmlns="http://schemas.openxmlformats.org/package/2006/relationships"><Relationship Id="rId8" Type="http://schemas.openxmlformats.org/officeDocument/2006/relationships/image" Target="../media/image155.wmf"/><Relationship Id="rId3" Type="http://schemas.openxmlformats.org/officeDocument/2006/relationships/image" Target="../media/image150.wmf"/><Relationship Id="rId7" Type="http://schemas.openxmlformats.org/officeDocument/2006/relationships/image" Target="../media/image154.wmf"/><Relationship Id="rId2" Type="http://schemas.openxmlformats.org/officeDocument/2006/relationships/image" Target="../media/image149.wmf"/><Relationship Id="rId1" Type="http://schemas.openxmlformats.org/officeDocument/2006/relationships/image" Target="../media/image148.wmf"/><Relationship Id="rId6" Type="http://schemas.openxmlformats.org/officeDocument/2006/relationships/image" Target="../media/image153.wmf"/><Relationship Id="rId5" Type="http://schemas.openxmlformats.org/officeDocument/2006/relationships/image" Target="../media/image152.wmf"/><Relationship Id="rId10" Type="http://schemas.openxmlformats.org/officeDocument/2006/relationships/image" Target="../media/image157.wmf"/><Relationship Id="rId4" Type="http://schemas.openxmlformats.org/officeDocument/2006/relationships/image" Target="../media/image151.wmf"/><Relationship Id="rId9" Type="http://schemas.openxmlformats.org/officeDocument/2006/relationships/image" Target="../media/image156.wmf"/></Relationships>
</file>

<file path=ppt/drawings/_rels/vmlDrawing22.vml.rels><?xml version="1.0" encoding="UTF-8" standalone="yes"?>
<Relationships xmlns="http://schemas.openxmlformats.org/package/2006/relationships"><Relationship Id="rId2" Type="http://schemas.openxmlformats.org/officeDocument/2006/relationships/image" Target="../media/image159.wmf"/><Relationship Id="rId1" Type="http://schemas.openxmlformats.org/officeDocument/2006/relationships/image" Target="../media/image158.wmf"/></Relationships>
</file>

<file path=ppt/drawings/_rels/vmlDrawing23.vml.rels><?xml version="1.0" encoding="UTF-8" standalone="yes"?>
<Relationships xmlns="http://schemas.openxmlformats.org/package/2006/relationships"><Relationship Id="rId3" Type="http://schemas.openxmlformats.org/officeDocument/2006/relationships/image" Target="../media/image165.wmf"/><Relationship Id="rId7" Type="http://schemas.openxmlformats.org/officeDocument/2006/relationships/image" Target="../media/image169.wmf"/><Relationship Id="rId2" Type="http://schemas.openxmlformats.org/officeDocument/2006/relationships/image" Target="../media/image164.wmf"/><Relationship Id="rId1" Type="http://schemas.openxmlformats.org/officeDocument/2006/relationships/image" Target="../media/image163.wmf"/><Relationship Id="rId6" Type="http://schemas.openxmlformats.org/officeDocument/2006/relationships/image" Target="../media/image168.wmf"/><Relationship Id="rId5" Type="http://schemas.openxmlformats.org/officeDocument/2006/relationships/image" Target="../media/image167.wmf"/><Relationship Id="rId4" Type="http://schemas.openxmlformats.org/officeDocument/2006/relationships/image" Target="../media/image166.wmf"/></Relationships>
</file>

<file path=ppt/drawings/_rels/vmlDrawing24.vml.rels><?xml version="1.0" encoding="UTF-8" standalone="yes"?>
<Relationships xmlns="http://schemas.openxmlformats.org/package/2006/relationships"><Relationship Id="rId8" Type="http://schemas.openxmlformats.org/officeDocument/2006/relationships/image" Target="../media/image178.wmf"/><Relationship Id="rId13" Type="http://schemas.openxmlformats.org/officeDocument/2006/relationships/image" Target="../media/image183.wmf"/><Relationship Id="rId3" Type="http://schemas.openxmlformats.org/officeDocument/2006/relationships/image" Target="../media/image173.wmf"/><Relationship Id="rId7" Type="http://schemas.openxmlformats.org/officeDocument/2006/relationships/image" Target="../media/image177.wmf"/><Relationship Id="rId12" Type="http://schemas.openxmlformats.org/officeDocument/2006/relationships/image" Target="../media/image182.wmf"/><Relationship Id="rId2" Type="http://schemas.openxmlformats.org/officeDocument/2006/relationships/image" Target="../media/image172.wmf"/><Relationship Id="rId1" Type="http://schemas.openxmlformats.org/officeDocument/2006/relationships/image" Target="../media/image171.wmf"/><Relationship Id="rId6" Type="http://schemas.openxmlformats.org/officeDocument/2006/relationships/image" Target="../media/image176.wmf"/><Relationship Id="rId11" Type="http://schemas.openxmlformats.org/officeDocument/2006/relationships/image" Target="../media/image181.wmf"/><Relationship Id="rId5" Type="http://schemas.openxmlformats.org/officeDocument/2006/relationships/image" Target="../media/image175.wmf"/><Relationship Id="rId15" Type="http://schemas.openxmlformats.org/officeDocument/2006/relationships/image" Target="../media/image185.wmf"/><Relationship Id="rId10" Type="http://schemas.openxmlformats.org/officeDocument/2006/relationships/image" Target="../media/image180.wmf"/><Relationship Id="rId4" Type="http://schemas.openxmlformats.org/officeDocument/2006/relationships/image" Target="../media/image174.wmf"/><Relationship Id="rId9" Type="http://schemas.openxmlformats.org/officeDocument/2006/relationships/image" Target="../media/image179.wmf"/><Relationship Id="rId14" Type="http://schemas.openxmlformats.org/officeDocument/2006/relationships/image" Target="../media/image184.wmf"/></Relationships>
</file>

<file path=ppt/drawings/_rels/vmlDrawing25.vml.rels><?xml version="1.0" encoding="UTF-8" standalone="yes"?>
<Relationships xmlns="http://schemas.openxmlformats.org/package/2006/relationships"><Relationship Id="rId8" Type="http://schemas.openxmlformats.org/officeDocument/2006/relationships/image" Target="../media/image193.wmf"/><Relationship Id="rId3" Type="http://schemas.openxmlformats.org/officeDocument/2006/relationships/image" Target="../media/image188.wmf"/><Relationship Id="rId7" Type="http://schemas.openxmlformats.org/officeDocument/2006/relationships/image" Target="../media/image192.wmf"/><Relationship Id="rId12" Type="http://schemas.openxmlformats.org/officeDocument/2006/relationships/image" Target="../media/image183.wmf"/><Relationship Id="rId2" Type="http://schemas.openxmlformats.org/officeDocument/2006/relationships/image" Target="../media/image187.wmf"/><Relationship Id="rId1" Type="http://schemas.openxmlformats.org/officeDocument/2006/relationships/image" Target="../media/image186.wmf"/><Relationship Id="rId6" Type="http://schemas.openxmlformats.org/officeDocument/2006/relationships/image" Target="../media/image191.wmf"/><Relationship Id="rId11" Type="http://schemas.openxmlformats.org/officeDocument/2006/relationships/image" Target="../media/image172.wmf"/><Relationship Id="rId5" Type="http://schemas.openxmlformats.org/officeDocument/2006/relationships/image" Target="../media/image190.wmf"/><Relationship Id="rId10" Type="http://schemas.openxmlformats.org/officeDocument/2006/relationships/image" Target="../media/image194.wmf"/><Relationship Id="rId4" Type="http://schemas.openxmlformats.org/officeDocument/2006/relationships/image" Target="../media/image189.wmf"/><Relationship Id="rId9" Type="http://schemas.openxmlformats.org/officeDocument/2006/relationships/image" Target="../media/image178.wmf"/></Relationships>
</file>

<file path=ppt/drawings/_rels/vmlDrawing26.vml.rels><?xml version="1.0" encoding="UTF-8" standalone="yes"?>
<Relationships xmlns="http://schemas.openxmlformats.org/package/2006/relationships"><Relationship Id="rId8" Type="http://schemas.openxmlformats.org/officeDocument/2006/relationships/image" Target="../media/image202.wmf"/><Relationship Id="rId13" Type="http://schemas.openxmlformats.org/officeDocument/2006/relationships/image" Target="../media/image207.wmf"/><Relationship Id="rId18" Type="http://schemas.openxmlformats.org/officeDocument/2006/relationships/image" Target="../media/image212.wmf"/><Relationship Id="rId3" Type="http://schemas.openxmlformats.org/officeDocument/2006/relationships/image" Target="../media/image197.wmf"/><Relationship Id="rId7" Type="http://schemas.openxmlformats.org/officeDocument/2006/relationships/image" Target="../media/image201.wmf"/><Relationship Id="rId12" Type="http://schemas.openxmlformats.org/officeDocument/2006/relationships/image" Target="../media/image206.wmf"/><Relationship Id="rId17" Type="http://schemas.openxmlformats.org/officeDocument/2006/relationships/image" Target="../media/image211.wmf"/><Relationship Id="rId2" Type="http://schemas.openxmlformats.org/officeDocument/2006/relationships/image" Target="../media/image196.wmf"/><Relationship Id="rId16" Type="http://schemas.openxmlformats.org/officeDocument/2006/relationships/image" Target="../media/image210.wmf"/><Relationship Id="rId1" Type="http://schemas.openxmlformats.org/officeDocument/2006/relationships/image" Target="../media/image195.wmf"/><Relationship Id="rId6" Type="http://schemas.openxmlformats.org/officeDocument/2006/relationships/image" Target="../media/image200.wmf"/><Relationship Id="rId11" Type="http://schemas.openxmlformats.org/officeDocument/2006/relationships/image" Target="../media/image205.wmf"/><Relationship Id="rId5" Type="http://schemas.openxmlformats.org/officeDocument/2006/relationships/image" Target="../media/image199.wmf"/><Relationship Id="rId15" Type="http://schemas.openxmlformats.org/officeDocument/2006/relationships/image" Target="../media/image209.wmf"/><Relationship Id="rId10" Type="http://schemas.openxmlformats.org/officeDocument/2006/relationships/image" Target="../media/image204.wmf"/><Relationship Id="rId19" Type="http://schemas.openxmlformats.org/officeDocument/2006/relationships/image" Target="../media/image178.wmf"/><Relationship Id="rId4" Type="http://schemas.openxmlformats.org/officeDocument/2006/relationships/image" Target="../media/image198.wmf"/><Relationship Id="rId9" Type="http://schemas.openxmlformats.org/officeDocument/2006/relationships/image" Target="../media/image203.wmf"/><Relationship Id="rId14" Type="http://schemas.openxmlformats.org/officeDocument/2006/relationships/image" Target="../media/image208.wmf"/></Relationships>
</file>

<file path=ppt/drawings/_rels/vmlDrawing27.vml.rels><?xml version="1.0" encoding="UTF-8" standalone="yes"?>
<Relationships xmlns="http://schemas.openxmlformats.org/package/2006/relationships"><Relationship Id="rId8" Type="http://schemas.openxmlformats.org/officeDocument/2006/relationships/image" Target="../media/image220.wmf"/><Relationship Id="rId3" Type="http://schemas.openxmlformats.org/officeDocument/2006/relationships/image" Target="../media/image215.wmf"/><Relationship Id="rId7" Type="http://schemas.openxmlformats.org/officeDocument/2006/relationships/image" Target="../media/image219.wmf"/><Relationship Id="rId2" Type="http://schemas.openxmlformats.org/officeDocument/2006/relationships/image" Target="../media/image214.wmf"/><Relationship Id="rId1" Type="http://schemas.openxmlformats.org/officeDocument/2006/relationships/image" Target="../media/image213.wmf"/><Relationship Id="rId6" Type="http://schemas.openxmlformats.org/officeDocument/2006/relationships/image" Target="../media/image218.wmf"/><Relationship Id="rId5" Type="http://schemas.openxmlformats.org/officeDocument/2006/relationships/image" Target="../media/image217.wmf"/><Relationship Id="rId4" Type="http://schemas.openxmlformats.org/officeDocument/2006/relationships/image" Target="../media/image216.wmf"/></Relationships>
</file>

<file path=ppt/drawings/_rels/vmlDrawing28.vml.rels><?xml version="1.0" encoding="UTF-8" standalone="yes"?>
<Relationships xmlns="http://schemas.openxmlformats.org/package/2006/relationships"><Relationship Id="rId1" Type="http://schemas.openxmlformats.org/officeDocument/2006/relationships/image" Target="../media/image221.wmf"/></Relationships>
</file>

<file path=ppt/drawings/_rels/vmlDrawing29.vml.rels><?xml version="1.0" encoding="UTF-8" standalone="yes"?>
<Relationships xmlns="http://schemas.openxmlformats.org/package/2006/relationships"><Relationship Id="rId2" Type="http://schemas.openxmlformats.org/officeDocument/2006/relationships/image" Target="../media/image223.wmf"/><Relationship Id="rId1" Type="http://schemas.openxmlformats.org/officeDocument/2006/relationships/image" Target="../media/image222.wmf"/></Relationships>
</file>

<file path=ppt/drawings/_rels/vmlDrawing30.vml.rels><?xml version="1.0" encoding="UTF-8" standalone="yes"?>
<Relationships xmlns="http://schemas.openxmlformats.org/package/2006/relationships"><Relationship Id="rId3" Type="http://schemas.openxmlformats.org/officeDocument/2006/relationships/image" Target="../media/image226.wmf"/><Relationship Id="rId7" Type="http://schemas.openxmlformats.org/officeDocument/2006/relationships/image" Target="../media/image230.wmf"/><Relationship Id="rId2" Type="http://schemas.openxmlformats.org/officeDocument/2006/relationships/image" Target="../media/image225.wmf"/><Relationship Id="rId1" Type="http://schemas.openxmlformats.org/officeDocument/2006/relationships/image" Target="../media/image224.wmf"/><Relationship Id="rId6" Type="http://schemas.openxmlformats.org/officeDocument/2006/relationships/image" Target="../media/image229.wmf"/><Relationship Id="rId5" Type="http://schemas.openxmlformats.org/officeDocument/2006/relationships/image" Target="../media/image228.wmf"/><Relationship Id="rId4" Type="http://schemas.openxmlformats.org/officeDocument/2006/relationships/image" Target="../media/image227.wmf"/></Relationships>
</file>

<file path=ppt/drawings/_rels/vmlDrawing31.vml.rels><?xml version="1.0" encoding="UTF-8" standalone="yes"?>
<Relationships xmlns="http://schemas.openxmlformats.org/package/2006/relationships"><Relationship Id="rId3" Type="http://schemas.openxmlformats.org/officeDocument/2006/relationships/image" Target="../media/image233.wmf"/><Relationship Id="rId7" Type="http://schemas.openxmlformats.org/officeDocument/2006/relationships/image" Target="../media/image237.wmf"/><Relationship Id="rId2" Type="http://schemas.openxmlformats.org/officeDocument/2006/relationships/image" Target="../media/image232.wmf"/><Relationship Id="rId1" Type="http://schemas.openxmlformats.org/officeDocument/2006/relationships/image" Target="../media/image231.wmf"/><Relationship Id="rId6" Type="http://schemas.openxmlformats.org/officeDocument/2006/relationships/image" Target="../media/image236.wmf"/><Relationship Id="rId5" Type="http://schemas.openxmlformats.org/officeDocument/2006/relationships/image" Target="../media/image235.wmf"/><Relationship Id="rId4" Type="http://schemas.openxmlformats.org/officeDocument/2006/relationships/image" Target="../media/image234.wmf"/></Relationships>
</file>

<file path=ppt/drawings/_rels/vmlDrawing32.vml.rels><?xml version="1.0" encoding="UTF-8" standalone="yes"?>
<Relationships xmlns="http://schemas.openxmlformats.org/package/2006/relationships"><Relationship Id="rId3" Type="http://schemas.openxmlformats.org/officeDocument/2006/relationships/image" Target="../media/image240.wmf"/><Relationship Id="rId2" Type="http://schemas.openxmlformats.org/officeDocument/2006/relationships/image" Target="../media/image239.wmf"/><Relationship Id="rId1" Type="http://schemas.openxmlformats.org/officeDocument/2006/relationships/image" Target="../media/image238.wmf"/><Relationship Id="rId4" Type="http://schemas.openxmlformats.org/officeDocument/2006/relationships/image" Target="../media/image241.wmf"/></Relationships>
</file>

<file path=ppt/drawings/_rels/vmlDrawing33.vml.rels><?xml version="1.0" encoding="UTF-8" standalone="yes"?>
<Relationships xmlns="http://schemas.openxmlformats.org/package/2006/relationships"><Relationship Id="rId3" Type="http://schemas.openxmlformats.org/officeDocument/2006/relationships/image" Target="../media/image244.wmf"/><Relationship Id="rId2" Type="http://schemas.openxmlformats.org/officeDocument/2006/relationships/image" Target="../media/image243.wmf"/><Relationship Id="rId1" Type="http://schemas.openxmlformats.org/officeDocument/2006/relationships/image" Target="../media/image242.wmf"/></Relationships>
</file>

<file path=ppt/drawings/_rels/vmlDrawing34.vml.rels><?xml version="1.0" encoding="UTF-8" standalone="yes"?>
<Relationships xmlns="http://schemas.openxmlformats.org/package/2006/relationships"><Relationship Id="rId8" Type="http://schemas.openxmlformats.org/officeDocument/2006/relationships/image" Target="../media/image252.wmf"/><Relationship Id="rId3" Type="http://schemas.openxmlformats.org/officeDocument/2006/relationships/image" Target="../media/image247.wmf"/><Relationship Id="rId7" Type="http://schemas.openxmlformats.org/officeDocument/2006/relationships/image" Target="../media/image251.wmf"/><Relationship Id="rId2" Type="http://schemas.openxmlformats.org/officeDocument/2006/relationships/image" Target="../media/image246.wmf"/><Relationship Id="rId1" Type="http://schemas.openxmlformats.org/officeDocument/2006/relationships/image" Target="../media/image245.wmf"/><Relationship Id="rId6" Type="http://schemas.openxmlformats.org/officeDocument/2006/relationships/image" Target="../media/image250.wmf"/><Relationship Id="rId11" Type="http://schemas.openxmlformats.org/officeDocument/2006/relationships/image" Target="../media/image255.wmf"/><Relationship Id="rId5" Type="http://schemas.openxmlformats.org/officeDocument/2006/relationships/image" Target="../media/image249.wmf"/><Relationship Id="rId10" Type="http://schemas.openxmlformats.org/officeDocument/2006/relationships/image" Target="../media/image254.wmf"/><Relationship Id="rId4" Type="http://schemas.openxmlformats.org/officeDocument/2006/relationships/image" Target="../media/image248.wmf"/><Relationship Id="rId9" Type="http://schemas.openxmlformats.org/officeDocument/2006/relationships/image" Target="../media/image253.wmf"/></Relationships>
</file>

<file path=ppt/drawings/_rels/vmlDrawing35.vml.rels><?xml version="1.0" encoding="UTF-8" standalone="yes"?>
<Relationships xmlns="http://schemas.openxmlformats.org/package/2006/relationships"><Relationship Id="rId3" Type="http://schemas.openxmlformats.org/officeDocument/2006/relationships/image" Target="../media/image258.wmf"/><Relationship Id="rId2" Type="http://schemas.openxmlformats.org/officeDocument/2006/relationships/image" Target="../media/image257.wmf"/><Relationship Id="rId1" Type="http://schemas.openxmlformats.org/officeDocument/2006/relationships/image" Target="../media/image256.wmf"/><Relationship Id="rId5" Type="http://schemas.openxmlformats.org/officeDocument/2006/relationships/image" Target="../media/image260.wmf"/><Relationship Id="rId4" Type="http://schemas.openxmlformats.org/officeDocument/2006/relationships/image" Target="../media/image259.wmf"/></Relationships>
</file>

<file path=ppt/drawings/_rels/vmlDrawing36.vml.rels><?xml version="1.0" encoding="UTF-8" standalone="yes"?>
<Relationships xmlns="http://schemas.openxmlformats.org/package/2006/relationships"><Relationship Id="rId8" Type="http://schemas.openxmlformats.org/officeDocument/2006/relationships/image" Target="../media/image268.wmf"/><Relationship Id="rId13" Type="http://schemas.openxmlformats.org/officeDocument/2006/relationships/image" Target="../media/image273.wmf"/><Relationship Id="rId3" Type="http://schemas.openxmlformats.org/officeDocument/2006/relationships/image" Target="../media/image263.wmf"/><Relationship Id="rId7" Type="http://schemas.openxmlformats.org/officeDocument/2006/relationships/image" Target="../media/image267.wmf"/><Relationship Id="rId12" Type="http://schemas.openxmlformats.org/officeDocument/2006/relationships/image" Target="../media/image272.wmf"/><Relationship Id="rId2" Type="http://schemas.openxmlformats.org/officeDocument/2006/relationships/image" Target="../media/image262.wmf"/><Relationship Id="rId1" Type="http://schemas.openxmlformats.org/officeDocument/2006/relationships/image" Target="../media/image261.wmf"/><Relationship Id="rId6" Type="http://schemas.openxmlformats.org/officeDocument/2006/relationships/image" Target="../media/image266.wmf"/><Relationship Id="rId11" Type="http://schemas.openxmlformats.org/officeDocument/2006/relationships/image" Target="../media/image271.wmf"/><Relationship Id="rId5" Type="http://schemas.openxmlformats.org/officeDocument/2006/relationships/image" Target="../media/image265.wmf"/><Relationship Id="rId10" Type="http://schemas.openxmlformats.org/officeDocument/2006/relationships/image" Target="../media/image270.wmf"/><Relationship Id="rId4" Type="http://schemas.openxmlformats.org/officeDocument/2006/relationships/image" Target="../media/image264.wmf"/><Relationship Id="rId9" Type="http://schemas.openxmlformats.org/officeDocument/2006/relationships/image" Target="../media/image269.wmf"/></Relationships>
</file>

<file path=ppt/drawings/_rels/vmlDrawing37.vml.rels><?xml version="1.0" encoding="UTF-8" standalone="yes"?>
<Relationships xmlns="http://schemas.openxmlformats.org/package/2006/relationships"><Relationship Id="rId1" Type="http://schemas.openxmlformats.org/officeDocument/2006/relationships/image" Target="../media/image275.wmf"/></Relationships>
</file>

<file path=ppt/drawings/_rels/vmlDrawing38.vml.rels><?xml version="1.0" encoding="UTF-8" standalone="yes"?>
<Relationships xmlns="http://schemas.openxmlformats.org/package/2006/relationships"><Relationship Id="rId8" Type="http://schemas.openxmlformats.org/officeDocument/2006/relationships/image" Target="../media/image283.wmf"/><Relationship Id="rId3" Type="http://schemas.openxmlformats.org/officeDocument/2006/relationships/image" Target="../media/image278.wmf"/><Relationship Id="rId7" Type="http://schemas.openxmlformats.org/officeDocument/2006/relationships/image" Target="../media/image282.wmf"/><Relationship Id="rId2" Type="http://schemas.openxmlformats.org/officeDocument/2006/relationships/image" Target="../media/image277.wmf"/><Relationship Id="rId1" Type="http://schemas.openxmlformats.org/officeDocument/2006/relationships/image" Target="../media/image276.wmf"/><Relationship Id="rId6" Type="http://schemas.openxmlformats.org/officeDocument/2006/relationships/image" Target="../media/image281.wmf"/><Relationship Id="rId5" Type="http://schemas.openxmlformats.org/officeDocument/2006/relationships/image" Target="../media/image280.wmf"/><Relationship Id="rId10" Type="http://schemas.openxmlformats.org/officeDocument/2006/relationships/image" Target="../media/image285.wmf"/><Relationship Id="rId4" Type="http://schemas.openxmlformats.org/officeDocument/2006/relationships/image" Target="../media/image279.wmf"/><Relationship Id="rId9" Type="http://schemas.openxmlformats.org/officeDocument/2006/relationships/image" Target="../media/image284.wmf"/></Relationships>
</file>

<file path=ppt/drawings/_rels/vmlDrawing39.vml.rels><?xml version="1.0" encoding="UTF-8" standalone="yes"?>
<Relationships xmlns="http://schemas.openxmlformats.org/package/2006/relationships"><Relationship Id="rId3" Type="http://schemas.openxmlformats.org/officeDocument/2006/relationships/image" Target="../media/image288.wmf"/><Relationship Id="rId2" Type="http://schemas.openxmlformats.org/officeDocument/2006/relationships/image" Target="../media/image287.wmf"/><Relationship Id="rId1" Type="http://schemas.openxmlformats.org/officeDocument/2006/relationships/image" Target="../media/image286.wmf"/><Relationship Id="rId6" Type="http://schemas.openxmlformats.org/officeDocument/2006/relationships/image" Target="../media/image291.wmf"/><Relationship Id="rId5" Type="http://schemas.openxmlformats.org/officeDocument/2006/relationships/image" Target="../media/image290.wmf"/><Relationship Id="rId4" Type="http://schemas.openxmlformats.org/officeDocument/2006/relationships/image" Target="../media/image289.wmf"/></Relationships>
</file>

<file path=ppt/drawings/_rels/vmlDrawing40.vml.rels><?xml version="1.0" encoding="UTF-8" standalone="yes"?>
<Relationships xmlns="http://schemas.openxmlformats.org/package/2006/relationships"><Relationship Id="rId8" Type="http://schemas.openxmlformats.org/officeDocument/2006/relationships/image" Target="../media/image299.wmf"/><Relationship Id="rId13" Type="http://schemas.openxmlformats.org/officeDocument/2006/relationships/image" Target="../media/image304.wmf"/><Relationship Id="rId3" Type="http://schemas.openxmlformats.org/officeDocument/2006/relationships/image" Target="../media/image294.wmf"/><Relationship Id="rId7" Type="http://schemas.openxmlformats.org/officeDocument/2006/relationships/image" Target="../media/image298.wmf"/><Relationship Id="rId12" Type="http://schemas.openxmlformats.org/officeDocument/2006/relationships/image" Target="../media/image303.wmf"/><Relationship Id="rId17" Type="http://schemas.openxmlformats.org/officeDocument/2006/relationships/image" Target="../media/image308.wmf"/><Relationship Id="rId2" Type="http://schemas.openxmlformats.org/officeDocument/2006/relationships/image" Target="../media/image293.wmf"/><Relationship Id="rId16" Type="http://schemas.openxmlformats.org/officeDocument/2006/relationships/image" Target="../media/image307.wmf"/><Relationship Id="rId1" Type="http://schemas.openxmlformats.org/officeDocument/2006/relationships/image" Target="../media/image292.wmf"/><Relationship Id="rId6" Type="http://schemas.openxmlformats.org/officeDocument/2006/relationships/image" Target="../media/image297.wmf"/><Relationship Id="rId11" Type="http://schemas.openxmlformats.org/officeDocument/2006/relationships/image" Target="../media/image302.wmf"/><Relationship Id="rId5" Type="http://schemas.openxmlformats.org/officeDocument/2006/relationships/image" Target="../media/image296.wmf"/><Relationship Id="rId15" Type="http://schemas.openxmlformats.org/officeDocument/2006/relationships/image" Target="../media/image306.wmf"/><Relationship Id="rId10" Type="http://schemas.openxmlformats.org/officeDocument/2006/relationships/image" Target="../media/image301.wmf"/><Relationship Id="rId4" Type="http://schemas.openxmlformats.org/officeDocument/2006/relationships/image" Target="../media/image295.wmf"/><Relationship Id="rId9" Type="http://schemas.openxmlformats.org/officeDocument/2006/relationships/image" Target="../media/image300.wmf"/><Relationship Id="rId14" Type="http://schemas.openxmlformats.org/officeDocument/2006/relationships/image" Target="../media/image305.wmf"/></Relationships>
</file>

<file path=ppt/drawings/_rels/vmlDrawing41.vml.rels><?xml version="1.0" encoding="UTF-8" standalone="yes"?>
<Relationships xmlns="http://schemas.openxmlformats.org/package/2006/relationships"><Relationship Id="rId3" Type="http://schemas.openxmlformats.org/officeDocument/2006/relationships/image" Target="../media/image312.wmf"/><Relationship Id="rId2" Type="http://schemas.openxmlformats.org/officeDocument/2006/relationships/image" Target="../media/image311.wmf"/><Relationship Id="rId1" Type="http://schemas.openxmlformats.org/officeDocument/2006/relationships/image" Target="../media/image310.wmf"/><Relationship Id="rId5" Type="http://schemas.openxmlformats.org/officeDocument/2006/relationships/image" Target="../media/image314.wmf"/><Relationship Id="rId4" Type="http://schemas.openxmlformats.org/officeDocument/2006/relationships/image" Target="../media/image313.wmf"/></Relationships>
</file>

<file path=ppt/drawings/_rels/vmlDrawing42.vml.rels><?xml version="1.0" encoding="UTF-8" standalone="yes"?>
<Relationships xmlns="http://schemas.openxmlformats.org/package/2006/relationships"><Relationship Id="rId3" Type="http://schemas.openxmlformats.org/officeDocument/2006/relationships/image" Target="../media/image318.wmf"/><Relationship Id="rId2" Type="http://schemas.openxmlformats.org/officeDocument/2006/relationships/image" Target="../media/image317.wmf"/><Relationship Id="rId1" Type="http://schemas.openxmlformats.org/officeDocument/2006/relationships/image" Target="../media/image316.wmf"/><Relationship Id="rId5" Type="http://schemas.openxmlformats.org/officeDocument/2006/relationships/image" Target="../media/image320.wmf"/><Relationship Id="rId4" Type="http://schemas.openxmlformats.org/officeDocument/2006/relationships/image" Target="../media/image319.wmf"/></Relationships>
</file>

<file path=ppt/drawings/_rels/vmlDrawing43.vml.rels><?xml version="1.0" encoding="UTF-8" standalone="yes"?>
<Relationships xmlns="http://schemas.openxmlformats.org/package/2006/relationships"><Relationship Id="rId8" Type="http://schemas.openxmlformats.org/officeDocument/2006/relationships/image" Target="../media/image328.wmf"/><Relationship Id="rId3" Type="http://schemas.openxmlformats.org/officeDocument/2006/relationships/image" Target="../media/image323.wmf"/><Relationship Id="rId7" Type="http://schemas.openxmlformats.org/officeDocument/2006/relationships/image" Target="../media/image327.wmf"/><Relationship Id="rId2" Type="http://schemas.openxmlformats.org/officeDocument/2006/relationships/image" Target="../media/image322.wmf"/><Relationship Id="rId1" Type="http://schemas.openxmlformats.org/officeDocument/2006/relationships/image" Target="../media/image321.wmf"/><Relationship Id="rId6" Type="http://schemas.openxmlformats.org/officeDocument/2006/relationships/image" Target="../media/image326.wmf"/><Relationship Id="rId5" Type="http://schemas.openxmlformats.org/officeDocument/2006/relationships/image" Target="../media/image325.wmf"/><Relationship Id="rId10" Type="http://schemas.openxmlformats.org/officeDocument/2006/relationships/image" Target="../media/image330.wmf"/><Relationship Id="rId4" Type="http://schemas.openxmlformats.org/officeDocument/2006/relationships/image" Target="../media/image324.wmf"/><Relationship Id="rId9" Type="http://schemas.openxmlformats.org/officeDocument/2006/relationships/image" Target="../media/image329.wmf"/></Relationships>
</file>

<file path=ppt/drawings/_rels/vmlDrawing44.vml.rels><?xml version="1.0" encoding="UTF-8" standalone="yes"?>
<Relationships xmlns="http://schemas.openxmlformats.org/package/2006/relationships"><Relationship Id="rId8" Type="http://schemas.openxmlformats.org/officeDocument/2006/relationships/image" Target="../media/image338.wmf"/><Relationship Id="rId3" Type="http://schemas.openxmlformats.org/officeDocument/2006/relationships/image" Target="../media/image333.wmf"/><Relationship Id="rId7" Type="http://schemas.openxmlformats.org/officeDocument/2006/relationships/image" Target="../media/image337.wmf"/><Relationship Id="rId2" Type="http://schemas.openxmlformats.org/officeDocument/2006/relationships/image" Target="../media/image332.wmf"/><Relationship Id="rId1" Type="http://schemas.openxmlformats.org/officeDocument/2006/relationships/image" Target="../media/image331.wmf"/><Relationship Id="rId6" Type="http://schemas.openxmlformats.org/officeDocument/2006/relationships/image" Target="../media/image336.wmf"/><Relationship Id="rId5" Type="http://schemas.openxmlformats.org/officeDocument/2006/relationships/image" Target="../media/image335.wmf"/><Relationship Id="rId10" Type="http://schemas.openxmlformats.org/officeDocument/2006/relationships/image" Target="../media/image340.wmf"/><Relationship Id="rId4" Type="http://schemas.openxmlformats.org/officeDocument/2006/relationships/image" Target="../media/image334.wmf"/><Relationship Id="rId9" Type="http://schemas.openxmlformats.org/officeDocument/2006/relationships/image" Target="../media/image339.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336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nSpc>
                <a:spcPct val="100000"/>
              </a:lnSpc>
              <a:spcBef>
                <a:spcPct val="0"/>
              </a:spcBef>
              <a:defRPr sz="1200" b="0">
                <a:ea typeface="宋体" pitchFamily="2" charset="-122"/>
              </a:defRPr>
            </a:lvl1pPr>
          </a:lstStyle>
          <a:p>
            <a:pPr>
              <a:defRPr/>
            </a:pPr>
            <a:endParaRPr lang="en-US" altLang="zh-CN"/>
          </a:p>
        </p:txBody>
      </p:sp>
      <p:sp>
        <p:nvSpPr>
          <p:cNvPr id="143363"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lnSpc>
                <a:spcPct val="100000"/>
              </a:lnSpc>
              <a:spcBef>
                <a:spcPct val="0"/>
              </a:spcBef>
              <a:defRPr sz="1200" b="0">
                <a:ea typeface="宋体" pitchFamily="2" charset="-122"/>
              </a:defRPr>
            </a:lvl1pPr>
          </a:lstStyle>
          <a:p>
            <a:pPr>
              <a:defRPr/>
            </a:pPr>
            <a:endParaRPr lang="en-US" altLang="zh-CN"/>
          </a:p>
        </p:txBody>
      </p:sp>
      <p:sp>
        <p:nvSpPr>
          <p:cNvPr id="53252" name="Rectangle 4"/>
          <p:cNvSpPr>
            <a:spLocks noRo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143365"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smtClean="0"/>
              <a:t>单击此处编辑母版文本样式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p>
        </p:txBody>
      </p:sp>
      <p:sp>
        <p:nvSpPr>
          <p:cNvPr id="143366"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nSpc>
                <a:spcPct val="100000"/>
              </a:lnSpc>
              <a:spcBef>
                <a:spcPct val="0"/>
              </a:spcBef>
              <a:defRPr sz="1200" b="0">
                <a:ea typeface="宋体" pitchFamily="2" charset="-122"/>
              </a:defRPr>
            </a:lvl1pPr>
          </a:lstStyle>
          <a:p>
            <a:pPr>
              <a:defRPr/>
            </a:pPr>
            <a:endParaRPr lang="en-US" altLang="zh-CN"/>
          </a:p>
        </p:txBody>
      </p:sp>
      <p:sp>
        <p:nvSpPr>
          <p:cNvPr id="143367"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lnSpc>
                <a:spcPct val="100000"/>
              </a:lnSpc>
              <a:spcBef>
                <a:spcPct val="0"/>
              </a:spcBef>
              <a:defRPr sz="1200" b="0">
                <a:ea typeface="宋体" pitchFamily="2" charset="-122"/>
              </a:defRPr>
            </a:lvl1pPr>
          </a:lstStyle>
          <a:p>
            <a:pPr>
              <a:defRPr/>
            </a:pPr>
            <a:fld id="{DFEC3356-C5D1-4C1B-B2CA-1871013B360E}"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p:cNvSpPr>
            <a:spLocks noGrp="1" noChangeArrowheads="1"/>
          </p:cNvSpPr>
          <p:nvPr>
            <p:ph type="sldNum" sz="quarter" idx="5"/>
          </p:nvPr>
        </p:nvSpPr>
        <p:spPr>
          <a:noFill/>
        </p:spPr>
        <p:txBody>
          <a:bodyPr/>
          <a:lstStyle/>
          <a:p>
            <a:fld id="{9C2A51DD-6591-4387-A509-EFBB198A0E39}" type="slidenum">
              <a:rPr lang="en-US" altLang="zh-CN" smtClean="0"/>
              <a:pPr/>
              <a:t>11</a:t>
            </a:fld>
            <a:endParaRPr lang="en-US" altLang="zh-CN" smtClean="0"/>
          </a:p>
        </p:txBody>
      </p:sp>
      <p:sp>
        <p:nvSpPr>
          <p:cNvPr id="54275" name="Rectangle 2"/>
          <p:cNvSpPr>
            <a:spLocks noRot="1" noChangeArrowheads="1" noTextEdit="1"/>
          </p:cNvSpPr>
          <p:nvPr>
            <p:ph type="sldImg"/>
          </p:nvPr>
        </p:nvSpPr>
        <p:spPr>
          <a:ln/>
        </p:spPr>
      </p:sp>
      <p:sp>
        <p:nvSpPr>
          <p:cNvPr id="54276" name="Rectangle 3"/>
          <p:cNvSpPr>
            <a:spLocks noGrp="1" noChangeArrowheads="1"/>
          </p:cNvSpPr>
          <p:nvPr>
            <p:ph type="body" idx="1"/>
          </p:nvPr>
        </p:nvSpPr>
        <p:spPr>
          <a:noFill/>
          <a:ln/>
        </p:spPr>
        <p:txBody>
          <a:bodyPr/>
          <a:lstStyle/>
          <a:p>
            <a:pPr eaLnBrk="1" hangingPunct="1"/>
            <a:r>
              <a:rPr lang="zh-CN" altLang="en-US" smtClean="0">
                <a:solidFill>
                  <a:srgbClr val="FF6600"/>
                </a:solidFill>
              </a:rPr>
              <a:t>列方程求解</a:t>
            </a:r>
            <a:r>
              <a:rPr lang="en-US" altLang="zh-CN" smtClean="0"/>
              <a:t>----</a:t>
            </a:r>
            <a:r>
              <a:rPr lang="zh-CN" altLang="en-US" smtClean="0"/>
              <a:t>若力和加速度方向不能确定，可假定一个方向，然后按假定方向列出方程并进行演算，用演算结果和假定方向相比较确定其实际方向。运算中应注意单位的正确选用。</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p:cNvSpPr>
            <a:spLocks noGrp="1" noChangeArrowheads="1"/>
          </p:cNvSpPr>
          <p:nvPr>
            <p:ph type="sldNum" sz="quarter" idx="5"/>
          </p:nvPr>
        </p:nvSpPr>
        <p:spPr>
          <a:noFill/>
        </p:spPr>
        <p:txBody>
          <a:bodyPr/>
          <a:lstStyle/>
          <a:p>
            <a:fld id="{252154CD-3F30-4035-B626-43630A218D52}" type="slidenum">
              <a:rPr lang="en-US" altLang="zh-CN" smtClean="0"/>
              <a:pPr/>
              <a:t>20</a:t>
            </a:fld>
            <a:endParaRPr lang="en-US" altLang="zh-CN" smtClean="0"/>
          </a:p>
        </p:txBody>
      </p:sp>
      <p:sp>
        <p:nvSpPr>
          <p:cNvPr id="55299" name="Rectangle 2"/>
          <p:cNvSpPr>
            <a:spLocks noRot="1" noChangeArrowheads="1" noTextEdit="1"/>
          </p:cNvSpPr>
          <p:nvPr>
            <p:ph type="sldImg"/>
          </p:nvPr>
        </p:nvSpPr>
        <p:spPr>
          <a:ln/>
        </p:spPr>
      </p:sp>
      <p:sp>
        <p:nvSpPr>
          <p:cNvPr id="55300" name="Rectangle 3"/>
          <p:cNvSpPr>
            <a:spLocks noGrp="1" noChangeArrowheads="1"/>
          </p:cNvSpPr>
          <p:nvPr>
            <p:ph type="body" idx="1"/>
          </p:nvPr>
        </p:nvSpPr>
        <p:spPr>
          <a:noFill/>
          <a:ln/>
        </p:spPr>
        <p:txBody>
          <a:bodyPr/>
          <a:lstStyle/>
          <a:p>
            <a:pPr eaLnBrk="1" hangingPunct="1">
              <a:lnSpc>
                <a:spcPct val="120000"/>
              </a:lnSpc>
              <a:spcBef>
                <a:spcPct val="50000"/>
              </a:spcBef>
            </a:pPr>
            <a:r>
              <a:rPr lang="zh-CN" altLang="en-US" smtClean="0"/>
              <a:t>相对惯性系作加速运动的参照系是非惯性系。而相对惯性系作匀速直线运动的参照系也是惯性系。</a:t>
            </a:r>
          </a:p>
          <a:p>
            <a:pPr eaLnBrk="1" hangingPunct="1"/>
            <a:endParaRPr lang="en-US" altLang="zh-CN"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p:cNvSpPr>
            <a:spLocks noGrp="1" noChangeArrowheads="1"/>
          </p:cNvSpPr>
          <p:nvPr>
            <p:ph type="sldNum" sz="quarter" idx="5"/>
          </p:nvPr>
        </p:nvSpPr>
        <p:spPr>
          <a:noFill/>
        </p:spPr>
        <p:txBody>
          <a:bodyPr/>
          <a:lstStyle/>
          <a:p>
            <a:fld id="{5BAC1C9E-A68A-4B60-874F-95FFD2C0EB15}" type="slidenum">
              <a:rPr lang="en-US" altLang="zh-CN" smtClean="0"/>
              <a:pPr/>
              <a:t>21</a:t>
            </a:fld>
            <a:endParaRPr lang="en-US" altLang="zh-CN" smtClean="0"/>
          </a:p>
        </p:txBody>
      </p:sp>
      <p:sp>
        <p:nvSpPr>
          <p:cNvPr id="56323" name="Rectangle 2"/>
          <p:cNvSpPr>
            <a:spLocks noRot="1" noChangeArrowheads="1" noTextEdit="1"/>
          </p:cNvSpPr>
          <p:nvPr>
            <p:ph type="sldImg"/>
          </p:nvPr>
        </p:nvSpPr>
        <p:spPr>
          <a:ln/>
        </p:spPr>
      </p:sp>
      <p:sp>
        <p:nvSpPr>
          <p:cNvPr id="56324" name="Rectangle 3"/>
          <p:cNvSpPr>
            <a:spLocks noGrp="1" noChangeArrowheads="1"/>
          </p:cNvSpPr>
          <p:nvPr>
            <p:ph type="body" idx="1"/>
          </p:nvPr>
        </p:nvSpPr>
        <p:spPr>
          <a:noFill/>
          <a:ln/>
        </p:spPr>
        <p:txBody>
          <a:bodyPr/>
          <a:lstStyle/>
          <a:p>
            <a:pPr eaLnBrk="1" hangingPunct="1">
              <a:lnSpc>
                <a:spcPct val="120000"/>
              </a:lnSpc>
              <a:spcBef>
                <a:spcPct val="50000"/>
              </a:spcBef>
            </a:pPr>
            <a:r>
              <a:rPr lang="zh-CN" altLang="en-US" smtClean="0"/>
              <a:t>相对惯性系作加速运动的参照系是非惯性系。而相对惯性系作匀速直线运动的参照系也是惯性系。</a:t>
            </a:r>
          </a:p>
          <a:p>
            <a:pPr eaLnBrk="1" hangingPunct="1"/>
            <a:endParaRPr lang="en-US" altLang="zh-CN"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p:cNvSpPr>
            <a:spLocks noGrp="1" noChangeArrowheads="1"/>
          </p:cNvSpPr>
          <p:nvPr>
            <p:ph type="sldNum" sz="quarter" idx="5"/>
          </p:nvPr>
        </p:nvSpPr>
        <p:spPr>
          <a:noFill/>
        </p:spPr>
        <p:txBody>
          <a:bodyPr/>
          <a:lstStyle/>
          <a:p>
            <a:fld id="{8B4D7835-635C-4D94-A8DC-72538CB16426}" type="slidenum">
              <a:rPr lang="en-US" altLang="zh-CN" smtClean="0"/>
              <a:pPr/>
              <a:t>25</a:t>
            </a:fld>
            <a:endParaRPr lang="en-US" altLang="zh-CN" smtClean="0"/>
          </a:p>
        </p:txBody>
      </p:sp>
      <p:sp>
        <p:nvSpPr>
          <p:cNvPr id="57347" name="Rectangle 2"/>
          <p:cNvSpPr>
            <a:spLocks noRot="1" noChangeArrowheads="1" noTextEdit="1"/>
          </p:cNvSpPr>
          <p:nvPr>
            <p:ph type="sldImg"/>
          </p:nvPr>
        </p:nvSpPr>
        <p:spPr>
          <a:ln/>
        </p:spPr>
      </p:sp>
      <p:sp>
        <p:nvSpPr>
          <p:cNvPr id="57348" name="Rectangle 3"/>
          <p:cNvSpPr>
            <a:spLocks noGrp="1" noChangeArrowheads="1"/>
          </p:cNvSpPr>
          <p:nvPr>
            <p:ph type="body" idx="1"/>
          </p:nvPr>
        </p:nvSpPr>
        <p:spPr>
          <a:noFill/>
          <a:ln/>
        </p:spPr>
        <p:txBody>
          <a:bodyPr/>
          <a:lstStyle/>
          <a:p>
            <a:pPr eaLnBrk="1" hangingPunct="1">
              <a:lnSpc>
                <a:spcPct val="140000"/>
              </a:lnSpc>
              <a:spcBef>
                <a:spcPct val="50000"/>
              </a:spcBef>
            </a:pPr>
            <a:r>
              <a:rPr lang="zh-CN" altLang="en-US" b="1" smtClean="0">
                <a:solidFill>
                  <a:schemeClr val="tx2"/>
                </a:solidFill>
              </a:rPr>
              <a:t>空间、时间和物质的质量与物质的运动无关而独立存在，空间永远是静止的、永恒的，时间永远是均匀地流逝着的。</a:t>
            </a:r>
          </a:p>
          <a:p>
            <a:pPr eaLnBrk="1" hangingPunct="1"/>
            <a:endParaRPr lang="en-US" altLang="zh-CN"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p:cNvSpPr>
            <a:spLocks noGrp="1" noChangeArrowheads="1"/>
          </p:cNvSpPr>
          <p:nvPr>
            <p:ph type="sldNum" sz="quarter" idx="5"/>
          </p:nvPr>
        </p:nvSpPr>
        <p:spPr>
          <a:noFill/>
        </p:spPr>
        <p:txBody>
          <a:bodyPr/>
          <a:lstStyle/>
          <a:p>
            <a:fld id="{5F7E3ACD-365F-4AD6-BEE0-062EB0A478B9}" type="slidenum">
              <a:rPr lang="en-US" altLang="zh-CN" smtClean="0"/>
              <a:pPr/>
              <a:t>26</a:t>
            </a:fld>
            <a:endParaRPr lang="en-US" altLang="zh-CN" smtClean="0"/>
          </a:p>
        </p:txBody>
      </p:sp>
      <p:sp>
        <p:nvSpPr>
          <p:cNvPr id="58371" name="Rectangle 2"/>
          <p:cNvSpPr>
            <a:spLocks noRot="1" noChangeArrowheads="1" noTextEdit="1"/>
          </p:cNvSpPr>
          <p:nvPr>
            <p:ph type="sldImg"/>
          </p:nvPr>
        </p:nvSpPr>
        <p:spPr>
          <a:ln/>
        </p:spPr>
      </p:sp>
      <p:sp>
        <p:nvSpPr>
          <p:cNvPr id="58372" name="Rectangle 3"/>
          <p:cNvSpPr>
            <a:spLocks noGrp="1" noChangeArrowheads="1"/>
          </p:cNvSpPr>
          <p:nvPr>
            <p:ph type="body" idx="1"/>
          </p:nvPr>
        </p:nvSpPr>
        <p:spPr>
          <a:noFill/>
          <a:ln/>
        </p:spPr>
        <p:txBody>
          <a:bodyPr/>
          <a:lstStyle/>
          <a:p>
            <a:pPr eaLnBrk="1" hangingPunct="1"/>
            <a:r>
              <a:rPr lang="zh-CN" altLang="en-US" b="1" smtClean="0"/>
              <a:t>经典力学相对性原理与绝对时空观密切相关</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76615059-7D37-479D-A98D-3B75BB1EF350}" type="slidenum">
              <a:rPr lang="en-US" altLang="zh-CN"/>
              <a:pPr>
                <a:defRPr/>
              </a:pPr>
              <a:t>‹#›</a:t>
            </a:fld>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99C450C5-11C1-4098-800B-60A14D188DAA}" type="slidenum">
              <a:rPr lang="en-US" altLang="zh-CN"/>
              <a:pPr>
                <a:defRPr/>
              </a:pPr>
              <a:t>‹#›</a:t>
            </a:fld>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CFAF8372-78A9-478D-8351-8C146304E31F}" type="slidenum">
              <a:rPr lang="en-US" altLang="zh-CN"/>
              <a:pPr>
                <a:defRPr/>
              </a:pPr>
              <a:t>‹#›</a:t>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E4B731A4-7F54-4FDD-AC9B-8FEAF54F92C8}" type="slidenum">
              <a:rPr lang="en-US" altLang="zh-CN"/>
              <a:pPr>
                <a:defRPr/>
              </a:pPr>
              <a:t>‹#›</a:t>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6"/>
          <p:cNvSpPr>
            <a:spLocks noGrp="1" noChangeArrowheads="1"/>
          </p:cNvSpPr>
          <p:nvPr>
            <p:ph type="sldNum" sz="quarter" idx="12"/>
          </p:nvPr>
        </p:nvSpPr>
        <p:spPr>
          <a:ln/>
        </p:spPr>
        <p:txBody>
          <a:bodyPr/>
          <a:lstStyle>
            <a:lvl1pPr>
              <a:defRPr/>
            </a:lvl1pPr>
          </a:lstStyle>
          <a:p>
            <a:pPr>
              <a:defRPr/>
            </a:pPr>
            <a:fld id="{C64E5879-64E4-40B5-AC40-3F04AA93FF0E}" type="slidenum">
              <a:rPr lang="en-US" altLang="zh-CN"/>
              <a:pPr>
                <a:defRPr/>
              </a:pPr>
              <a:t>‹#›</a:t>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a:ln/>
        </p:spPr>
        <p:txBody>
          <a:bodyPr/>
          <a:lstStyle>
            <a:lvl1pPr>
              <a:defRPr/>
            </a:lvl1pPr>
          </a:lstStyle>
          <a:p>
            <a:pPr>
              <a:defRPr/>
            </a:pPr>
            <a:fld id="{174494D5-4FDB-4CDB-B744-74C503427044}" type="slidenum">
              <a:rPr lang="en-US" altLang="zh-CN"/>
              <a:pPr>
                <a:defRPr/>
              </a:pPr>
              <a:t>‹#›</a:t>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6"/>
          <p:cNvSpPr>
            <a:spLocks noGrp="1" noChangeArrowheads="1"/>
          </p:cNvSpPr>
          <p:nvPr>
            <p:ph type="sldNum" sz="quarter" idx="12"/>
          </p:nvPr>
        </p:nvSpPr>
        <p:spPr>
          <a:ln/>
        </p:spPr>
        <p:txBody>
          <a:bodyPr/>
          <a:lstStyle>
            <a:lvl1pPr>
              <a:defRPr/>
            </a:lvl1pPr>
          </a:lstStyle>
          <a:p>
            <a:pPr>
              <a:defRPr/>
            </a:pPr>
            <a:fld id="{95697CDE-0C11-4CDA-928B-A8FDD9FC050A}" type="slidenum">
              <a:rPr lang="en-US" altLang="zh-CN"/>
              <a:pPr>
                <a:defRPr/>
              </a:pPr>
              <a:t>‹#›</a:t>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086259E2-58D4-4D74-9420-7D83879DACEA}" type="slidenum">
              <a:rPr lang="en-US" altLang="zh-CN"/>
              <a:pPr>
                <a:defRPr/>
              </a:pPr>
              <a:t>‹#›</a:t>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8C14905A-3E7C-400B-A477-97585E9A7DEC}" type="slidenum">
              <a:rPr lang="en-US" altLang="zh-CN"/>
              <a:pPr>
                <a:defRPr/>
              </a:pPr>
              <a:t>‹#›</a:t>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DE694F64-01A2-403B-81A9-1BA6B6D644C7}" type="slidenum">
              <a:rPr lang="en-US" altLang="zh-CN"/>
              <a:pPr>
                <a:defRPr/>
              </a:pPr>
              <a:t>‹#›</a:t>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15100" y="609600"/>
            <a:ext cx="1943100" cy="548640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85800" y="609600"/>
            <a:ext cx="5676900" cy="5486400"/>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D1167742-8BF0-483A-A6B7-11E081E380D2}" type="slidenum">
              <a:rPr lang="en-US" altLang="zh-CN"/>
              <a:pPr>
                <a:defRPr/>
              </a:pPr>
              <a:t>‹#›</a:t>
            </a:fld>
            <a:endParaRPr lang="en-US" alt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685800" y="609600"/>
            <a:ext cx="7772400" cy="1143000"/>
          </a:xfr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85800" y="1981200"/>
            <a:ext cx="3810000" cy="41148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quarter" idx="2"/>
          </p:nvPr>
        </p:nvSpPr>
        <p:spPr>
          <a:xfrm>
            <a:off x="4648200" y="1981200"/>
            <a:ext cx="3810000" cy="19812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内容占位符 4"/>
          <p:cNvSpPr>
            <a:spLocks noGrp="1"/>
          </p:cNvSpPr>
          <p:nvPr>
            <p:ph sz="quarter" idx="3"/>
          </p:nvPr>
        </p:nvSpPr>
        <p:spPr>
          <a:xfrm>
            <a:off x="4648200" y="4114800"/>
            <a:ext cx="3810000" cy="19812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7"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8" name="Rectangle 6"/>
          <p:cNvSpPr>
            <a:spLocks noGrp="1" noChangeArrowheads="1"/>
          </p:cNvSpPr>
          <p:nvPr>
            <p:ph type="sldNum" sz="quarter" idx="12"/>
          </p:nvPr>
        </p:nvSpPr>
        <p:spPr>
          <a:ln/>
        </p:spPr>
        <p:txBody>
          <a:bodyPr/>
          <a:lstStyle>
            <a:lvl1pPr>
              <a:defRPr/>
            </a:lvl1pPr>
          </a:lstStyle>
          <a:p>
            <a:pPr>
              <a:defRPr/>
            </a:pPr>
            <a:fld id="{35F78F69-3492-4852-B3E0-41770892C3EC}" type="slidenum">
              <a:rPr lang="en-US" altLang="zh-CN"/>
              <a:pPr>
                <a:defRPr/>
              </a:pPr>
              <a:t>‹#›</a:t>
            </a:fld>
            <a:endParaRPr lang="en-US" altLang="zh-CN"/>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685800" y="609600"/>
            <a:ext cx="7772400" cy="54864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3"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a:ln/>
        </p:spPr>
        <p:txBody>
          <a:bodyPr/>
          <a:lstStyle>
            <a:lvl1pPr>
              <a:defRPr/>
            </a:lvl1pPr>
          </a:lstStyle>
          <a:p>
            <a:pPr>
              <a:defRPr/>
            </a:pPr>
            <a:fld id="{984FD3BC-C995-4911-974A-0BFF6543C550}" type="slidenum">
              <a:rPr lang="en-US" altLang="zh-CN"/>
              <a:pPr>
                <a:defRPr/>
              </a:pPr>
              <a:t>‹#›</a:t>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5"/>
          <a:srcRect/>
          <a:stretch>
            <a:fillRect/>
          </a:stretch>
        </a:blipFill>
        <a:effectLst/>
      </p:bgPr>
    </p:bg>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bwMode="auto">
          <a:xfrm>
            <a:off x="685800" y="609600"/>
            <a:ext cx="77724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CN" altLang="en-US" smtClean="0"/>
              <a:t>单击此处编辑母版标题样式</a:t>
            </a:r>
          </a:p>
        </p:txBody>
      </p:sp>
      <p:sp>
        <p:nvSpPr>
          <p:cNvPr id="46083" name="Rectangle 3"/>
          <p:cNvSpPr>
            <a:spLocks noGrp="1" noChangeArrowheads="1"/>
          </p:cNvSpPr>
          <p:nvPr>
            <p:ph type="body" idx="1"/>
          </p:nvPr>
        </p:nvSpPr>
        <p:spPr bwMode="auto">
          <a:xfrm>
            <a:off x="685800" y="1981200"/>
            <a:ext cx="7772400" cy="4114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1028" name="Rectangle 4"/>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nSpc>
                <a:spcPct val="100000"/>
              </a:lnSpc>
              <a:spcBef>
                <a:spcPct val="0"/>
              </a:spcBef>
              <a:defRPr sz="1400" b="0">
                <a:ea typeface="+mn-ea"/>
              </a:defRPr>
            </a:lvl1pPr>
          </a:lstStyle>
          <a:p>
            <a:pPr>
              <a:defRPr/>
            </a:pPr>
            <a:endParaRPr lang="en-US" altLang="zh-CN"/>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lnSpc>
                <a:spcPct val="100000"/>
              </a:lnSpc>
              <a:spcBef>
                <a:spcPct val="0"/>
              </a:spcBef>
              <a:defRPr sz="1400" b="0">
                <a:ea typeface="+mn-ea"/>
              </a:defRPr>
            </a:lvl1pPr>
          </a:lstStyle>
          <a:p>
            <a:pPr>
              <a:defRPr/>
            </a:pPr>
            <a:endParaRPr lang="en-US" altLang="zh-CN"/>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lnSpc>
                <a:spcPct val="100000"/>
              </a:lnSpc>
              <a:spcBef>
                <a:spcPct val="0"/>
              </a:spcBef>
              <a:defRPr sz="1400" b="0">
                <a:ea typeface="+mn-ea"/>
              </a:defRPr>
            </a:lvl1pPr>
          </a:lstStyle>
          <a:p>
            <a:pPr>
              <a:defRPr/>
            </a:pPr>
            <a:fld id="{073EC7B0-5753-45BD-A602-057662DD1BFD}" type="slidenum">
              <a:rPr lang="en-US" altLang="zh-CN"/>
              <a:pPr>
                <a:defRPr/>
              </a:pPr>
              <a:t>‹#›</a:t>
            </a:fld>
            <a:endParaRPr lang="en-US" altLang="zh-CN"/>
          </a:p>
        </p:txBody>
      </p:sp>
      <p:sp>
        <p:nvSpPr>
          <p:cNvPr id="1031" name="Rectangle 7">
            <a:hlinkClick r:id="" action="ppaction://hlinkshowjump?jump=previousslide"/>
          </p:cNvPr>
          <p:cNvSpPr>
            <a:spLocks noChangeArrowheads="1"/>
          </p:cNvSpPr>
          <p:nvPr userDrawn="1"/>
        </p:nvSpPr>
        <p:spPr bwMode="auto">
          <a:xfrm>
            <a:off x="7308850" y="6669088"/>
            <a:ext cx="431800" cy="73025"/>
          </a:xfrm>
          <a:prstGeom prst="rect">
            <a:avLst/>
          </a:prstGeom>
          <a:noFill/>
          <a:ln w="9525">
            <a:noFill/>
            <a:miter lim="800000"/>
            <a:headEnd/>
            <a:tailEnd/>
          </a:ln>
          <a:effectLst/>
        </p:spPr>
        <p:txBody>
          <a:bodyPr wrap="none" anchor="ctr"/>
          <a:lstStyle/>
          <a:p>
            <a:pPr>
              <a:defRPr/>
            </a:pPr>
            <a:endParaRPr lang="zh-CN" altLang="en-US"/>
          </a:p>
        </p:txBody>
      </p:sp>
      <p:sp>
        <p:nvSpPr>
          <p:cNvPr id="1032" name="Rectangle 8"/>
          <p:cNvSpPr>
            <a:spLocks noChangeArrowheads="1"/>
          </p:cNvSpPr>
          <p:nvPr userDrawn="1"/>
        </p:nvSpPr>
        <p:spPr bwMode="auto">
          <a:xfrm>
            <a:off x="7773988" y="6669088"/>
            <a:ext cx="431800" cy="73025"/>
          </a:xfrm>
          <a:prstGeom prst="rect">
            <a:avLst/>
          </a:prstGeom>
          <a:noFill/>
          <a:ln w="9525">
            <a:noFill/>
            <a:miter lim="800000"/>
            <a:headEnd/>
            <a:tailEnd/>
          </a:ln>
          <a:effectLst/>
        </p:spPr>
        <p:txBody>
          <a:bodyPr wrap="none" anchor="ctr"/>
          <a:lstStyle/>
          <a:p>
            <a:pPr>
              <a:defRPr/>
            </a:pPr>
            <a:endParaRPr lang="zh-CN" altLang="en-US"/>
          </a:p>
        </p:txBody>
      </p:sp>
      <p:sp>
        <p:nvSpPr>
          <p:cNvPr id="1033" name="Rectangle 9">
            <a:hlinkClick r:id="" action="ppaction://hlinkshowjump?jump=nextslide"/>
          </p:cNvPr>
          <p:cNvSpPr>
            <a:spLocks noChangeArrowheads="1"/>
          </p:cNvSpPr>
          <p:nvPr userDrawn="1"/>
        </p:nvSpPr>
        <p:spPr bwMode="auto">
          <a:xfrm>
            <a:off x="8243888" y="6669088"/>
            <a:ext cx="431800" cy="73025"/>
          </a:xfrm>
          <a:prstGeom prst="rect">
            <a:avLst/>
          </a:prstGeom>
          <a:noFill/>
          <a:ln w="9525">
            <a:noFill/>
            <a:miter lim="800000"/>
            <a:headEnd/>
            <a:tailEnd/>
          </a:ln>
          <a:effectLst/>
        </p:spPr>
        <p:txBody>
          <a:bodyPr wrap="none" anchor="ctr"/>
          <a:lstStyle/>
          <a:p>
            <a:pPr>
              <a:defRPr/>
            </a:pPr>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ctr" rtl="0" eaLnBrk="0" fontAlgn="base" hangingPunct="0">
        <a:spcBef>
          <a:spcPct val="0"/>
        </a:spcBef>
        <a:spcAft>
          <a:spcPct val="0"/>
        </a:spcAft>
        <a:defRPr kumimoji="1" sz="5400" b="1">
          <a:solidFill>
            <a:srgbClr val="FF0000"/>
          </a:solidFill>
          <a:latin typeface="Times New Roman" pitchFamily="18" charset="0"/>
          <a:ea typeface="隶书" pitchFamily="49" charset="-122"/>
          <a:cs typeface="+mj-cs"/>
        </a:defRPr>
      </a:lvl1pPr>
      <a:lvl2pPr algn="ctr" rtl="0" eaLnBrk="0" fontAlgn="base" hangingPunct="0">
        <a:spcBef>
          <a:spcPct val="0"/>
        </a:spcBef>
        <a:spcAft>
          <a:spcPct val="0"/>
        </a:spcAft>
        <a:defRPr kumimoji="1" sz="5400" b="1">
          <a:solidFill>
            <a:srgbClr val="FF0000"/>
          </a:solidFill>
          <a:latin typeface="Times New Roman" pitchFamily="18" charset="0"/>
          <a:ea typeface="隶书" pitchFamily="49" charset="-122"/>
        </a:defRPr>
      </a:lvl2pPr>
      <a:lvl3pPr algn="ctr" rtl="0" eaLnBrk="0" fontAlgn="base" hangingPunct="0">
        <a:spcBef>
          <a:spcPct val="0"/>
        </a:spcBef>
        <a:spcAft>
          <a:spcPct val="0"/>
        </a:spcAft>
        <a:defRPr kumimoji="1" sz="5400" b="1">
          <a:solidFill>
            <a:srgbClr val="FF0000"/>
          </a:solidFill>
          <a:latin typeface="Times New Roman" pitchFamily="18" charset="0"/>
          <a:ea typeface="隶书" pitchFamily="49" charset="-122"/>
        </a:defRPr>
      </a:lvl3pPr>
      <a:lvl4pPr algn="ctr" rtl="0" eaLnBrk="0" fontAlgn="base" hangingPunct="0">
        <a:spcBef>
          <a:spcPct val="0"/>
        </a:spcBef>
        <a:spcAft>
          <a:spcPct val="0"/>
        </a:spcAft>
        <a:defRPr kumimoji="1" sz="5400" b="1">
          <a:solidFill>
            <a:srgbClr val="FF0000"/>
          </a:solidFill>
          <a:latin typeface="Times New Roman" pitchFamily="18" charset="0"/>
          <a:ea typeface="隶书" pitchFamily="49" charset="-122"/>
        </a:defRPr>
      </a:lvl4pPr>
      <a:lvl5pPr algn="ctr" rtl="0" eaLnBrk="0" fontAlgn="base" hangingPunct="0">
        <a:spcBef>
          <a:spcPct val="0"/>
        </a:spcBef>
        <a:spcAft>
          <a:spcPct val="0"/>
        </a:spcAft>
        <a:defRPr kumimoji="1" sz="5400" b="1">
          <a:solidFill>
            <a:srgbClr val="FF0000"/>
          </a:solidFill>
          <a:latin typeface="Times New Roman" pitchFamily="18" charset="0"/>
          <a:ea typeface="隶书" pitchFamily="49" charset="-122"/>
        </a:defRPr>
      </a:lvl5pPr>
      <a:lvl6pPr marL="457200" algn="ctr" rtl="0" fontAlgn="base">
        <a:spcBef>
          <a:spcPct val="0"/>
        </a:spcBef>
        <a:spcAft>
          <a:spcPct val="0"/>
        </a:spcAft>
        <a:defRPr kumimoji="1" sz="4400">
          <a:solidFill>
            <a:schemeClr val="tx2"/>
          </a:solidFill>
          <a:latin typeface="Times New Roman" pitchFamily="18" charset="0"/>
          <a:ea typeface="宋体" pitchFamily="2" charset="-122"/>
        </a:defRPr>
      </a:lvl6pPr>
      <a:lvl7pPr marL="914400" algn="ctr" rtl="0" fontAlgn="base">
        <a:spcBef>
          <a:spcPct val="0"/>
        </a:spcBef>
        <a:spcAft>
          <a:spcPct val="0"/>
        </a:spcAft>
        <a:defRPr kumimoji="1" sz="4400">
          <a:solidFill>
            <a:schemeClr val="tx2"/>
          </a:solidFill>
          <a:latin typeface="Times New Roman" pitchFamily="18" charset="0"/>
          <a:ea typeface="宋体" pitchFamily="2" charset="-122"/>
        </a:defRPr>
      </a:lvl7pPr>
      <a:lvl8pPr marL="1371600" algn="ctr" rtl="0" fontAlgn="base">
        <a:spcBef>
          <a:spcPct val="0"/>
        </a:spcBef>
        <a:spcAft>
          <a:spcPct val="0"/>
        </a:spcAft>
        <a:defRPr kumimoji="1" sz="4400">
          <a:solidFill>
            <a:schemeClr val="tx2"/>
          </a:solidFill>
          <a:latin typeface="Times New Roman" pitchFamily="18" charset="0"/>
          <a:ea typeface="宋体" pitchFamily="2" charset="-122"/>
        </a:defRPr>
      </a:lvl8pPr>
      <a:lvl9pPr marL="1828800" algn="ctr" rtl="0" fontAlgn="base">
        <a:spcBef>
          <a:spcPct val="0"/>
        </a:spcBef>
        <a:spcAft>
          <a:spcPct val="0"/>
        </a:spcAft>
        <a:defRPr kumimoji="1" sz="4400">
          <a:solidFill>
            <a:schemeClr val="tx2"/>
          </a:solidFill>
          <a:latin typeface="Times New Roman" pitchFamily="18" charset="0"/>
          <a:ea typeface="宋体" pitchFamily="2" charset="-122"/>
        </a:defRPr>
      </a:lvl9pPr>
    </p:titleStyle>
    <p:body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 Target="slide20.xml"/><Relationship Id="rId2" Type="http://schemas.openxmlformats.org/officeDocument/2006/relationships/slide" Target="slide2.xml"/><Relationship Id="rId1" Type="http://schemas.openxmlformats.org/officeDocument/2006/relationships/slideLayout" Target="../slideLayouts/slideLayout6.xml"/><Relationship Id="rId4" Type="http://schemas.openxmlformats.org/officeDocument/2006/relationships/slide" Target="slide2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Layout" Target="../slideLayouts/slideLayout12.xml"/><Relationship Id="rId1" Type="http://schemas.openxmlformats.org/officeDocument/2006/relationships/vmlDrawing" Target="../drawings/vmlDrawing1.vml"/><Relationship Id="rId6" Type="http://schemas.openxmlformats.org/officeDocument/2006/relationships/oleObject" Target="../embeddings/oleObject2.bin"/><Relationship Id="rId5" Type="http://schemas.openxmlformats.org/officeDocument/2006/relationships/oleObject" Target="../embeddings/oleObject1.bin"/><Relationship Id="rId4" Type="http://schemas.openxmlformats.org/officeDocument/2006/relationships/image" Target="../media/image4.jpeg"/></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13.xml"/><Relationship Id="rId1" Type="http://schemas.openxmlformats.org/officeDocument/2006/relationships/vmlDrawing" Target="../drawings/vmlDrawing2.vml"/><Relationship Id="rId4" Type="http://schemas.openxmlformats.org/officeDocument/2006/relationships/oleObject" Target="../embeddings/oleObject4.bin"/></Relationships>
</file>

<file path=ppt/slides/_rels/slide5.xml.rels><?xml version="1.0" encoding="UTF-8" standalone="yes"?>
<Relationships xmlns="http://schemas.openxmlformats.org/package/2006/relationships"><Relationship Id="rId8" Type="http://schemas.openxmlformats.org/officeDocument/2006/relationships/oleObject" Target="../embeddings/oleObject10.bin"/><Relationship Id="rId3" Type="http://schemas.openxmlformats.org/officeDocument/2006/relationships/oleObject" Target="../embeddings/oleObject5.bin"/><Relationship Id="rId7" Type="http://schemas.openxmlformats.org/officeDocument/2006/relationships/oleObject" Target="../embeddings/oleObject9.bin"/><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oleObject" Target="../embeddings/oleObject8.bin"/><Relationship Id="rId5" Type="http://schemas.openxmlformats.org/officeDocument/2006/relationships/oleObject" Target="../embeddings/oleObject7.bin"/><Relationship Id="rId10" Type="http://schemas.openxmlformats.org/officeDocument/2006/relationships/oleObject" Target="../embeddings/oleObject12.bin"/><Relationship Id="rId4" Type="http://schemas.openxmlformats.org/officeDocument/2006/relationships/oleObject" Target="../embeddings/oleObject6.bin"/><Relationship Id="rId9" Type="http://schemas.openxmlformats.org/officeDocument/2006/relationships/oleObject" Target="../embeddings/oleObject11.bin"/></Relationships>
</file>

<file path=ppt/slides/_rels/slide6.xml.rels><?xml version="1.0" encoding="UTF-8" standalone="yes"?>
<Relationships xmlns="http://schemas.openxmlformats.org/package/2006/relationships"><Relationship Id="rId8" Type="http://schemas.openxmlformats.org/officeDocument/2006/relationships/oleObject" Target="../embeddings/oleObject18.bin"/><Relationship Id="rId3" Type="http://schemas.openxmlformats.org/officeDocument/2006/relationships/oleObject" Target="../embeddings/oleObject13.bin"/><Relationship Id="rId7" Type="http://schemas.openxmlformats.org/officeDocument/2006/relationships/oleObject" Target="../embeddings/oleObject17.bin"/><Relationship Id="rId2" Type="http://schemas.openxmlformats.org/officeDocument/2006/relationships/slideLayout" Target="../slideLayouts/slideLayout7.xml"/><Relationship Id="rId1" Type="http://schemas.openxmlformats.org/officeDocument/2006/relationships/vmlDrawing" Target="../drawings/vmlDrawing4.vml"/><Relationship Id="rId6" Type="http://schemas.openxmlformats.org/officeDocument/2006/relationships/oleObject" Target="../embeddings/oleObject16.bin"/><Relationship Id="rId5" Type="http://schemas.openxmlformats.org/officeDocument/2006/relationships/oleObject" Target="../embeddings/oleObject15.bin"/><Relationship Id="rId4" Type="http://schemas.openxmlformats.org/officeDocument/2006/relationships/oleObject" Target="../embeddings/oleObject14.bin"/></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slideLayout" Target="../slideLayouts/slideLayout7.xml"/><Relationship Id="rId1" Type="http://schemas.openxmlformats.org/officeDocument/2006/relationships/vmlDrawing" Target="../drawings/vmlDrawing5.vml"/><Relationship Id="rId4" Type="http://schemas.openxmlformats.org/officeDocument/2006/relationships/oleObject" Target="../embeddings/oleObject20.bin"/></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21.bin"/><Relationship Id="rId7" Type="http://schemas.openxmlformats.org/officeDocument/2006/relationships/oleObject" Target="../embeddings/oleObject25.bin"/><Relationship Id="rId2" Type="http://schemas.openxmlformats.org/officeDocument/2006/relationships/slideLayout" Target="../slideLayouts/slideLayout13.xml"/><Relationship Id="rId1" Type="http://schemas.openxmlformats.org/officeDocument/2006/relationships/vmlDrawing" Target="../drawings/vmlDrawing6.vml"/><Relationship Id="rId6" Type="http://schemas.openxmlformats.org/officeDocument/2006/relationships/oleObject" Target="../embeddings/oleObject24.bin"/><Relationship Id="rId5" Type="http://schemas.openxmlformats.org/officeDocument/2006/relationships/oleObject" Target="../embeddings/oleObject23.bin"/><Relationship Id="rId4" Type="http://schemas.openxmlformats.org/officeDocument/2006/relationships/oleObject" Target="../embeddings/oleObject22.bin"/></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26.bin"/><Relationship Id="rId2" Type="http://schemas.openxmlformats.org/officeDocument/2006/relationships/slideLayout" Target="../slideLayouts/slideLayout7.xml"/><Relationship Id="rId1" Type="http://schemas.openxmlformats.org/officeDocument/2006/relationships/vmlDrawing" Target="../drawings/vmlDrawing7.v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7.xml"/><Relationship Id="rId1" Type="http://schemas.openxmlformats.org/officeDocument/2006/relationships/vmlDrawing" Target="../drawings/vmlDrawing8.vml"/><Relationship Id="rId4" Type="http://schemas.openxmlformats.org/officeDocument/2006/relationships/oleObject" Target="../embeddings/oleObject27.bin"/></Relationships>
</file>

<file path=ppt/slides/_rels/slide12.xml.rels><?xml version="1.0" encoding="UTF-8" standalone="yes"?>
<Relationships xmlns="http://schemas.openxmlformats.org/package/2006/relationships"><Relationship Id="rId8" Type="http://schemas.openxmlformats.org/officeDocument/2006/relationships/oleObject" Target="../embeddings/oleObject33.bin"/><Relationship Id="rId3" Type="http://schemas.openxmlformats.org/officeDocument/2006/relationships/oleObject" Target="../embeddings/oleObject28.bin"/><Relationship Id="rId7" Type="http://schemas.openxmlformats.org/officeDocument/2006/relationships/oleObject" Target="../embeddings/oleObject32.bin"/><Relationship Id="rId2" Type="http://schemas.openxmlformats.org/officeDocument/2006/relationships/slideLayout" Target="../slideLayouts/slideLayout7.xml"/><Relationship Id="rId1" Type="http://schemas.openxmlformats.org/officeDocument/2006/relationships/vmlDrawing" Target="../drawings/vmlDrawing9.vml"/><Relationship Id="rId6" Type="http://schemas.openxmlformats.org/officeDocument/2006/relationships/oleObject" Target="../embeddings/oleObject31.bin"/><Relationship Id="rId5" Type="http://schemas.openxmlformats.org/officeDocument/2006/relationships/oleObject" Target="../embeddings/oleObject30.bin"/><Relationship Id="rId4" Type="http://schemas.openxmlformats.org/officeDocument/2006/relationships/oleObject" Target="../embeddings/oleObject29.bin"/><Relationship Id="rId9" Type="http://schemas.openxmlformats.org/officeDocument/2006/relationships/oleObject" Target="../embeddings/oleObject34.bin"/></Relationships>
</file>

<file path=ppt/slides/_rels/slide13.xml.rels><?xml version="1.0" encoding="UTF-8" standalone="yes"?>
<Relationships xmlns="http://schemas.openxmlformats.org/package/2006/relationships"><Relationship Id="rId8" Type="http://schemas.openxmlformats.org/officeDocument/2006/relationships/oleObject" Target="../embeddings/oleObject40.bin"/><Relationship Id="rId13" Type="http://schemas.openxmlformats.org/officeDocument/2006/relationships/oleObject" Target="../embeddings/oleObject45.bin"/><Relationship Id="rId3" Type="http://schemas.openxmlformats.org/officeDocument/2006/relationships/oleObject" Target="../embeddings/oleObject35.bin"/><Relationship Id="rId7" Type="http://schemas.openxmlformats.org/officeDocument/2006/relationships/oleObject" Target="../embeddings/oleObject39.bin"/><Relationship Id="rId12" Type="http://schemas.openxmlformats.org/officeDocument/2006/relationships/oleObject" Target="../embeddings/oleObject44.bin"/><Relationship Id="rId2" Type="http://schemas.openxmlformats.org/officeDocument/2006/relationships/slideLayout" Target="../slideLayouts/slideLayout7.xml"/><Relationship Id="rId1" Type="http://schemas.openxmlformats.org/officeDocument/2006/relationships/vmlDrawing" Target="../drawings/vmlDrawing10.vml"/><Relationship Id="rId6" Type="http://schemas.openxmlformats.org/officeDocument/2006/relationships/oleObject" Target="../embeddings/oleObject38.bin"/><Relationship Id="rId11" Type="http://schemas.openxmlformats.org/officeDocument/2006/relationships/oleObject" Target="../embeddings/oleObject43.bin"/><Relationship Id="rId5" Type="http://schemas.openxmlformats.org/officeDocument/2006/relationships/oleObject" Target="../embeddings/oleObject37.bin"/><Relationship Id="rId15" Type="http://schemas.openxmlformats.org/officeDocument/2006/relationships/oleObject" Target="../embeddings/oleObject47.bin"/><Relationship Id="rId10" Type="http://schemas.openxmlformats.org/officeDocument/2006/relationships/oleObject" Target="../embeddings/oleObject42.bin"/><Relationship Id="rId4" Type="http://schemas.openxmlformats.org/officeDocument/2006/relationships/oleObject" Target="../embeddings/oleObject36.bin"/><Relationship Id="rId9" Type="http://schemas.openxmlformats.org/officeDocument/2006/relationships/oleObject" Target="../embeddings/oleObject41.bin"/><Relationship Id="rId14" Type="http://schemas.openxmlformats.org/officeDocument/2006/relationships/oleObject" Target="../embeddings/oleObject46.bin"/></Relationships>
</file>

<file path=ppt/slides/_rels/slide14.xml.rels><?xml version="1.0" encoding="UTF-8" standalone="yes"?>
<Relationships xmlns="http://schemas.openxmlformats.org/package/2006/relationships"><Relationship Id="rId8" Type="http://schemas.openxmlformats.org/officeDocument/2006/relationships/oleObject" Target="../embeddings/oleObject52.bin"/><Relationship Id="rId13" Type="http://schemas.openxmlformats.org/officeDocument/2006/relationships/oleObject" Target="../embeddings/oleObject57.bin"/><Relationship Id="rId18" Type="http://schemas.openxmlformats.org/officeDocument/2006/relationships/oleObject" Target="../embeddings/oleObject62.bin"/><Relationship Id="rId3" Type="http://schemas.openxmlformats.org/officeDocument/2006/relationships/image" Target="../media/image4.jpeg"/><Relationship Id="rId7" Type="http://schemas.openxmlformats.org/officeDocument/2006/relationships/oleObject" Target="../embeddings/oleObject51.bin"/><Relationship Id="rId12" Type="http://schemas.openxmlformats.org/officeDocument/2006/relationships/oleObject" Target="../embeddings/oleObject56.bin"/><Relationship Id="rId17" Type="http://schemas.openxmlformats.org/officeDocument/2006/relationships/oleObject" Target="../embeddings/oleObject61.bin"/><Relationship Id="rId2" Type="http://schemas.openxmlformats.org/officeDocument/2006/relationships/slideLayout" Target="../slideLayouts/slideLayout7.xml"/><Relationship Id="rId16" Type="http://schemas.openxmlformats.org/officeDocument/2006/relationships/oleObject" Target="../embeddings/oleObject60.bin"/><Relationship Id="rId1" Type="http://schemas.openxmlformats.org/officeDocument/2006/relationships/vmlDrawing" Target="../drawings/vmlDrawing11.vml"/><Relationship Id="rId6" Type="http://schemas.openxmlformats.org/officeDocument/2006/relationships/oleObject" Target="../embeddings/oleObject50.bin"/><Relationship Id="rId11" Type="http://schemas.openxmlformats.org/officeDocument/2006/relationships/oleObject" Target="../embeddings/oleObject55.bin"/><Relationship Id="rId5" Type="http://schemas.openxmlformats.org/officeDocument/2006/relationships/oleObject" Target="../embeddings/oleObject49.bin"/><Relationship Id="rId15" Type="http://schemas.openxmlformats.org/officeDocument/2006/relationships/oleObject" Target="../embeddings/oleObject59.bin"/><Relationship Id="rId10" Type="http://schemas.openxmlformats.org/officeDocument/2006/relationships/oleObject" Target="../embeddings/oleObject54.bin"/><Relationship Id="rId19" Type="http://schemas.openxmlformats.org/officeDocument/2006/relationships/oleObject" Target="../embeddings/oleObject63.bin"/><Relationship Id="rId4" Type="http://schemas.openxmlformats.org/officeDocument/2006/relationships/oleObject" Target="../embeddings/oleObject48.bin"/><Relationship Id="rId9" Type="http://schemas.openxmlformats.org/officeDocument/2006/relationships/oleObject" Target="../embeddings/oleObject53.bin"/><Relationship Id="rId14" Type="http://schemas.openxmlformats.org/officeDocument/2006/relationships/oleObject" Target="../embeddings/oleObject58.bin"/></Relationships>
</file>

<file path=ppt/slides/_rels/slide15.xml.rels><?xml version="1.0" encoding="UTF-8" standalone="yes"?>
<Relationships xmlns="http://schemas.openxmlformats.org/package/2006/relationships"><Relationship Id="rId8" Type="http://schemas.openxmlformats.org/officeDocument/2006/relationships/oleObject" Target="../embeddings/oleObject69.bin"/><Relationship Id="rId13" Type="http://schemas.openxmlformats.org/officeDocument/2006/relationships/oleObject" Target="../embeddings/oleObject74.bin"/><Relationship Id="rId3" Type="http://schemas.openxmlformats.org/officeDocument/2006/relationships/oleObject" Target="../embeddings/oleObject64.bin"/><Relationship Id="rId7" Type="http://schemas.openxmlformats.org/officeDocument/2006/relationships/oleObject" Target="../embeddings/oleObject68.bin"/><Relationship Id="rId12" Type="http://schemas.openxmlformats.org/officeDocument/2006/relationships/oleObject" Target="../embeddings/oleObject73.bin"/><Relationship Id="rId2" Type="http://schemas.openxmlformats.org/officeDocument/2006/relationships/slideLayout" Target="../slideLayouts/slideLayout2.xml"/><Relationship Id="rId1" Type="http://schemas.openxmlformats.org/officeDocument/2006/relationships/vmlDrawing" Target="../drawings/vmlDrawing12.vml"/><Relationship Id="rId6" Type="http://schemas.openxmlformats.org/officeDocument/2006/relationships/oleObject" Target="../embeddings/oleObject67.bin"/><Relationship Id="rId11" Type="http://schemas.openxmlformats.org/officeDocument/2006/relationships/oleObject" Target="../embeddings/oleObject72.bin"/><Relationship Id="rId5" Type="http://schemas.openxmlformats.org/officeDocument/2006/relationships/oleObject" Target="../embeddings/oleObject66.bin"/><Relationship Id="rId15" Type="http://schemas.openxmlformats.org/officeDocument/2006/relationships/oleObject" Target="../embeddings/oleObject76.bin"/><Relationship Id="rId10" Type="http://schemas.openxmlformats.org/officeDocument/2006/relationships/oleObject" Target="../embeddings/oleObject71.bin"/><Relationship Id="rId4" Type="http://schemas.openxmlformats.org/officeDocument/2006/relationships/oleObject" Target="../embeddings/oleObject65.bin"/><Relationship Id="rId9" Type="http://schemas.openxmlformats.org/officeDocument/2006/relationships/oleObject" Target="../embeddings/oleObject70.bin"/><Relationship Id="rId14" Type="http://schemas.openxmlformats.org/officeDocument/2006/relationships/oleObject" Target="../embeddings/oleObject75.bin"/></Relationships>
</file>

<file path=ppt/slides/_rels/slide16.xml.rels><?xml version="1.0" encoding="UTF-8" standalone="yes"?>
<Relationships xmlns="http://schemas.openxmlformats.org/package/2006/relationships"><Relationship Id="rId8" Type="http://schemas.openxmlformats.org/officeDocument/2006/relationships/oleObject" Target="../embeddings/oleObject82.bin"/><Relationship Id="rId3" Type="http://schemas.openxmlformats.org/officeDocument/2006/relationships/oleObject" Target="../embeddings/oleObject77.bin"/><Relationship Id="rId7" Type="http://schemas.openxmlformats.org/officeDocument/2006/relationships/oleObject" Target="../embeddings/oleObject81.bin"/><Relationship Id="rId12" Type="http://schemas.openxmlformats.org/officeDocument/2006/relationships/oleObject" Target="../embeddings/oleObject86.bin"/><Relationship Id="rId2" Type="http://schemas.openxmlformats.org/officeDocument/2006/relationships/slideLayout" Target="../slideLayouts/slideLayout7.xml"/><Relationship Id="rId1" Type="http://schemas.openxmlformats.org/officeDocument/2006/relationships/vmlDrawing" Target="../drawings/vmlDrawing13.vml"/><Relationship Id="rId6" Type="http://schemas.openxmlformats.org/officeDocument/2006/relationships/oleObject" Target="../embeddings/oleObject80.bin"/><Relationship Id="rId11" Type="http://schemas.openxmlformats.org/officeDocument/2006/relationships/oleObject" Target="../embeddings/oleObject85.bin"/><Relationship Id="rId5" Type="http://schemas.openxmlformats.org/officeDocument/2006/relationships/oleObject" Target="../embeddings/oleObject79.bin"/><Relationship Id="rId10" Type="http://schemas.openxmlformats.org/officeDocument/2006/relationships/oleObject" Target="../embeddings/oleObject84.bin"/><Relationship Id="rId4" Type="http://schemas.openxmlformats.org/officeDocument/2006/relationships/oleObject" Target="../embeddings/oleObject78.bin"/><Relationship Id="rId9" Type="http://schemas.openxmlformats.org/officeDocument/2006/relationships/oleObject" Target="../embeddings/oleObject83.bin"/></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87.bin"/><Relationship Id="rId2" Type="http://schemas.openxmlformats.org/officeDocument/2006/relationships/slideLayout" Target="../slideLayouts/slideLayout7.xml"/><Relationship Id="rId1" Type="http://schemas.openxmlformats.org/officeDocument/2006/relationships/vmlDrawing" Target="../drawings/vmlDrawing14.vml"/><Relationship Id="rId6" Type="http://schemas.openxmlformats.org/officeDocument/2006/relationships/oleObject" Target="../embeddings/oleObject90.bin"/><Relationship Id="rId5" Type="http://schemas.openxmlformats.org/officeDocument/2006/relationships/oleObject" Target="../embeddings/oleObject89.bin"/><Relationship Id="rId4" Type="http://schemas.openxmlformats.org/officeDocument/2006/relationships/oleObject" Target="../embeddings/oleObject88.bin"/></Relationships>
</file>

<file path=ppt/slides/_rels/slide18.xml.rels><?xml version="1.0" encoding="UTF-8" standalone="yes"?>
<Relationships xmlns="http://schemas.openxmlformats.org/package/2006/relationships"><Relationship Id="rId8" Type="http://schemas.openxmlformats.org/officeDocument/2006/relationships/oleObject" Target="../embeddings/oleObject95.bin"/><Relationship Id="rId3" Type="http://schemas.openxmlformats.org/officeDocument/2006/relationships/image" Target="../media/image96.jpeg"/><Relationship Id="rId7" Type="http://schemas.openxmlformats.org/officeDocument/2006/relationships/oleObject" Target="../embeddings/oleObject94.bin"/><Relationship Id="rId2" Type="http://schemas.openxmlformats.org/officeDocument/2006/relationships/slideLayout" Target="../slideLayouts/slideLayout7.xml"/><Relationship Id="rId1" Type="http://schemas.openxmlformats.org/officeDocument/2006/relationships/vmlDrawing" Target="../drawings/vmlDrawing15.vml"/><Relationship Id="rId6" Type="http://schemas.openxmlformats.org/officeDocument/2006/relationships/oleObject" Target="../embeddings/oleObject93.bin"/><Relationship Id="rId5" Type="http://schemas.openxmlformats.org/officeDocument/2006/relationships/oleObject" Target="../embeddings/oleObject92.bin"/><Relationship Id="rId4" Type="http://schemas.openxmlformats.org/officeDocument/2006/relationships/oleObject" Target="../embeddings/oleObject91.bin"/></Relationships>
</file>

<file path=ppt/slides/_rels/slide19.xml.rels><?xml version="1.0" encoding="UTF-8" standalone="yes"?>
<Relationships xmlns="http://schemas.openxmlformats.org/package/2006/relationships"><Relationship Id="rId8" Type="http://schemas.openxmlformats.org/officeDocument/2006/relationships/oleObject" Target="../embeddings/oleObject101.bin"/><Relationship Id="rId3" Type="http://schemas.openxmlformats.org/officeDocument/2006/relationships/oleObject" Target="../embeddings/oleObject96.bin"/><Relationship Id="rId7" Type="http://schemas.openxmlformats.org/officeDocument/2006/relationships/oleObject" Target="../embeddings/oleObject100.bin"/><Relationship Id="rId2" Type="http://schemas.openxmlformats.org/officeDocument/2006/relationships/slideLayout" Target="../slideLayouts/slideLayout7.xml"/><Relationship Id="rId1" Type="http://schemas.openxmlformats.org/officeDocument/2006/relationships/vmlDrawing" Target="../drawings/vmlDrawing16.vml"/><Relationship Id="rId6" Type="http://schemas.openxmlformats.org/officeDocument/2006/relationships/oleObject" Target="../embeddings/oleObject99.bin"/><Relationship Id="rId5" Type="http://schemas.openxmlformats.org/officeDocument/2006/relationships/oleObject" Target="../embeddings/oleObject98.bin"/><Relationship Id="rId4" Type="http://schemas.openxmlformats.org/officeDocument/2006/relationships/oleObject" Target="../embeddings/oleObject97.bin"/><Relationship Id="rId9" Type="http://schemas.openxmlformats.org/officeDocument/2006/relationships/slide" Target="slide1.xml"/></Relationships>
</file>

<file path=ppt/slides/_rels/slide20.xml.rels><?xml version="1.0" encoding="UTF-8" standalone="yes"?>
<Relationships xmlns="http://schemas.openxmlformats.org/package/2006/relationships"><Relationship Id="rId8" Type="http://schemas.openxmlformats.org/officeDocument/2006/relationships/oleObject" Target="../embeddings/oleObject106.bin"/><Relationship Id="rId13" Type="http://schemas.openxmlformats.org/officeDocument/2006/relationships/oleObject" Target="../embeddings/oleObject111.bin"/><Relationship Id="rId3" Type="http://schemas.openxmlformats.org/officeDocument/2006/relationships/notesSlide" Target="../notesSlides/notesSlide2.xml"/><Relationship Id="rId7" Type="http://schemas.openxmlformats.org/officeDocument/2006/relationships/oleObject" Target="../embeddings/oleObject105.bin"/><Relationship Id="rId12" Type="http://schemas.openxmlformats.org/officeDocument/2006/relationships/oleObject" Target="../embeddings/oleObject110.bin"/><Relationship Id="rId2" Type="http://schemas.openxmlformats.org/officeDocument/2006/relationships/slideLayout" Target="../slideLayouts/slideLayout7.xml"/><Relationship Id="rId1" Type="http://schemas.openxmlformats.org/officeDocument/2006/relationships/vmlDrawing" Target="../drawings/vmlDrawing17.vml"/><Relationship Id="rId6" Type="http://schemas.openxmlformats.org/officeDocument/2006/relationships/oleObject" Target="../embeddings/oleObject104.bin"/><Relationship Id="rId11" Type="http://schemas.openxmlformats.org/officeDocument/2006/relationships/oleObject" Target="../embeddings/oleObject109.bin"/><Relationship Id="rId5" Type="http://schemas.openxmlformats.org/officeDocument/2006/relationships/oleObject" Target="../embeddings/oleObject103.bin"/><Relationship Id="rId10" Type="http://schemas.openxmlformats.org/officeDocument/2006/relationships/oleObject" Target="../embeddings/oleObject108.bin"/><Relationship Id="rId4" Type="http://schemas.openxmlformats.org/officeDocument/2006/relationships/oleObject" Target="../embeddings/oleObject102.bin"/><Relationship Id="rId9" Type="http://schemas.openxmlformats.org/officeDocument/2006/relationships/oleObject" Target="../embeddings/oleObject107.bin"/></Relationships>
</file>

<file path=ppt/slides/_rels/slide21.xml.rels><?xml version="1.0" encoding="UTF-8" standalone="yes"?>
<Relationships xmlns="http://schemas.openxmlformats.org/package/2006/relationships"><Relationship Id="rId8" Type="http://schemas.openxmlformats.org/officeDocument/2006/relationships/image" Target="../media/image4.jpeg"/><Relationship Id="rId3" Type="http://schemas.openxmlformats.org/officeDocument/2006/relationships/notesSlide" Target="../notesSlides/notesSlide3.xml"/><Relationship Id="rId7" Type="http://schemas.openxmlformats.org/officeDocument/2006/relationships/oleObject" Target="../embeddings/oleObject112.bin"/><Relationship Id="rId2" Type="http://schemas.openxmlformats.org/officeDocument/2006/relationships/slideLayout" Target="../slideLayouts/slideLayout7.xml"/><Relationship Id="rId1" Type="http://schemas.openxmlformats.org/officeDocument/2006/relationships/vmlDrawing" Target="../drawings/vmlDrawing18.vml"/><Relationship Id="rId6" Type="http://schemas.openxmlformats.org/officeDocument/2006/relationships/image" Target="../media/image115.jpeg"/><Relationship Id="rId5" Type="http://schemas.openxmlformats.org/officeDocument/2006/relationships/image" Target="../media/image114.jpeg"/><Relationship Id="rId4" Type="http://schemas.openxmlformats.org/officeDocument/2006/relationships/audio" Target="../media/audio2.wav"/><Relationship Id="rId9" Type="http://schemas.openxmlformats.org/officeDocument/2006/relationships/oleObject" Target="../embeddings/oleObject113.bin"/></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8" Type="http://schemas.openxmlformats.org/officeDocument/2006/relationships/oleObject" Target="../embeddings/oleObject119.bin"/><Relationship Id="rId13" Type="http://schemas.openxmlformats.org/officeDocument/2006/relationships/oleObject" Target="../embeddings/oleObject124.bin"/><Relationship Id="rId3" Type="http://schemas.openxmlformats.org/officeDocument/2006/relationships/oleObject" Target="../embeddings/oleObject114.bin"/><Relationship Id="rId7" Type="http://schemas.openxmlformats.org/officeDocument/2006/relationships/oleObject" Target="../embeddings/oleObject118.bin"/><Relationship Id="rId12" Type="http://schemas.openxmlformats.org/officeDocument/2006/relationships/oleObject" Target="../embeddings/oleObject123.bin"/><Relationship Id="rId17" Type="http://schemas.openxmlformats.org/officeDocument/2006/relationships/oleObject" Target="../embeddings/oleObject128.bin"/><Relationship Id="rId2" Type="http://schemas.openxmlformats.org/officeDocument/2006/relationships/slideLayout" Target="../slideLayouts/slideLayout7.xml"/><Relationship Id="rId16" Type="http://schemas.openxmlformats.org/officeDocument/2006/relationships/oleObject" Target="../embeddings/oleObject127.bin"/><Relationship Id="rId1" Type="http://schemas.openxmlformats.org/officeDocument/2006/relationships/vmlDrawing" Target="../drawings/vmlDrawing19.vml"/><Relationship Id="rId6" Type="http://schemas.openxmlformats.org/officeDocument/2006/relationships/oleObject" Target="../embeddings/oleObject117.bin"/><Relationship Id="rId11" Type="http://schemas.openxmlformats.org/officeDocument/2006/relationships/oleObject" Target="../embeddings/oleObject122.bin"/><Relationship Id="rId5" Type="http://schemas.openxmlformats.org/officeDocument/2006/relationships/oleObject" Target="../embeddings/oleObject116.bin"/><Relationship Id="rId15" Type="http://schemas.openxmlformats.org/officeDocument/2006/relationships/oleObject" Target="../embeddings/oleObject126.bin"/><Relationship Id="rId10" Type="http://schemas.openxmlformats.org/officeDocument/2006/relationships/oleObject" Target="../embeddings/oleObject121.bin"/><Relationship Id="rId4" Type="http://schemas.openxmlformats.org/officeDocument/2006/relationships/oleObject" Target="../embeddings/oleObject115.bin"/><Relationship Id="rId9" Type="http://schemas.openxmlformats.org/officeDocument/2006/relationships/oleObject" Target="../embeddings/oleObject120.bin"/><Relationship Id="rId14" Type="http://schemas.openxmlformats.org/officeDocument/2006/relationships/oleObject" Target="../embeddings/oleObject125.bin"/></Relationships>
</file>

<file path=ppt/slides/_rels/slide24.xml.rels><?xml version="1.0" encoding="UTF-8" standalone="yes"?>
<Relationships xmlns="http://schemas.openxmlformats.org/package/2006/relationships"><Relationship Id="rId8" Type="http://schemas.openxmlformats.org/officeDocument/2006/relationships/oleObject" Target="../embeddings/oleObject134.bin"/><Relationship Id="rId13" Type="http://schemas.openxmlformats.org/officeDocument/2006/relationships/oleObject" Target="../embeddings/oleObject139.bin"/><Relationship Id="rId18" Type="http://schemas.openxmlformats.org/officeDocument/2006/relationships/oleObject" Target="../embeddings/oleObject144.bin"/><Relationship Id="rId3" Type="http://schemas.openxmlformats.org/officeDocument/2006/relationships/oleObject" Target="../embeddings/oleObject129.bin"/><Relationship Id="rId7" Type="http://schemas.openxmlformats.org/officeDocument/2006/relationships/oleObject" Target="../embeddings/oleObject133.bin"/><Relationship Id="rId12" Type="http://schemas.openxmlformats.org/officeDocument/2006/relationships/oleObject" Target="../embeddings/oleObject138.bin"/><Relationship Id="rId17" Type="http://schemas.openxmlformats.org/officeDocument/2006/relationships/oleObject" Target="../embeddings/oleObject143.bin"/><Relationship Id="rId2" Type="http://schemas.openxmlformats.org/officeDocument/2006/relationships/slideLayout" Target="../slideLayouts/slideLayout7.xml"/><Relationship Id="rId16" Type="http://schemas.openxmlformats.org/officeDocument/2006/relationships/oleObject" Target="../embeddings/oleObject142.bin"/><Relationship Id="rId1" Type="http://schemas.openxmlformats.org/officeDocument/2006/relationships/vmlDrawing" Target="../drawings/vmlDrawing20.vml"/><Relationship Id="rId6" Type="http://schemas.openxmlformats.org/officeDocument/2006/relationships/oleObject" Target="../embeddings/oleObject132.bin"/><Relationship Id="rId11" Type="http://schemas.openxmlformats.org/officeDocument/2006/relationships/oleObject" Target="../embeddings/oleObject137.bin"/><Relationship Id="rId5" Type="http://schemas.openxmlformats.org/officeDocument/2006/relationships/oleObject" Target="../embeddings/oleObject131.bin"/><Relationship Id="rId15" Type="http://schemas.openxmlformats.org/officeDocument/2006/relationships/oleObject" Target="../embeddings/oleObject141.bin"/><Relationship Id="rId10" Type="http://schemas.openxmlformats.org/officeDocument/2006/relationships/oleObject" Target="../embeddings/oleObject136.bin"/><Relationship Id="rId19" Type="http://schemas.openxmlformats.org/officeDocument/2006/relationships/oleObject" Target="../embeddings/oleObject145.bin"/><Relationship Id="rId4" Type="http://schemas.openxmlformats.org/officeDocument/2006/relationships/oleObject" Target="../embeddings/oleObject130.bin"/><Relationship Id="rId9" Type="http://schemas.openxmlformats.org/officeDocument/2006/relationships/oleObject" Target="../embeddings/oleObject135.bin"/><Relationship Id="rId14" Type="http://schemas.openxmlformats.org/officeDocument/2006/relationships/oleObject" Target="../embeddings/oleObject140.bin"/></Relationships>
</file>

<file path=ppt/slides/_rels/slide25.xml.rels><?xml version="1.0" encoding="UTF-8" standalone="yes"?>
<Relationships xmlns="http://schemas.openxmlformats.org/package/2006/relationships"><Relationship Id="rId8" Type="http://schemas.openxmlformats.org/officeDocument/2006/relationships/oleObject" Target="../embeddings/oleObject150.bin"/><Relationship Id="rId13" Type="http://schemas.openxmlformats.org/officeDocument/2006/relationships/oleObject" Target="../embeddings/oleObject155.bin"/><Relationship Id="rId3" Type="http://schemas.openxmlformats.org/officeDocument/2006/relationships/notesSlide" Target="../notesSlides/notesSlide4.xml"/><Relationship Id="rId7" Type="http://schemas.openxmlformats.org/officeDocument/2006/relationships/oleObject" Target="../embeddings/oleObject149.bin"/><Relationship Id="rId12" Type="http://schemas.openxmlformats.org/officeDocument/2006/relationships/oleObject" Target="../embeddings/oleObject154.bin"/><Relationship Id="rId2" Type="http://schemas.openxmlformats.org/officeDocument/2006/relationships/slideLayout" Target="../slideLayouts/slideLayout7.xml"/><Relationship Id="rId1" Type="http://schemas.openxmlformats.org/officeDocument/2006/relationships/vmlDrawing" Target="../drawings/vmlDrawing21.vml"/><Relationship Id="rId6" Type="http://schemas.openxmlformats.org/officeDocument/2006/relationships/oleObject" Target="../embeddings/oleObject148.bin"/><Relationship Id="rId11" Type="http://schemas.openxmlformats.org/officeDocument/2006/relationships/oleObject" Target="../embeddings/oleObject153.bin"/><Relationship Id="rId5" Type="http://schemas.openxmlformats.org/officeDocument/2006/relationships/oleObject" Target="../embeddings/oleObject147.bin"/><Relationship Id="rId10" Type="http://schemas.openxmlformats.org/officeDocument/2006/relationships/oleObject" Target="../embeddings/oleObject152.bin"/><Relationship Id="rId4" Type="http://schemas.openxmlformats.org/officeDocument/2006/relationships/oleObject" Target="../embeddings/oleObject146.bin"/><Relationship Id="rId9" Type="http://schemas.openxmlformats.org/officeDocument/2006/relationships/oleObject" Target="../embeddings/oleObject151.bin"/></Relationships>
</file>

<file path=ppt/slides/_rels/slide26.xml.rels><?xml version="1.0" encoding="UTF-8" standalone="yes"?>
<Relationships xmlns="http://schemas.openxmlformats.org/package/2006/relationships"><Relationship Id="rId8" Type="http://schemas.openxmlformats.org/officeDocument/2006/relationships/oleObject" Target="../embeddings/oleObject157.bin"/><Relationship Id="rId3" Type="http://schemas.openxmlformats.org/officeDocument/2006/relationships/notesSlide" Target="../notesSlides/notesSlide5.xml"/><Relationship Id="rId7" Type="http://schemas.openxmlformats.org/officeDocument/2006/relationships/oleObject" Target="../embeddings/oleObject156.bin"/><Relationship Id="rId2" Type="http://schemas.openxmlformats.org/officeDocument/2006/relationships/slideLayout" Target="../slideLayouts/slideLayout7.xml"/><Relationship Id="rId1" Type="http://schemas.openxmlformats.org/officeDocument/2006/relationships/vmlDrawing" Target="../drawings/vmlDrawing22.vml"/><Relationship Id="rId6" Type="http://schemas.openxmlformats.org/officeDocument/2006/relationships/image" Target="../media/image162.emf"/><Relationship Id="rId5" Type="http://schemas.openxmlformats.org/officeDocument/2006/relationships/image" Target="../media/image161.emf"/><Relationship Id="rId4" Type="http://schemas.openxmlformats.org/officeDocument/2006/relationships/image" Target="../media/image160.emf"/></Relationships>
</file>

<file path=ppt/slides/_rels/slide27.xml.rels><?xml version="1.0" encoding="UTF-8" standalone="yes"?>
<Relationships xmlns="http://schemas.openxmlformats.org/package/2006/relationships"><Relationship Id="rId8" Type="http://schemas.openxmlformats.org/officeDocument/2006/relationships/oleObject" Target="../embeddings/oleObject159.bin"/><Relationship Id="rId13" Type="http://schemas.openxmlformats.org/officeDocument/2006/relationships/oleObject" Target="../embeddings/oleObject164.bin"/><Relationship Id="rId3" Type="http://schemas.openxmlformats.org/officeDocument/2006/relationships/image" Target="../media/image115.jpeg"/><Relationship Id="rId7" Type="http://schemas.openxmlformats.org/officeDocument/2006/relationships/oleObject" Target="../embeddings/oleObject158.bin"/><Relationship Id="rId12" Type="http://schemas.openxmlformats.org/officeDocument/2006/relationships/oleObject" Target="../embeddings/oleObject163.bin"/><Relationship Id="rId2" Type="http://schemas.openxmlformats.org/officeDocument/2006/relationships/slideLayout" Target="../slideLayouts/slideLayout7.xml"/><Relationship Id="rId1" Type="http://schemas.openxmlformats.org/officeDocument/2006/relationships/vmlDrawing" Target="../drawings/vmlDrawing23.vml"/><Relationship Id="rId6" Type="http://schemas.openxmlformats.org/officeDocument/2006/relationships/image" Target="../media/image4.jpeg"/><Relationship Id="rId11" Type="http://schemas.openxmlformats.org/officeDocument/2006/relationships/oleObject" Target="../embeddings/oleObject162.bin"/><Relationship Id="rId5" Type="http://schemas.openxmlformats.org/officeDocument/2006/relationships/image" Target="../media/image114.jpeg"/><Relationship Id="rId10" Type="http://schemas.openxmlformats.org/officeDocument/2006/relationships/oleObject" Target="../embeddings/oleObject161.bin"/><Relationship Id="rId4" Type="http://schemas.openxmlformats.org/officeDocument/2006/relationships/image" Target="../media/image170.png"/><Relationship Id="rId9" Type="http://schemas.openxmlformats.org/officeDocument/2006/relationships/oleObject" Target="../embeddings/oleObject160.bin"/><Relationship Id="rId14" Type="http://schemas.openxmlformats.org/officeDocument/2006/relationships/slide" Target="slide1.xml"/></Relationships>
</file>

<file path=ppt/slides/_rels/slide28.xml.rels><?xml version="1.0" encoding="UTF-8" standalone="yes"?>
<Relationships xmlns="http://schemas.openxmlformats.org/package/2006/relationships"><Relationship Id="rId8" Type="http://schemas.openxmlformats.org/officeDocument/2006/relationships/oleObject" Target="../embeddings/oleObject170.bin"/><Relationship Id="rId13" Type="http://schemas.openxmlformats.org/officeDocument/2006/relationships/oleObject" Target="../embeddings/oleObject175.bin"/><Relationship Id="rId3" Type="http://schemas.openxmlformats.org/officeDocument/2006/relationships/oleObject" Target="../embeddings/oleObject165.bin"/><Relationship Id="rId7" Type="http://schemas.openxmlformats.org/officeDocument/2006/relationships/oleObject" Target="../embeddings/oleObject169.bin"/><Relationship Id="rId12" Type="http://schemas.openxmlformats.org/officeDocument/2006/relationships/oleObject" Target="../embeddings/oleObject174.bin"/><Relationship Id="rId17" Type="http://schemas.openxmlformats.org/officeDocument/2006/relationships/oleObject" Target="../embeddings/oleObject179.bin"/><Relationship Id="rId2" Type="http://schemas.openxmlformats.org/officeDocument/2006/relationships/slideLayout" Target="../slideLayouts/slideLayout7.xml"/><Relationship Id="rId16" Type="http://schemas.openxmlformats.org/officeDocument/2006/relationships/oleObject" Target="../embeddings/oleObject178.bin"/><Relationship Id="rId1" Type="http://schemas.openxmlformats.org/officeDocument/2006/relationships/vmlDrawing" Target="../drawings/vmlDrawing24.vml"/><Relationship Id="rId6" Type="http://schemas.openxmlformats.org/officeDocument/2006/relationships/oleObject" Target="../embeddings/oleObject168.bin"/><Relationship Id="rId11" Type="http://schemas.openxmlformats.org/officeDocument/2006/relationships/oleObject" Target="../embeddings/oleObject173.bin"/><Relationship Id="rId5" Type="http://schemas.openxmlformats.org/officeDocument/2006/relationships/oleObject" Target="../embeddings/oleObject167.bin"/><Relationship Id="rId15" Type="http://schemas.openxmlformats.org/officeDocument/2006/relationships/oleObject" Target="../embeddings/oleObject177.bin"/><Relationship Id="rId10" Type="http://schemas.openxmlformats.org/officeDocument/2006/relationships/oleObject" Target="../embeddings/oleObject172.bin"/><Relationship Id="rId4" Type="http://schemas.openxmlformats.org/officeDocument/2006/relationships/oleObject" Target="../embeddings/oleObject166.bin"/><Relationship Id="rId9" Type="http://schemas.openxmlformats.org/officeDocument/2006/relationships/oleObject" Target="../embeddings/oleObject171.bin"/><Relationship Id="rId14" Type="http://schemas.openxmlformats.org/officeDocument/2006/relationships/oleObject" Target="../embeddings/oleObject176.bin"/></Relationships>
</file>

<file path=ppt/slides/_rels/slide29.xml.rels><?xml version="1.0" encoding="UTF-8" standalone="yes"?>
<Relationships xmlns="http://schemas.openxmlformats.org/package/2006/relationships"><Relationship Id="rId8" Type="http://schemas.openxmlformats.org/officeDocument/2006/relationships/oleObject" Target="../embeddings/oleObject184.bin"/><Relationship Id="rId13" Type="http://schemas.openxmlformats.org/officeDocument/2006/relationships/oleObject" Target="../embeddings/oleObject189.bin"/><Relationship Id="rId3" Type="http://schemas.openxmlformats.org/officeDocument/2006/relationships/audio" Target="../media/audio3.wav"/><Relationship Id="rId7" Type="http://schemas.openxmlformats.org/officeDocument/2006/relationships/oleObject" Target="../embeddings/oleObject183.bin"/><Relationship Id="rId12" Type="http://schemas.openxmlformats.org/officeDocument/2006/relationships/oleObject" Target="../embeddings/oleObject188.bin"/><Relationship Id="rId2" Type="http://schemas.openxmlformats.org/officeDocument/2006/relationships/slideLayout" Target="../slideLayouts/slideLayout7.xml"/><Relationship Id="rId1" Type="http://schemas.openxmlformats.org/officeDocument/2006/relationships/vmlDrawing" Target="../drawings/vmlDrawing25.vml"/><Relationship Id="rId6" Type="http://schemas.openxmlformats.org/officeDocument/2006/relationships/oleObject" Target="../embeddings/oleObject182.bin"/><Relationship Id="rId11" Type="http://schemas.openxmlformats.org/officeDocument/2006/relationships/oleObject" Target="../embeddings/oleObject187.bin"/><Relationship Id="rId5" Type="http://schemas.openxmlformats.org/officeDocument/2006/relationships/oleObject" Target="../embeddings/oleObject181.bin"/><Relationship Id="rId15" Type="http://schemas.openxmlformats.org/officeDocument/2006/relationships/oleObject" Target="../embeddings/oleObject191.bin"/><Relationship Id="rId10" Type="http://schemas.openxmlformats.org/officeDocument/2006/relationships/oleObject" Target="../embeddings/oleObject186.bin"/><Relationship Id="rId4" Type="http://schemas.openxmlformats.org/officeDocument/2006/relationships/oleObject" Target="../embeddings/oleObject180.bin"/><Relationship Id="rId9" Type="http://schemas.openxmlformats.org/officeDocument/2006/relationships/oleObject" Target="../embeddings/oleObject185.bin"/><Relationship Id="rId14" Type="http://schemas.openxmlformats.org/officeDocument/2006/relationships/oleObject" Target="../embeddings/oleObject190.bin"/></Relationships>
</file>

<file path=ppt/slides/_rels/slide30.xml.rels><?xml version="1.0" encoding="UTF-8" standalone="yes"?>
<Relationships xmlns="http://schemas.openxmlformats.org/package/2006/relationships"><Relationship Id="rId8" Type="http://schemas.openxmlformats.org/officeDocument/2006/relationships/oleObject" Target="../embeddings/oleObject197.bin"/><Relationship Id="rId13" Type="http://schemas.openxmlformats.org/officeDocument/2006/relationships/oleObject" Target="../embeddings/oleObject202.bin"/><Relationship Id="rId18" Type="http://schemas.openxmlformats.org/officeDocument/2006/relationships/oleObject" Target="../embeddings/oleObject207.bin"/><Relationship Id="rId3" Type="http://schemas.openxmlformats.org/officeDocument/2006/relationships/oleObject" Target="../embeddings/oleObject192.bin"/><Relationship Id="rId21" Type="http://schemas.openxmlformats.org/officeDocument/2006/relationships/oleObject" Target="../embeddings/oleObject210.bin"/><Relationship Id="rId7" Type="http://schemas.openxmlformats.org/officeDocument/2006/relationships/oleObject" Target="../embeddings/oleObject196.bin"/><Relationship Id="rId12" Type="http://schemas.openxmlformats.org/officeDocument/2006/relationships/oleObject" Target="../embeddings/oleObject201.bin"/><Relationship Id="rId17" Type="http://schemas.openxmlformats.org/officeDocument/2006/relationships/oleObject" Target="../embeddings/oleObject206.bin"/><Relationship Id="rId2" Type="http://schemas.openxmlformats.org/officeDocument/2006/relationships/slideLayout" Target="../slideLayouts/slideLayout7.xml"/><Relationship Id="rId16" Type="http://schemas.openxmlformats.org/officeDocument/2006/relationships/oleObject" Target="../embeddings/oleObject205.bin"/><Relationship Id="rId20" Type="http://schemas.openxmlformats.org/officeDocument/2006/relationships/oleObject" Target="../embeddings/oleObject209.bin"/><Relationship Id="rId1" Type="http://schemas.openxmlformats.org/officeDocument/2006/relationships/vmlDrawing" Target="../drawings/vmlDrawing26.vml"/><Relationship Id="rId6" Type="http://schemas.openxmlformats.org/officeDocument/2006/relationships/oleObject" Target="../embeddings/oleObject195.bin"/><Relationship Id="rId11" Type="http://schemas.openxmlformats.org/officeDocument/2006/relationships/oleObject" Target="../embeddings/oleObject200.bin"/><Relationship Id="rId5" Type="http://schemas.openxmlformats.org/officeDocument/2006/relationships/oleObject" Target="../embeddings/oleObject194.bin"/><Relationship Id="rId15" Type="http://schemas.openxmlformats.org/officeDocument/2006/relationships/oleObject" Target="../embeddings/oleObject204.bin"/><Relationship Id="rId10" Type="http://schemas.openxmlformats.org/officeDocument/2006/relationships/oleObject" Target="../embeddings/oleObject199.bin"/><Relationship Id="rId19" Type="http://schemas.openxmlformats.org/officeDocument/2006/relationships/oleObject" Target="../embeddings/oleObject208.bin"/><Relationship Id="rId4" Type="http://schemas.openxmlformats.org/officeDocument/2006/relationships/oleObject" Target="../embeddings/oleObject193.bin"/><Relationship Id="rId9" Type="http://schemas.openxmlformats.org/officeDocument/2006/relationships/oleObject" Target="../embeddings/oleObject198.bin"/><Relationship Id="rId14" Type="http://schemas.openxmlformats.org/officeDocument/2006/relationships/oleObject" Target="../embeddings/oleObject203.bin"/><Relationship Id="rId22" Type="http://schemas.openxmlformats.org/officeDocument/2006/relationships/oleObject" Target="../embeddings/oleObject211.bin"/></Relationships>
</file>

<file path=ppt/slides/_rels/slide31.xml.rels><?xml version="1.0" encoding="UTF-8" standalone="yes"?>
<Relationships xmlns="http://schemas.openxmlformats.org/package/2006/relationships"><Relationship Id="rId8" Type="http://schemas.openxmlformats.org/officeDocument/2006/relationships/oleObject" Target="../embeddings/oleObject216.bin"/><Relationship Id="rId3" Type="http://schemas.openxmlformats.org/officeDocument/2006/relationships/audio" Target="../media/audio3.wav"/><Relationship Id="rId7" Type="http://schemas.openxmlformats.org/officeDocument/2006/relationships/oleObject" Target="../embeddings/oleObject215.bin"/><Relationship Id="rId2" Type="http://schemas.openxmlformats.org/officeDocument/2006/relationships/slideLayout" Target="../slideLayouts/slideLayout7.xml"/><Relationship Id="rId1" Type="http://schemas.openxmlformats.org/officeDocument/2006/relationships/vmlDrawing" Target="../drawings/vmlDrawing27.vml"/><Relationship Id="rId6" Type="http://schemas.openxmlformats.org/officeDocument/2006/relationships/oleObject" Target="../embeddings/oleObject214.bin"/><Relationship Id="rId11" Type="http://schemas.openxmlformats.org/officeDocument/2006/relationships/oleObject" Target="../embeddings/oleObject219.bin"/><Relationship Id="rId5" Type="http://schemas.openxmlformats.org/officeDocument/2006/relationships/oleObject" Target="../embeddings/oleObject213.bin"/><Relationship Id="rId10" Type="http://schemas.openxmlformats.org/officeDocument/2006/relationships/oleObject" Target="../embeddings/oleObject218.bin"/><Relationship Id="rId4" Type="http://schemas.openxmlformats.org/officeDocument/2006/relationships/oleObject" Target="../embeddings/oleObject212.bin"/><Relationship Id="rId9" Type="http://schemas.openxmlformats.org/officeDocument/2006/relationships/oleObject" Target="../embeddings/oleObject217.bin"/></Relationships>
</file>

<file path=ppt/slides/_rels/slide32.xml.rels><?xml version="1.0" encoding="UTF-8" standalone="yes"?>
<Relationships xmlns="http://schemas.openxmlformats.org/package/2006/relationships"><Relationship Id="rId3" Type="http://schemas.openxmlformats.org/officeDocument/2006/relationships/oleObject" Target="../embeddings/oleObject220.bin"/><Relationship Id="rId2" Type="http://schemas.openxmlformats.org/officeDocument/2006/relationships/slideLayout" Target="../slideLayouts/slideLayout7.xml"/><Relationship Id="rId1" Type="http://schemas.openxmlformats.org/officeDocument/2006/relationships/vmlDrawing" Target="../drawings/vmlDrawing28.vml"/></Relationships>
</file>

<file path=ppt/slides/_rels/slide33.xml.rels><?xml version="1.0" encoding="UTF-8" standalone="yes"?>
<Relationships xmlns="http://schemas.openxmlformats.org/package/2006/relationships"><Relationship Id="rId3" Type="http://schemas.openxmlformats.org/officeDocument/2006/relationships/oleObject" Target="../embeddings/oleObject221.bin"/><Relationship Id="rId2" Type="http://schemas.openxmlformats.org/officeDocument/2006/relationships/slideLayout" Target="../slideLayouts/slideLayout2.xml"/><Relationship Id="rId1" Type="http://schemas.openxmlformats.org/officeDocument/2006/relationships/vmlDrawing" Target="../drawings/vmlDrawing29.vml"/><Relationship Id="rId4" Type="http://schemas.openxmlformats.org/officeDocument/2006/relationships/oleObject" Target="../embeddings/oleObject222.bin"/></Relationships>
</file>

<file path=ppt/slides/_rels/slide34.xml.rels><?xml version="1.0" encoding="UTF-8" standalone="yes"?>
<Relationships xmlns="http://schemas.openxmlformats.org/package/2006/relationships"><Relationship Id="rId8" Type="http://schemas.openxmlformats.org/officeDocument/2006/relationships/oleObject" Target="../embeddings/oleObject228.bin"/><Relationship Id="rId3" Type="http://schemas.openxmlformats.org/officeDocument/2006/relationships/oleObject" Target="../embeddings/oleObject223.bin"/><Relationship Id="rId7" Type="http://schemas.openxmlformats.org/officeDocument/2006/relationships/oleObject" Target="../embeddings/oleObject227.bin"/><Relationship Id="rId2" Type="http://schemas.openxmlformats.org/officeDocument/2006/relationships/slideLayout" Target="../slideLayouts/slideLayout7.xml"/><Relationship Id="rId1" Type="http://schemas.openxmlformats.org/officeDocument/2006/relationships/vmlDrawing" Target="../drawings/vmlDrawing30.vml"/><Relationship Id="rId6" Type="http://schemas.openxmlformats.org/officeDocument/2006/relationships/oleObject" Target="../embeddings/oleObject226.bin"/><Relationship Id="rId5" Type="http://schemas.openxmlformats.org/officeDocument/2006/relationships/oleObject" Target="../embeddings/oleObject225.bin"/><Relationship Id="rId4" Type="http://schemas.openxmlformats.org/officeDocument/2006/relationships/oleObject" Target="../embeddings/oleObject224.bin"/><Relationship Id="rId9" Type="http://schemas.openxmlformats.org/officeDocument/2006/relationships/oleObject" Target="../embeddings/oleObject229.bin"/></Relationships>
</file>

<file path=ppt/slides/_rels/slide35.xml.rels><?xml version="1.0" encoding="UTF-8" standalone="yes"?>
<Relationships xmlns="http://schemas.openxmlformats.org/package/2006/relationships"><Relationship Id="rId8" Type="http://schemas.openxmlformats.org/officeDocument/2006/relationships/oleObject" Target="../embeddings/oleObject235.bin"/><Relationship Id="rId3" Type="http://schemas.openxmlformats.org/officeDocument/2006/relationships/oleObject" Target="../embeddings/oleObject230.bin"/><Relationship Id="rId7" Type="http://schemas.openxmlformats.org/officeDocument/2006/relationships/oleObject" Target="../embeddings/oleObject234.bin"/><Relationship Id="rId2" Type="http://schemas.openxmlformats.org/officeDocument/2006/relationships/slideLayout" Target="../slideLayouts/slideLayout7.xml"/><Relationship Id="rId1" Type="http://schemas.openxmlformats.org/officeDocument/2006/relationships/vmlDrawing" Target="../drawings/vmlDrawing31.vml"/><Relationship Id="rId6" Type="http://schemas.openxmlformats.org/officeDocument/2006/relationships/oleObject" Target="../embeddings/oleObject233.bin"/><Relationship Id="rId5" Type="http://schemas.openxmlformats.org/officeDocument/2006/relationships/oleObject" Target="../embeddings/oleObject232.bin"/><Relationship Id="rId4" Type="http://schemas.openxmlformats.org/officeDocument/2006/relationships/oleObject" Target="../embeddings/oleObject231.bin"/><Relationship Id="rId9" Type="http://schemas.openxmlformats.org/officeDocument/2006/relationships/oleObject" Target="../embeddings/oleObject236.bin"/></Relationships>
</file>

<file path=ppt/slides/_rels/slide36.xml.rels><?xml version="1.0" encoding="UTF-8" standalone="yes"?>
<Relationships xmlns="http://schemas.openxmlformats.org/package/2006/relationships"><Relationship Id="rId3" Type="http://schemas.openxmlformats.org/officeDocument/2006/relationships/oleObject" Target="../embeddings/oleObject237.bin"/><Relationship Id="rId2" Type="http://schemas.openxmlformats.org/officeDocument/2006/relationships/slideLayout" Target="../slideLayouts/slideLayout7.xml"/><Relationship Id="rId1" Type="http://schemas.openxmlformats.org/officeDocument/2006/relationships/vmlDrawing" Target="../drawings/vmlDrawing32.vml"/><Relationship Id="rId6" Type="http://schemas.openxmlformats.org/officeDocument/2006/relationships/oleObject" Target="../embeddings/oleObject240.bin"/><Relationship Id="rId5" Type="http://schemas.openxmlformats.org/officeDocument/2006/relationships/oleObject" Target="../embeddings/oleObject239.bin"/><Relationship Id="rId4" Type="http://schemas.openxmlformats.org/officeDocument/2006/relationships/oleObject" Target="../embeddings/oleObject238.bin"/></Relationships>
</file>

<file path=ppt/slides/_rels/slide37.xml.rels><?xml version="1.0" encoding="UTF-8" standalone="yes"?>
<Relationships xmlns="http://schemas.openxmlformats.org/package/2006/relationships"><Relationship Id="rId3" Type="http://schemas.openxmlformats.org/officeDocument/2006/relationships/oleObject" Target="../embeddings/oleObject241.bin"/><Relationship Id="rId2" Type="http://schemas.openxmlformats.org/officeDocument/2006/relationships/slideLayout" Target="../slideLayouts/slideLayout7.xml"/><Relationship Id="rId1" Type="http://schemas.openxmlformats.org/officeDocument/2006/relationships/vmlDrawing" Target="../drawings/vmlDrawing33.vml"/><Relationship Id="rId5" Type="http://schemas.openxmlformats.org/officeDocument/2006/relationships/oleObject" Target="../embeddings/oleObject243.bin"/><Relationship Id="rId4" Type="http://schemas.openxmlformats.org/officeDocument/2006/relationships/oleObject" Target="../embeddings/oleObject242.bin"/></Relationships>
</file>

<file path=ppt/slides/_rels/slide38.xml.rels><?xml version="1.0" encoding="UTF-8" standalone="yes"?>
<Relationships xmlns="http://schemas.openxmlformats.org/package/2006/relationships"><Relationship Id="rId8" Type="http://schemas.openxmlformats.org/officeDocument/2006/relationships/oleObject" Target="../embeddings/oleObject249.bin"/><Relationship Id="rId13" Type="http://schemas.openxmlformats.org/officeDocument/2006/relationships/oleObject" Target="../embeddings/oleObject254.bin"/><Relationship Id="rId3" Type="http://schemas.openxmlformats.org/officeDocument/2006/relationships/oleObject" Target="../embeddings/oleObject244.bin"/><Relationship Id="rId7" Type="http://schemas.openxmlformats.org/officeDocument/2006/relationships/oleObject" Target="../embeddings/oleObject248.bin"/><Relationship Id="rId12" Type="http://schemas.openxmlformats.org/officeDocument/2006/relationships/oleObject" Target="../embeddings/oleObject253.bin"/><Relationship Id="rId2" Type="http://schemas.openxmlformats.org/officeDocument/2006/relationships/slideLayout" Target="../slideLayouts/slideLayout7.xml"/><Relationship Id="rId1" Type="http://schemas.openxmlformats.org/officeDocument/2006/relationships/vmlDrawing" Target="../drawings/vmlDrawing34.vml"/><Relationship Id="rId6" Type="http://schemas.openxmlformats.org/officeDocument/2006/relationships/oleObject" Target="../embeddings/oleObject247.bin"/><Relationship Id="rId11" Type="http://schemas.openxmlformats.org/officeDocument/2006/relationships/oleObject" Target="../embeddings/oleObject252.bin"/><Relationship Id="rId5" Type="http://schemas.openxmlformats.org/officeDocument/2006/relationships/oleObject" Target="../embeddings/oleObject246.bin"/><Relationship Id="rId10" Type="http://schemas.openxmlformats.org/officeDocument/2006/relationships/oleObject" Target="../embeddings/oleObject251.bin"/><Relationship Id="rId4" Type="http://schemas.openxmlformats.org/officeDocument/2006/relationships/oleObject" Target="../embeddings/oleObject245.bin"/><Relationship Id="rId9" Type="http://schemas.openxmlformats.org/officeDocument/2006/relationships/oleObject" Target="../embeddings/oleObject250.bin"/></Relationships>
</file>

<file path=ppt/slides/_rels/slide39.xml.rels><?xml version="1.0" encoding="UTF-8" standalone="yes"?>
<Relationships xmlns="http://schemas.openxmlformats.org/package/2006/relationships"><Relationship Id="rId3" Type="http://schemas.openxmlformats.org/officeDocument/2006/relationships/oleObject" Target="../embeddings/oleObject255.bin"/><Relationship Id="rId7" Type="http://schemas.openxmlformats.org/officeDocument/2006/relationships/oleObject" Target="../embeddings/oleObject259.bin"/><Relationship Id="rId2" Type="http://schemas.openxmlformats.org/officeDocument/2006/relationships/slideLayout" Target="../slideLayouts/slideLayout7.xml"/><Relationship Id="rId1" Type="http://schemas.openxmlformats.org/officeDocument/2006/relationships/vmlDrawing" Target="../drawings/vmlDrawing35.vml"/><Relationship Id="rId6" Type="http://schemas.openxmlformats.org/officeDocument/2006/relationships/oleObject" Target="../embeddings/oleObject258.bin"/><Relationship Id="rId5" Type="http://schemas.openxmlformats.org/officeDocument/2006/relationships/oleObject" Target="../embeddings/oleObject257.bin"/><Relationship Id="rId4" Type="http://schemas.openxmlformats.org/officeDocument/2006/relationships/oleObject" Target="../embeddings/oleObject256.bin"/></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8" Type="http://schemas.openxmlformats.org/officeDocument/2006/relationships/oleObject" Target="../embeddings/oleObject265.bin"/><Relationship Id="rId13" Type="http://schemas.openxmlformats.org/officeDocument/2006/relationships/oleObject" Target="../embeddings/oleObject269.bin"/><Relationship Id="rId3" Type="http://schemas.openxmlformats.org/officeDocument/2006/relationships/oleObject" Target="../embeddings/oleObject260.bin"/><Relationship Id="rId7" Type="http://schemas.openxmlformats.org/officeDocument/2006/relationships/oleObject" Target="../embeddings/oleObject264.bin"/><Relationship Id="rId12" Type="http://schemas.openxmlformats.org/officeDocument/2006/relationships/oleObject" Target="../embeddings/oleObject268.bin"/><Relationship Id="rId2" Type="http://schemas.openxmlformats.org/officeDocument/2006/relationships/slideLayout" Target="../slideLayouts/slideLayout7.xml"/><Relationship Id="rId16" Type="http://schemas.openxmlformats.org/officeDocument/2006/relationships/oleObject" Target="../embeddings/oleObject272.bin"/><Relationship Id="rId1" Type="http://schemas.openxmlformats.org/officeDocument/2006/relationships/vmlDrawing" Target="../drawings/vmlDrawing36.vml"/><Relationship Id="rId6" Type="http://schemas.openxmlformats.org/officeDocument/2006/relationships/oleObject" Target="../embeddings/oleObject263.bin"/><Relationship Id="rId11" Type="http://schemas.openxmlformats.org/officeDocument/2006/relationships/image" Target="../media/image274.jpeg"/><Relationship Id="rId5" Type="http://schemas.openxmlformats.org/officeDocument/2006/relationships/oleObject" Target="../embeddings/oleObject262.bin"/><Relationship Id="rId15" Type="http://schemas.openxmlformats.org/officeDocument/2006/relationships/oleObject" Target="../embeddings/oleObject271.bin"/><Relationship Id="rId10" Type="http://schemas.openxmlformats.org/officeDocument/2006/relationships/oleObject" Target="../embeddings/oleObject267.bin"/><Relationship Id="rId4" Type="http://schemas.openxmlformats.org/officeDocument/2006/relationships/oleObject" Target="../embeddings/oleObject261.bin"/><Relationship Id="rId9" Type="http://schemas.openxmlformats.org/officeDocument/2006/relationships/oleObject" Target="../embeddings/oleObject266.bin"/><Relationship Id="rId14" Type="http://schemas.openxmlformats.org/officeDocument/2006/relationships/oleObject" Target="../embeddings/oleObject270.bin"/></Relationships>
</file>

<file path=ppt/slides/_rels/slide42.xml.rels><?xml version="1.0" encoding="UTF-8" standalone="yes"?>
<Relationships xmlns="http://schemas.openxmlformats.org/package/2006/relationships"><Relationship Id="rId3" Type="http://schemas.openxmlformats.org/officeDocument/2006/relationships/oleObject" Target="../embeddings/oleObject273.bin"/><Relationship Id="rId2" Type="http://schemas.openxmlformats.org/officeDocument/2006/relationships/slideLayout" Target="../slideLayouts/slideLayout7.xml"/><Relationship Id="rId1" Type="http://schemas.openxmlformats.org/officeDocument/2006/relationships/vmlDrawing" Target="../drawings/vmlDrawing37.vml"/></Relationships>
</file>

<file path=ppt/slides/_rels/slide43.xml.rels><?xml version="1.0" encoding="UTF-8" standalone="yes"?>
<Relationships xmlns="http://schemas.openxmlformats.org/package/2006/relationships"><Relationship Id="rId8" Type="http://schemas.openxmlformats.org/officeDocument/2006/relationships/oleObject" Target="../embeddings/oleObject279.bin"/><Relationship Id="rId3" Type="http://schemas.openxmlformats.org/officeDocument/2006/relationships/oleObject" Target="../embeddings/oleObject274.bin"/><Relationship Id="rId7" Type="http://schemas.openxmlformats.org/officeDocument/2006/relationships/oleObject" Target="../embeddings/oleObject278.bin"/><Relationship Id="rId12" Type="http://schemas.openxmlformats.org/officeDocument/2006/relationships/oleObject" Target="../embeddings/oleObject283.bin"/><Relationship Id="rId2" Type="http://schemas.openxmlformats.org/officeDocument/2006/relationships/slideLayout" Target="../slideLayouts/slideLayout7.xml"/><Relationship Id="rId1" Type="http://schemas.openxmlformats.org/officeDocument/2006/relationships/vmlDrawing" Target="../drawings/vmlDrawing38.vml"/><Relationship Id="rId6" Type="http://schemas.openxmlformats.org/officeDocument/2006/relationships/oleObject" Target="../embeddings/oleObject277.bin"/><Relationship Id="rId11" Type="http://schemas.openxmlformats.org/officeDocument/2006/relationships/oleObject" Target="../embeddings/oleObject282.bin"/><Relationship Id="rId5" Type="http://schemas.openxmlformats.org/officeDocument/2006/relationships/oleObject" Target="../embeddings/oleObject276.bin"/><Relationship Id="rId10" Type="http://schemas.openxmlformats.org/officeDocument/2006/relationships/oleObject" Target="../embeddings/oleObject281.bin"/><Relationship Id="rId4" Type="http://schemas.openxmlformats.org/officeDocument/2006/relationships/oleObject" Target="../embeddings/oleObject275.bin"/><Relationship Id="rId9" Type="http://schemas.openxmlformats.org/officeDocument/2006/relationships/oleObject" Target="../embeddings/oleObject280.bin"/></Relationships>
</file>

<file path=ppt/slides/_rels/slide44.xml.rels><?xml version="1.0" encoding="UTF-8" standalone="yes"?>
<Relationships xmlns="http://schemas.openxmlformats.org/package/2006/relationships"><Relationship Id="rId8" Type="http://schemas.openxmlformats.org/officeDocument/2006/relationships/oleObject" Target="../embeddings/oleObject289.bin"/><Relationship Id="rId3" Type="http://schemas.openxmlformats.org/officeDocument/2006/relationships/oleObject" Target="../embeddings/oleObject284.bin"/><Relationship Id="rId7" Type="http://schemas.openxmlformats.org/officeDocument/2006/relationships/oleObject" Target="../embeddings/oleObject288.bin"/><Relationship Id="rId2" Type="http://schemas.openxmlformats.org/officeDocument/2006/relationships/slideLayout" Target="../slideLayouts/slideLayout7.xml"/><Relationship Id="rId1" Type="http://schemas.openxmlformats.org/officeDocument/2006/relationships/vmlDrawing" Target="../drawings/vmlDrawing39.vml"/><Relationship Id="rId6" Type="http://schemas.openxmlformats.org/officeDocument/2006/relationships/oleObject" Target="../embeddings/oleObject287.bin"/><Relationship Id="rId5" Type="http://schemas.openxmlformats.org/officeDocument/2006/relationships/oleObject" Target="../embeddings/oleObject286.bin"/><Relationship Id="rId4" Type="http://schemas.openxmlformats.org/officeDocument/2006/relationships/oleObject" Target="../embeddings/oleObject285.bin"/></Relationships>
</file>

<file path=ppt/slides/_rels/slide45.xml.rels><?xml version="1.0" encoding="UTF-8" standalone="yes"?>
<Relationships xmlns="http://schemas.openxmlformats.org/package/2006/relationships"><Relationship Id="rId8" Type="http://schemas.openxmlformats.org/officeDocument/2006/relationships/oleObject" Target="../embeddings/oleObject293.bin"/><Relationship Id="rId13" Type="http://schemas.openxmlformats.org/officeDocument/2006/relationships/oleObject" Target="../embeddings/oleObject298.bin"/><Relationship Id="rId18" Type="http://schemas.openxmlformats.org/officeDocument/2006/relationships/oleObject" Target="../embeddings/oleObject303.bin"/><Relationship Id="rId3" Type="http://schemas.openxmlformats.org/officeDocument/2006/relationships/image" Target="../media/image4.jpeg"/><Relationship Id="rId21" Type="http://schemas.openxmlformats.org/officeDocument/2006/relationships/oleObject" Target="../embeddings/oleObject306.bin"/><Relationship Id="rId7" Type="http://schemas.openxmlformats.org/officeDocument/2006/relationships/oleObject" Target="../embeddings/oleObject292.bin"/><Relationship Id="rId12" Type="http://schemas.openxmlformats.org/officeDocument/2006/relationships/oleObject" Target="../embeddings/oleObject297.bin"/><Relationship Id="rId17" Type="http://schemas.openxmlformats.org/officeDocument/2006/relationships/oleObject" Target="../embeddings/oleObject302.bin"/><Relationship Id="rId2" Type="http://schemas.openxmlformats.org/officeDocument/2006/relationships/slideLayout" Target="../slideLayouts/slideLayout7.xml"/><Relationship Id="rId16" Type="http://schemas.openxmlformats.org/officeDocument/2006/relationships/oleObject" Target="../embeddings/oleObject301.bin"/><Relationship Id="rId20" Type="http://schemas.openxmlformats.org/officeDocument/2006/relationships/oleObject" Target="../embeddings/oleObject305.bin"/><Relationship Id="rId1" Type="http://schemas.openxmlformats.org/officeDocument/2006/relationships/vmlDrawing" Target="../drawings/vmlDrawing40.vml"/><Relationship Id="rId6" Type="http://schemas.openxmlformats.org/officeDocument/2006/relationships/oleObject" Target="../embeddings/oleObject291.bin"/><Relationship Id="rId11" Type="http://schemas.openxmlformats.org/officeDocument/2006/relationships/oleObject" Target="../embeddings/oleObject296.bin"/><Relationship Id="rId5" Type="http://schemas.openxmlformats.org/officeDocument/2006/relationships/oleObject" Target="../embeddings/oleObject290.bin"/><Relationship Id="rId15" Type="http://schemas.openxmlformats.org/officeDocument/2006/relationships/oleObject" Target="../embeddings/oleObject300.bin"/><Relationship Id="rId10" Type="http://schemas.openxmlformats.org/officeDocument/2006/relationships/oleObject" Target="../embeddings/oleObject295.bin"/><Relationship Id="rId19" Type="http://schemas.openxmlformats.org/officeDocument/2006/relationships/oleObject" Target="../embeddings/oleObject304.bin"/><Relationship Id="rId4" Type="http://schemas.openxmlformats.org/officeDocument/2006/relationships/image" Target="../media/image309.jpeg"/><Relationship Id="rId9" Type="http://schemas.openxmlformats.org/officeDocument/2006/relationships/oleObject" Target="../embeddings/oleObject294.bin"/><Relationship Id="rId14" Type="http://schemas.openxmlformats.org/officeDocument/2006/relationships/oleObject" Target="../embeddings/oleObject299.bin"/></Relationships>
</file>

<file path=ppt/slides/_rels/slide46.xml.rels><?xml version="1.0" encoding="UTF-8" standalone="yes"?>
<Relationships xmlns="http://schemas.openxmlformats.org/package/2006/relationships"><Relationship Id="rId8" Type="http://schemas.openxmlformats.org/officeDocument/2006/relationships/oleObject" Target="../embeddings/oleObject311.bin"/><Relationship Id="rId3" Type="http://schemas.openxmlformats.org/officeDocument/2006/relationships/image" Target="../media/image315.jpeg"/><Relationship Id="rId7" Type="http://schemas.openxmlformats.org/officeDocument/2006/relationships/oleObject" Target="../embeddings/oleObject310.bin"/><Relationship Id="rId2" Type="http://schemas.openxmlformats.org/officeDocument/2006/relationships/slideLayout" Target="../slideLayouts/slideLayout7.xml"/><Relationship Id="rId1" Type="http://schemas.openxmlformats.org/officeDocument/2006/relationships/vmlDrawing" Target="../drawings/vmlDrawing41.vml"/><Relationship Id="rId6" Type="http://schemas.openxmlformats.org/officeDocument/2006/relationships/oleObject" Target="../embeddings/oleObject309.bin"/><Relationship Id="rId5" Type="http://schemas.openxmlformats.org/officeDocument/2006/relationships/oleObject" Target="../embeddings/oleObject308.bin"/><Relationship Id="rId4" Type="http://schemas.openxmlformats.org/officeDocument/2006/relationships/oleObject" Target="../embeddings/oleObject307.bin"/></Relationships>
</file>

<file path=ppt/slides/_rels/slide47.xml.rels><?xml version="1.0" encoding="UTF-8" standalone="yes"?>
<Relationships xmlns="http://schemas.openxmlformats.org/package/2006/relationships"><Relationship Id="rId8" Type="http://schemas.openxmlformats.org/officeDocument/2006/relationships/oleObject" Target="../embeddings/oleObject316.bin"/><Relationship Id="rId3" Type="http://schemas.openxmlformats.org/officeDocument/2006/relationships/image" Target="../media/image315.jpeg"/><Relationship Id="rId7" Type="http://schemas.openxmlformats.org/officeDocument/2006/relationships/oleObject" Target="../embeddings/oleObject315.bin"/><Relationship Id="rId2" Type="http://schemas.openxmlformats.org/officeDocument/2006/relationships/slideLayout" Target="../slideLayouts/slideLayout7.xml"/><Relationship Id="rId1" Type="http://schemas.openxmlformats.org/officeDocument/2006/relationships/vmlDrawing" Target="../drawings/vmlDrawing42.vml"/><Relationship Id="rId6" Type="http://schemas.openxmlformats.org/officeDocument/2006/relationships/oleObject" Target="../embeddings/oleObject314.bin"/><Relationship Id="rId5" Type="http://schemas.openxmlformats.org/officeDocument/2006/relationships/oleObject" Target="../embeddings/oleObject313.bin"/><Relationship Id="rId4" Type="http://schemas.openxmlformats.org/officeDocument/2006/relationships/oleObject" Target="../embeddings/oleObject312.bin"/></Relationships>
</file>

<file path=ppt/slides/_rels/slide48.xml.rels><?xml version="1.0" encoding="UTF-8" standalone="yes"?>
<Relationships xmlns="http://schemas.openxmlformats.org/package/2006/relationships"><Relationship Id="rId8" Type="http://schemas.openxmlformats.org/officeDocument/2006/relationships/oleObject" Target="../embeddings/oleObject320.bin"/><Relationship Id="rId13" Type="http://schemas.openxmlformats.org/officeDocument/2006/relationships/oleObject" Target="../embeddings/oleObject325.bin"/><Relationship Id="rId3" Type="http://schemas.openxmlformats.org/officeDocument/2006/relationships/image" Target="../media/image274.jpeg"/><Relationship Id="rId7" Type="http://schemas.openxmlformats.org/officeDocument/2006/relationships/oleObject" Target="../embeddings/oleObject319.bin"/><Relationship Id="rId12" Type="http://schemas.openxmlformats.org/officeDocument/2006/relationships/oleObject" Target="../embeddings/oleObject324.bin"/><Relationship Id="rId2" Type="http://schemas.openxmlformats.org/officeDocument/2006/relationships/slideLayout" Target="../slideLayouts/slideLayout7.xml"/><Relationship Id="rId1" Type="http://schemas.openxmlformats.org/officeDocument/2006/relationships/vmlDrawing" Target="../drawings/vmlDrawing43.vml"/><Relationship Id="rId6" Type="http://schemas.openxmlformats.org/officeDocument/2006/relationships/oleObject" Target="../embeddings/oleObject318.bin"/><Relationship Id="rId11" Type="http://schemas.openxmlformats.org/officeDocument/2006/relationships/oleObject" Target="../embeddings/oleObject323.bin"/><Relationship Id="rId5" Type="http://schemas.openxmlformats.org/officeDocument/2006/relationships/oleObject" Target="../embeddings/oleObject317.bin"/><Relationship Id="rId10" Type="http://schemas.openxmlformats.org/officeDocument/2006/relationships/oleObject" Target="../embeddings/oleObject322.bin"/><Relationship Id="rId4" Type="http://schemas.openxmlformats.org/officeDocument/2006/relationships/image" Target="../media/image4.jpeg"/><Relationship Id="rId9" Type="http://schemas.openxmlformats.org/officeDocument/2006/relationships/oleObject" Target="../embeddings/oleObject321.bin"/><Relationship Id="rId14" Type="http://schemas.openxmlformats.org/officeDocument/2006/relationships/oleObject" Target="../embeddings/oleObject326.bin"/></Relationships>
</file>

<file path=ppt/slides/_rels/slide49.xml.rels><?xml version="1.0" encoding="UTF-8" standalone="yes"?>
<Relationships xmlns="http://schemas.openxmlformats.org/package/2006/relationships"><Relationship Id="rId8" Type="http://schemas.openxmlformats.org/officeDocument/2006/relationships/oleObject" Target="../embeddings/oleObject330.bin"/><Relationship Id="rId13" Type="http://schemas.openxmlformats.org/officeDocument/2006/relationships/oleObject" Target="../embeddings/oleObject335.bin"/><Relationship Id="rId3" Type="http://schemas.openxmlformats.org/officeDocument/2006/relationships/image" Target="../media/image274.jpeg"/><Relationship Id="rId7" Type="http://schemas.openxmlformats.org/officeDocument/2006/relationships/oleObject" Target="../embeddings/oleObject329.bin"/><Relationship Id="rId12" Type="http://schemas.openxmlformats.org/officeDocument/2006/relationships/oleObject" Target="../embeddings/oleObject334.bin"/><Relationship Id="rId2" Type="http://schemas.openxmlformats.org/officeDocument/2006/relationships/slideLayout" Target="../slideLayouts/slideLayout7.xml"/><Relationship Id="rId1" Type="http://schemas.openxmlformats.org/officeDocument/2006/relationships/vmlDrawing" Target="../drawings/vmlDrawing44.vml"/><Relationship Id="rId6" Type="http://schemas.openxmlformats.org/officeDocument/2006/relationships/oleObject" Target="../embeddings/oleObject328.bin"/><Relationship Id="rId11" Type="http://schemas.openxmlformats.org/officeDocument/2006/relationships/oleObject" Target="../embeddings/oleObject333.bin"/><Relationship Id="rId5" Type="http://schemas.openxmlformats.org/officeDocument/2006/relationships/oleObject" Target="../embeddings/oleObject327.bin"/><Relationship Id="rId15" Type="http://schemas.openxmlformats.org/officeDocument/2006/relationships/slide" Target="slide1.xml"/><Relationship Id="rId10" Type="http://schemas.openxmlformats.org/officeDocument/2006/relationships/oleObject" Target="../embeddings/oleObject332.bin"/><Relationship Id="rId4" Type="http://schemas.openxmlformats.org/officeDocument/2006/relationships/image" Target="../media/image4.jpeg"/><Relationship Id="rId9" Type="http://schemas.openxmlformats.org/officeDocument/2006/relationships/oleObject" Target="../embeddings/oleObject331.bin"/><Relationship Id="rId14" Type="http://schemas.openxmlformats.org/officeDocument/2006/relationships/oleObject" Target="../embeddings/oleObject336.bin"/></Relationships>
</file>

<file path=ppt/slides/_rels/slide50.xml.rels><?xml version="1.0" encoding="UTF-8" standalone="yes"?>
<Relationships xmlns="http://schemas.openxmlformats.org/package/2006/relationships"><Relationship Id="rId2" Type="http://schemas.openxmlformats.org/officeDocument/2006/relationships/image" Target="../media/image34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4" name="Text Box 4"/>
          <p:cNvSpPr txBox="1">
            <a:spLocks noChangeArrowheads="1"/>
          </p:cNvSpPr>
          <p:nvPr/>
        </p:nvSpPr>
        <p:spPr bwMode="auto">
          <a:xfrm>
            <a:off x="446088" y="1978025"/>
            <a:ext cx="5105400" cy="519113"/>
          </a:xfrm>
          <a:prstGeom prst="rect">
            <a:avLst/>
          </a:prstGeom>
          <a:noFill/>
          <a:ln w="9525">
            <a:noFill/>
            <a:miter lim="800000"/>
            <a:headEnd/>
            <a:tailEnd/>
          </a:ln>
        </p:spPr>
        <p:txBody>
          <a:bodyPr>
            <a:spAutoFit/>
          </a:bodyPr>
          <a:lstStyle/>
          <a:p>
            <a:pPr>
              <a:lnSpc>
                <a:spcPct val="100000"/>
              </a:lnSpc>
            </a:pPr>
            <a:r>
              <a:rPr lang="zh-CN" altLang="en-US" sz="2800">
                <a:solidFill>
                  <a:srgbClr val="000099"/>
                </a:solidFill>
                <a:ea typeface="宋体" pitchFamily="2" charset="-122"/>
              </a:rPr>
              <a:t>本章内容：</a:t>
            </a:r>
          </a:p>
        </p:txBody>
      </p:sp>
      <p:sp>
        <p:nvSpPr>
          <p:cNvPr id="194565" name="Text Box 5">
            <a:hlinkClick r:id="rId2" action="ppaction://hlinksldjump"/>
          </p:cNvPr>
          <p:cNvSpPr txBox="1">
            <a:spLocks noChangeArrowheads="1"/>
          </p:cNvSpPr>
          <p:nvPr/>
        </p:nvSpPr>
        <p:spPr bwMode="auto">
          <a:xfrm>
            <a:off x="1404938" y="2816225"/>
            <a:ext cx="5105400" cy="457200"/>
          </a:xfrm>
          <a:prstGeom prst="rect">
            <a:avLst/>
          </a:prstGeom>
          <a:noFill/>
          <a:ln w="9525">
            <a:noFill/>
            <a:miter lim="800000"/>
            <a:headEnd/>
            <a:tailEnd/>
          </a:ln>
        </p:spPr>
        <p:txBody>
          <a:bodyPr>
            <a:spAutoFit/>
          </a:bodyPr>
          <a:lstStyle/>
          <a:p>
            <a:pPr>
              <a:lnSpc>
                <a:spcPct val="100000"/>
              </a:lnSpc>
            </a:pPr>
            <a:r>
              <a:rPr lang="en-US" altLang="zh-CN" sz="2400" dirty="0">
                <a:solidFill>
                  <a:srgbClr val="000099"/>
                </a:solidFill>
                <a:ea typeface="宋体" pitchFamily="2" charset="-122"/>
              </a:rPr>
              <a:t>§ 2. 1  </a:t>
            </a:r>
            <a:r>
              <a:rPr lang="zh-CN" altLang="en-US" sz="2400" dirty="0">
                <a:solidFill>
                  <a:srgbClr val="000099"/>
                </a:solidFill>
                <a:ea typeface="宋体" pitchFamily="2" charset="-122"/>
              </a:rPr>
              <a:t>质点运动定律</a:t>
            </a:r>
          </a:p>
        </p:txBody>
      </p:sp>
      <p:sp>
        <p:nvSpPr>
          <p:cNvPr id="194566" name="Text Box 6">
            <a:hlinkClick r:id="rId3" action="ppaction://hlinksldjump"/>
          </p:cNvPr>
          <p:cNvSpPr txBox="1">
            <a:spLocks noChangeArrowheads="1"/>
          </p:cNvSpPr>
          <p:nvPr/>
        </p:nvSpPr>
        <p:spPr bwMode="auto">
          <a:xfrm>
            <a:off x="1404938" y="3584575"/>
            <a:ext cx="5105400" cy="457200"/>
          </a:xfrm>
          <a:prstGeom prst="rect">
            <a:avLst/>
          </a:prstGeom>
          <a:noFill/>
          <a:ln w="9525">
            <a:noFill/>
            <a:miter lim="800000"/>
            <a:headEnd/>
            <a:tailEnd/>
          </a:ln>
        </p:spPr>
        <p:txBody>
          <a:bodyPr>
            <a:spAutoFit/>
          </a:bodyPr>
          <a:lstStyle/>
          <a:p>
            <a:pPr>
              <a:lnSpc>
                <a:spcPct val="100000"/>
              </a:lnSpc>
            </a:pPr>
            <a:r>
              <a:rPr lang="en-US" altLang="zh-CN" sz="2400">
                <a:solidFill>
                  <a:srgbClr val="000099"/>
                </a:solidFill>
                <a:ea typeface="宋体" pitchFamily="2" charset="-122"/>
              </a:rPr>
              <a:t>§ 2. 2  </a:t>
            </a:r>
            <a:r>
              <a:rPr lang="zh-CN" altLang="en-US" sz="2400">
                <a:solidFill>
                  <a:srgbClr val="000099"/>
                </a:solidFill>
                <a:ea typeface="宋体" pitchFamily="2" charset="-122"/>
              </a:rPr>
              <a:t>力学相对性原理</a:t>
            </a:r>
          </a:p>
        </p:txBody>
      </p:sp>
      <p:sp>
        <p:nvSpPr>
          <p:cNvPr id="194567" name="Text Box 7">
            <a:hlinkClick r:id="rId4" action="ppaction://hlinksldjump"/>
          </p:cNvPr>
          <p:cNvSpPr txBox="1">
            <a:spLocks noChangeArrowheads="1"/>
          </p:cNvSpPr>
          <p:nvPr/>
        </p:nvSpPr>
        <p:spPr bwMode="auto">
          <a:xfrm>
            <a:off x="1404938" y="4400550"/>
            <a:ext cx="4738687" cy="457200"/>
          </a:xfrm>
          <a:prstGeom prst="rect">
            <a:avLst/>
          </a:prstGeom>
          <a:noFill/>
          <a:ln w="9525">
            <a:noFill/>
            <a:miter lim="800000"/>
            <a:headEnd/>
            <a:tailEnd/>
          </a:ln>
        </p:spPr>
        <p:txBody>
          <a:bodyPr>
            <a:spAutoFit/>
          </a:bodyPr>
          <a:lstStyle/>
          <a:p>
            <a:pPr>
              <a:lnSpc>
                <a:spcPct val="100000"/>
              </a:lnSpc>
            </a:pPr>
            <a:r>
              <a:rPr lang="en-US" altLang="zh-CN" sz="2400">
                <a:solidFill>
                  <a:srgbClr val="000099"/>
                </a:solidFill>
                <a:ea typeface="宋体" pitchFamily="2" charset="-122"/>
              </a:rPr>
              <a:t>§ 2. 3  </a:t>
            </a:r>
            <a:r>
              <a:rPr lang="zh-CN" altLang="en-US" sz="2400">
                <a:solidFill>
                  <a:srgbClr val="000099"/>
                </a:solidFill>
                <a:ea typeface="宋体" pitchFamily="2" charset="-122"/>
              </a:rPr>
              <a:t>刚体转动定理</a:t>
            </a:r>
          </a:p>
        </p:txBody>
      </p:sp>
      <p:sp>
        <p:nvSpPr>
          <p:cNvPr id="194568" name="Line 8"/>
          <p:cNvSpPr>
            <a:spLocks noChangeShapeType="1"/>
          </p:cNvSpPr>
          <p:nvPr/>
        </p:nvSpPr>
        <p:spPr bwMode="auto">
          <a:xfrm>
            <a:off x="0" y="1785938"/>
            <a:ext cx="9043988" cy="0"/>
          </a:xfrm>
          <a:prstGeom prst="line">
            <a:avLst/>
          </a:prstGeom>
          <a:noFill/>
          <a:ln w="28575">
            <a:solidFill>
              <a:srgbClr val="0062E1">
                <a:alpha val="70195"/>
              </a:srgbClr>
            </a:solidFill>
            <a:round/>
            <a:headEnd/>
            <a:tailEnd/>
          </a:ln>
        </p:spPr>
        <p:txBody>
          <a:bodyPr/>
          <a:lstStyle/>
          <a:p>
            <a:endParaRPr lang="zh-CN" altLang="en-US"/>
          </a:p>
        </p:txBody>
      </p:sp>
      <p:sp>
        <p:nvSpPr>
          <p:cNvPr id="47111" name="标题 12"/>
          <p:cNvSpPr>
            <a:spLocks noGrp="1"/>
          </p:cNvSpPr>
          <p:nvPr>
            <p:ph type="title"/>
          </p:nvPr>
        </p:nvSpPr>
        <p:spPr/>
        <p:txBody>
          <a:bodyPr/>
          <a:lstStyle/>
          <a:p>
            <a:pPr eaLnBrk="1" hangingPunct="1"/>
            <a:r>
              <a:rPr lang="zh-CN" altLang="en-US" sz="4400" dirty="0" smtClean="0"/>
              <a:t>第</a:t>
            </a:r>
            <a:r>
              <a:rPr lang="en-US" altLang="zh-CN" sz="4400" dirty="0" smtClean="0"/>
              <a:t>2</a:t>
            </a:r>
            <a:r>
              <a:rPr lang="zh-CN" altLang="en-US" sz="4400" dirty="0" smtClean="0"/>
              <a:t>章  动力学</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94568"/>
                                        </p:tgtEl>
                                        <p:attrNameLst>
                                          <p:attrName>style.visibility</p:attrName>
                                        </p:attrNameLst>
                                      </p:cBhvr>
                                      <p:to>
                                        <p:strVal val="visible"/>
                                      </p:to>
                                    </p:set>
                                    <p:animEffect transition="in" filter="wipe(left)">
                                      <p:cBhvr>
                                        <p:cTn id="7" dur="500"/>
                                        <p:tgtEl>
                                          <p:spTgt spid="19456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94564"/>
                                        </p:tgtEl>
                                        <p:attrNameLst>
                                          <p:attrName>style.visibility</p:attrName>
                                        </p:attrNameLst>
                                      </p:cBhvr>
                                      <p:to>
                                        <p:strVal val="visible"/>
                                      </p:to>
                                    </p:set>
                                    <p:animEffect transition="in" filter="wipe(left)">
                                      <p:cBhvr>
                                        <p:cTn id="12" dur="500"/>
                                        <p:tgtEl>
                                          <p:spTgt spid="19456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94565"/>
                                        </p:tgtEl>
                                        <p:attrNameLst>
                                          <p:attrName>style.visibility</p:attrName>
                                        </p:attrNameLst>
                                      </p:cBhvr>
                                      <p:to>
                                        <p:strVal val="visible"/>
                                      </p:to>
                                    </p:set>
                                    <p:animEffect transition="in" filter="wipe(left)">
                                      <p:cBhvr>
                                        <p:cTn id="17" dur="500"/>
                                        <p:tgtEl>
                                          <p:spTgt spid="19456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94566"/>
                                        </p:tgtEl>
                                        <p:attrNameLst>
                                          <p:attrName>style.visibility</p:attrName>
                                        </p:attrNameLst>
                                      </p:cBhvr>
                                      <p:to>
                                        <p:strVal val="visible"/>
                                      </p:to>
                                    </p:set>
                                    <p:animEffect transition="in" filter="wipe(left)">
                                      <p:cBhvr>
                                        <p:cTn id="22" dur="500"/>
                                        <p:tgtEl>
                                          <p:spTgt spid="19456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94567"/>
                                        </p:tgtEl>
                                        <p:attrNameLst>
                                          <p:attrName>style.visibility</p:attrName>
                                        </p:attrNameLst>
                                      </p:cBhvr>
                                      <p:to>
                                        <p:strVal val="visible"/>
                                      </p:to>
                                    </p:set>
                                    <p:animEffect transition="in" filter="wipe(left)">
                                      <p:cBhvr>
                                        <p:cTn id="27" dur="500"/>
                                        <p:tgtEl>
                                          <p:spTgt spid="1945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64" grpId="0"/>
      <p:bldP spid="194565" grpId="0"/>
      <p:bldP spid="194566" grpId="0"/>
      <p:bldP spid="194567" grpId="0"/>
      <p:bldP spid="194568"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Text Box 2"/>
          <p:cNvSpPr txBox="1">
            <a:spLocks noChangeArrowheads="1"/>
          </p:cNvSpPr>
          <p:nvPr/>
        </p:nvSpPr>
        <p:spPr bwMode="auto">
          <a:xfrm>
            <a:off x="684213" y="3284538"/>
            <a:ext cx="2286000" cy="457200"/>
          </a:xfrm>
          <a:prstGeom prst="rect">
            <a:avLst/>
          </a:prstGeom>
          <a:noFill/>
          <a:ln w="9525">
            <a:noFill/>
            <a:miter lim="800000"/>
            <a:headEnd/>
            <a:tailEnd/>
          </a:ln>
        </p:spPr>
        <p:txBody>
          <a:bodyPr>
            <a:spAutoFit/>
          </a:bodyPr>
          <a:lstStyle/>
          <a:p>
            <a:pPr>
              <a:lnSpc>
                <a:spcPct val="100000"/>
              </a:lnSpc>
            </a:pPr>
            <a:r>
              <a:rPr lang="en-US" altLang="zh-CN" sz="2400">
                <a:solidFill>
                  <a:srgbClr val="CC0000"/>
                </a:solidFill>
                <a:ea typeface="宋体" pitchFamily="2" charset="-122"/>
              </a:rPr>
              <a:t>1. </a:t>
            </a:r>
            <a:r>
              <a:rPr lang="zh-CN" altLang="en-US" sz="2400">
                <a:solidFill>
                  <a:srgbClr val="CC0000"/>
                </a:solidFill>
                <a:ea typeface="宋体" pitchFamily="2" charset="-122"/>
              </a:rPr>
              <a:t>实验基础 </a:t>
            </a:r>
          </a:p>
        </p:txBody>
      </p:sp>
      <p:sp>
        <p:nvSpPr>
          <p:cNvPr id="148483" name="Text Box 3"/>
          <p:cNvSpPr txBox="1">
            <a:spLocks noChangeArrowheads="1"/>
          </p:cNvSpPr>
          <p:nvPr/>
        </p:nvSpPr>
        <p:spPr bwMode="auto">
          <a:xfrm>
            <a:off x="3779838" y="3213100"/>
            <a:ext cx="2379662" cy="461963"/>
          </a:xfrm>
          <a:prstGeom prst="rect">
            <a:avLst/>
          </a:prstGeom>
          <a:noFill/>
          <a:ln w="9525">
            <a:noFill/>
            <a:miter lim="800000"/>
            <a:headEnd/>
            <a:tailEnd/>
          </a:ln>
        </p:spPr>
        <p:txBody>
          <a:bodyPr>
            <a:spAutoFit/>
          </a:bodyPr>
          <a:lstStyle/>
          <a:p>
            <a:pPr>
              <a:lnSpc>
                <a:spcPct val="100000"/>
              </a:lnSpc>
              <a:buClr>
                <a:srgbClr val="CC0000"/>
              </a:buClr>
              <a:buFont typeface="Wingdings" pitchFamily="2" charset="2"/>
              <a:buNone/>
            </a:pPr>
            <a:r>
              <a:rPr lang="zh-CN" altLang="en-US" sz="2400">
                <a:solidFill>
                  <a:schemeClr val="tx2"/>
                </a:solidFill>
                <a:ea typeface="宋体" pitchFamily="2" charset="-122"/>
              </a:rPr>
              <a:t>实验事实总结 </a:t>
            </a:r>
          </a:p>
        </p:txBody>
      </p:sp>
      <p:sp>
        <p:nvSpPr>
          <p:cNvPr id="148484" name="Text Box 4"/>
          <p:cNvSpPr txBox="1">
            <a:spLocks noChangeArrowheads="1"/>
          </p:cNvSpPr>
          <p:nvPr/>
        </p:nvSpPr>
        <p:spPr bwMode="auto">
          <a:xfrm>
            <a:off x="6084888" y="3213100"/>
            <a:ext cx="2425700" cy="461963"/>
          </a:xfrm>
          <a:prstGeom prst="rect">
            <a:avLst/>
          </a:prstGeom>
          <a:noFill/>
          <a:ln w="9525">
            <a:noFill/>
            <a:miter lim="800000"/>
            <a:headEnd/>
            <a:tailEnd/>
          </a:ln>
        </p:spPr>
        <p:txBody>
          <a:bodyPr>
            <a:spAutoFit/>
          </a:bodyPr>
          <a:lstStyle/>
          <a:p>
            <a:pPr>
              <a:lnSpc>
                <a:spcPct val="100000"/>
              </a:lnSpc>
              <a:buClr>
                <a:srgbClr val="CC0000"/>
              </a:buClr>
              <a:buFont typeface="Wingdings" pitchFamily="2" charset="2"/>
              <a:buNone/>
            </a:pPr>
            <a:r>
              <a:rPr lang="zh-CN" altLang="en-US" sz="2400">
                <a:solidFill>
                  <a:schemeClr val="tx2"/>
                </a:solidFill>
                <a:ea typeface="宋体" pitchFamily="2" charset="-122"/>
              </a:rPr>
              <a:t>实验事实证明 </a:t>
            </a:r>
          </a:p>
        </p:txBody>
      </p:sp>
      <p:sp>
        <p:nvSpPr>
          <p:cNvPr id="148485" name="Text Box 5"/>
          <p:cNvSpPr txBox="1">
            <a:spLocks noChangeArrowheads="1"/>
          </p:cNvSpPr>
          <p:nvPr/>
        </p:nvSpPr>
        <p:spPr bwMode="auto">
          <a:xfrm>
            <a:off x="684213" y="4292600"/>
            <a:ext cx="2286000" cy="457200"/>
          </a:xfrm>
          <a:prstGeom prst="rect">
            <a:avLst/>
          </a:prstGeom>
          <a:noFill/>
          <a:ln w="9525">
            <a:noFill/>
            <a:miter lim="800000"/>
            <a:headEnd/>
            <a:tailEnd/>
          </a:ln>
        </p:spPr>
        <p:txBody>
          <a:bodyPr>
            <a:spAutoFit/>
          </a:bodyPr>
          <a:lstStyle/>
          <a:p>
            <a:pPr>
              <a:lnSpc>
                <a:spcPct val="100000"/>
              </a:lnSpc>
            </a:pPr>
            <a:r>
              <a:rPr lang="en-US" altLang="zh-CN" sz="2400">
                <a:solidFill>
                  <a:srgbClr val="CC0000"/>
                </a:solidFill>
                <a:ea typeface="宋体" pitchFamily="2" charset="-122"/>
              </a:rPr>
              <a:t>2. </a:t>
            </a:r>
            <a:r>
              <a:rPr lang="zh-CN" altLang="en-US" sz="2400">
                <a:solidFill>
                  <a:srgbClr val="CC0000"/>
                </a:solidFill>
                <a:ea typeface="宋体" pitchFamily="2" charset="-122"/>
              </a:rPr>
              <a:t>物理意义 </a:t>
            </a:r>
          </a:p>
        </p:txBody>
      </p:sp>
      <p:sp>
        <p:nvSpPr>
          <p:cNvPr id="148486" name="Text Box 6"/>
          <p:cNvSpPr txBox="1">
            <a:spLocks noChangeArrowheads="1"/>
          </p:cNvSpPr>
          <p:nvPr/>
        </p:nvSpPr>
        <p:spPr bwMode="auto">
          <a:xfrm>
            <a:off x="3779838" y="4076700"/>
            <a:ext cx="4500562" cy="461963"/>
          </a:xfrm>
          <a:prstGeom prst="rect">
            <a:avLst/>
          </a:prstGeom>
          <a:noFill/>
          <a:ln w="9525">
            <a:noFill/>
            <a:miter lim="800000"/>
            <a:headEnd/>
            <a:tailEnd/>
          </a:ln>
        </p:spPr>
        <p:txBody>
          <a:bodyPr>
            <a:spAutoFit/>
          </a:bodyPr>
          <a:lstStyle/>
          <a:p>
            <a:pPr>
              <a:lnSpc>
                <a:spcPct val="100000"/>
              </a:lnSpc>
              <a:buClr>
                <a:srgbClr val="CC0000"/>
              </a:buClr>
              <a:buFont typeface="Wingdings" pitchFamily="2" charset="2"/>
              <a:buNone/>
            </a:pPr>
            <a:r>
              <a:rPr lang="zh-CN" altLang="en-US" sz="2400">
                <a:solidFill>
                  <a:schemeClr val="tx2"/>
                </a:solidFill>
                <a:ea typeface="宋体" pitchFamily="2" charset="-122"/>
              </a:rPr>
              <a:t>力是物体运动状态改变的原因 </a:t>
            </a:r>
          </a:p>
        </p:txBody>
      </p:sp>
      <p:sp>
        <p:nvSpPr>
          <p:cNvPr id="148487" name="Text Box 7"/>
          <p:cNvSpPr txBox="1">
            <a:spLocks noChangeArrowheads="1"/>
          </p:cNvSpPr>
          <p:nvPr/>
        </p:nvSpPr>
        <p:spPr bwMode="auto">
          <a:xfrm>
            <a:off x="3779838" y="4581525"/>
            <a:ext cx="3505200" cy="461963"/>
          </a:xfrm>
          <a:prstGeom prst="rect">
            <a:avLst/>
          </a:prstGeom>
          <a:noFill/>
          <a:ln w="9525">
            <a:noFill/>
            <a:miter lim="800000"/>
            <a:headEnd/>
            <a:tailEnd/>
          </a:ln>
        </p:spPr>
        <p:txBody>
          <a:bodyPr>
            <a:spAutoFit/>
          </a:bodyPr>
          <a:lstStyle/>
          <a:p>
            <a:pPr>
              <a:lnSpc>
                <a:spcPct val="100000"/>
              </a:lnSpc>
              <a:buClr>
                <a:srgbClr val="CC0000"/>
              </a:buClr>
              <a:buFont typeface="Wingdings" pitchFamily="2" charset="2"/>
              <a:buNone/>
            </a:pPr>
            <a:r>
              <a:rPr lang="zh-CN" altLang="en-US" sz="2400">
                <a:solidFill>
                  <a:schemeClr val="tx2"/>
                </a:solidFill>
                <a:ea typeface="宋体" pitchFamily="2" charset="-122"/>
              </a:rPr>
              <a:t>力的成对性与一致性 </a:t>
            </a:r>
          </a:p>
        </p:txBody>
      </p:sp>
      <p:sp>
        <p:nvSpPr>
          <p:cNvPr id="148488" name="Text Box 8"/>
          <p:cNvSpPr txBox="1">
            <a:spLocks noChangeArrowheads="1"/>
          </p:cNvSpPr>
          <p:nvPr/>
        </p:nvSpPr>
        <p:spPr bwMode="auto">
          <a:xfrm>
            <a:off x="684213" y="5373688"/>
            <a:ext cx="1981200" cy="457200"/>
          </a:xfrm>
          <a:prstGeom prst="rect">
            <a:avLst/>
          </a:prstGeom>
          <a:noFill/>
          <a:ln w="9525">
            <a:noFill/>
            <a:miter lim="800000"/>
            <a:headEnd/>
            <a:tailEnd/>
          </a:ln>
        </p:spPr>
        <p:txBody>
          <a:bodyPr>
            <a:spAutoFit/>
          </a:bodyPr>
          <a:lstStyle/>
          <a:p>
            <a:pPr>
              <a:lnSpc>
                <a:spcPct val="100000"/>
              </a:lnSpc>
            </a:pPr>
            <a:r>
              <a:rPr lang="en-US" altLang="zh-CN" sz="2400">
                <a:solidFill>
                  <a:srgbClr val="CC0000"/>
                </a:solidFill>
                <a:ea typeface="宋体" pitchFamily="2" charset="-122"/>
              </a:rPr>
              <a:t>3. </a:t>
            </a:r>
            <a:r>
              <a:rPr lang="zh-CN" altLang="en-US" sz="2400">
                <a:solidFill>
                  <a:srgbClr val="CC0000"/>
                </a:solidFill>
                <a:ea typeface="宋体" pitchFamily="2" charset="-122"/>
              </a:rPr>
              <a:t>适用范围 </a:t>
            </a:r>
          </a:p>
        </p:txBody>
      </p:sp>
      <p:sp>
        <p:nvSpPr>
          <p:cNvPr id="148489" name="Text Box 9"/>
          <p:cNvSpPr txBox="1">
            <a:spLocks noChangeArrowheads="1"/>
          </p:cNvSpPr>
          <p:nvPr/>
        </p:nvSpPr>
        <p:spPr bwMode="auto">
          <a:xfrm>
            <a:off x="3779838" y="5373688"/>
            <a:ext cx="2379662" cy="461962"/>
          </a:xfrm>
          <a:prstGeom prst="rect">
            <a:avLst/>
          </a:prstGeom>
          <a:noFill/>
          <a:ln w="9525">
            <a:noFill/>
            <a:miter lim="800000"/>
            <a:headEnd/>
            <a:tailEnd/>
          </a:ln>
        </p:spPr>
        <p:txBody>
          <a:bodyPr>
            <a:spAutoFit/>
          </a:bodyPr>
          <a:lstStyle/>
          <a:p>
            <a:pPr>
              <a:lnSpc>
                <a:spcPct val="100000"/>
              </a:lnSpc>
              <a:buClr>
                <a:srgbClr val="CC0000"/>
              </a:buClr>
              <a:buFont typeface="Wingdings" pitchFamily="2" charset="2"/>
              <a:buNone/>
            </a:pPr>
            <a:r>
              <a:rPr lang="zh-CN" altLang="en-US" sz="2400">
                <a:solidFill>
                  <a:schemeClr val="tx2"/>
                </a:solidFill>
                <a:ea typeface="宋体" pitchFamily="2" charset="-122"/>
              </a:rPr>
              <a:t>惯性坐标系 </a:t>
            </a:r>
          </a:p>
        </p:txBody>
      </p:sp>
      <p:sp>
        <p:nvSpPr>
          <p:cNvPr id="148490" name="Text Box 10"/>
          <p:cNvSpPr txBox="1">
            <a:spLocks noChangeArrowheads="1"/>
          </p:cNvSpPr>
          <p:nvPr/>
        </p:nvSpPr>
        <p:spPr bwMode="auto">
          <a:xfrm>
            <a:off x="5580063" y="5387975"/>
            <a:ext cx="3313112" cy="461963"/>
          </a:xfrm>
          <a:prstGeom prst="rect">
            <a:avLst/>
          </a:prstGeom>
          <a:noFill/>
          <a:ln w="9525">
            <a:noFill/>
            <a:miter lim="800000"/>
            <a:headEnd/>
            <a:tailEnd/>
          </a:ln>
        </p:spPr>
        <p:txBody>
          <a:bodyPr>
            <a:spAutoFit/>
          </a:bodyPr>
          <a:lstStyle/>
          <a:p>
            <a:pPr>
              <a:lnSpc>
                <a:spcPct val="100000"/>
              </a:lnSpc>
              <a:buClr>
                <a:srgbClr val="CC0000"/>
              </a:buClr>
              <a:buFont typeface="Wingdings" pitchFamily="2" charset="2"/>
              <a:buNone/>
            </a:pPr>
            <a:r>
              <a:rPr lang="zh-CN" altLang="en-US" sz="2400">
                <a:solidFill>
                  <a:schemeClr val="tx2"/>
                </a:solidFill>
                <a:ea typeface="宋体" pitchFamily="2" charset="-122"/>
              </a:rPr>
              <a:t>宏观低速运动的物体 </a:t>
            </a:r>
          </a:p>
        </p:txBody>
      </p:sp>
      <p:sp>
        <p:nvSpPr>
          <p:cNvPr id="148491" name="AutoShape 11"/>
          <p:cNvSpPr>
            <a:spLocks noChangeArrowheads="1"/>
          </p:cNvSpPr>
          <p:nvPr/>
        </p:nvSpPr>
        <p:spPr bwMode="auto">
          <a:xfrm>
            <a:off x="2816225" y="5497513"/>
            <a:ext cx="914400" cy="228600"/>
          </a:xfrm>
          <a:prstGeom prst="rightArrow">
            <a:avLst>
              <a:gd name="adj1" fmla="val 50000"/>
              <a:gd name="adj2" fmla="val 100000"/>
            </a:avLst>
          </a:prstGeom>
          <a:solidFill>
            <a:srgbClr val="99CCFF"/>
          </a:solidFill>
          <a:ln w="9525">
            <a:solidFill>
              <a:srgbClr val="66FFFF"/>
            </a:solidFill>
            <a:miter lim="800000"/>
            <a:headEnd/>
            <a:tailEnd/>
          </a:ln>
        </p:spPr>
        <p:txBody>
          <a:bodyPr anchor="ctr">
            <a:spAutoFit/>
          </a:bodyPr>
          <a:lstStyle/>
          <a:p>
            <a:endParaRPr lang="zh-CN" altLang="en-US"/>
          </a:p>
        </p:txBody>
      </p:sp>
      <p:sp>
        <p:nvSpPr>
          <p:cNvPr id="148492" name="AutoShape 12"/>
          <p:cNvSpPr>
            <a:spLocks noChangeArrowheads="1"/>
          </p:cNvSpPr>
          <p:nvPr/>
        </p:nvSpPr>
        <p:spPr bwMode="auto">
          <a:xfrm>
            <a:off x="2817813" y="4430713"/>
            <a:ext cx="914400" cy="228600"/>
          </a:xfrm>
          <a:prstGeom prst="rightArrow">
            <a:avLst>
              <a:gd name="adj1" fmla="val 50000"/>
              <a:gd name="adj2" fmla="val 100000"/>
            </a:avLst>
          </a:prstGeom>
          <a:solidFill>
            <a:srgbClr val="99CCFF"/>
          </a:solidFill>
          <a:ln w="9525">
            <a:solidFill>
              <a:srgbClr val="66FFFF"/>
            </a:solidFill>
            <a:miter lim="800000"/>
            <a:headEnd/>
            <a:tailEnd/>
          </a:ln>
        </p:spPr>
        <p:txBody>
          <a:bodyPr anchor="ctr">
            <a:spAutoFit/>
          </a:bodyPr>
          <a:lstStyle/>
          <a:p>
            <a:endParaRPr lang="zh-CN" altLang="en-US"/>
          </a:p>
        </p:txBody>
      </p:sp>
      <p:sp>
        <p:nvSpPr>
          <p:cNvPr id="148493" name="AutoShape 13"/>
          <p:cNvSpPr>
            <a:spLocks noChangeArrowheads="1"/>
          </p:cNvSpPr>
          <p:nvPr/>
        </p:nvSpPr>
        <p:spPr bwMode="auto">
          <a:xfrm>
            <a:off x="2816225" y="3392488"/>
            <a:ext cx="914400" cy="228600"/>
          </a:xfrm>
          <a:prstGeom prst="rightArrow">
            <a:avLst>
              <a:gd name="adj1" fmla="val 50000"/>
              <a:gd name="adj2" fmla="val 100000"/>
            </a:avLst>
          </a:prstGeom>
          <a:solidFill>
            <a:srgbClr val="99CCFF"/>
          </a:solidFill>
          <a:ln w="9525">
            <a:solidFill>
              <a:srgbClr val="66FFFF"/>
            </a:solidFill>
            <a:miter lim="800000"/>
            <a:headEnd/>
            <a:tailEnd/>
          </a:ln>
        </p:spPr>
        <p:txBody>
          <a:bodyPr anchor="ctr">
            <a:spAutoFit/>
          </a:bodyPr>
          <a:lstStyle/>
          <a:p>
            <a:endParaRPr lang="zh-CN" altLang="en-US"/>
          </a:p>
        </p:txBody>
      </p:sp>
      <p:sp>
        <p:nvSpPr>
          <p:cNvPr id="148497" name="AutoShape 17"/>
          <p:cNvSpPr>
            <a:spLocks noChangeArrowheads="1"/>
          </p:cNvSpPr>
          <p:nvPr/>
        </p:nvSpPr>
        <p:spPr bwMode="auto">
          <a:xfrm>
            <a:off x="720725" y="1279525"/>
            <a:ext cx="7235825" cy="1619250"/>
          </a:xfrm>
          <a:prstGeom prst="roundRect">
            <a:avLst>
              <a:gd name="adj" fmla="val 16667"/>
            </a:avLst>
          </a:prstGeom>
          <a:gradFill rotWithShape="1">
            <a:gsLst>
              <a:gs pos="0">
                <a:srgbClr val="FFCCFF"/>
              </a:gs>
              <a:gs pos="50000">
                <a:srgbClr val="FFFFCC"/>
              </a:gs>
              <a:gs pos="100000">
                <a:srgbClr val="FFCCFF"/>
              </a:gs>
            </a:gsLst>
            <a:lin ang="18900000" scaled="1"/>
          </a:gradFill>
          <a:ln w="50800" algn="ctr">
            <a:noFill/>
            <a:round/>
            <a:headEnd/>
            <a:tailEnd/>
          </a:ln>
        </p:spPr>
        <p:txBody>
          <a:bodyPr wrap="none" anchor="ctr"/>
          <a:lstStyle/>
          <a:p>
            <a:endParaRPr lang="zh-CN" altLang="en-US"/>
          </a:p>
        </p:txBody>
      </p:sp>
      <p:sp>
        <p:nvSpPr>
          <p:cNvPr id="148498" name="Text Box 18"/>
          <p:cNvSpPr txBox="1">
            <a:spLocks noChangeArrowheads="1"/>
          </p:cNvSpPr>
          <p:nvPr/>
        </p:nvSpPr>
        <p:spPr bwMode="auto">
          <a:xfrm>
            <a:off x="1011238" y="1425575"/>
            <a:ext cx="6657975" cy="1717675"/>
          </a:xfrm>
          <a:prstGeom prst="rect">
            <a:avLst/>
          </a:prstGeom>
          <a:noFill/>
          <a:ln w="9525">
            <a:noFill/>
            <a:miter lim="800000"/>
            <a:headEnd/>
            <a:tailEnd/>
          </a:ln>
        </p:spPr>
        <p:txBody>
          <a:bodyPr>
            <a:spAutoFit/>
          </a:bodyPr>
          <a:lstStyle/>
          <a:p>
            <a:pPr algn="just" fontAlgn="ctr" latinLnBrk="1">
              <a:lnSpc>
                <a:spcPct val="110000"/>
              </a:lnSpc>
              <a:spcBef>
                <a:spcPct val="0"/>
              </a:spcBef>
            </a:pPr>
            <a:r>
              <a:rPr lang="en-US" altLang="zh-CN" sz="2400">
                <a:ea typeface="宋体" pitchFamily="2" charset="-122"/>
              </a:rPr>
              <a:t>    </a:t>
            </a:r>
            <a:r>
              <a:rPr lang="zh-CN" altLang="en-US" sz="2400">
                <a:ea typeface="宋体" pitchFamily="2" charset="-122"/>
              </a:rPr>
              <a:t>我奉献这一作品，作为哲学的数学原理，因为哲学的全部责任似乎在于</a:t>
            </a:r>
            <a:r>
              <a:rPr lang="en-US" altLang="zh-CN" sz="2400">
                <a:ea typeface="宋体" pitchFamily="2" charset="-122"/>
              </a:rPr>
              <a:t>——</a:t>
            </a:r>
            <a:r>
              <a:rPr lang="zh-CN" altLang="en-US" sz="2400">
                <a:ea typeface="宋体" pitchFamily="2" charset="-122"/>
              </a:rPr>
              <a:t>从运动的现象去研究自然界中的力，然后从这些力去说明其它现象。</a:t>
            </a:r>
          </a:p>
          <a:p>
            <a:pPr algn="just" fontAlgn="ctr" latinLnBrk="1">
              <a:lnSpc>
                <a:spcPct val="110000"/>
              </a:lnSpc>
              <a:spcBef>
                <a:spcPct val="0"/>
              </a:spcBef>
            </a:pPr>
            <a:r>
              <a:rPr lang="zh-CN" altLang="en-US" sz="2400">
                <a:ea typeface="宋体" pitchFamily="2" charset="-122"/>
              </a:rPr>
              <a:t> </a:t>
            </a:r>
            <a:endParaRPr lang="zh-CN" altLang="en-US" sz="2400" b="0">
              <a:ea typeface="宋体" pitchFamily="2" charset="-122"/>
            </a:endParaRPr>
          </a:p>
        </p:txBody>
      </p:sp>
      <p:sp>
        <p:nvSpPr>
          <p:cNvPr id="48144" name="Text Box 19"/>
          <p:cNvSpPr txBox="1">
            <a:spLocks noChangeArrowheads="1"/>
          </p:cNvSpPr>
          <p:nvPr/>
        </p:nvSpPr>
        <p:spPr bwMode="auto">
          <a:xfrm>
            <a:off x="323850" y="476250"/>
            <a:ext cx="7699375" cy="519113"/>
          </a:xfrm>
          <a:prstGeom prst="rect">
            <a:avLst/>
          </a:prstGeom>
          <a:noFill/>
          <a:ln w="12700" cap="sq">
            <a:noFill/>
            <a:miter lim="800000"/>
            <a:headEnd type="none" w="sm" len="sm"/>
            <a:tailEnd type="none" w="sm" len="sm"/>
          </a:ln>
        </p:spPr>
        <p:txBody>
          <a:bodyPr>
            <a:spAutoFit/>
          </a:bodyPr>
          <a:lstStyle/>
          <a:p>
            <a:pPr algn="ctr">
              <a:lnSpc>
                <a:spcPct val="100000"/>
              </a:lnSpc>
              <a:spcBef>
                <a:spcPct val="0"/>
              </a:spcBef>
            </a:pPr>
            <a:r>
              <a:rPr lang="en-US" altLang="zh-CN" sz="2800">
                <a:solidFill>
                  <a:srgbClr val="002060"/>
                </a:solidFill>
                <a:ea typeface="黑体" pitchFamily="49" charset="-122"/>
              </a:rPr>
              <a:t>§2.1  </a:t>
            </a:r>
            <a:r>
              <a:rPr lang="zh-CN" altLang="en-US" sz="2800">
                <a:solidFill>
                  <a:srgbClr val="002060"/>
                </a:solidFill>
                <a:ea typeface="黑体" pitchFamily="49" charset="-122"/>
              </a:rPr>
              <a:t>质点运动定律 </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48498"/>
                                        </p:tgtEl>
                                        <p:attrNameLst>
                                          <p:attrName>style.visibility</p:attrName>
                                        </p:attrNameLst>
                                      </p:cBhvr>
                                      <p:to>
                                        <p:strVal val="visible"/>
                                      </p:to>
                                    </p:set>
                                    <p:animEffect transition="in" filter="wipe(up)">
                                      <p:cBhvr>
                                        <p:cTn id="7" dur="1000"/>
                                        <p:tgtEl>
                                          <p:spTgt spid="148498"/>
                                        </p:tgtEl>
                                      </p:cBhvr>
                                    </p:animEffect>
                                  </p:childTnLst>
                                </p:cTn>
                              </p:par>
                            </p:childTnLst>
                          </p:cTn>
                        </p:par>
                        <p:par>
                          <p:cTn id="8" fill="hold">
                            <p:stCondLst>
                              <p:cond delay="1000"/>
                            </p:stCondLst>
                            <p:childTnLst>
                              <p:par>
                                <p:cTn id="9" presetID="3" presetClass="entr" presetSubtype="10" fill="hold" grpId="0" nodeType="afterEffect">
                                  <p:stCondLst>
                                    <p:cond delay="0"/>
                                  </p:stCondLst>
                                  <p:childTnLst>
                                    <p:set>
                                      <p:cBhvr>
                                        <p:cTn id="10" dur="1" fill="hold">
                                          <p:stCondLst>
                                            <p:cond delay="0"/>
                                          </p:stCondLst>
                                        </p:cTn>
                                        <p:tgtEl>
                                          <p:spTgt spid="148497"/>
                                        </p:tgtEl>
                                        <p:attrNameLst>
                                          <p:attrName>style.visibility</p:attrName>
                                        </p:attrNameLst>
                                      </p:cBhvr>
                                      <p:to>
                                        <p:strVal val="visible"/>
                                      </p:to>
                                    </p:set>
                                    <p:animEffect transition="in" filter="blinds(horizontal)">
                                      <p:cBhvr>
                                        <p:cTn id="11" dur="1000"/>
                                        <p:tgtEl>
                                          <p:spTgt spid="148497"/>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148482"/>
                                        </p:tgtEl>
                                        <p:attrNameLst>
                                          <p:attrName>style.visibility</p:attrName>
                                        </p:attrNameLst>
                                      </p:cBhvr>
                                      <p:to>
                                        <p:strVal val="visible"/>
                                      </p:to>
                                    </p:set>
                                    <p:animEffect transition="in" filter="wipe(left)">
                                      <p:cBhvr>
                                        <p:cTn id="16" dur="1000"/>
                                        <p:tgtEl>
                                          <p:spTgt spid="148482"/>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148493"/>
                                        </p:tgtEl>
                                        <p:attrNameLst>
                                          <p:attrName>style.visibility</p:attrName>
                                        </p:attrNameLst>
                                      </p:cBhvr>
                                      <p:to>
                                        <p:strVal val="visible"/>
                                      </p:to>
                                    </p:set>
                                    <p:animEffect transition="in" filter="wipe(left)">
                                      <p:cBhvr>
                                        <p:cTn id="21" dur="1000"/>
                                        <p:tgtEl>
                                          <p:spTgt spid="148493"/>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148483"/>
                                        </p:tgtEl>
                                        <p:attrNameLst>
                                          <p:attrName>style.visibility</p:attrName>
                                        </p:attrNameLst>
                                      </p:cBhvr>
                                      <p:to>
                                        <p:strVal val="visible"/>
                                      </p:to>
                                    </p:set>
                                    <p:animEffect transition="in" filter="wipe(left)">
                                      <p:cBhvr>
                                        <p:cTn id="26" dur="1000"/>
                                        <p:tgtEl>
                                          <p:spTgt spid="148483"/>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148484"/>
                                        </p:tgtEl>
                                        <p:attrNameLst>
                                          <p:attrName>style.visibility</p:attrName>
                                        </p:attrNameLst>
                                      </p:cBhvr>
                                      <p:to>
                                        <p:strVal val="visible"/>
                                      </p:to>
                                    </p:set>
                                    <p:animEffect transition="in" filter="wipe(left)">
                                      <p:cBhvr>
                                        <p:cTn id="31" dur="1000"/>
                                        <p:tgtEl>
                                          <p:spTgt spid="148484"/>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148485"/>
                                        </p:tgtEl>
                                        <p:attrNameLst>
                                          <p:attrName>style.visibility</p:attrName>
                                        </p:attrNameLst>
                                      </p:cBhvr>
                                      <p:to>
                                        <p:strVal val="visible"/>
                                      </p:to>
                                    </p:set>
                                    <p:animEffect transition="in" filter="wipe(left)">
                                      <p:cBhvr>
                                        <p:cTn id="36" dur="1000"/>
                                        <p:tgtEl>
                                          <p:spTgt spid="148485"/>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148492"/>
                                        </p:tgtEl>
                                        <p:attrNameLst>
                                          <p:attrName>style.visibility</p:attrName>
                                        </p:attrNameLst>
                                      </p:cBhvr>
                                      <p:to>
                                        <p:strVal val="visible"/>
                                      </p:to>
                                    </p:set>
                                    <p:animEffect transition="in" filter="wipe(left)">
                                      <p:cBhvr>
                                        <p:cTn id="41" dur="1000"/>
                                        <p:tgtEl>
                                          <p:spTgt spid="148492"/>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148486"/>
                                        </p:tgtEl>
                                        <p:attrNameLst>
                                          <p:attrName>style.visibility</p:attrName>
                                        </p:attrNameLst>
                                      </p:cBhvr>
                                      <p:to>
                                        <p:strVal val="visible"/>
                                      </p:to>
                                    </p:set>
                                    <p:animEffect transition="in" filter="wipe(left)">
                                      <p:cBhvr>
                                        <p:cTn id="46" dur="1000"/>
                                        <p:tgtEl>
                                          <p:spTgt spid="148486"/>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grpId="0" nodeType="clickEffect">
                                  <p:stCondLst>
                                    <p:cond delay="0"/>
                                  </p:stCondLst>
                                  <p:childTnLst>
                                    <p:set>
                                      <p:cBhvr>
                                        <p:cTn id="50" dur="1" fill="hold">
                                          <p:stCondLst>
                                            <p:cond delay="0"/>
                                          </p:stCondLst>
                                        </p:cTn>
                                        <p:tgtEl>
                                          <p:spTgt spid="148487"/>
                                        </p:tgtEl>
                                        <p:attrNameLst>
                                          <p:attrName>style.visibility</p:attrName>
                                        </p:attrNameLst>
                                      </p:cBhvr>
                                      <p:to>
                                        <p:strVal val="visible"/>
                                      </p:to>
                                    </p:set>
                                    <p:animEffect transition="in" filter="wipe(left)">
                                      <p:cBhvr>
                                        <p:cTn id="51" dur="1000"/>
                                        <p:tgtEl>
                                          <p:spTgt spid="148487"/>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8" fill="hold" grpId="0" nodeType="clickEffect">
                                  <p:stCondLst>
                                    <p:cond delay="0"/>
                                  </p:stCondLst>
                                  <p:childTnLst>
                                    <p:set>
                                      <p:cBhvr>
                                        <p:cTn id="55" dur="1" fill="hold">
                                          <p:stCondLst>
                                            <p:cond delay="0"/>
                                          </p:stCondLst>
                                        </p:cTn>
                                        <p:tgtEl>
                                          <p:spTgt spid="148488"/>
                                        </p:tgtEl>
                                        <p:attrNameLst>
                                          <p:attrName>style.visibility</p:attrName>
                                        </p:attrNameLst>
                                      </p:cBhvr>
                                      <p:to>
                                        <p:strVal val="visible"/>
                                      </p:to>
                                    </p:set>
                                    <p:animEffect transition="in" filter="wipe(left)">
                                      <p:cBhvr>
                                        <p:cTn id="56" dur="1000"/>
                                        <p:tgtEl>
                                          <p:spTgt spid="148488"/>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8" fill="hold" grpId="0" nodeType="clickEffect">
                                  <p:stCondLst>
                                    <p:cond delay="0"/>
                                  </p:stCondLst>
                                  <p:childTnLst>
                                    <p:set>
                                      <p:cBhvr>
                                        <p:cTn id="60" dur="1" fill="hold">
                                          <p:stCondLst>
                                            <p:cond delay="0"/>
                                          </p:stCondLst>
                                        </p:cTn>
                                        <p:tgtEl>
                                          <p:spTgt spid="148491"/>
                                        </p:tgtEl>
                                        <p:attrNameLst>
                                          <p:attrName>style.visibility</p:attrName>
                                        </p:attrNameLst>
                                      </p:cBhvr>
                                      <p:to>
                                        <p:strVal val="visible"/>
                                      </p:to>
                                    </p:set>
                                    <p:animEffect transition="in" filter="wipe(left)">
                                      <p:cBhvr>
                                        <p:cTn id="61" dur="1000"/>
                                        <p:tgtEl>
                                          <p:spTgt spid="148491"/>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8" fill="hold" grpId="0" nodeType="clickEffect">
                                  <p:stCondLst>
                                    <p:cond delay="0"/>
                                  </p:stCondLst>
                                  <p:childTnLst>
                                    <p:set>
                                      <p:cBhvr>
                                        <p:cTn id="65" dur="1" fill="hold">
                                          <p:stCondLst>
                                            <p:cond delay="0"/>
                                          </p:stCondLst>
                                        </p:cTn>
                                        <p:tgtEl>
                                          <p:spTgt spid="148489"/>
                                        </p:tgtEl>
                                        <p:attrNameLst>
                                          <p:attrName>style.visibility</p:attrName>
                                        </p:attrNameLst>
                                      </p:cBhvr>
                                      <p:to>
                                        <p:strVal val="visible"/>
                                      </p:to>
                                    </p:set>
                                    <p:animEffect transition="in" filter="wipe(left)">
                                      <p:cBhvr>
                                        <p:cTn id="66" dur="1000"/>
                                        <p:tgtEl>
                                          <p:spTgt spid="148489"/>
                                        </p:tgtEl>
                                      </p:cBhvr>
                                    </p:animEffect>
                                  </p:childTnLst>
                                </p:cTn>
                              </p:par>
                            </p:childTnLst>
                          </p:cTn>
                        </p:par>
                      </p:childTnLst>
                    </p:cTn>
                  </p:par>
                  <p:par>
                    <p:cTn id="67" fill="hold">
                      <p:stCondLst>
                        <p:cond delay="indefinite"/>
                      </p:stCondLst>
                      <p:childTnLst>
                        <p:par>
                          <p:cTn id="68" fill="hold">
                            <p:stCondLst>
                              <p:cond delay="0"/>
                            </p:stCondLst>
                            <p:childTnLst>
                              <p:par>
                                <p:cTn id="69" presetID="22" presetClass="entr" presetSubtype="8" fill="hold" grpId="0" nodeType="clickEffect">
                                  <p:stCondLst>
                                    <p:cond delay="0"/>
                                  </p:stCondLst>
                                  <p:childTnLst>
                                    <p:set>
                                      <p:cBhvr>
                                        <p:cTn id="70" dur="1" fill="hold">
                                          <p:stCondLst>
                                            <p:cond delay="0"/>
                                          </p:stCondLst>
                                        </p:cTn>
                                        <p:tgtEl>
                                          <p:spTgt spid="148490"/>
                                        </p:tgtEl>
                                        <p:attrNameLst>
                                          <p:attrName>style.visibility</p:attrName>
                                        </p:attrNameLst>
                                      </p:cBhvr>
                                      <p:to>
                                        <p:strVal val="visible"/>
                                      </p:to>
                                    </p:set>
                                    <p:animEffect transition="in" filter="wipe(left)">
                                      <p:cBhvr>
                                        <p:cTn id="71" dur="1000"/>
                                        <p:tgtEl>
                                          <p:spTgt spid="1484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8482" grpId="0" autoUpdateAnimBg="0"/>
      <p:bldP spid="148483" grpId="0" autoUpdateAnimBg="0"/>
      <p:bldP spid="148484" grpId="0" autoUpdateAnimBg="0"/>
      <p:bldP spid="148485" grpId="0" autoUpdateAnimBg="0"/>
      <p:bldP spid="148486" grpId="0" autoUpdateAnimBg="0"/>
      <p:bldP spid="148487" grpId="0" autoUpdateAnimBg="0"/>
      <p:bldP spid="148488" grpId="0" autoUpdateAnimBg="0"/>
      <p:bldP spid="148489" grpId="0" autoUpdateAnimBg="0"/>
      <p:bldP spid="148490" grpId="0" autoUpdateAnimBg="0"/>
      <p:bldP spid="148491" grpId="0" animBg="1"/>
      <p:bldP spid="148492" grpId="0" animBg="1"/>
      <p:bldP spid="148493" grpId="0" animBg="1"/>
      <p:bldP spid="148497" grpId="0" animBg="1"/>
      <p:bldP spid="148498"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8" name="Text Box 14"/>
          <p:cNvSpPr txBox="1">
            <a:spLocks noChangeArrowheads="1"/>
          </p:cNvSpPr>
          <p:nvPr/>
        </p:nvSpPr>
        <p:spPr bwMode="auto">
          <a:xfrm>
            <a:off x="107950" y="476250"/>
            <a:ext cx="2916238" cy="457200"/>
          </a:xfrm>
          <a:prstGeom prst="rect">
            <a:avLst/>
          </a:prstGeom>
          <a:noFill/>
          <a:ln w="9525" algn="ctr">
            <a:noFill/>
            <a:miter lim="800000"/>
            <a:headEnd type="none" w="sm" len="sm"/>
            <a:tailEnd type="none" w="sm" len="sm"/>
          </a:ln>
        </p:spPr>
        <p:txBody>
          <a:bodyPr>
            <a:spAutoFit/>
          </a:bodyPr>
          <a:lstStyle/>
          <a:p>
            <a:pPr>
              <a:lnSpc>
                <a:spcPct val="100000"/>
              </a:lnSpc>
            </a:pPr>
            <a:r>
              <a:rPr lang="en-US" altLang="zh-CN" sz="2400">
                <a:solidFill>
                  <a:srgbClr val="0000FF"/>
                </a:solidFill>
                <a:ea typeface="宋体" pitchFamily="2" charset="-122"/>
              </a:rPr>
              <a:t>2.1.1  </a:t>
            </a:r>
            <a:r>
              <a:rPr lang="zh-CN" altLang="en-US" sz="2400">
                <a:solidFill>
                  <a:srgbClr val="0000FF"/>
                </a:solidFill>
                <a:ea typeface="宋体" pitchFamily="2" charset="-122"/>
              </a:rPr>
              <a:t>惯性定律</a:t>
            </a:r>
          </a:p>
        </p:txBody>
      </p:sp>
      <p:grpSp>
        <p:nvGrpSpPr>
          <p:cNvPr id="2" name="Group 17"/>
          <p:cNvGrpSpPr>
            <a:grpSpLocks/>
          </p:cNvGrpSpPr>
          <p:nvPr/>
        </p:nvGrpSpPr>
        <p:grpSpPr bwMode="auto">
          <a:xfrm>
            <a:off x="3348038" y="1052513"/>
            <a:ext cx="5400675" cy="533400"/>
            <a:chOff x="2200" y="463"/>
            <a:chExt cx="3402" cy="336"/>
          </a:xfrm>
        </p:grpSpPr>
        <p:sp>
          <p:nvSpPr>
            <p:cNvPr id="1043" name="Rectangle 15" descr="深色木质"/>
            <p:cNvSpPr>
              <a:spLocks noChangeArrowheads="1"/>
            </p:cNvSpPr>
            <p:nvPr/>
          </p:nvSpPr>
          <p:spPr bwMode="auto">
            <a:xfrm>
              <a:off x="3288" y="709"/>
              <a:ext cx="2314" cy="90"/>
            </a:xfrm>
            <a:prstGeom prst="rect">
              <a:avLst/>
            </a:prstGeom>
            <a:blipFill dpi="0" rotWithShape="1">
              <a:blip r:embed="rId4"/>
              <a:srcRect/>
              <a:tile tx="0" ty="0" sx="100000" sy="100000" flip="none" algn="tl"/>
            </a:blipFill>
            <a:ln w="9525" algn="ctr">
              <a:noFill/>
              <a:miter lim="800000"/>
              <a:headEnd/>
              <a:tailEnd/>
            </a:ln>
          </p:spPr>
          <p:txBody>
            <a:bodyPr wrap="none" anchor="ctr"/>
            <a:lstStyle/>
            <a:p>
              <a:endParaRPr lang="zh-CN" altLang="en-US"/>
            </a:p>
          </p:txBody>
        </p:sp>
        <p:sp>
          <p:nvSpPr>
            <p:cNvPr id="1044" name="Rectangle 16" descr="深色木质"/>
            <p:cNvSpPr>
              <a:spLocks noChangeArrowheads="1"/>
            </p:cNvSpPr>
            <p:nvPr/>
          </p:nvSpPr>
          <p:spPr bwMode="auto">
            <a:xfrm rot="1508845">
              <a:off x="2200" y="463"/>
              <a:ext cx="1179" cy="91"/>
            </a:xfrm>
            <a:prstGeom prst="rect">
              <a:avLst/>
            </a:prstGeom>
            <a:blipFill dpi="0" rotWithShape="1">
              <a:blip r:embed="rId4"/>
              <a:srcRect/>
              <a:tile tx="0" ty="0" sx="100000" sy="100000" flip="none" algn="tl"/>
            </a:blipFill>
            <a:ln w="9525" algn="ctr">
              <a:noFill/>
              <a:miter lim="800000"/>
              <a:headEnd/>
              <a:tailEnd/>
            </a:ln>
          </p:spPr>
          <p:txBody>
            <a:bodyPr wrap="none" anchor="ctr"/>
            <a:lstStyle/>
            <a:p>
              <a:endParaRPr lang="zh-CN" altLang="en-US"/>
            </a:p>
          </p:txBody>
        </p:sp>
      </p:grpSp>
      <p:sp>
        <p:nvSpPr>
          <p:cNvPr id="149522" name="Oval 18"/>
          <p:cNvSpPr>
            <a:spLocks noChangeArrowheads="1"/>
          </p:cNvSpPr>
          <p:nvPr/>
        </p:nvSpPr>
        <p:spPr bwMode="auto">
          <a:xfrm>
            <a:off x="3563938" y="476250"/>
            <a:ext cx="287337" cy="287338"/>
          </a:xfrm>
          <a:prstGeom prst="ellipse">
            <a:avLst/>
          </a:prstGeom>
          <a:solidFill>
            <a:srgbClr val="FF0000"/>
          </a:solidFill>
          <a:ln w="9525" algn="ctr">
            <a:solidFill>
              <a:srgbClr val="FF0000"/>
            </a:solidFill>
            <a:round/>
            <a:headEnd/>
            <a:tailEnd/>
          </a:ln>
        </p:spPr>
        <p:txBody>
          <a:bodyPr wrap="none" anchor="ctr"/>
          <a:lstStyle/>
          <a:p>
            <a:endParaRPr lang="zh-CN" altLang="en-US"/>
          </a:p>
        </p:txBody>
      </p:sp>
      <p:sp>
        <p:nvSpPr>
          <p:cNvPr id="149530" name="Rectangle 26" descr="波浪线"/>
          <p:cNvSpPr>
            <a:spLocks noChangeArrowheads="1"/>
          </p:cNvSpPr>
          <p:nvPr/>
        </p:nvSpPr>
        <p:spPr bwMode="auto">
          <a:xfrm>
            <a:off x="5148263" y="1412875"/>
            <a:ext cx="3600450" cy="71438"/>
          </a:xfrm>
          <a:prstGeom prst="rect">
            <a:avLst/>
          </a:prstGeom>
          <a:pattFill prst="wave">
            <a:fgClr>
              <a:schemeClr val="bg1"/>
            </a:fgClr>
            <a:bgClr>
              <a:srgbClr val="996633"/>
            </a:bgClr>
          </a:pattFill>
          <a:ln w="9525" algn="ctr">
            <a:noFill/>
            <a:miter lim="800000"/>
            <a:headEnd/>
            <a:tailEnd/>
          </a:ln>
        </p:spPr>
        <p:txBody>
          <a:bodyPr wrap="none" anchor="ctr"/>
          <a:lstStyle/>
          <a:p>
            <a:endParaRPr lang="zh-CN" altLang="en-US"/>
          </a:p>
        </p:txBody>
      </p:sp>
      <p:sp>
        <p:nvSpPr>
          <p:cNvPr id="149531" name="Rectangle 27" descr="之字形"/>
          <p:cNvSpPr>
            <a:spLocks noChangeArrowheads="1"/>
          </p:cNvSpPr>
          <p:nvPr/>
        </p:nvSpPr>
        <p:spPr bwMode="auto">
          <a:xfrm rot="10800000" flipH="1">
            <a:off x="5148263" y="1412875"/>
            <a:ext cx="3600450" cy="71438"/>
          </a:xfrm>
          <a:prstGeom prst="rect">
            <a:avLst/>
          </a:prstGeom>
          <a:pattFill prst="zigZag">
            <a:fgClr>
              <a:schemeClr val="bg1"/>
            </a:fgClr>
            <a:bgClr>
              <a:srgbClr val="996633"/>
            </a:bgClr>
          </a:pattFill>
          <a:ln w="9525" algn="ctr">
            <a:noFill/>
            <a:miter lim="800000"/>
            <a:headEnd/>
            <a:tailEnd/>
          </a:ln>
        </p:spPr>
        <p:txBody>
          <a:bodyPr wrap="none" anchor="ctr"/>
          <a:lstStyle/>
          <a:p>
            <a:endParaRPr lang="zh-CN" altLang="en-US"/>
          </a:p>
        </p:txBody>
      </p:sp>
      <p:sp>
        <p:nvSpPr>
          <p:cNvPr id="149532" name="Text Box 28"/>
          <p:cNvSpPr txBox="1">
            <a:spLocks noChangeArrowheads="1"/>
          </p:cNvSpPr>
          <p:nvPr/>
        </p:nvSpPr>
        <p:spPr bwMode="auto">
          <a:xfrm>
            <a:off x="466725" y="1020763"/>
            <a:ext cx="3817938" cy="968375"/>
          </a:xfrm>
          <a:prstGeom prst="rect">
            <a:avLst/>
          </a:prstGeom>
          <a:noFill/>
          <a:ln w="9525">
            <a:noFill/>
            <a:miter lim="800000"/>
            <a:headEnd/>
            <a:tailEnd/>
          </a:ln>
        </p:spPr>
        <p:txBody>
          <a:bodyPr>
            <a:spAutoFit/>
          </a:bodyPr>
          <a:lstStyle/>
          <a:p>
            <a:pPr>
              <a:spcBef>
                <a:spcPct val="0"/>
              </a:spcBef>
            </a:pPr>
            <a:r>
              <a:rPr lang="en-US" altLang="zh-CN" sz="2400">
                <a:ea typeface="宋体" pitchFamily="2" charset="-122"/>
              </a:rPr>
              <a:t>    </a:t>
            </a:r>
            <a:r>
              <a:rPr lang="zh-CN" altLang="en-US" sz="2400">
                <a:ea typeface="宋体" pitchFamily="2" charset="-122"/>
              </a:rPr>
              <a:t>若平面光滑无摩擦，球会滚多远？</a:t>
            </a:r>
          </a:p>
        </p:txBody>
      </p:sp>
      <p:sp>
        <p:nvSpPr>
          <p:cNvPr id="149533" name="Text Box 29"/>
          <p:cNvSpPr txBox="1">
            <a:spLocks noChangeArrowheads="1"/>
          </p:cNvSpPr>
          <p:nvPr/>
        </p:nvSpPr>
        <p:spPr bwMode="auto">
          <a:xfrm>
            <a:off x="395288" y="2181225"/>
            <a:ext cx="4392612" cy="384175"/>
          </a:xfrm>
          <a:prstGeom prst="rect">
            <a:avLst/>
          </a:prstGeom>
          <a:noFill/>
          <a:ln w="9525">
            <a:noFill/>
            <a:miter lim="800000"/>
            <a:headEnd/>
            <a:tailEnd/>
          </a:ln>
        </p:spPr>
        <p:txBody>
          <a:bodyPr>
            <a:spAutoFit/>
          </a:bodyPr>
          <a:lstStyle/>
          <a:p>
            <a:pPr>
              <a:lnSpc>
                <a:spcPct val="80000"/>
              </a:lnSpc>
              <a:spcBef>
                <a:spcPct val="10000"/>
              </a:spcBef>
            </a:pPr>
            <a:r>
              <a:rPr lang="zh-CN" altLang="en-US" sz="2400">
                <a:solidFill>
                  <a:srgbClr val="FF0000"/>
                </a:solidFill>
                <a:ea typeface="宋体" pitchFamily="2" charset="-122"/>
              </a:rPr>
              <a:t>显然，球会永远滚下去</a:t>
            </a:r>
            <a:r>
              <a:rPr lang="en-US" altLang="zh-CN" sz="2400">
                <a:solidFill>
                  <a:srgbClr val="FF0000"/>
                </a:solidFill>
                <a:ea typeface="宋体" pitchFamily="2" charset="-122"/>
              </a:rPr>
              <a:t>……</a:t>
            </a:r>
          </a:p>
        </p:txBody>
      </p:sp>
      <p:grpSp>
        <p:nvGrpSpPr>
          <p:cNvPr id="3" name="Group 32"/>
          <p:cNvGrpSpPr>
            <a:grpSpLocks/>
          </p:cNvGrpSpPr>
          <p:nvPr/>
        </p:nvGrpSpPr>
        <p:grpSpPr bwMode="auto">
          <a:xfrm>
            <a:off x="4570413" y="1844675"/>
            <a:ext cx="4033837" cy="792163"/>
            <a:chOff x="1927" y="2115"/>
            <a:chExt cx="2541" cy="499"/>
          </a:xfrm>
        </p:grpSpPr>
        <p:sp>
          <p:nvSpPr>
            <p:cNvPr id="1041" name="AutoShape 31"/>
            <p:cNvSpPr>
              <a:spLocks noChangeArrowheads="1"/>
            </p:cNvSpPr>
            <p:nvPr/>
          </p:nvSpPr>
          <p:spPr bwMode="auto">
            <a:xfrm>
              <a:off x="1927" y="2115"/>
              <a:ext cx="2541" cy="499"/>
            </a:xfrm>
            <a:prstGeom prst="roundRect">
              <a:avLst>
                <a:gd name="adj" fmla="val 16667"/>
              </a:avLst>
            </a:prstGeom>
            <a:gradFill rotWithShape="1">
              <a:gsLst>
                <a:gs pos="0">
                  <a:srgbClr val="FFCCFF"/>
                </a:gs>
                <a:gs pos="50000">
                  <a:srgbClr val="FFFF99"/>
                </a:gs>
                <a:gs pos="100000">
                  <a:srgbClr val="FFCCFF"/>
                </a:gs>
              </a:gsLst>
              <a:lin ang="5400000" scaled="1"/>
            </a:gradFill>
            <a:ln w="9525" algn="ctr">
              <a:noFill/>
              <a:round/>
              <a:headEnd/>
              <a:tailEnd/>
            </a:ln>
          </p:spPr>
          <p:txBody>
            <a:bodyPr wrap="none" anchor="ctr"/>
            <a:lstStyle/>
            <a:p>
              <a:endParaRPr lang="zh-CN" altLang="en-US"/>
            </a:p>
          </p:txBody>
        </p:sp>
        <p:sp>
          <p:nvSpPr>
            <p:cNvPr id="1042" name="Text Box 30"/>
            <p:cNvSpPr txBox="1">
              <a:spLocks noChangeArrowheads="1"/>
            </p:cNvSpPr>
            <p:nvPr/>
          </p:nvSpPr>
          <p:spPr bwMode="auto">
            <a:xfrm>
              <a:off x="2018" y="2205"/>
              <a:ext cx="2404" cy="269"/>
            </a:xfrm>
            <a:prstGeom prst="rect">
              <a:avLst/>
            </a:prstGeom>
            <a:noFill/>
            <a:ln w="9525" algn="ctr">
              <a:noFill/>
              <a:miter lim="800000"/>
              <a:headEnd/>
              <a:tailEnd/>
            </a:ln>
          </p:spPr>
          <p:txBody>
            <a:bodyPr>
              <a:spAutoFit/>
            </a:bodyPr>
            <a:lstStyle/>
            <a:p>
              <a:r>
                <a:rPr lang="zh-CN" altLang="en-US" sz="2000">
                  <a:ea typeface="宋体" pitchFamily="2" charset="-122"/>
                </a:rPr>
                <a:t>理想实验</a:t>
              </a:r>
              <a:r>
                <a:rPr lang="en-US" altLang="zh-CN" sz="2000">
                  <a:ea typeface="宋体" pitchFamily="2" charset="-122"/>
                </a:rPr>
                <a:t>+</a:t>
              </a:r>
              <a:r>
                <a:rPr lang="zh-CN" altLang="en-US" sz="2000">
                  <a:ea typeface="宋体" pitchFamily="2" charset="-122"/>
                </a:rPr>
                <a:t>科学推理的科学方法</a:t>
              </a:r>
            </a:p>
          </p:txBody>
        </p:sp>
      </p:grpSp>
      <p:sp>
        <p:nvSpPr>
          <p:cNvPr id="149537" name="Text Box 33"/>
          <p:cNvSpPr txBox="1">
            <a:spLocks noChangeArrowheads="1"/>
          </p:cNvSpPr>
          <p:nvPr/>
        </p:nvSpPr>
        <p:spPr bwMode="auto">
          <a:xfrm>
            <a:off x="395288" y="2676525"/>
            <a:ext cx="8208962" cy="968375"/>
          </a:xfrm>
          <a:prstGeom prst="rect">
            <a:avLst/>
          </a:prstGeom>
          <a:noFill/>
          <a:ln w="9525" algn="ctr">
            <a:noFill/>
            <a:miter lim="800000"/>
            <a:headEnd/>
            <a:tailEnd/>
          </a:ln>
        </p:spPr>
        <p:txBody>
          <a:bodyPr>
            <a:spAutoFit/>
          </a:bodyPr>
          <a:lstStyle/>
          <a:p>
            <a:pPr>
              <a:spcBef>
                <a:spcPct val="0"/>
              </a:spcBef>
            </a:pPr>
            <a:r>
              <a:rPr lang="en-US" altLang="zh-CN" sz="2400">
                <a:ea typeface="宋体" pitchFamily="2" charset="-122"/>
              </a:rPr>
              <a:t>    </a:t>
            </a:r>
            <a:r>
              <a:rPr lang="zh-CN" altLang="en-US" sz="2400">
                <a:ea typeface="宋体" pitchFamily="2" charset="-122"/>
              </a:rPr>
              <a:t>伽利略的正确结论在隔了一代人之后，由牛顿总结成了一条基本定律。</a:t>
            </a:r>
          </a:p>
        </p:txBody>
      </p:sp>
      <p:sp>
        <p:nvSpPr>
          <p:cNvPr id="149538" name="Text Box 34"/>
          <p:cNvSpPr txBox="1">
            <a:spLocks noChangeArrowheads="1"/>
          </p:cNvSpPr>
          <p:nvPr/>
        </p:nvSpPr>
        <p:spPr bwMode="auto">
          <a:xfrm>
            <a:off x="179388" y="3636963"/>
            <a:ext cx="4338637" cy="479425"/>
          </a:xfrm>
          <a:prstGeom prst="rect">
            <a:avLst/>
          </a:prstGeom>
          <a:noFill/>
          <a:ln w="9525">
            <a:noFill/>
            <a:miter lim="800000"/>
            <a:headEnd/>
            <a:tailEnd/>
          </a:ln>
        </p:spPr>
        <p:txBody>
          <a:bodyPr>
            <a:spAutoFit/>
          </a:bodyPr>
          <a:lstStyle/>
          <a:p>
            <a:pPr>
              <a:lnSpc>
                <a:spcPct val="115000"/>
              </a:lnSpc>
              <a:spcBef>
                <a:spcPct val="10000"/>
              </a:spcBef>
            </a:pPr>
            <a:r>
              <a:rPr lang="zh-CN" altLang="en-US" sz="2400">
                <a:solidFill>
                  <a:srgbClr val="FF6600"/>
                </a:solidFill>
                <a:ea typeface="宋体" pitchFamily="2" charset="-122"/>
              </a:rPr>
              <a:t>牛顿第一定律（惯性定律）：</a:t>
            </a:r>
          </a:p>
        </p:txBody>
      </p:sp>
      <p:sp>
        <p:nvSpPr>
          <p:cNvPr id="1038" name="Text Box 37"/>
          <p:cNvSpPr txBox="1">
            <a:spLocks noChangeArrowheads="1"/>
          </p:cNvSpPr>
          <p:nvPr/>
        </p:nvSpPr>
        <p:spPr bwMode="auto">
          <a:xfrm>
            <a:off x="714375" y="4402138"/>
            <a:ext cx="7297738" cy="968375"/>
          </a:xfrm>
          <a:prstGeom prst="rect">
            <a:avLst/>
          </a:prstGeom>
          <a:gradFill rotWithShape="1">
            <a:gsLst>
              <a:gs pos="0">
                <a:srgbClr val="FFFFFF"/>
              </a:gs>
              <a:gs pos="100000">
                <a:srgbClr val="66FFFF"/>
              </a:gs>
            </a:gsLst>
            <a:path path="shape">
              <a:fillToRect l="50000" t="50000" r="50000" b="50000"/>
            </a:path>
          </a:gradFill>
          <a:ln w="9525">
            <a:solidFill>
              <a:srgbClr val="FF6600"/>
            </a:solidFill>
            <a:miter lim="800000"/>
            <a:headEnd/>
            <a:tailEnd/>
          </a:ln>
        </p:spPr>
        <p:txBody>
          <a:bodyPr>
            <a:spAutoFit/>
          </a:bodyPr>
          <a:lstStyle/>
          <a:p>
            <a:pPr algn="just">
              <a:lnSpc>
                <a:spcPct val="125000"/>
              </a:lnSpc>
              <a:spcBef>
                <a:spcPct val="20000"/>
              </a:spcBef>
            </a:pPr>
            <a:r>
              <a:rPr lang="en-US" altLang="zh-CN" sz="2400">
                <a:solidFill>
                  <a:schemeClr val="tx2"/>
                </a:solidFill>
                <a:ea typeface="宋体" pitchFamily="2" charset="-122"/>
              </a:rPr>
              <a:t> </a:t>
            </a:r>
            <a:r>
              <a:rPr lang="zh-CN" altLang="en-US" sz="2400">
                <a:solidFill>
                  <a:schemeClr val="tx2"/>
                </a:solidFill>
                <a:ea typeface="宋体" pitchFamily="2" charset="-122"/>
              </a:rPr>
              <a:t>任何物体都要继续保持其静止或匀速直线运动的状态，直到有外力迫使它改变这种状态为止。</a:t>
            </a:r>
          </a:p>
        </p:txBody>
      </p:sp>
      <p:sp>
        <p:nvSpPr>
          <p:cNvPr id="149544" name="Rectangle 40"/>
          <p:cNvSpPr>
            <a:spLocks noChangeArrowheads="1"/>
          </p:cNvSpPr>
          <p:nvPr/>
        </p:nvSpPr>
        <p:spPr bwMode="auto">
          <a:xfrm>
            <a:off x="1462088" y="5643563"/>
            <a:ext cx="2447925" cy="493712"/>
          </a:xfrm>
          <a:prstGeom prst="rect">
            <a:avLst/>
          </a:prstGeom>
          <a:noFill/>
          <a:ln w="9525" algn="ctr">
            <a:noFill/>
            <a:miter lim="800000"/>
            <a:headEnd/>
            <a:tailEnd/>
          </a:ln>
        </p:spPr>
        <p:txBody>
          <a:bodyPr>
            <a:spAutoFit/>
          </a:bodyPr>
          <a:lstStyle/>
          <a:p>
            <a:pPr>
              <a:spcBef>
                <a:spcPct val="0"/>
              </a:spcBef>
            </a:pPr>
            <a:r>
              <a:rPr lang="zh-CN" altLang="en-US" sz="2400">
                <a:ea typeface="宋体" pitchFamily="2" charset="-122"/>
              </a:rPr>
              <a:t>其数学表达式为</a:t>
            </a:r>
          </a:p>
        </p:txBody>
      </p:sp>
      <p:sp>
        <p:nvSpPr>
          <p:cNvPr id="149545" name="Rectangle 41"/>
          <p:cNvSpPr>
            <a:spLocks noChangeArrowheads="1"/>
          </p:cNvSpPr>
          <p:nvPr/>
        </p:nvSpPr>
        <p:spPr bwMode="auto">
          <a:xfrm>
            <a:off x="4625975" y="5643563"/>
            <a:ext cx="936625" cy="493712"/>
          </a:xfrm>
          <a:prstGeom prst="rect">
            <a:avLst/>
          </a:prstGeom>
          <a:noFill/>
          <a:ln w="9525" algn="ctr">
            <a:noFill/>
            <a:miter lim="800000"/>
            <a:headEnd/>
            <a:tailEnd/>
          </a:ln>
        </p:spPr>
        <p:txBody>
          <a:bodyPr>
            <a:spAutoFit/>
          </a:bodyPr>
          <a:lstStyle/>
          <a:p>
            <a:pPr>
              <a:spcBef>
                <a:spcPct val="0"/>
              </a:spcBef>
            </a:pPr>
            <a:r>
              <a:rPr lang="zh-CN" altLang="en-US" sz="2400">
                <a:ea typeface="宋体" pitchFamily="2" charset="-122"/>
                <a:cs typeface="Times New Roman" pitchFamily="18" charset="0"/>
              </a:rPr>
              <a:t>时，</a:t>
            </a:r>
          </a:p>
        </p:txBody>
      </p:sp>
      <p:graphicFrame>
        <p:nvGraphicFramePr>
          <p:cNvPr id="149553" name="Object 49"/>
          <p:cNvGraphicFramePr>
            <a:graphicFrameLocks noChangeAspect="1"/>
          </p:cNvGraphicFramePr>
          <p:nvPr>
            <p:ph sz="quarter" idx="3"/>
          </p:nvPr>
        </p:nvGraphicFramePr>
        <p:xfrm>
          <a:off x="5364163" y="5673725"/>
          <a:ext cx="1493837" cy="431800"/>
        </p:xfrm>
        <a:graphic>
          <a:graphicData uri="http://schemas.openxmlformats.org/presentationml/2006/ole">
            <p:oleObj spid="_x0000_s1026" name="公式" r:id="rId5" imgW="749160" imgH="215640" progId="Equation.3">
              <p:embed/>
            </p:oleObj>
          </a:graphicData>
        </a:graphic>
      </p:graphicFrame>
      <p:graphicFrame>
        <p:nvGraphicFramePr>
          <p:cNvPr id="149557" name="Object 53"/>
          <p:cNvGraphicFramePr>
            <a:graphicFrameLocks noChangeAspect="1"/>
          </p:cNvGraphicFramePr>
          <p:nvPr>
            <p:ph sz="quarter" idx="2"/>
          </p:nvPr>
        </p:nvGraphicFramePr>
        <p:xfrm>
          <a:off x="3811588" y="5673725"/>
          <a:ext cx="812800" cy="431800"/>
        </p:xfrm>
        <a:graphic>
          <a:graphicData uri="http://schemas.openxmlformats.org/presentationml/2006/ole">
            <p:oleObj spid="_x0000_s1027" name="公式" r:id="rId6" imgW="406080" imgH="215640" progId="Equation.3">
              <p:embed/>
            </p:oleObj>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49522"/>
                                        </p:tgtEl>
                                        <p:attrNameLst>
                                          <p:attrName>style.visibility</p:attrName>
                                        </p:attrNameLst>
                                      </p:cBhvr>
                                      <p:to>
                                        <p:strVal val="visible"/>
                                      </p:to>
                                    </p:set>
                                    <p:animEffect transition="in" filter="wipe(left)">
                                      <p:cBhvr>
                                        <p:cTn id="12" dur="500"/>
                                        <p:tgtEl>
                                          <p:spTgt spid="149522"/>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149531"/>
                                        </p:tgtEl>
                                        <p:attrNameLst>
                                          <p:attrName>style.visibility</p:attrName>
                                        </p:attrNameLst>
                                      </p:cBhvr>
                                      <p:to>
                                        <p:strVal val="visible"/>
                                      </p:to>
                                    </p:set>
                                    <p:animEffect transition="in" filter="box(out)">
                                      <p:cBhvr>
                                        <p:cTn id="17" dur="500"/>
                                        <p:tgtEl>
                                          <p:spTgt spid="149531"/>
                                        </p:tgtEl>
                                      </p:cBhvr>
                                    </p:animEffect>
                                  </p:childTnLst>
                                </p:cTn>
                              </p:par>
                            </p:childTnLst>
                          </p:cTn>
                        </p:par>
                      </p:childTnLst>
                    </p:cTn>
                  </p:par>
                  <p:par>
                    <p:cTn id="18" fill="hold">
                      <p:stCondLst>
                        <p:cond delay="indefinite"/>
                      </p:stCondLst>
                      <p:childTnLst>
                        <p:par>
                          <p:cTn id="19" fill="hold">
                            <p:stCondLst>
                              <p:cond delay="0"/>
                            </p:stCondLst>
                            <p:childTnLst>
                              <p:par>
                                <p:cTn id="20" presetID="0" presetClass="path" presetSubtype="0" accel="50000" decel="50000" fill="hold" grpId="1" nodeType="clickEffect">
                                  <p:stCondLst>
                                    <p:cond delay="0"/>
                                  </p:stCondLst>
                                  <p:childTnLst>
                                    <p:animMotion origin="layout" path="M -1.94444E-6 -3.4104E-6 C 0.0467 0.03654 0.09375 0.0733 0.15556 0.08925 C 0.21736 0.10521 0.33455 0.09434 0.37031 0.09549 " pathEditMode="relative" rAng="0" ptsTypes="aaA">
                                      <p:cBhvr>
                                        <p:cTn id="21" dur="2000" fill="hold"/>
                                        <p:tgtEl>
                                          <p:spTgt spid="149522"/>
                                        </p:tgtEl>
                                        <p:attrNameLst>
                                          <p:attrName>ppt_x</p:attrName>
                                          <p:attrName>ppt_y</p:attrName>
                                        </p:attrNameLst>
                                      </p:cBhvr>
                                      <p:rCtr x="185" y="52"/>
                                    </p:animMotion>
                                  </p:childTnLst>
                                </p:cTn>
                              </p:par>
                            </p:childTnLst>
                          </p:cTn>
                        </p:par>
                      </p:childTnLst>
                    </p:cTn>
                  </p:par>
                  <p:par>
                    <p:cTn id="22" fill="hold">
                      <p:stCondLst>
                        <p:cond delay="indefinite"/>
                      </p:stCondLst>
                      <p:childTnLst>
                        <p:par>
                          <p:cTn id="23" fill="hold">
                            <p:stCondLst>
                              <p:cond delay="0"/>
                            </p:stCondLst>
                            <p:childTnLst>
                              <p:par>
                                <p:cTn id="24" presetID="1" presetClass="exit" presetSubtype="0" fill="hold" grpId="2" nodeType="clickEffect">
                                  <p:stCondLst>
                                    <p:cond delay="0"/>
                                  </p:stCondLst>
                                  <p:childTnLst>
                                    <p:set>
                                      <p:cBhvr>
                                        <p:cTn id="25" dur="1" fill="hold">
                                          <p:stCondLst>
                                            <p:cond delay="0"/>
                                          </p:stCondLst>
                                        </p:cTn>
                                        <p:tgtEl>
                                          <p:spTgt spid="149522"/>
                                        </p:tgtEl>
                                        <p:attrNameLst>
                                          <p:attrName>style.visibility</p:attrName>
                                        </p:attrNameLst>
                                      </p:cBhvr>
                                      <p:to>
                                        <p:strVal val="hidden"/>
                                      </p:to>
                                    </p:set>
                                  </p:childTnLst>
                                </p:cTn>
                              </p:par>
                            </p:childTnLst>
                          </p:cTn>
                        </p:par>
                      </p:childTnLst>
                    </p:cTn>
                  </p:par>
                  <p:par>
                    <p:cTn id="26" fill="hold">
                      <p:stCondLst>
                        <p:cond delay="indefinite"/>
                      </p:stCondLst>
                      <p:childTnLst>
                        <p:par>
                          <p:cTn id="27" fill="hold">
                            <p:stCondLst>
                              <p:cond delay="0"/>
                            </p:stCondLst>
                            <p:childTnLst>
                              <p:par>
                                <p:cTn id="28" presetID="1" presetClass="exit" presetSubtype="0" fill="hold" grpId="1" nodeType="clickEffect">
                                  <p:stCondLst>
                                    <p:cond delay="0"/>
                                  </p:stCondLst>
                                  <p:childTnLst>
                                    <p:set>
                                      <p:cBhvr>
                                        <p:cTn id="29" dur="1" fill="hold">
                                          <p:stCondLst>
                                            <p:cond delay="0"/>
                                          </p:stCondLst>
                                        </p:cTn>
                                        <p:tgtEl>
                                          <p:spTgt spid="149531"/>
                                        </p:tgtEl>
                                        <p:attrNameLst>
                                          <p:attrName>style.visibility</p:attrName>
                                        </p:attrNameLst>
                                      </p:cBhvr>
                                      <p:to>
                                        <p:strVal val="hidden"/>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3" nodeType="clickEffect">
                                  <p:stCondLst>
                                    <p:cond delay="0"/>
                                  </p:stCondLst>
                                  <p:childTnLst>
                                    <p:set>
                                      <p:cBhvr>
                                        <p:cTn id="33" dur="1" fill="hold">
                                          <p:stCondLst>
                                            <p:cond delay="0"/>
                                          </p:stCondLst>
                                        </p:cTn>
                                        <p:tgtEl>
                                          <p:spTgt spid="149522"/>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4" presetClass="entr" presetSubtype="32" fill="hold" grpId="0" nodeType="clickEffect">
                                  <p:stCondLst>
                                    <p:cond delay="0"/>
                                  </p:stCondLst>
                                  <p:childTnLst>
                                    <p:set>
                                      <p:cBhvr>
                                        <p:cTn id="37" dur="1" fill="hold">
                                          <p:stCondLst>
                                            <p:cond delay="0"/>
                                          </p:stCondLst>
                                        </p:cTn>
                                        <p:tgtEl>
                                          <p:spTgt spid="149530"/>
                                        </p:tgtEl>
                                        <p:attrNameLst>
                                          <p:attrName>style.visibility</p:attrName>
                                        </p:attrNameLst>
                                      </p:cBhvr>
                                      <p:to>
                                        <p:strVal val="visible"/>
                                      </p:to>
                                    </p:set>
                                    <p:animEffect transition="in" filter="box(out)">
                                      <p:cBhvr>
                                        <p:cTn id="38" dur="500"/>
                                        <p:tgtEl>
                                          <p:spTgt spid="149530"/>
                                        </p:tgtEl>
                                      </p:cBhvr>
                                    </p:animEffect>
                                  </p:childTnLst>
                                </p:cTn>
                              </p:par>
                            </p:childTnLst>
                          </p:cTn>
                        </p:par>
                      </p:childTnLst>
                    </p:cTn>
                  </p:par>
                  <p:par>
                    <p:cTn id="39" fill="hold">
                      <p:stCondLst>
                        <p:cond delay="indefinite"/>
                      </p:stCondLst>
                      <p:childTnLst>
                        <p:par>
                          <p:cTn id="40" fill="hold">
                            <p:stCondLst>
                              <p:cond delay="0"/>
                            </p:stCondLst>
                            <p:childTnLst>
                              <p:par>
                                <p:cTn id="41" presetID="0" presetClass="path" presetSubtype="0" accel="50000" decel="50000" fill="hold" grpId="4" nodeType="clickEffect">
                                  <p:stCondLst>
                                    <p:cond delay="0"/>
                                  </p:stCondLst>
                                  <p:childTnLst>
                                    <p:animMotion origin="layout" path="M -1.94444E-6 -3.4104E-6 C 0.03472 0.03723 0.06962 0.07445 0.15365 0.08971 C 0.23785 0.10521 0.37101 0.09804 0.50417 0.0918 " pathEditMode="relative" rAng="0" ptsTypes="aaA">
                                      <p:cBhvr>
                                        <p:cTn id="42" dur="2000" fill="hold"/>
                                        <p:tgtEl>
                                          <p:spTgt spid="149522"/>
                                        </p:tgtEl>
                                        <p:attrNameLst>
                                          <p:attrName>ppt_x</p:attrName>
                                          <p:attrName>ppt_y</p:attrName>
                                        </p:attrNameLst>
                                      </p:cBhvr>
                                      <p:rCtr x="252" y="52"/>
                                    </p:animMotion>
                                  </p:childTnLst>
                                </p:cTn>
                              </p:par>
                            </p:childTnLst>
                          </p:cTn>
                        </p:par>
                      </p:childTnLst>
                    </p:cTn>
                  </p:par>
                  <p:par>
                    <p:cTn id="43" fill="hold">
                      <p:stCondLst>
                        <p:cond delay="indefinite"/>
                      </p:stCondLst>
                      <p:childTnLst>
                        <p:par>
                          <p:cTn id="44" fill="hold">
                            <p:stCondLst>
                              <p:cond delay="0"/>
                            </p:stCondLst>
                            <p:childTnLst>
                              <p:par>
                                <p:cTn id="45" presetID="1" presetClass="exit" presetSubtype="0" fill="hold" grpId="1" nodeType="clickEffect">
                                  <p:stCondLst>
                                    <p:cond delay="0"/>
                                  </p:stCondLst>
                                  <p:childTnLst>
                                    <p:set>
                                      <p:cBhvr>
                                        <p:cTn id="46" dur="1" fill="hold">
                                          <p:stCondLst>
                                            <p:cond delay="0"/>
                                          </p:stCondLst>
                                        </p:cTn>
                                        <p:tgtEl>
                                          <p:spTgt spid="149530"/>
                                        </p:tgtEl>
                                        <p:attrNameLst>
                                          <p:attrName>style.visibility</p:attrName>
                                        </p:attrNameLst>
                                      </p:cBhvr>
                                      <p:to>
                                        <p:strVal val="hidden"/>
                                      </p:to>
                                    </p:set>
                                  </p:childTnLst>
                                </p:cTn>
                              </p:par>
                            </p:childTnLst>
                          </p:cTn>
                        </p:par>
                      </p:childTnLst>
                    </p:cTn>
                  </p:par>
                  <p:par>
                    <p:cTn id="47" fill="hold">
                      <p:stCondLst>
                        <p:cond delay="indefinite"/>
                      </p:stCondLst>
                      <p:childTnLst>
                        <p:par>
                          <p:cTn id="48" fill="hold">
                            <p:stCondLst>
                              <p:cond delay="0"/>
                            </p:stCondLst>
                            <p:childTnLst>
                              <p:par>
                                <p:cTn id="49" presetID="1" presetClass="exit" presetSubtype="0" fill="hold" grpId="5" nodeType="clickEffect">
                                  <p:stCondLst>
                                    <p:cond delay="0"/>
                                  </p:stCondLst>
                                  <p:childTnLst>
                                    <p:set>
                                      <p:cBhvr>
                                        <p:cTn id="50" dur="1" fill="hold">
                                          <p:stCondLst>
                                            <p:cond delay="0"/>
                                          </p:stCondLst>
                                        </p:cTn>
                                        <p:tgtEl>
                                          <p:spTgt spid="149522"/>
                                        </p:tgtEl>
                                        <p:attrNameLst>
                                          <p:attrName>style.visibility</p:attrName>
                                        </p:attrNameLst>
                                      </p:cBhvr>
                                      <p:to>
                                        <p:strVal val="hidden"/>
                                      </p:to>
                                    </p:set>
                                  </p:childTnLst>
                                </p:cTn>
                              </p:par>
                            </p:childTnLst>
                          </p:cTn>
                        </p:par>
                      </p:childTnLst>
                    </p:cTn>
                  </p:par>
                  <p:par>
                    <p:cTn id="51" fill="hold">
                      <p:stCondLst>
                        <p:cond delay="indefinite"/>
                      </p:stCondLst>
                      <p:childTnLst>
                        <p:par>
                          <p:cTn id="52" fill="hold">
                            <p:stCondLst>
                              <p:cond delay="0"/>
                            </p:stCondLst>
                            <p:childTnLst>
                              <p:par>
                                <p:cTn id="53" presetID="3" presetClass="entr" presetSubtype="10" fill="hold" grpId="0" nodeType="clickEffect">
                                  <p:stCondLst>
                                    <p:cond delay="0"/>
                                  </p:stCondLst>
                                  <p:childTnLst>
                                    <p:set>
                                      <p:cBhvr>
                                        <p:cTn id="54" dur="1" fill="hold">
                                          <p:stCondLst>
                                            <p:cond delay="0"/>
                                          </p:stCondLst>
                                        </p:cTn>
                                        <p:tgtEl>
                                          <p:spTgt spid="149532"/>
                                        </p:tgtEl>
                                        <p:attrNameLst>
                                          <p:attrName>style.visibility</p:attrName>
                                        </p:attrNameLst>
                                      </p:cBhvr>
                                      <p:to>
                                        <p:strVal val="visible"/>
                                      </p:to>
                                    </p:set>
                                    <p:animEffect transition="in" filter="blinds(horizontal)">
                                      <p:cBhvr>
                                        <p:cTn id="55" dur="500"/>
                                        <p:tgtEl>
                                          <p:spTgt spid="149532"/>
                                        </p:tgtEl>
                                      </p:cBhvr>
                                    </p:animEffect>
                                  </p:childTnLst>
                                </p:cTn>
                              </p:par>
                            </p:childTnLst>
                          </p:cTn>
                        </p:par>
                      </p:childTnLst>
                    </p:cTn>
                  </p:par>
                  <p:par>
                    <p:cTn id="56" fill="hold">
                      <p:stCondLst>
                        <p:cond delay="indefinite"/>
                      </p:stCondLst>
                      <p:childTnLst>
                        <p:par>
                          <p:cTn id="57" fill="hold">
                            <p:stCondLst>
                              <p:cond delay="0"/>
                            </p:stCondLst>
                            <p:childTnLst>
                              <p:par>
                                <p:cTn id="58" presetID="3" presetClass="entr" presetSubtype="10" fill="hold" grpId="0" nodeType="clickEffect">
                                  <p:stCondLst>
                                    <p:cond delay="0"/>
                                  </p:stCondLst>
                                  <p:childTnLst>
                                    <p:set>
                                      <p:cBhvr>
                                        <p:cTn id="59" dur="1" fill="hold">
                                          <p:stCondLst>
                                            <p:cond delay="0"/>
                                          </p:stCondLst>
                                        </p:cTn>
                                        <p:tgtEl>
                                          <p:spTgt spid="149533"/>
                                        </p:tgtEl>
                                        <p:attrNameLst>
                                          <p:attrName>style.visibility</p:attrName>
                                        </p:attrNameLst>
                                      </p:cBhvr>
                                      <p:to>
                                        <p:strVal val="visible"/>
                                      </p:to>
                                    </p:set>
                                    <p:animEffect transition="in" filter="blinds(horizontal)">
                                      <p:cBhvr>
                                        <p:cTn id="60" dur="500"/>
                                        <p:tgtEl>
                                          <p:spTgt spid="149533"/>
                                        </p:tgtEl>
                                      </p:cBhvr>
                                    </p:animEffec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6" nodeType="clickEffect">
                                  <p:stCondLst>
                                    <p:cond delay="0"/>
                                  </p:stCondLst>
                                  <p:childTnLst>
                                    <p:set>
                                      <p:cBhvr>
                                        <p:cTn id="64" dur="1" fill="hold">
                                          <p:stCondLst>
                                            <p:cond delay="0"/>
                                          </p:stCondLst>
                                        </p:cTn>
                                        <p:tgtEl>
                                          <p:spTgt spid="149522"/>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0" presetClass="path" presetSubtype="0" accel="50000" decel="50000" fill="hold" grpId="7" nodeType="clickEffect">
                                  <p:stCondLst>
                                    <p:cond delay="0"/>
                                  </p:stCondLst>
                                  <p:childTnLst>
                                    <p:animMotion origin="layout" path="M 1.94444E-6 1.38778E-17 C 0.02621 0.03584 0.05243 0.07168 0.15243 0.0874 C 0.25243 0.10312 0.52344 0.09318 0.6 0.09387 C 0.67656 0.09457 0.64392 0.09318 0.61146 0.09179 " pathEditMode="relative" rAng="0" ptsTypes="aaaA">
                                      <p:cBhvr>
                                        <p:cTn id="68" dur="2000" fill="hold"/>
                                        <p:tgtEl>
                                          <p:spTgt spid="149522"/>
                                        </p:tgtEl>
                                        <p:attrNameLst>
                                          <p:attrName>ppt_x</p:attrName>
                                          <p:attrName>ppt_y</p:attrName>
                                        </p:attrNameLst>
                                      </p:cBhvr>
                                      <p:rCtr x="338" y="52"/>
                                    </p:animMotion>
                                  </p:childTnLst>
                                </p:cTn>
                              </p:par>
                            </p:childTnLst>
                          </p:cTn>
                        </p:par>
                      </p:childTnLst>
                    </p:cTn>
                  </p:par>
                  <p:par>
                    <p:cTn id="69" fill="hold">
                      <p:stCondLst>
                        <p:cond delay="indefinite"/>
                      </p:stCondLst>
                      <p:childTnLst>
                        <p:par>
                          <p:cTn id="70" fill="hold">
                            <p:stCondLst>
                              <p:cond delay="0"/>
                            </p:stCondLst>
                            <p:childTnLst>
                              <p:par>
                                <p:cTn id="71" presetID="4" presetClass="entr" presetSubtype="32" fill="hold" nodeType="clickEffect">
                                  <p:stCondLst>
                                    <p:cond delay="0"/>
                                  </p:stCondLst>
                                  <p:childTnLst>
                                    <p:set>
                                      <p:cBhvr>
                                        <p:cTn id="72" dur="1" fill="hold">
                                          <p:stCondLst>
                                            <p:cond delay="0"/>
                                          </p:stCondLst>
                                        </p:cTn>
                                        <p:tgtEl>
                                          <p:spTgt spid="3"/>
                                        </p:tgtEl>
                                        <p:attrNameLst>
                                          <p:attrName>style.visibility</p:attrName>
                                        </p:attrNameLst>
                                      </p:cBhvr>
                                      <p:to>
                                        <p:strVal val="visible"/>
                                      </p:to>
                                    </p:set>
                                    <p:animEffect transition="in" filter="box(out)">
                                      <p:cBhvr>
                                        <p:cTn id="73" dur="500"/>
                                        <p:tgtEl>
                                          <p:spTgt spid="3"/>
                                        </p:tgtEl>
                                      </p:cBhvr>
                                    </p:animEffect>
                                  </p:childTnLst>
                                  <p:subTnLst>
                                    <p:audio>
                                      <p:cMediaNode>
                                        <p:cTn display="0" masterRel="sameClick">
                                          <p:stCondLst>
                                            <p:cond evt="begin" delay="0">
                                              <p:tn val="71"/>
                                            </p:cond>
                                          </p:stCondLst>
                                          <p:endCondLst>
                                            <p:cond evt="onStopAudio" delay="0">
                                              <p:tgtEl>
                                                <p:sldTgt/>
                                              </p:tgtEl>
                                            </p:cond>
                                          </p:endCondLst>
                                        </p:cTn>
                                        <p:tgtEl>
                                          <p:sndTgt r:embed="rId3" name="applause.wav" builtIn="1"/>
                                        </p:tgtEl>
                                      </p:cMediaNode>
                                    </p:audio>
                                  </p:subTnLst>
                                </p:cTn>
                              </p:par>
                            </p:childTnLst>
                          </p:cTn>
                        </p:par>
                      </p:childTnLst>
                    </p:cTn>
                  </p:par>
                  <p:par>
                    <p:cTn id="74" fill="hold">
                      <p:stCondLst>
                        <p:cond delay="indefinite"/>
                      </p:stCondLst>
                      <p:childTnLst>
                        <p:par>
                          <p:cTn id="75" fill="hold">
                            <p:stCondLst>
                              <p:cond delay="0"/>
                            </p:stCondLst>
                            <p:childTnLst>
                              <p:par>
                                <p:cTn id="76" presetID="3" presetClass="entr" presetSubtype="10" fill="hold" grpId="0" nodeType="clickEffect">
                                  <p:stCondLst>
                                    <p:cond delay="0"/>
                                  </p:stCondLst>
                                  <p:childTnLst>
                                    <p:set>
                                      <p:cBhvr>
                                        <p:cTn id="77" dur="1" fill="hold">
                                          <p:stCondLst>
                                            <p:cond delay="0"/>
                                          </p:stCondLst>
                                        </p:cTn>
                                        <p:tgtEl>
                                          <p:spTgt spid="149537">
                                            <p:txEl>
                                              <p:pRg st="0" end="0"/>
                                            </p:txEl>
                                          </p:spTgt>
                                        </p:tgtEl>
                                        <p:attrNameLst>
                                          <p:attrName>style.visibility</p:attrName>
                                        </p:attrNameLst>
                                      </p:cBhvr>
                                      <p:to>
                                        <p:strVal val="visible"/>
                                      </p:to>
                                    </p:set>
                                    <p:animEffect transition="in" filter="blinds(horizontal)">
                                      <p:cBhvr>
                                        <p:cTn id="78" dur="500"/>
                                        <p:tgtEl>
                                          <p:spTgt spid="149537">
                                            <p:txEl>
                                              <p:pRg st="0" end="0"/>
                                            </p:txEl>
                                          </p:spTgt>
                                        </p:tgtEl>
                                      </p:cBhvr>
                                    </p:animEffect>
                                  </p:childTnLst>
                                </p:cTn>
                              </p:par>
                            </p:childTnLst>
                          </p:cTn>
                        </p:par>
                      </p:childTnLst>
                    </p:cTn>
                  </p:par>
                  <p:par>
                    <p:cTn id="79" fill="hold">
                      <p:stCondLst>
                        <p:cond delay="indefinite"/>
                      </p:stCondLst>
                      <p:childTnLst>
                        <p:par>
                          <p:cTn id="80" fill="hold">
                            <p:stCondLst>
                              <p:cond delay="0"/>
                            </p:stCondLst>
                            <p:childTnLst>
                              <p:par>
                                <p:cTn id="81" presetID="3" presetClass="entr" presetSubtype="10" fill="hold" grpId="0" nodeType="clickEffect">
                                  <p:stCondLst>
                                    <p:cond delay="0"/>
                                  </p:stCondLst>
                                  <p:childTnLst>
                                    <p:set>
                                      <p:cBhvr>
                                        <p:cTn id="82" dur="1" fill="hold">
                                          <p:stCondLst>
                                            <p:cond delay="0"/>
                                          </p:stCondLst>
                                        </p:cTn>
                                        <p:tgtEl>
                                          <p:spTgt spid="149538">
                                            <p:txEl>
                                              <p:pRg st="0" end="0"/>
                                            </p:txEl>
                                          </p:spTgt>
                                        </p:tgtEl>
                                        <p:attrNameLst>
                                          <p:attrName>style.visibility</p:attrName>
                                        </p:attrNameLst>
                                      </p:cBhvr>
                                      <p:to>
                                        <p:strVal val="visible"/>
                                      </p:to>
                                    </p:set>
                                    <p:animEffect transition="in" filter="blinds(horizontal)">
                                      <p:cBhvr>
                                        <p:cTn id="83" dur="500"/>
                                        <p:tgtEl>
                                          <p:spTgt spid="149538">
                                            <p:txEl>
                                              <p:pRg st="0" end="0"/>
                                            </p:txEl>
                                          </p:spTgt>
                                        </p:tgtEl>
                                      </p:cBhvr>
                                    </p:animEffect>
                                  </p:childTnLst>
                                </p:cTn>
                              </p:par>
                            </p:childTnLst>
                          </p:cTn>
                        </p:par>
                      </p:childTnLst>
                    </p:cTn>
                  </p:par>
                  <p:par>
                    <p:cTn id="84" fill="hold">
                      <p:stCondLst>
                        <p:cond delay="indefinite"/>
                      </p:stCondLst>
                      <p:childTnLst>
                        <p:par>
                          <p:cTn id="85" fill="hold">
                            <p:stCondLst>
                              <p:cond delay="0"/>
                            </p:stCondLst>
                            <p:childTnLst>
                              <p:par>
                                <p:cTn id="86" presetID="22" presetClass="entr" presetSubtype="8" fill="hold" grpId="0" nodeType="clickEffect">
                                  <p:stCondLst>
                                    <p:cond delay="0"/>
                                  </p:stCondLst>
                                  <p:childTnLst>
                                    <p:set>
                                      <p:cBhvr>
                                        <p:cTn id="87" dur="1" fill="hold">
                                          <p:stCondLst>
                                            <p:cond delay="0"/>
                                          </p:stCondLst>
                                        </p:cTn>
                                        <p:tgtEl>
                                          <p:spTgt spid="149544"/>
                                        </p:tgtEl>
                                        <p:attrNameLst>
                                          <p:attrName>style.visibility</p:attrName>
                                        </p:attrNameLst>
                                      </p:cBhvr>
                                      <p:to>
                                        <p:strVal val="visible"/>
                                      </p:to>
                                    </p:set>
                                    <p:animEffect transition="in" filter="wipe(left)">
                                      <p:cBhvr>
                                        <p:cTn id="88" dur="1000"/>
                                        <p:tgtEl>
                                          <p:spTgt spid="149544"/>
                                        </p:tgtEl>
                                      </p:cBhvr>
                                    </p:animEffect>
                                  </p:childTnLst>
                                </p:cTn>
                              </p:par>
                            </p:childTnLst>
                          </p:cTn>
                        </p:par>
                        <p:par>
                          <p:cTn id="89" fill="hold">
                            <p:stCondLst>
                              <p:cond delay="1000"/>
                            </p:stCondLst>
                            <p:childTnLst>
                              <p:par>
                                <p:cTn id="90" presetID="22" presetClass="entr" presetSubtype="8" fill="hold" nodeType="afterEffect">
                                  <p:stCondLst>
                                    <p:cond delay="0"/>
                                  </p:stCondLst>
                                  <p:childTnLst>
                                    <p:set>
                                      <p:cBhvr>
                                        <p:cTn id="91" dur="1" fill="hold">
                                          <p:stCondLst>
                                            <p:cond delay="0"/>
                                          </p:stCondLst>
                                        </p:cTn>
                                        <p:tgtEl>
                                          <p:spTgt spid="149557"/>
                                        </p:tgtEl>
                                        <p:attrNameLst>
                                          <p:attrName>style.visibility</p:attrName>
                                        </p:attrNameLst>
                                      </p:cBhvr>
                                      <p:to>
                                        <p:strVal val="visible"/>
                                      </p:to>
                                    </p:set>
                                    <p:animEffect transition="in" filter="wipe(left)">
                                      <p:cBhvr>
                                        <p:cTn id="92" dur="1000"/>
                                        <p:tgtEl>
                                          <p:spTgt spid="149557"/>
                                        </p:tgtEl>
                                      </p:cBhvr>
                                    </p:animEffect>
                                  </p:childTnLst>
                                </p:cTn>
                              </p:par>
                            </p:childTnLst>
                          </p:cTn>
                        </p:par>
                        <p:par>
                          <p:cTn id="93" fill="hold">
                            <p:stCondLst>
                              <p:cond delay="2000"/>
                            </p:stCondLst>
                            <p:childTnLst>
                              <p:par>
                                <p:cTn id="94" presetID="22" presetClass="entr" presetSubtype="8" fill="hold" grpId="0" nodeType="afterEffect">
                                  <p:stCondLst>
                                    <p:cond delay="0"/>
                                  </p:stCondLst>
                                  <p:childTnLst>
                                    <p:set>
                                      <p:cBhvr>
                                        <p:cTn id="95" dur="1" fill="hold">
                                          <p:stCondLst>
                                            <p:cond delay="0"/>
                                          </p:stCondLst>
                                        </p:cTn>
                                        <p:tgtEl>
                                          <p:spTgt spid="149545"/>
                                        </p:tgtEl>
                                        <p:attrNameLst>
                                          <p:attrName>style.visibility</p:attrName>
                                        </p:attrNameLst>
                                      </p:cBhvr>
                                      <p:to>
                                        <p:strVal val="visible"/>
                                      </p:to>
                                    </p:set>
                                    <p:animEffect transition="in" filter="wipe(left)">
                                      <p:cBhvr>
                                        <p:cTn id="96" dur="1000"/>
                                        <p:tgtEl>
                                          <p:spTgt spid="149545"/>
                                        </p:tgtEl>
                                      </p:cBhvr>
                                    </p:animEffect>
                                  </p:childTnLst>
                                </p:cTn>
                              </p:par>
                            </p:childTnLst>
                          </p:cTn>
                        </p:par>
                      </p:childTnLst>
                    </p:cTn>
                  </p:par>
                  <p:par>
                    <p:cTn id="97" fill="hold">
                      <p:stCondLst>
                        <p:cond delay="indefinite"/>
                      </p:stCondLst>
                      <p:childTnLst>
                        <p:par>
                          <p:cTn id="98" fill="hold">
                            <p:stCondLst>
                              <p:cond delay="0"/>
                            </p:stCondLst>
                            <p:childTnLst>
                              <p:par>
                                <p:cTn id="99" presetID="22" presetClass="entr" presetSubtype="8" fill="hold" nodeType="clickEffect">
                                  <p:stCondLst>
                                    <p:cond delay="0"/>
                                  </p:stCondLst>
                                  <p:childTnLst>
                                    <p:set>
                                      <p:cBhvr>
                                        <p:cTn id="100" dur="1" fill="hold">
                                          <p:stCondLst>
                                            <p:cond delay="0"/>
                                          </p:stCondLst>
                                        </p:cTn>
                                        <p:tgtEl>
                                          <p:spTgt spid="149553"/>
                                        </p:tgtEl>
                                        <p:attrNameLst>
                                          <p:attrName>style.visibility</p:attrName>
                                        </p:attrNameLst>
                                      </p:cBhvr>
                                      <p:to>
                                        <p:strVal val="visible"/>
                                      </p:to>
                                    </p:set>
                                    <p:animEffect transition="in" filter="wipe(left)">
                                      <p:cBhvr>
                                        <p:cTn id="101" dur="1000"/>
                                        <p:tgtEl>
                                          <p:spTgt spid="1495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9522" grpId="0" animBg="1"/>
      <p:bldP spid="149522" grpId="1" animBg="1"/>
      <p:bldP spid="149522" grpId="2" animBg="1"/>
      <p:bldP spid="149522" grpId="3" animBg="1"/>
      <p:bldP spid="149522" grpId="4" animBg="1"/>
      <p:bldP spid="149522" grpId="5" animBg="1"/>
      <p:bldP spid="149522" grpId="6" animBg="1"/>
      <p:bldP spid="149522" grpId="7" animBg="1"/>
      <p:bldP spid="149530" grpId="0" animBg="1"/>
      <p:bldP spid="149530" grpId="1" animBg="1"/>
      <p:bldP spid="149531" grpId="0" animBg="1"/>
      <p:bldP spid="149531" grpId="1" animBg="1"/>
      <p:bldP spid="149532" grpId="0" autoUpdateAnimBg="0"/>
      <p:bldP spid="149533" grpId="0" autoUpdateAnimBg="0"/>
      <p:bldP spid="149537" grpId="0" build="p" autoUpdateAnimBg="0"/>
      <p:bldP spid="149538" grpId="0" build="p" autoUpdateAnimBg="0"/>
      <p:bldP spid="149544" grpId="0"/>
      <p:bldP spid="149545"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37" name="Text Box 29"/>
          <p:cNvSpPr txBox="1">
            <a:spLocks noChangeArrowheads="1"/>
          </p:cNvSpPr>
          <p:nvPr/>
        </p:nvSpPr>
        <p:spPr bwMode="auto">
          <a:xfrm>
            <a:off x="250825" y="549275"/>
            <a:ext cx="3816350" cy="457200"/>
          </a:xfrm>
          <a:prstGeom prst="rect">
            <a:avLst/>
          </a:prstGeom>
          <a:noFill/>
          <a:ln w="9525">
            <a:noFill/>
            <a:miter lim="800000"/>
            <a:headEnd/>
            <a:tailEnd/>
          </a:ln>
        </p:spPr>
        <p:txBody>
          <a:bodyPr>
            <a:spAutoFit/>
          </a:bodyPr>
          <a:lstStyle/>
          <a:p>
            <a:pPr>
              <a:lnSpc>
                <a:spcPct val="100000"/>
              </a:lnSpc>
            </a:pPr>
            <a:r>
              <a:rPr lang="zh-CN" altLang="en-US" sz="2400">
                <a:solidFill>
                  <a:srgbClr val="FF6600"/>
                </a:solidFill>
                <a:latin typeface="宋体" pitchFamily="2" charset="-122"/>
                <a:ea typeface="宋体" pitchFamily="2" charset="-122"/>
              </a:rPr>
              <a:t>三个重要概念</a:t>
            </a:r>
          </a:p>
        </p:txBody>
      </p:sp>
      <p:sp>
        <p:nvSpPr>
          <p:cNvPr id="196638" name="Text Box 30"/>
          <p:cNvSpPr txBox="1">
            <a:spLocks noChangeArrowheads="1"/>
          </p:cNvSpPr>
          <p:nvPr/>
        </p:nvSpPr>
        <p:spPr bwMode="auto">
          <a:xfrm>
            <a:off x="539750" y="1192213"/>
            <a:ext cx="2603500" cy="461962"/>
          </a:xfrm>
          <a:prstGeom prst="rect">
            <a:avLst/>
          </a:prstGeom>
          <a:noFill/>
          <a:ln w="9525">
            <a:noFill/>
            <a:miter lim="800000"/>
            <a:headEnd/>
            <a:tailEnd/>
          </a:ln>
        </p:spPr>
        <p:txBody>
          <a:bodyPr>
            <a:spAutoFit/>
          </a:bodyPr>
          <a:lstStyle/>
          <a:p>
            <a:pPr>
              <a:lnSpc>
                <a:spcPct val="100000"/>
              </a:lnSpc>
              <a:buClr>
                <a:srgbClr val="CC0000"/>
              </a:buClr>
              <a:buSzPct val="80000"/>
              <a:buFont typeface="Wingdings" pitchFamily="2" charset="2"/>
              <a:buChar char="v"/>
            </a:pPr>
            <a:r>
              <a:rPr kumimoji="0" lang="en-US" altLang="zh-CN" sz="2400">
                <a:ea typeface="宋体" pitchFamily="2" charset="-122"/>
              </a:rPr>
              <a:t>  </a:t>
            </a:r>
            <a:r>
              <a:rPr lang="zh-CN" altLang="en-US" sz="2400">
                <a:ea typeface="宋体" pitchFamily="2" charset="-122"/>
              </a:rPr>
              <a:t>惯    性 </a:t>
            </a:r>
            <a:r>
              <a:rPr lang="en-US" altLang="zh-CN" sz="2400">
                <a:ea typeface="宋体" pitchFamily="2" charset="-122"/>
              </a:rPr>
              <a:t>—— </a:t>
            </a:r>
          </a:p>
        </p:txBody>
      </p:sp>
      <p:sp>
        <p:nvSpPr>
          <p:cNvPr id="196639" name="Text Box 31"/>
          <p:cNvSpPr txBox="1">
            <a:spLocks noChangeArrowheads="1"/>
          </p:cNvSpPr>
          <p:nvPr/>
        </p:nvSpPr>
        <p:spPr bwMode="auto">
          <a:xfrm>
            <a:off x="2555875" y="1192213"/>
            <a:ext cx="5400675" cy="830262"/>
          </a:xfrm>
          <a:prstGeom prst="rect">
            <a:avLst/>
          </a:prstGeom>
          <a:noFill/>
          <a:ln w="9525">
            <a:noFill/>
            <a:miter lim="800000"/>
            <a:headEnd/>
            <a:tailEnd/>
          </a:ln>
        </p:spPr>
        <p:txBody>
          <a:bodyPr>
            <a:spAutoFit/>
          </a:bodyPr>
          <a:lstStyle/>
          <a:p>
            <a:pPr>
              <a:lnSpc>
                <a:spcPct val="100000"/>
              </a:lnSpc>
              <a:buClr>
                <a:srgbClr val="FF9900"/>
              </a:buClr>
              <a:buSzPct val="80000"/>
              <a:buFont typeface="Wingdings" pitchFamily="2" charset="2"/>
              <a:buNone/>
            </a:pPr>
            <a:r>
              <a:rPr lang="zh-CN" altLang="en-US" sz="2400">
                <a:ea typeface="宋体" pitchFamily="2" charset="-122"/>
              </a:rPr>
              <a:t>质点不受力时保持静止或匀速直线运动状态的的性质</a:t>
            </a:r>
            <a:r>
              <a:rPr lang="en-US" altLang="zh-CN" sz="2400">
                <a:ea typeface="宋体" pitchFamily="2" charset="-122"/>
              </a:rPr>
              <a:t>,</a:t>
            </a:r>
            <a:r>
              <a:rPr lang="zh-CN" altLang="en-US" sz="2400">
                <a:ea typeface="宋体" pitchFamily="2" charset="-122"/>
              </a:rPr>
              <a:t>其大小用质量量度。</a:t>
            </a:r>
          </a:p>
        </p:txBody>
      </p:sp>
      <p:sp>
        <p:nvSpPr>
          <p:cNvPr id="196640" name="Text Box 32"/>
          <p:cNvSpPr txBox="1">
            <a:spLocks noChangeArrowheads="1"/>
          </p:cNvSpPr>
          <p:nvPr/>
        </p:nvSpPr>
        <p:spPr bwMode="auto">
          <a:xfrm>
            <a:off x="539750" y="1984375"/>
            <a:ext cx="2808288" cy="461963"/>
          </a:xfrm>
          <a:prstGeom prst="rect">
            <a:avLst/>
          </a:prstGeom>
          <a:noFill/>
          <a:ln w="9525">
            <a:noFill/>
            <a:miter lim="800000"/>
            <a:headEnd/>
            <a:tailEnd/>
          </a:ln>
        </p:spPr>
        <p:txBody>
          <a:bodyPr>
            <a:spAutoFit/>
          </a:bodyPr>
          <a:lstStyle/>
          <a:p>
            <a:pPr>
              <a:lnSpc>
                <a:spcPct val="100000"/>
              </a:lnSpc>
              <a:buClr>
                <a:srgbClr val="CC0000"/>
              </a:buClr>
              <a:buSzPct val="80000"/>
              <a:buFont typeface="Wingdings" pitchFamily="2" charset="2"/>
              <a:buChar char="v"/>
            </a:pPr>
            <a:r>
              <a:rPr kumimoji="0" lang="en-US" altLang="zh-CN" sz="2400">
                <a:ea typeface="宋体" pitchFamily="2" charset="-122"/>
              </a:rPr>
              <a:t>      </a:t>
            </a:r>
            <a:r>
              <a:rPr lang="zh-CN" altLang="en-US" sz="2400">
                <a:ea typeface="宋体" pitchFamily="2" charset="-122"/>
              </a:rPr>
              <a:t>力     </a:t>
            </a:r>
            <a:r>
              <a:rPr lang="en-US" altLang="zh-CN" sz="2400">
                <a:ea typeface="宋体" pitchFamily="2" charset="-122"/>
              </a:rPr>
              <a:t>—— </a:t>
            </a:r>
          </a:p>
        </p:txBody>
      </p:sp>
      <p:sp>
        <p:nvSpPr>
          <p:cNvPr id="196641" name="Text Box 33"/>
          <p:cNvSpPr txBox="1">
            <a:spLocks noChangeArrowheads="1"/>
          </p:cNvSpPr>
          <p:nvPr/>
        </p:nvSpPr>
        <p:spPr bwMode="auto">
          <a:xfrm>
            <a:off x="2568575" y="2032000"/>
            <a:ext cx="5149850" cy="461963"/>
          </a:xfrm>
          <a:prstGeom prst="rect">
            <a:avLst/>
          </a:prstGeom>
          <a:noFill/>
          <a:ln w="9525">
            <a:noFill/>
            <a:miter lim="800000"/>
            <a:headEnd/>
            <a:tailEnd/>
          </a:ln>
        </p:spPr>
        <p:txBody>
          <a:bodyPr>
            <a:spAutoFit/>
          </a:bodyPr>
          <a:lstStyle/>
          <a:p>
            <a:pPr>
              <a:lnSpc>
                <a:spcPct val="100000"/>
              </a:lnSpc>
              <a:buClr>
                <a:srgbClr val="FF9900"/>
              </a:buClr>
              <a:buSzPct val="80000"/>
              <a:buFont typeface="Wingdings" pitchFamily="2" charset="2"/>
              <a:buNone/>
            </a:pPr>
            <a:r>
              <a:rPr lang="zh-CN" altLang="en-US" sz="2400">
                <a:ea typeface="宋体" pitchFamily="2" charset="-122"/>
              </a:rPr>
              <a:t>使质点改变运动状态的原因。</a:t>
            </a:r>
          </a:p>
        </p:txBody>
      </p:sp>
      <p:sp>
        <p:nvSpPr>
          <p:cNvPr id="196642" name="Text Box 34"/>
          <p:cNvSpPr txBox="1">
            <a:spLocks noChangeArrowheads="1"/>
          </p:cNvSpPr>
          <p:nvPr/>
        </p:nvSpPr>
        <p:spPr bwMode="auto">
          <a:xfrm>
            <a:off x="539750" y="2633663"/>
            <a:ext cx="6840538" cy="461962"/>
          </a:xfrm>
          <a:prstGeom prst="rect">
            <a:avLst/>
          </a:prstGeom>
          <a:noFill/>
          <a:ln w="9525">
            <a:noFill/>
            <a:miter lim="800000"/>
            <a:headEnd/>
            <a:tailEnd/>
          </a:ln>
        </p:spPr>
        <p:txBody>
          <a:bodyPr>
            <a:spAutoFit/>
          </a:bodyPr>
          <a:lstStyle/>
          <a:p>
            <a:pPr>
              <a:lnSpc>
                <a:spcPct val="100000"/>
              </a:lnSpc>
              <a:buClr>
                <a:srgbClr val="CC0000"/>
              </a:buClr>
              <a:buSzPct val="80000"/>
              <a:buFont typeface="Wingdings" pitchFamily="2" charset="2"/>
              <a:buChar char="v"/>
            </a:pPr>
            <a:r>
              <a:rPr kumimoji="0" lang="en-US" altLang="zh-CN" sz="2400">
                <a:ea typeface="宋体" pitchFamily="2" charset="-122"/>
              </a:rPr>
              <a:t>  </a:t>
            </a:r>
            <a:r>
              <a:rPr lang="zh-CN" altLang="en-US" sz="2400">
                <a:ea typeface="宋体" pitchFamily="2" charset="-122"/>
              </a:rPr>
              <a:t>惯性系 </a:t>
            </a:r>
            <a:r>
              <a:rPr lang="en-US" altLang="zh-CN" sz="2400">
                <a:ea typeface="宋体" pitchFamily="2" charset="-122"/>
              </a:rPr>
              <a:t>—— </a:t>
            </a:r>
            <a:r>
              <a:rPr lang="zh-CN" altLang="en-US" sz="2400">
                <a:ea typeface="宋体" pitchFamily="2" charset="-122"/>
              </a:rPr>
              <a:t>牛顿运动定律适用的参考系。</a:t>
            </a:r>
          </a:p>
        </p:txBody>
      </p:sp>
      <p:sp>
        <p:nvSpPr>
          <p:cNvPr id="196643" name="Text Box 35"/>
          <p:cNvSpPr txBox="1">
            <a:spLocks noChangeArrowheads="1"/>
          </p:cNvSpPr>
          <p:nvPr/>
        </p:nvSpPr>
        <p:spPr bwMode="auto">
          <a:xfrm>
            <a:off x="431800" y="3325813"/>
            <a:ext cx="8027988" cy="831850"/>
          </a:xfrm>
          <a:prstGeom prst="rect">
            <a:avLst/>
          </a:prstGeom>
          <a:solidFill>
            <a:srgbClr val="CCFFFF"/>
          </a:solidFill>
          <a:ln w="9525">
            <a:solidFill>
              <a:srgbClr val="00CCFF"/>
            </a:solidFill>
            <a:miter lim="800000"/>
            <a:headEnd/>
            <a:tailEnd/>
          </a:ln>
        </p:spPr>
        <p:txBody>
          <a:bodyPr>
            <a:spAutoFit/>
          </a:bodyPr>
          <a:lstStyle/>
          <a:p>
            <a:pPr>
              <a:lnSpc>
                <a:spcPct val="100000"/>
              </a:lnSpc>
              <a:buClr>
                <a:srgbClr val="FF9900"/>
              </a:buClr>
              <a:buSzPct val="80000"/>
              <a:buFont typeface="Wingdings" pitchFamily="2" charset="2"/>
              <a:buNone/>
            </a:pPr>
            <a:r>
              <a:rPr lang="zh-CN" altLang="en-US" sz="2400">
                <a:latin typeface="宋体" pitchFamily="2" charset="-122"/>
                <a:ea typeface="宋体" pitchFamily="2" charset="-122"/>
              </a:rPr>
              <a:t>任何质点，只要其它物体作用于它的所有力的合力为零，则该质点就保持其静止或匀速直线运动状态不变。</a:t>
            </a:r>
          </a:p>
        </p:txBody>
      </p:sp>
      <p:sp>
        <p:nvSpPr>
          <p:cNvPr id="196644" name="Text Box 36"/>
          <p:cNvSpPr txBox="1">
            <a:spLocks noChangeArrowheads="1"/>
          </p:cNvSpPr>
          <p:nvPr/>
        </p:nvSpPr>
        <p:spPr bwMode="auto">
          <a:xfrm>
            <a:off x="611188" y="4302125"/>
            <a:ext cx="7410450" cy="457200"/>
          </a:xfrm>
          <a:prstGeom prst="rect">
            <a:avLst/>
          </a:prstGeom>
          <a:noFill/>
          <a:ln w="9525">
            <a:noFill/>
            <a:miter lim="800000"/>
            <a:headEnd/>
            <a:tailEnd/>
          </a:ln>
          <a:effectLst/>
        </p:spPr>
        <p:txBody>
          <a:bodyPr>
            <a:spAutoFit/>
          </a:bodyPr>
          <a:lstStyle/>
          <a:p>
            <a:pPr>
              <a:lnSpc>
                <a:spcPct val="100000"/>
              </a:lnSpc>
              <a:defRPr/>
            </a:pPr>
            <a:r>
              <a:rPr lang="zh-CN" altLang="en-US" sz="2400">
                <a:latin typeface="+mn-ea"/>
                <a:ea typeface="+mn-ea"/>
              </a:rPr>
              <a:t>质点处于静止或匀速直线运动状态</a:t>
            </a:r>
            <a:r>
              <a:rPr lang="en-US" altLang="zh-CN" sz="2400">
                <a:solidFill>
                  <a:srgbClr val="FF0000"/>
                </a:solidFill>
                <a:latin typeface="+mn-ea"/>
                <a:ea typeface="+mn-ea"/>
              </a:rPr>
              <a:t>(</a:t>
            </a:r>
            <a:r>
              <a:rPr lang="zh-CN" altLang="en-US" sz="2400">
                <a:solidFill>
                  <a:srgbClr val="FF0000"/>
                </a:solidFill>
                <a:latin typeface="+mn-ea"/>
                <a:ea typeface="+mn-ea"/>
              </a:rPr>
              <a:t>质点处于平衡状态</a:t>
            </a:r>
            <a:r>
              <a:rPr lang="en-US" altLang="zh-CN" sz="2400">
                <a:solidFill>
                  <a:srgbClr val="FF0000"/>
                </a:solidFill>
                <a:latin typeface="+mn-ea"/>
                <a:ea typeface="+mn-ea"/>
              </a:rPr>
              <a:t>)</a:t>
            </a:r>
          </a:p>
        </p:txBody>
      </p:sp>
      <p:graphicFrame>
        <p:nvGraphicFramePr>
          <p:cNvPr id="196645" name="Object 37"/>
          <p:cNvGraphicFramePr>
            <a:graphicFrameLocks/>
          </p:cNvGraphicFramePr>
          <p:nvPr/>
        </p:nvGraphicFramePr>
        <p:xfrm>
          <a:off x="2484438" y="5575300"/>
          <a:ext cx="1098550" cy="639763"/>
        </p:xfrm>
        <a:graphic>
          <a:graphicData uri="http://schemas.openxmlformats.org/presentationml/2006/ole">
            <p:oleObj spid="_x0000_s2050" name="公式" r:id="rId3" imgW="609480" imgH="355320" progId="Equation.3">
              <p:embed/>
            </p:oleObj>
          </a:graphicData>
        </a:graphic>
      </p:graphicFrame>
      <p:sp>
        <p:nvSpPr>
          <p:cNvPr id="196646" name="Text Box 38"/>
          <p:cNvSpPr txBox="1">
            <a:spLocks noChangeArrowheads="1"/>
          </p:cNvSpPr>
          <p:nvPr/>
        </p:nvSpPr>
        <p:spPr bwMode="auto">
          <a:xfrm>
            <a:off x="539750" y="4945063"/>
            <a:ext cx="4706938" cy="457200"/>
          </a:xfrm>
          <a:prstGeom prst="rect">
            <a:avLst/>
          </a:prstGeom>
          <a:noFill/>
          <a:ln w="9525">
            <a:noFill/>
            <a:miter lim="800000"/>
            <a:headEnd/>
            <a:tailEnd/>
          </a:ln>
          <a:effectLst/>
        </p:spPr>
        <p:txBody>
          <a:bodyPr>
            <a:spAutoFit/>
          </a:bodyPr>
          <a:lstStyle/>
          <a:p>
            <a:pPr>
              <a:lnSpc>
                <a:spcPct val="100000"/>
              </a:lnSpc>
              <a:defRPr/>
            </a:pPr>
            <a:r>
              <a:rPr lang="zh-CN" altLang="en-US" sz="2400">
                <a:solidFill>
                  <a:srgbClr val="FF6600"/>
                </a:solidFill>
                <a:latin typeface="+mn-ea"/>
                <a:ea typeface="+mn-ea"/>
              </a:rPr>
              <a:t>质点处于平衡状态的条件：</a:t>
            </a:r>
            <a:endParaRPr lang="zh-CN" altLang="en-US" sz="2000">
              <a:latin typeface="+mn-ea"/>
              <a:ea typeface="+mn-ea"/>
            </a:endParaRPr>
          </a:p>
        </p:txBody>
      </p:sp>
      <p:sp>
        <p:nvSpPr>
          <p:cNvPr id="196648" name="Text Box 40"/>
          <p:cNvSpPr txBox="1">
            <a:spLocks noChangeArrowheads="1"/>
          </p:cNvSpPr>
          <p:nvPr/>
        </p:nvSpPr>
        <p:spPr bwMode="auto">
          <a:xfrm>
            <a:off x="3563938" y="5562600"/>
            <a:ext cx="1295400" cy="457200"/>
          </a:xfrm>
          <a:prstGeom prst="rect">
            <a:avLst/>
          </a:prstGeom>
          <a:noFill/>
          <a:ln w="9525">
            <a:noFill/>
            <a:miter lim="800000"/>
            <a:headEnd/>
            <a:tailEnd/>
          </a:ln>
        </p:spPr>
        <p:txBody>
          <a:bodyPr>
            <a:spAutoFit/>
          </a:bodyPr>
          <a:lstStyle/>
          <a:p>
            <a:pPr>
              <a:lnSpc>
                <a:spcPct val="100000"/>
              </a:lnSpc>
            </a:pPr>
            <a:r>
              <a:rPr lang="zh-CN" altLang="en-US" sz="2400">
                <a:solidFill>
                  <a:srgbClr val="000099"/>
                </a:solidFill>
                <a:latin typeface="宋体" pitchFamily="2" charset="-122"/>
                <a:ea typeface="宋体" pitchFamily="2" charset="-122"/>
              </a:rPr>
              <a:t>时，</a:t>
            </a:r>
            <a:endParaRPr lang="zh-CN" altLang="en-US" sz="2400">
              <a:solidFill>
                <a:srgbClr val="000099"/>
              </a:solidFill>
              <a:latin typeface="楷体_GB2312" pitchFamily="49" charset="-122"/>
            </a:endParaRPr>
          </a:p>
        </p:txBody>
      </p:sp>
      <p:graphicFrame>
        <p:nvGraphicFramePr>
          <p:cNvPr id="196649" name="Object 41"/>
          <p:cNvGraphicFramePr>
            <a:graphicFrameLocks noChangeAspect="1"/>
          </p:cNvGraphicFramePr>
          <p:nvPr>
            <p:ph/>
          </p:nvPr>
        </p:nvGraphicFramePr>
        <p:xfrm>
          <a:off x="4500563" y="5605463"/>
          <a:ext cx="1439862" cy="414337"/>
        </p:xfrm>
        <a:graphic>
          <a:graphicData uri="http://schemas.openxmlformats.org/presentationml/2006/ole">
            <p:oleObj spid="_x0000_s2051" name="公式" r:id="rId4" imgW="749160" imgH="215640" progId="Equation.3">
              <p:embed/>
            </p:oleObj>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96637"/>
                                        </p:tgtEl>
                                        <p:attrNameLst>
                                          <p:attrName>style.visibility</p:attrName>
                                        </p:attrNameLst>
                                      </p:cBhvr>
                                      <p:to>
                                        <p:strVal val="visible"/>
                                      </p:to>
                                    </p:set>
                                    <p:animEffect transition="in" filter="wipe(left)">
                                      <p:cBhvr>
                                        <p:cTn id="7" dur="500"/>
                                        <p:tgtEl>
                                          <p:spTgt spid="19663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96638"/>
                                        </p:tgtEl>
                                        <p:attrNameLst>
                                          <p:attrName>style.visibility</p:attrName>
                                        </p:attrNameLst>
                                      </p:cBhvr>
                                      <p:to>
                                        <p:strVal val="visible"/>
                                      </p:to>
                                    </p:set>
                                    <p:animEffect transition="in" filter="wipe(left)">
                                      <p:cBhvr>
                                        <p:cTn id="12" dur="500"/>
                                        <p:tgtEl>
                                          <p:spTgt spid="19663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96639"/>
                                        </p:tgtEl>
                                        <p:attrNameLst>
                                          <p:attrName>style.visibility</p:attrName>
                                        </p:attrNameLst>
                                      </p:cBhvr>
                                      <p:to>
                                        <p:strVal val="visible"/>
                                      </p:to>
                                    </p:set>
                                    <p:animEffect transition="in" filter="wipe(left)">
                                      <p:cBhvr>
                                        <p:cTn id="17" dur="500"/>
                                        <p:tgtEl>
                                          <p:spTgt spid="19663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96640"/>
                                        </p:tgtEl>
                                        <p:attrNameLst>
                                          <p:attrName>style.visibility</p:attrName>
                                        </p:attrNameLst>
                                      </p:cBhvr>
                                      <p:to>
                                        <p:strVal val="visible"/>
                                      </p:to>
                                    </p:set>
                                    <p:animEffect transition="in" filter="wipe(left)">
                                      <p:cBhvr>
                                        <p:cTn id="22" dur="500"/>
                                        <p:tgtEl>
                                          <p:spTgt spid="196640"/>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96641"/>
                                        </p:tgtEl>
                                        <p:attrNameLst>
                                          <p:attrName>style.visibility</p:attrName>
                                        </p:attrNameLst>
                                      </p:cBhvr>
                                      <p:to>
                                        <p:strVal val="visible"/>
                                      </p:to>
                                    </p:set>
                                    <p:animEffect transition="in" filter="wipe(left)">
                                      <p:cBhvr>
                                        <p:cTn id="27" dur="500"/>
                                        <p:tgtEl>
                                          <p:spTgt spid="196641"/>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96642"/>
                                        </p:tgtEl>
                                        <p:attrNameLst>
                                          <p:attrName>style.visibility</p:attrName>
                                        </p:attrNameLst>
                                      </p:cBhvr>
                                      <p:to>
                                        <p:strVal val="visible"/>
                                      </p:to>
                                    </p:set>
                                    <p:animEffect transition="in" filter="wipe(left)">
                                      <p:cBhvr>
                                        <p:cTn id="32" dur="500"/>
                                        <p:tgtEl>
                                          <p:spTgt spid="196642"/>
                                        </p:tgtEl>
                                      </p:cBhvr>
                                    </p:animEffect>
                                  </p:childTnLst>
                                </p:cTn>
                              </p:par>
                            </p:childTnLst>
                          </p:cTn>
                        </p:par>
                      </p:childTnLst>
                    </p:cTn>
                  </p:par>
                  <p:par>
                    <p:cTn id="33" fill="hold">
                      <p:stCondLst>
                        <p:cond delay="indefinite"/>
                      </p:stCondLst>
                      <p:childTnLst>
                        <p:par>
                          <p:cTn id="34" fill="hold">
                            <p:stCondLst>
                              <p:cond delay="0"/>
                            </p:stCondLst>
                            <p:childTnLst>
                              <p:par>
                                <p:cTn id="35" presetID="4" presetClass="entr" presetSubtype="16" fill="hold" grpId="0" nodeType="clickEffect">
                                  <p:stCondLst>
                                    <p:cond delay="0"/>
                                  </p:stCondLst>
                                  <p:childTnLst>
                                    <p:set>
                                      <p:cBhvr>
                                        <p:cTn id="36" dur="1" fill="hold">
                                          <p:stCondLst>
                                            <p:cond delay="0"/>
                                          </p:stCondLst>
                                        </p:cTn>
                                        <p:tgtEl>
                                          <p:spTgt spid="196643"/>
                                        </p:tgtEl>
                                        <p:attrNameLst>
                                          <p:attrName>style.visibility</p:attrName>
                                        </p:attrNameLst>
                                      </p:cBhvr>
                                      <p:to>
                                        <p:strVal val="visible"/>
                                      </p:to>
                                    </p:set>
                                    <p:animEffect transition="in" filter="box(in)">
                                      <p:cBhvr>
                                        <p:cTn id="37" dur="500"/>
                                        <p:tgtEl>
                                          <p:spTgt spid="196643"/>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96644"/>
                                        </p:tgtEl>
                                        <p:attrNameLst>
                                          <p:attrName>style.visibility</p:attrName>
                                        </p:attrNameLst>
                                      </p:cBhvr>
                                      <p:to>
                                        <p:strVal val="visible"/>
                                      </p:to>
                                    </p:set>
                                    <p:animEffect transition="in" filter="wipe(left)">
                                      <p:cBhvr>
                                        <p:cTn id="42" dur="500"/>
                                        <p:tgtEl>
                                          <p:spTgt spid="196644"/>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96646"/>
                                        </p:tgtEl>
                                        <p:attrNameLst>
                                          <p:attrName>style.visibility</p:attrName>
                                        </p:attrNameLst>
                                      </p:cBhvr>
                                      <p:to>
                                        <p:strVal val="visible"/>
                                      </p:to>
                                    </p:set>
                                    <p:animEffect transition="in" filter="wipe(left)">
                                      <p:cBhvr>
                                        <p:cTn id="47" dur="500"/>
                                        <p:tgtEl>
                                          <p:spTgt spid="196646"/>
                                        </p:tgtEl>
                                      </p:cBhvr>
                                    </p:animEffect>
                                  </p:childTnLst>
                                </p:cTn>
                              </p:par>
                            </p:childTnLst>
                          </p:cTn>
                        </p:par>
                      </p:childTnLst>
                    </p:cTn>
                  </p:par>
                  <p:par>
                    <p:cTn id="48" fill="hold">
                      <p:stCondLst>
                        <p:cond delay="indefinite"/>
                      </p:stCondLst>
                      <p:childTnLst>
                        <p:par>
                          <p:cTn id="49" fill="hold">
                            <p:stCondLst>
                              <p:cond delay="0"/>
                            </p:stCondLst>
                            <p:childTnLst>
                              <p:par>
                                <p:cTn id="50" presetID="4" presetClass="entr" presetSubtype="16" fill="hold" nodeType="clickEffect">
                                  <p:stCondLst>
                                    <p:cond delay="0"/>
                                  </p:stCondLst>
                                  <p:childTnLst>
                                    <p:set>
                                      <p:cBhvr>
                                        <p:cTn id="51" dur="1" fill="hold">
                                          <p:stCondLst>
                                            <p:cond delay="0"/>
                                          </p:stCondLst>
                                        </p:cTn>
                                        <p:tgtEl>
                                          <p:spTgt spid="196645"/>
                                        </p:tgtEl>
                                        <p:attrNameLst>
                                          <p:attrName>style.visibility</p:attrName>
                                        </p:attrNameLst>
                                      </p:cBhvr>
                                      <p:to>
                                        <p:strVal val="visible"/>
                                      </p:to>
                                    </p:set>
                                    <p:animEffect transition="in" filter="box(in)">
                                      <p:cBhvr>
                                        <p:cTn id="52" dur="500"/>
                                        <p:tgtEl>
                                          <p:spTgt spid="196645"/>
                                        </p:tgtEl>
                                      </p:cBhvr>
                                    </p:animEffect>
                                  </p:childTnLst>
                                </p:cTn>
                              </p:par>
                            </p:childTnLst>
                          </p:cTn>
                        </p:par>
                        <p:par>
                          <p:cTn id="53" fill="hold">
                            <p:stCondLst>
                              <p:cond delay="500"/>
                            </p:stCondLst>
                            <p:childTnLst>
                              <p:par>
                                <p:cTn id="54" presetID="22" presetClass="entr" presetSubtype="8" fill="hold" grpId="0" nodeType="afterEffect">
                                  <p:stCondLst>
                                    <p:cond delay="0"/>
                                  </p:stCondLst>
                                  <p:childTnLst>
                                    <p:set>
                                      <p:cBhvr>
                                        <p:cTn id="55" dur="1" fill="hold">
                                          <p:stCondLst>
                                            <p:cond delay="0"/>
                                          </p:stCondLst>
                                        </p:cTn>
                                        <p:tgtEl>
                                          <p:spTgt spid="196648"/>
                                        </p:tgtEl>
                                        <p:attrNameLst>
                                          <p:attrName>style.visibility</p:attrName>
                                        </p:attrNameLst>
                                      </p:cBhvr>
                                      <p:to>
                                        <p:strVal val="visible"/>
                                      </p:to>
                                    </p:set>
                                    <p:animEffect transition="in" filter="wipe(left)">
                                      <p:cBhvr>
                                        <p:cTn id="56" dur="500"/>
                                        <p:tgtEl>
                                          <p:spTgt spid="196648"/>
                                        </p:tgtEl>
                                      </p:cBhvr>
                                    </p:animEffect>
                                  </p:childTnLst>
                                </p:cTn>
                              </p:par>
                            </p:childTnLst>
                          </p:cTn>
                        </p:par>
                        <p:par>
                          <p:cTn id="57" fill="hold">
                            <p:stCondLst>
                              <p:cond delay="1000"/>
                            </p:stCondLst>
                            <p:childTnLst>
                              <p:par>
                                <p:cTn id="58" presetID="22" presetClass="entr" presetSubtype="8" fill="hold" nodeType="afterEffect">
                                  <p:stCondLst>
                                    <p:cond delay="0"/>
                                  </p:stCondLst>
                                  <p:childTnLst>
                                    <p:set>
                                      <p:cBhvr>
                                        <p:cTn id="59" dur="1" fill="hold">
                                          <p:stCondLst>
                                            <p:cond delay="0"/>
                                          </p:stCondLst>
                                        </p:cTn>
                                        <p:tgtEl>
                                          <p:spTgt spid="196649"/>
                                        </p:tgtEl>
                                        <p:attrNameLst>
                                          <p:attrName>style.visibility</p:attrName>
                                        </p:attrNameLst>
                                      </p:cBhvr>
                                      <p:to>
                                        <p:strVal val="visible"/>
                                      </p:to>
                                    </p:set>
                                    <p:animEffect transition="in" filter="wipe(left)">
                                      <p:cBhvr>
                                        <p:cTn id="60" dur="1000"/>
                                        <p:tgtEl>
                                          <p:spTgt spid="1966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6637" grpId="0" autoUpdateAnimBg="0"/>
      <p:bldP spid="196638" grpId="0" autoUpdateAnimBg="0"/>
      <p:bldP spid="196639" grpId="0" autoUpdateAnimBg="0"/>
      <p:bldP spid="196640" grpId="0" autoUpdateAnimBg="0"/>
      <p:bldP spid="196641" grpId="0" autoUpdateAnimBg="0"/>
      <p:bldP spid="196642" grpId="0" autoUpdateAnimBg="0"/>
      <p:bldP spid="196643" grpId="0" animBg="1" autoUpdateAnimBg="0"/>
      <p:bldP spid="196644" grpId="0" autoUpdateAnimBg="0"/>
      <p:bldP spid="196646" grpId="0" autoUpdateAnimBg="0"/>
      <p:bldP spid="196648" grpId="0" autoUpdateAnimBg="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3" name="Text Box 5"/>
          <p:cNvSpPr txBox="1">
            <a:spLocks noChangeArrowheads="1"/>
          </p:cNvSpPr>
          <p:nvPr/>
        </p:nvSpPr>
        <p:spPr bwMode="auto">
          <a:xfrm>
            <a:off x="179388" y="476250"/>
            <a:ext cx="3917950" cy="457200"/>
          </a:xfrm>
          <a:prstGeom prst="rect">
            <a:avLst/>
          </a:prstGeom>
          <a:noFill/>
          <a:ln w="9525" algn="ctr">
            <a:noFill/>
            <a:miter lim="800000"/>
            <a:headEnd/>
            <a:tailEnd/>
          </a:ln>
        </p:spPr>
        <p:txBody>
          <a:bodyPr>
            <a:spAutoFit/>
          </a:bodyPr>
          <a:lstStyle/>
          <a:p>
            <a:pPr>
              <a:lnSpc>
                <a:spcPct val="100000"/>
              </a:lnSpc>
            </a:pPr>
            <a:r>
              <a:rPr lang="en-US" altLang="zh-CN" sz="2400">
                <a:solidFill>
                  <a:srgbClr val="0000FF"/>
                </a:solidFill>
                <a:ea typeface="宋体" pitchFamily="2" charset="-122"/>
              </a:rPr>
              <a:t>2.1.2 </a:t>
            </a:r>
            <a:r>
              <a:rPr lang="zh-CN" altLang="en-US" sz="2400">
                <a:solidFill>
                  <a:srgbClr val="0000FF"/>
                </a:solidFill>
                <a:ea typeface="宋体" pitchFamily="2" charset="-122"/>
              </a:rPr>
              <a:t>质点的动力学方程</a:t>
            </a:r>
          </a:p>
        </p:txBody>
      </p:sp>
      <p:sp>
        <p:nvSpPr>
          <p:cNvPr id="150555" name="Text Box 27"/>
          <p:cNvSpPr txBox="1">
            <a:spLocks noChangeArrowheads="1"/>
          </p:cNvSpPr>
          <p:nvPr/>
        </p:nvSpPr>
        <p:spPr bwMode="auto">
          <a:xfrm>
            <a:off x="250825" y="1055688"/>
            <a:ext cx="8497888" cy="933450"/>
          </a:xfrm>
          <a:prstGeom prst="rect">
            <a:avLst/>
          </a:prstGeom>
          <a:noFill/>
          <a:ln w="9525">
            <a:noFill/>
            <a:miter lim="800000"/>
            <a:headEnd/>
            <a:tailEnd/>
          </a:ln>
        </p:spPr>
        <p:txBody>
          <a:bodyPr>
            <a:spAutoFit/>
          </a:bodyPr>
          <a:lstStyle/>
          <a:p>
            <a:pPr>
              <a:lnSpc>
                <a:spcPct val="115000"/>
              </a:lnSpc>
              <a:spcBef>
                <a:spcPct val="0"/>
              </a:spcBef>
            </a:pPr>
            <a:r>
              <a:rPr lang="zh-CN" altLang="en-US" sz="2400">
                <a:ea typeface="宋体" pitchFamily="2" charset="-122"/>
              </a:rPr>
              <a:t>设质量为 </a:t>
            </a:r>
            <a:r>
              <a:rPr lang="en-US" altLang="zh-CN" sz="2400" i="1">
                <a:solidFill>
                  <a:srgbClr val="FF6600"/>
                </a:solidFill>
                <a:ea typeface="宋体" pitchFamily="2" charset="-122"/>
              </a:rPr>
              <a:t>m</a:t>
            </a:r>
            <a:r>
              <a:rPr lang="en-US" altLang="zh-CN" sz="2400">
                <a:solidFill>
                  <a:srgbClr val="FF6600"/>
                </a:solidFill>
                <a:ea typeface="宋体" pitchFamily="2" charset="-122"/>
              </a:rPr>
              <a:t> </a:t>
            </a:r>
            <a:r>
              <a:rPr lang="zh-CN" altLang="en-US" sz="2400">
                <a:ea typeface="宋体" pitchFamily="2" charset="-122"/>
              </a:rPr>
              <a:t>的质点 </a:t>
            </a:r>
            <a:r>
              <a:rPr lang="en-US" altLang="zh-CN" sz="2400" i="1">
                <a:solidFill>
                  <a:srgbClr val="FF6600"/>
                </a:solidFill>
                <a:ea typeface="宋体" pitchFamily="2" charset="-122"/>
              </a:rPr>
              <a:t>M</a:t>
            </a:r>
            <a:r>
              <a:rPr lang="zh-CN" altLang="en-US" sz="2400">
                <a:ea typeface="宋体" pitchFamily="2" charset="-122"/>
              </a:rPr>
              <a:t>，某时刻的速度为    </a:t>
            </a:r>
            <a:r>
              <a:rPr lang="en-US" altLang="zh-CN" sz="2400">
                <a:ea typeface="宋体" pitchFamily="2" charset="-122"/>
              </a:rPr>
              <a:t>,</a:t>
            </a:r>
            <a:r>
              <a:rPr lang="zh-CN" altLang="en-US" sz="2400">
                <a:ea typeface="宋体" pitchFamily="2" charset="-122"/>
              </a:rPr>
              <a:t>动量为       ，质点受到不为零的合力作用时，它的动量将会发生变化。</a:t>
            </a:r>
          </a:p>
        </p:txBody>
      </p:sp>
      <p:sp>
        <p:nvSpPr>
          <p:cNvPr id="150556" name="Line 28"/>
          <p:cNvSpPr>
            <a:spLocks noChangeShapeType="1"/>
          </p:cNvSpPr>
          <p:nvPr/>
        </p:nvSpPr>
        <p:spPr bwMode="auto">
          <a:xfrm>
            <a:off x="5364163" y="2843213"/>
            <a:ext cx="963612" cy="0"/>
          </a:xfrm>
          <a:prstGeom prst="line">
            <a:avLst/>
          </a:prstGeom>
          <a:noFill/>
          <a:ln w="25400">
            <a:solidFill>
              <a:srgbClr val="CC0099"/>
            </a:solidFill>
            <a:round/>
            <a:headEnd/>
            <a:tailEnd type="stealth" w="lg" len="lg"/>
          </a:ln>
        </p:spPr>
        <p:txBody>
          <a:bodyPr>
            <a:spAutoFit/>
          </a:bodyPr>
          <a:lstStyle/>
          <a:p>
            <a:endParaRPr lang="zh-CN" altLang="en-US"/>
          </a:p>
        </p:txBody>
      </p:sp>
      <p:sp>
        <p:nvSpPr>
          <p:cNvPr id="150557" name="Freeform 29"/>
          <p:cNvSpPr>
            <a:spLocks/>
          </p:cNvSpPr>
          <p:nvPr/>
        </p:nvSpPr>
        <p:spPr bwMode="auto">
          <a:xfrm>
            <a:off x="4716463" y="2420938"/>
            <a:ext cx="2170112" cy="1500187"/>
          </a:xfrm>
          <a:custGeom>
            <a:avLst/>
            <a:gdLst>
              <a:gd name="T0" fmla="*/ 0 w 1367"/>
              <a:gd name="T1" fmla="*/ 2147483647 h 945"/>
              <a:gd name="T2" fmla="*/ 151209336 w 1367"/>
              <a:gd name="T3" fmla="*/ 2036285839 h 945"/>
              <a:gd name="T4" fmla="*/ 410784533 w 1367"/>
              <a:gd name="T5" fmla="*/ 1514612613 h 945"/>
              <a:gd name="T6" fmla="*/ 584676105 w 1367"/>
              <a:gd name="T7" fmla="*/ 1277718066 h 945"/>
              <a:gd name="T8" fmla="*/ 650200129 w 1367"/>
              <a:gd name="T9" fmla="*/ 1189513443 h 945"/>
              <a:gd name="T10" fmla="*/ 844251451 w 1367"/>
              <a:gd name="T11" fmla="*/ 909775471 h 945"/>
              <a:gd name="T12" fmla="*/ 1645660667 w 1367"/>
              <a:gd name="T13" fmla="*/ 259575246 h 945"/>
              <a:gd name="T14" fmla="*/ 2056447085 w 1367"/>
              <a:gd name="T15" fmla="*/ 151209335 h 945"/>
              <a:gd name="T16" fmla="*/ 2147483647 w 1367"/>
              <a:gd name="T17" fmla="*/ 63003100 h 94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367"/>
              <a:gd name="T28" fmla="*/ 0 h 945"/>
              <a:gd name="T29" fmla="*/ 1367 w 1367"/>
              <a:gd name="T30" fmla="*/ 945 h 94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367" h="945">
                <a:moveTo>
                  <a:pt x="0" y="945"/>
                </a:moveTo>
                <a:cubicBezTo>
                  <a:pt x="28" y="901"/>
                  <a:pt x="32" y="851"/>
                  <a:pt x="60" y="808"/>
                </a:cubicBezTo>
                <a:cubicBezTo>
                  <a:pt x="83" y="733"/>
                  <a:pt x="121" y="667"/>
                  <a:pt x="163" y="601"/>
                </a:cubicBezTo>
                <a:cubicBezTo>
                  <a:pt x="182" y="571"/>
                  <a:pt x="210" y="536"/>
                  <a:pt x="232" y="507"/>
                </a:cubicBezTo>
                <a:cubicBezTo>
                  <a:pt x="241" y="495"/>
                  <a:pt x="258" y="472"/>
                  <a:pt x="258" y="472"/>
                </a:cubicBezTo>
                <a:cubicBezTo>
                  <a:pt x="271" y="430"/>
                  <a:pt x="309" y="396"/>
                  <a:pt x="335" y="361"/>
                </a:cubicBezTo>
                <a:cubicBezTo>
                  <a:pt x="425" y="242"/>
                  <a:pt x="499" y="141"/>
                  <a:pt x="653" y="103"/>
                </a:cubicBezTo>
                <a:cubicBezTo>
                  <a:pt x="706" y="76"/>
                  <a:pt x="758" y="68"/>
                  <a:pt x="816" y="60"/>
                </a:cubicBezTo>
                <a:cubicBezTo>
                  <a:pt x="990" y="0"/>
                  <a:pt x="1186" y="25"/>
                  <a:pt x="1367" y="25"/>
                </a:cubicBezTo>
              </a:path>
            </a:pathLst>
          </a:custGeom>
          <a:noFill/>
          <a:ln w="25400">
            <a:solidFill>
              <a:schemeClr val="tx1"/>
            </a:solidFill>
            <a:round/>
            <a:headEnd/>
            <a:tailEnd/>
          </a:ln>
        </p:spPr>
        <p:txBody>
          <a:bodyPr wrap="none">
            <a:spAutoFit/>
          </a:bodyPr>
          <a:lstStyle/>
          <a:p>
            <a:endParaRPr lang="zh-CN" altLang="en-US"/>
          </a:p>
        </p:txBody>
      </p:sp>
      <p:sp>
        <p:nvSpPr>
          <p:cNvPr id="150558" name="Line 30"/>
          <p:cNvSpPr>
            <a:spLocks noChangeShapeType="1"/>
          </p:cNvSpPr>
          <p:nvPr/>
        </p:nvSpPr>
        <p:spPr bwMode="auto">
          <a:xfrm flipV="1">
            <a:off x="5003800" y="2168525"/>
            <a:ext cx="1008063" cy="1035050"/>
          </a:xfrm>
          <a:prstGeom prst="line">
            <a:avLst/>
          </a:prstGeom>
          <a:noFill/>
          <a:ln w="19050">
            <a:solidFill>
              <a:srgbClr val="0000FF"/>
            </a:solidFill>
            <a:round/>
            <a:headEnd/>
            <a:tailEnd type="stealth" w="lg" len="lg"/>
          </a:ln>
        </p:spPr>
        <p:txBody>
          <a:bodyPr>
            <a:spAutoFit/>
          </a:bodyPr>
          <a:lstStyle/>
          <a:p>
            <a:endParaRPr lang="zh-CN" altLang="en-US"/>
          </a:p>
        </p:txBody>
      </p:sp>
      <p:sp>
        <p:nvSpPr>
          <p:cNvPr id="150559" name="Text Box 31"/>
          <p:cNvSpPr txBox="1">
            <a:spLocks noChangeArrowheads="1"/>
          </p:cNvSpPr>
          <p:nvPr/>
        </p:nvSpPr>
        <p:spPr bwMode="auto">
          <a:xfrm>
            <a:off x="4886325" y="2468563"/>
            <a:ext cx="563563" cy="457200"/>
          </a:xfrm>
          <a:prstGeom prst="rect">
            <a:avLst/>
          </a:prstGeom>
          <a:noFill/>
          <a:ln w="9525">
            <a:noFill/>
            <a:miter lim="800000"/>
            <a:headEnd/>
            <a:tailEnd/>
          </a:ln>
        </p:spPr>
        <p:txBody>
          <a:bodyPr>
            <a:spAutoFit/>
          </a:bodyPr>
          <a:lstStyle/>
          <a:p>
            <a:pPr>
              <a:lnSpc>
                <a:spcPct val="100000"/>
              </a:lnSpc>
            </a:pPr>
            <a:r>
              <a:rPr lang="en-US" altLang="zh-CN" sz="2400" i="1">
                <a:ea typeface="宋体" pitchFamily="2" charset="-122"/>
              </a:rPr>
              <a:t>M</a:t>
            </a:r>
          </a:p>
        </p:txBody>
      </p:sp>
      <p:graphicFrame>
        <p:nvGraphicFramePr>
          <p:cNvPr id="150560" name="Object 32"/>
          <p:cNvGraphicFramePr>
            <a:graphicFrameLocks noChangeAspect="1"/>
          </p:cNvGraphicFramePr>
          <p:nvPr/>
        </p:nvGraphicFramePr>
        <p:xfrm>
          <a:off x="6057900" y="2028825"/>
          <a:ext cx="460375" cy="320675"/>
        </p:xfrm>
        <a:graphic>
          <a:graphicData uri="http://schemas.openxmlformats.org/presentationml/2006/ole">
            <p:oleObj spid="_x0000_s3074" name="公式" r:id="rId3" imgW="253800" imgH="177480" progId="Equation.3">
              <p:embed/>
            </p:oleObj>
          </a:graphicData>
        </a:graphic>
      </p:graphicFrame>
      <p:graphicFrame>
        <p:nvGraphicFramePr>
          <p:cNvPr id="150561" name="Object 33"/>
          <p:cNvGraphicFramePr>
            <a:graphicFrameLocks noChangeAspect="1"/>
          </p:cNvGraphicFramePr>
          <p:nvPr/>
        </p:nvGraphicFramePr>
        <p:xfrm>
          <a:off x="6211888" y="2438400"/>
          <a:ext cx="295275" cy="363538"/>
        </p:xfrm>
        <a:graphic>
          <a:graphicData uri="http://schemas.openxmlformats.org/presentationml/2006/ole">
            <p:oleObj spid="_x0000_s3075" name="公式" r:id="rId4" imgW="164880" imgH="203040" progId="Equation.3">
              <p:embed/>
            </p:oleObj>
          </a:graphicData>
        </a:graphic>
      </p:graphicFrame>
      <p:sp>
        <p:nvSpPr>
          <p:cNvPr id="150562" name="Line 34"/>
          <p:cNvSpPr>
            <a:spLocks noChangeShapeType="1"/>
          </p:cNvSpPr>
          <p:nvPr/>
        </p:nvSpPr>
        <p:spPr bwMode="auto">
          <a:xfrm>
            <a:off x="5364163" y="2843213"/>
            <a:ext cx="963612" cy="0"/>
          </a:xfrm>
          <a:prstGeom prst="line">
            <a:avLst/>
          </a:prstGeom>
          <a:noFill/>
          <a:ln w="25400">
            <a:solidFill>
              <a:srgbClr val="00CC00"/>
            </a:solidFill>
            <a:round/>
            <a:headEnd/>
            <a:tailEnd type="stealth" w="lg" len="lg"/>
          </a:ln>
        </p:spPr>
        <p:txBody>
          <a:bodyPr>
            <a:spAutoFit/>
          </a:bodyPr>
          <a:lstStyle/>
          <a:p>
            <a:endParaRPr lang="zh-CN" altLang="en-US"/>
          </a:p>
        </p:txBody>
      </p:sp>
      <p:graphicFrame>
        <p:nvGraphicFramePr>
          <p:cNvPr id="150563" name="Object 35"/>
          <p:cNvGraphicFramePr>
            <a:graphicFrameLocks noChangeAspect="1"/>
          </p:cNvGraphicFramePr>
          <p:nvPr/>
        </p:nvGraphicFramePr>
        <p:xfrm>
          <a:off x="5411788" y="2903538"/>
          <a:ext cx="846137" cy="731837"/>
        </p:xfrm>
        <a:graphic>
          <a:graphicData uri="http://schemas.openxmlformats.org/presentationml/2006/ole">
            <p:oleObj spid="_x0000_s3076" name="公式" r:id="rId5" imgW="469800" imgH="406080" progId="Equation.3">
              <p:embed/>
            </p:oleObj>
          </a:graphicData>
        </a:graphic>
      </p:graphicFrame>
      <p:graphicFrame>
        <p:nvGraphicFramePr>
          <p:cNvPr id="150564" name="Object 36"/>
          <p:cNvGraphicFramePr>
            <a:graphicFrameLocks noChangeAspect="1"/>
          </p:cNvGraphicFramePr>
          <p:nvPr/>
        </p:nvGraphicFramePr>
        <p:xfrm>
          <a:off x="1331913" y="2516188"/>
          <a:ext cx="2252662" cy="730250"/>
        </p:xfrm>
        <a:graphic>
          <a:graphicData uri="http://schemas.openxmlformats.org/presentationml/2006/ole">
            <p:oleObj spid="_x0000_s3077" name="公式" r:id="rId6" imgW="1244520" imgH="406080" progId="Equation.3">
              <p:embed/>
            </p:oleObj>
          </a:graphicData>
        </a:graphic>
      </p:graphicFrame>
      <p:graphicFrame>
        <p:nvGraphicFramePr>
          <p:cNvPr id="150565" name="Object 37"/>
          <p:cNvGraphicFramePr>
            <a:graphicFrameLocks noChangeAspect="1"/>
          </p:cNvGraphicFramePr>
          <p:nvPr/>
        </p:nvGraphicFramePr>
        <p:xfrm>
          <a:off x="5786438" y="1173163"/>
          <a:ext cx="230187" cy="322262"/>
        </p:xfrm>
        <a:graphic>
          <a:graphicData uri="http://schemas.openxmlformats.org/presentationml/2006/ole">
            <p:oleObj spid="_x0000_s3078" name="公式" r:id="rId7" imgW="126720" imgH="177480" progId="Equation.3">
              <p:embed/>
            </p:oleObj>
          </a:graphicData>
        </a:graphic>
      </p:graphicFrame>
      <p:graphicFrame>
        <p:nvGraphicFramePr>
          <p:cNvPr id="150566" name="Object 38"/>
          <p:cNvGraphicFramePr>
            <a:graphicFrameLocks noChangeAspect="1"/>
          </p:cNvGraphicFramePr>
          <p:nvPr/>
        </p:nvGraphicFramePr>
        <p:xfrm>
          <a:off x="7072313" y="1173163"/>
          <a:ext cx="460375" cy="320675"/>
        </p:xfrm>
        <a:graphic>
          <a:graphicData uri="http://schemas.openxmlformats.org/presentationml/2006/ole">
            <p:oleObj spid="_x0000_s3079" name="公式" r:id="rId8" imgW="253800" imgH="177480" progId="Equation.3">
              <p:embed/>
            </p:oleObj>
          </a:graphicData>
        </a:graphic>
      </p:graphicFrame>
      <p:sp>
        <p:nvSpPr>
          <p:cNvPr id="150567" name="Rectangle 39"/>
          <p:cNvSpPr>
            <a:spLocks noChangeArrowheads="1"/>
          </p:cNvSpPr>
          <p:nvPr/>
        </p:nvSpPr>
        <p:spPr bwMode="auto">
          <a:xfrm>
            <a:off x="357188" y="4143375"/>
            <a:ext cx="8143875" cy="1008063"/>
          </a:xfrm>
          <a:prstGeom prst="rect">
            <a:avLst/>
          </a:prstGeom>
          <a:solidFill>
            <a:srgbClr val="CC99FF">
              <a:alpha val="50195"/>
            </a:srgbClr>
          </a:solidFill>
          <a:ln w="9525" algn="ctr">
            <a:solidFill>
              <a:srgbClr val="993366">
                <a:alpha val="79999"/>
              </a:srgbClr>
            </a:solidFill>
            <a:miter lim="800000"/>
            <a:headEnd/>
            <a:tailEnd/>
          </a:ln>
        </p:spPr>
        <p:txBody>
          <a:bodyPr anchor="ctr">
            <a:spAutoFit/>
          </a:bodyPr>
          <a:lstStyle/>
          <a:p>
            <a:endParaRPr lang="zh-CN" altLang="en-US"/>
          </a:p>
        </p:txBody>
      </p:sp>
      <p:sp>
        <p:nvSpPr>
          <p:cNvPr id="150568" name="Text Box 40"/>
          <p:cNvSpPr txBox="1">
            <a:spLocks noChangeArrowheads="1"/>
          </p:cNvSpPr>
          <p:nvPr/>
        </p:nvSpPr>
        <p:spPr bwMode="auto">
          <a:xfrm>
            <a:off x="357188" y="4151313"/>
            <a:ext cx="8143875" cy="1006475"/>
          </a:xfrm>
          <a:prstGeom prst="rect">
            <a:avLst/>
          </a:prstGeom>
          <a:noFill/>
          <a:ln w="9525">
            <a:noFill/>
            <a:miter lim="800000"/>
            <a:headEnd/>
            <a:tailEnd/>
          </a:ln>
        </p:spPr>
        <p:txBody>
          <a:bodyPr>
            <a:spAutoFit/>
          </a:bodyPr>
          <a:lstStyle/>
          <a:p>
            <a:pPr algn="just">
              <a:lnSpc>
                <a:spcPct val="125000"/>
              </a:lnSpc>
            </a:pPr>
            <a:r>
              <a:rPr lang="zh-CN" altLang="en-US" sz="2400">
                <a:ea typeface="宋体" pitchFamily="2" charset="-122"/>
              </a:rPr>
              <a:t>某时刻质点动量对时间的变化率等于该时刻作用在质点上所有力的合力。</a:t>
            </a:r>
          </a:p>
        </p:txBody>
      </p:sp>
      <p:graphicFrame>
        <p:nvGraphicFramePr>
          <p:cNvPr id="150569" name="Object 41"/>
          <p:cNvGraphicFramePr>
            <a:graphicFrameLocks noChangeAspect="1"/>
          </p:cNvGraphicFramePr>
          <p:nvPr/>
        </p:nvGraphicFramePr>
        <p:xfrm>
          <a:off x="928688" y="5516563"/>
          <a:ext cx="1766887" cy="730250"/>
        </p:xfrm>
        <a:graphic>
          <a:graphicData uri="http://schemas.openxmlformats.org/presentationml/2006/ole">
            <p:oleObj spid="_x0000_s3080" name="公式" r:id="rId9" imgW="977760" imgH="406080" progId="Equation.3">
              <p:embed/>
            </p:oleObj>
          </a:graphicData>
        </a:graphic>
      </p:graphicFrame>
      <p:graphicFrame>
        <p:nvGraphicFramePr>
          <p:cNvPr id="150570" name="Object 42"/>
          <p:cNvGraphicFramePr>
            <a:graphicFrameLocks noChangeAspect="1"/>
          </p:cNvGraphicFramePr>
          <p:nvPr/>
        </p:nvGraphicFramePr>
        <p:xfrm>
          <a:off x="6102350" y="5472113"/>
          <a:ext cx="2255838" cy="730250"/>
        </p:xfrm>
        <a:graphic>
          <a:graphicData uri="http://schemas.openxmlformats.org/presentationml/2006/ole">
            <p:oleObj spid="_x0000_s3081" name="公式" r:id="rId10" imgW="1257120" imgH="406080" progId="Equation.3">
              <p:embed/>
            </p:oleObj>
          </a:graphicData>
        </a:graphic>
      </p:graphicFrame>
      <p:sp>
        <p:nvSpPr>
          <p:cNvPr id="150571" name="Text Box 43"/>
          <p:cNvSpPr txBox="1">
            <a:spLocks noChangeArrowheads="1"/>
          </p:cNvSpPr>
          <p:nvPr/>
        </p:nvSpPr>
        <p:spPr bwMode="auto">
          <a:xfrm>
            <a:off x="2779713" y="5357813"/>
            <a:ext cx="3006725" cy="461962"/>
          </a:xfrm>
          <a:prstGeom prst="rect">
            <a:avLst/>
          </a:prstGeom>
          <a:noFill/>
          <a:ln w="9525">
            <a:noFill/>
            <a:miter lim="800000"/>
            <a:headEnd/>
            <a:tailEnd/>
          </a:ln>
        </p:spPr>
        <p:txBody>
          <a:bodyPr>
            <a:spAutoFit/>
          </a:bodyPr>
          <a:lstStyle/>
          <a:p>
            <a:pPr algn="ctr">
              <a:lnSpc>
                <a:spcPct val="100000"/>
              </a:lnSpc>
            </a:pPr>
            <a:r>
              <a:rPr lang="zh-CN" altLang="en-US" sz="2400">
                <a:ea typeface="宋体" pitchFamily="2" charset="-122"/>
              </a:rPr>
              <a:t>质量不随时间变化</a:t>
            </a:r>
          </a:p>
        </p:txBody>
      </p:sp>
      <p:sp>
        <p:nvSpPr>
          <p:cNvPr id="150572" name="AutoShape 44"/>
          <p:cNvSpPr>
            <a:spLocks noChangeArrowheads="1"/>
          </p:cNvSpPr>
          <p:nvPr/>
        </p:nvSpPr>
        <p:spPr bwMode="auto">
          <a:xfrm>
            <a:off x="2895600" y="5786438"/>
            <a:ext cx="3060700" cy="142875"/>
          </a:xfrm>
          <a:prstGeom prst="rightArrow">
            <a:avLst>
              <a:gd name="adj1" fmla="val 50000"/>
              <a:gd name="adj2" fmla="val 466528"/>
            </a:avLst>
          </a:prstGeom>
          <a:solidFill>
            <a:srgbClr val="0000FF">
              <a:alpha val="50195"/>
            </a:srgbClr>
          </a:solidFill>
          <a:ln w="9525" algn="ctr">
            <a:solidFill>
              <a:srgbClr val="000080">
                <a:alpha val="79999"/>
              </a:srgbClr>
            </a:solidFill>
            <a:miter lim="800000"/>
            <a:headEnd/>
            <a:tailEnd/>
          </a:ln>
        </p:spPr>
        <p:txBody>
          <a:bodyPr anchor="ctr">
            <a:spAutoFit/>
          </a:bodyPr>
          <a:lstStyle/>
          <a:p>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50533"/>
                                        </p:tgtEl>
                                        <p:attrNameLst>
                                          <p:attrName>style.visibility</p:attrName>
                                        </p:attrNameLst>
                                      </p:cBhvr>
                                      <p:to>
                                        <p:strVal val="visible"/>
                                      </p:to>
                                    </p:set>
                                    <p:animEffect transition="in" filter="wipe(left)">
                                      <p:cBhvr>
                                        <p:cTn id="7" dur="500"/>
                                        <p:tgtEl>
                                          <p:spTgt spid="15053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50555">
                                            <p:txEl>
                                              <p:pRg st="0" end="0"/>
                                            </p:txEl>
                                          </p:spTgt>
                                        </p:tgtEl>
                                        <p:attrNameLst>
                                          <p:attrName>style.visibility</p:attrName>
                                        </p:attrNameLst>
                                      </p:cBhvr>
                                      <p:to>
                                        <p:strVal val="visible"/>
                                      </p:to>
                                    </p:set>
                                    <p:animEffect transition="in" filter="wipe(left)">
                                      <p:cBhvr>
                                        <p:cTn id="12" dur="500"/>
                                        <p:tgtEl>
                                          <p:spTgt spid="150555">
                                            <p:txEl>
                                              <p:pRg st="0" end="0"/>
                                            </p:txEl>
                                          </p:spTgt>
                                        </p:tgtEl>
                                      </p:cBhvr>
                                    </p:animEffect>
                                  </p:childTnLst>
                                </p:cTn>
                              </p:par>
                              <p:par>
                                <p:cTn id="13" presetID="22" presetClass="entr" presetSubtype="8" fill="hold" nodeType="withEffect">
                                  <p:stCondLst>
                                    <p:cond delay="0"/>
                                  </p:stCondLst>
                                  <p:childTnLst>
                                    <p:set>
                                      <p:cBhvr>
                                        <p:cTn id="14" dur="1" fill="hold">
                                          <p:stCondLst>
                                            <p:cond delay="0"/>
                                          </p:stCondLst>
                                        </p:cTn>
                                        <p:tgtEl>
                                          <p:spTgt spid="150565"/>
                                        </p:tgtEl>
                                        <p:attrNameLst>
                                          <p:attrName>style.visibility</p:attrName>
                                        </p:attrNameLst>
                                      </p:cBhvr>
                                      <p:to>
                                        <p:strVal val="visible"/>
                                      </p:to>
                                    </p:set>
                                    <p:animEffect transition="in" filter="wipe(left)">
                                      <p:cBhvr>
                                        <p:cTn id="15" dur="500"/>
                                        <p:tgtEl>
                                          <p:spTgt spid="150565"/>
                                        </p:tgtEl>
                                      </p:cBhvr>
                                    </p:animEffect>
                                  </p:childTnLst>
                                </p:cTn>
                              </p:par>
                              <p:par>
                                <p:cTn id="16" presetID="22" presetClass="entr" presetSubtype="8" fill="hold" nodeType="withEffect">
                                  <p:stCondLst>
                                    <p:cond delay="0"/>
                                  </p:stCondLst>
                                  <p:childTnLst>
                                    <p:set>
                                      <p:cBhvr>
                                        <p:cTn id="17" dur="1" fill="hold">
                                          <p:stCondLst>
                                            <p:cond delay="0"/>
                                          </p:stCondLst>
                                        </p:cTn>
                                        <p:tgtEl>
                                          <p:spTgt spid="150566"/>
                                        </p:tgtEl>
                                        <p:attrNameLst>
                                          <p:attrName>style.visibility</p:attrName>
                                        </p:attrNameLst>
                                      </p:cBhvr>
                                      <p:to>
                                        <p:strVal val="visible"/>
                                      </p:to>
                                    </p:set>
                                    <p:animEffect transition="in" filter="wipe(left)">
                                      <p:cBhvr>
                                        <p:cTn id="18" dur="500"/>
                                        <p:tgtEl>
                                          <p:spTgt spid="150566"/>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grpId="0" nodeType="clickEffect">
                                  <p:stCondLst>
                                    <p:cond delay="0"/>
                                  </p:stCondLst>
                                  <p:childTnLst>
                                    <p:set>
                                      <p:cBhvr>
                                        <p:cTn id="22" dur="1" fill="hold">
                                          <p:stCondLst>
                                            <p:cond delay="0"/>
                                          </p:stCondLst>
                                        </p:cTn>
                                        <p:tgtEl>
                                          <p:spTgt spid="150557"/>
                                        </p:tgtEl>
                                        <p:attrNameLst>
                                          <p:attrName>style.visibility</p:attrName>
                                        </p:attrNameLst>
                                      </p:cBhvr>
                                      <p:to>
                                        <p:strVal val="visible"/>
                                      </p:to>
                                    </p:set>
                                    <p:animEffect transition="in" filter="wipe(down)">
                                      <p:cBhvr>
                                        <p:cTn id="23" dur="500"/>
                                        <p:tgtEl>
                                          <p:spTgt spid="150557"/>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50559"/>
                                        </p:tgtEl>
                                        <p:attrNameLst>
                                          <p:attrName>style.visibility</p:attrName>
                                        </p:attrNameLst>
                                      </p:cBhvr>
                                      <p:to>
                                        <p:strVal val="visible"/>
                                      </p:to>
                                    </p:set>
                                    <p:animEffect transition="in" filter="wipe(left)">
                                      <p:cBhvr>
                                        <p:cTn id="28" dur="500"/>
                                        <p:tgtEl>
                                          <p:spTgt spid="150559"/>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4" fill="hold" grpId="0" nodeType="clickEffect">
                                  <p:stCondLst>
                                    <p:cond delay="0"/>
                                  </p:stCondLst>
                                  <p:childTnLst>
                                    <p:set>
                                      <p:cBhvr>
                                        <p:cTn id="32" dur="1" fill="hold">
                                          <p:stCondLst>
                                            <p:cond delay="0"/>
                                          </p:stCondLst>
                                        </p:cTn>
                                        <p:tgtEl>
                                          <p:spTgt spid="150558"/>
                                        </p:tgtEl>
                                        <p:attrNameLst>
                                          <p:attrName>style.visibility</p:attrName>
                                        </p:attrNameLst>
                                      </p:cBhvr>
                                      <p:to>
                                        <p:strVal val="visible"/>
                                      </p:to>
                                    </p:set>
                                    <p:animEffect transition="in" filter="wipe(down)">
                                      <p:cBhvr>
                                        <p:cTn id="33" dur="500"/>
                                        <p:tgtEl>
                                          <p:spTgt spid="150558"/>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2" fill="hold" nodeType="clickEffect">
                                  <p:stCondLst>
                                    <p:cond delay="0"/>
                                  </p:stCondLst>
                                  <p:childTnLst>
                                    <p:set>
                                      <p:cBhvr>
                                        <p:cTn id="37" dur="1" fill="hold">
                                          <p:stCondLst>
                                            <p:cond delay="0"/>
                                          </p:stCondLst>
                                        </p:cTn>
                                        <p:tgtEl>
                                          <p:spTgt spid="150560"/>
                                        </p:tgtEl>
                                        <p:attrNameLst>
                                          <p:attrName>style.visibility</p:attrName>
                                        </p:attrNameLst>
                                      </p:cBhvr>
                                      <p:to>
                                        <p:strVal val="visible"/>
                                      </p:to>
                                    </p:set>
                                    <p:animEffect transition="in" filter="wipe(right)">
                                      <p:cBhvr>
                                        <p:cTn id="38" dur="500"/>
                                        <p:tgtEl>
                                          <p:spTgt spid="150560"/>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150556"/>
                                        </p:tgtEl>
                                        <p:attrNameLst>
                                          <p:attrName>style.visibility</p:attrName>
                                        </p:attrNameLst>
                                      </p:cBhvr>
                                      <p:to>
                                        <p:strVal val="visible"/>
                                      </p:to>
                                    </p:set>
                                    <p:animEffect transition="in" filter="wipe(left)">
                                      <p:cBhvr>
                                        <p:cTn id="43" dur="500"/>
                                        <p:tgtEl>
                                          <p:spTgt spid="150556"/>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2" fill="hold" nodeType="clickEffect">
                                  <p:stCondLst>
                                    <p:cond delay="0"/>
                                  </p:stCondLst>
                                  <p:childTnLst>
                                    <p:set>
                                      <p:cBhvr>
                                        <p:cTn id="47" dur="1" fill="hold">
                                          <p:stCondLst>
                                            <p:cond delay="0"/>
                                          </p:stCondLst>
                                        </p:cTn>
                                        <p:tgtEl>
                                          <p:spTgt spid="150561"/>
                                        </p:tgtEl>
                                        <p:attrNameLst>
                                          <p:attrName>style.visibility</p:attrName>
                                        </p:attrNameLst>
                                      </p:cBhvr>
                                      <p:to>
                                        <p:strVal val="visible"/>
                                      </p:to>
                                    </p:set>
                                    <p:animEffect transition="in" filter="wipe(right)">
                                      <p:cBhvr>
                                        <p:cTn id="48" dur="500"/>
                                        <p:tgtEl>
                                          <p:spTgt spid="150561"/>
                                        </p:tgtEl>
                                      </p:cBhvr>
                                    </p:animEffect>
                                  </p:childTnLst>
                                </p:cTn>
                              </p:par>
                            </p:childTnLst>
                          </p:cTn>
                        </p:par>
                      </p:childTnLst>
                    </p:cTn>
                  </p:par>
                  <p:par>
                    <p:cTn id="49" fill="hold">
                      <p:stCondLst>
                        <p:cond delay="indefinite"/>
                      </p:stCondLst>
                      <p:childTnLst>
                        <p:par>
                          <p:cTn id="50" fill="hold">
                            <p:stCondLst>
                              <p:cond delay="0"/>
                            </p:stCondLst>
                            <p:childTnLst>
                              <p:par>
                                <p:cTn id="51" presetID="23" presetClass="entr" presetSubtype="16" fill="hold" nodeType="clickEffect">
                                  <p:stCondLst>
                                    <p:cond delay="0"/>
                                  </p:stCondLst>
                                  <p:childTnLst>
                                    <p:set>
                                      <p:cBhvr>
                                        <p:cTn id="52" dur="1" fill="hold">
                                          <p:stCondLst>
                                            <p:cond delay="0"/>
                                          </p:stCondLst>
                                        </p:cTn>
                                        <p:tgtEl>
                                          <p:spTgt spid="150564"/>
                                        </p:tgtEl>
                                        <p:attrNameLst>
                                          <p:attrName>style.visibility</p:attrName>
                                        </p:attrNameLst>
                                      </p:cBhvr>
                                      <p:to>
                                        <p:strVal val="visible"/>
                                      </p:to>
                                    </p:set>
                                    <p:anim calcmode="lin" valueType="num">
                                      <p:cBhvr>
                                        <p:cTn id="53" dur="500" fill="hold"/>
                                        <p:tgtEl>
                                          <p:spTgt spid="150564"/>
                                        </p:tgtEl>
                                        <p:attrNameLst>
                                          <p:attrName>ppt_w</p:attrName>
                                        </p:attrNameLst>
                                      </p:cBhvr>
                                      <p:tavLst>
                                        <p:tav tm="0">
                                          <p:val>
                                            <p:fltVal val="0"/>
                                          </p:val>
                                        </p:tav>
                                        <p:tav tm="100000">
                                          <p:val>
                                            <p:strVal val="#ppt_w"/>
                                          </p:val>
                                        </p:tav>
                                      </p:tavLst>
                                    </p:anim>
                                    <p:anim calcmode="lin" valueType="num">
                                      <p:cBhvr>
                                        <p:cTn id="54" dur="500" fill="hold"/>
                                        <p:tgtEl>
                                          <p:spTgt spid="150564"/>
                                        </p:tgtEl>
                                        <p:attrNameLst>
                                          <p:attrName>ppt_h</p:attrName>
                                        </p:attrNameLst>
                                      </p:cBhvr>
                                      <p:tavLst>
                                        <p:tav tm="0">
                                          <p:val>
                                            <p:fltVal val="0"/>
                                          </p:val>
                                        </p:tav>
                                        <p:tav tm="100000">
                                          <p:val>
                                            <p:strVal val="#ppt_h"/>
                                          </p:val>
                                        </p:tav>
                                      </p:tavLst>
                                    </p:anim>
                                  </p:childTnLst>
                                </p:cTn>
                              </p:par>
                            </p:childTnLst>
                          </p:cTn>
                        </p:par>
                      </p:childTnLst>
                    </p:cTn>
                  </p:par>
                  <p:par>
                    <p:cTn id="55" fill="hold">
                      <p:stCondLst>
                        <p:cond delay="indefinite"/>
                      </p:stCondLst>
                      <p:childTnLst>
                        <p:par>
                          <p:cTn id="56" fill="hold">
                            <p:stCondLst>
                              <p:cond delay="0"/>
                            </p:stCondLst>
                            <p:childTnLst>
                              <p:par>
                                <p:cTn id="57" presetID="22" presetClass="entr" presetSubtype="8" fill="hold" grpId="0" nodeType="clickEffect">
                                  <p:stCondLst>
                                    <p:cond delay="0"/>
                                  </p:stCondLst>
                                  <p:childTnLst>
                                    <p:set>
                                      <p:cBhvr>
                                        <p:cTn id="58" dur="1" fill="hold">
                                          <p:stCondLst>
                                            <p:cond delay="0"/>
                                          </p:stCondLst>
                                        </p:cTn>
                                        <p:tgtEl>
                                          <p:spTgt spid="150562"/>
                                        </p:tgtEl>
                                        <p:attrNameLst>
                                          <p:attrName>style.visibility</p:attrName>
                                        </p:attrNameLst>
                                      </p:cBhvr>
                                      <p:to>
                                        <p:strVal val="visible"/>
                                      </p:to>
                                    </p:set>
                                    <p:animEffect transition="in" filter="wipe(left)">
                                      <p:cBhvr>
                                        <p:cTn id="59" dur="500"/>
                                        <p:tgtEl>
                                          <p:spTgt spid="150562"/>
                                        </p:tgtEl>
                                      </p:cBhvr>
                                    </p:animEffect>
                                  </p:childTnLst>
                                </p:cTn>
                              </p:par>
                            </p:childTnLst>
                          </p:cTn>
                        </p:par>
                      </p:childTnLst>
                    </p:cTn>
                  </p:par>
                  <p:par>
                    <p:cTn id="60" fill="hold">
                      <p:stCondLst>
                        <p:cond delay="indefinite"/>
                      </p:stCondLst>
                      <p:childTnLst>
                        <p:par>
                          <p:cTn id="61" fill="hold">
                            <p:stCondLst>
                              <p:cond delay="0"/>
                            </p:stCondLst>
                            <p:childTnLst>
                              <p:par>
                                <p:cTn id="62" presetID="22" presetClass="entr" presetSubtype="4" fill="hold" nodeType="clickEffect">
                                  <p:stCondLst>
                                    <p:cond delay="0"/>
                                  </p:stCondLst>
                                  <p:childTnLst>
                                    <p:set>
                                      <p:cBhvr>
                                        <p:cTn id="63" dur="1" fill="hold">
                                          <p:stCondLst>
                                            <p:cond delay="0"/>
                                          </p:stCondLst>
                                        </p:cTn>
                                        <p:tgtEl>
                                          <p:spTgt spid="150563"/>
                                        </p:tgtEl>
                                        <p:attrNameLst>
                                          <p:attrName>style.visibility</p:attrName>
                                        </p:attrNameLst>
                                      </p:cBhvr>
                                      <p:to>
                                        <p:strVal val="visible"/>
                                      </p:to>
                                    </p:set>
                                    <p:animEffect transition="in" filter="wipe(down)">
                                      <p:cBhvr>
                                        <p:cTn id="64" dur="500"/>
                                        <p:tgtEl>
                                          <p:spTgt spid="150563"/>
                                        </p:tgtEl>
                                      </p:cBhvr>
                                    </p:animEffect>
                                  </p:childTnLst>
                                </p:cTn>
                              </p:par>
                            </p:childTnLst>
                          </p:cTn>
                        </p:par>
                      </p:childTnLst>
                    </p:cTn>
                  </p:par>
                  <p:par>
                    <p:cTn id="65" fill="hold">
                      <p:stCondLst>
                        <p:cond delay="indefinite"/>
                      </p:stCondLst>
                      <p:childTnLst>
                        <p:par>
                          <p:cTn id="66" fill="hold">
                            <p:stCondLst>
                              <p:cond delay="0"/>
                            </p:stCondLst>
                            <p:childTnLst>
                              <p:par>
                                <p:cTn id="67" presetID="22" presetClass="entr" presetSubtype="8" fill="hold" grpId="0" nodeType="clickEffect">
                                  <p:stCondLst>
                                    <p:cond delay="0"/>
                                  </p:stCondLst>
                                  <p:childTnLst>
                                    <p:set>
                                      <p:cBhvr>
                                        <p:cTn id="68" dur="1" fill="hold">
                                          <p:stCondLst>
                                            <p:cond delay="0"/>
                                          </p:stCondLst>
                                        </p:cTn>
                                        <p:tgtEl>
                                          <p:spTgt spid="150568">
                                            <p:txEl>
                                              <p:pRg st="0" end="0"/>
                                            </p:txEl>
                                          </p:spTgt>
                                        </p:tgtEl>
                                        <p:attrNameLst>
                                          <p:attrName>style.visibility</p:attrName>
                                        </p:attrNameLst>
                                      </p:cBhvr>
                                      <p:to>
                                        <p:strVal val="visible"/>
                                      </p:to>
                                    </p:set>
                                    <p:animEffect transition="in" filter="wipe(left)">
                                      <p:cBhvr>
                                        <p:cTn id="69" dur="500"/>
                                        <p:tgtEl>
                                          <p:spTgt spid="150568">
                                            <p:txEl>
                                              <p:pRg st="0" end="0"/>
                                            </p:txEl>
                                          </p:spTgt>
                                        </p:tgtEl>
                                      </p:cBhvr>
                                    </p:animEffect>
                                  </p:childTnLst>
                                </p:cTn>
                              </p:par>
                              <p:par>
                                <p:cTn id="70" presetID="3" presetClass="entr" presetSubtype="10" fill="hold" grpId="0" nodeType="withEffect">
                                  <p:stCondLst>
                                    <p:cond delay="0"/>
                                  </p:stCondLst>
                                  <p:childTnLst>
                                    <p:set>
                                      <p:cBhvr>
                                        <p:cTn id="71" dur="1" fill="hold">
                                          <p:stCondLst>
                                            <p:cond delay="0"/>
                                          </p:stCondLst>
                                        </p:cTn>
                                        <p:tgtEl>
                                          <p:spTgt spid="150567"/>
                                        </p:tgtEl>
                                        <p:attrNameLst>
                                          <p:attrName>style.visibility</p:attrName>
                                        </p:attrNameLst>
                                      </p:cBhvr>
                                      <p:to>
                                        <p:strVal val="visible"/>
                                      </p:to>
                                    </p:set>
                                    <p:animEffect transition="in" filter="blinds(horizontal)">
                                      <p:cBhvr>
                                        <p:cTn id="72" dur="2000"/>
                                        <p:tgtEl>
                                          <p:spTgt spid="150567"/>
                                        </p:tgtEl>
                                      </p:cBhvr>
                                    </p:animEffect>
                                  </p:childTnLst>
                                </p:cTn>
                              </p:par>
                            </p:childTnLst>
                          </p:cTn>
                        </p:par>
                      </p:childTnLst>
                    </p:cTn>
                  </p:par>
                  <p:par>
                    <p:cTn id="73" fill="hold">
                      <p:stCondLst>
                        <p:cond delay="indefinite"/>
                      </p:stCondLst>
                      <p:childTnLst>
                        <p:par>
                          <p:cTn id="74" fill="hold">
                            <p:stCondLst>
                              <p:cond delay="0"/>
                            </p:stCondLst>
                            <p:childTnLst>
                              <p:par>
                                <p:cTn id="75" presetID="23" presetClass="entr" presetSubtype="16" fill="hold" nodeType="clickEffect">
                                  <p:stCondLst>
                                    <p:cond delay="0"/>
                                  </p:stCondLst>
                                  <p:childTnLst>
                                    <p:set>
                                      <p:cBhvr>
                                        <p:cTn id="76" dur="1" fill="hold">
                                          <p:stCondLst>
                                            <p:cond delay="0"/>
                                          </p:stCondLst>
                                        </p:cTn>
                                        <p:tgtEl>
                                          <p:spTgt spid="150569"/>
                                        </p:tgtEl>
                                        <p:attrNameLst>
                                          <p:attrName>style.visibility</p:attrName>
                                        </p:attrNameLst>
                                      </p:cBhvr>
                                      <p:to>
                                        <p:strVal val="visible"/>
                                      </p:to>
                                    </p:set>
                                    <p:anim calcmode="lin" valueType="num">
                                      <p:cBhvr>
                                        <p:cTn id="77" dur="500" fill="hold"/>
                                        <p:tgtEl>
                                          <p:spTgt spid="150569"/>
                                        </p:tgtEl>
                                        <p:attrNameLst>
                                          <p:attrName>ppt_w</p:attrName>
                                        </p:attrNameLst>
                                      </p:cBhvr>
                                      <p:tavLst>
                                        <p:tav tm="0">
                                          <p:val>
                                            <p:fltVal val="0"/>
                                          </p:val>
                                        </p:tav>
                                        <p:tav tm="100000">
                                          <p:val>
                                            <p:strVal val="#ppt_w"/>
                                          </p:val>
                                        </p:tav>
                                      </p:tavLst>
                                    </p:anim>
                                    <p:anim calcmode="lin" valueType="num">
                                      <p:cBhvr>
                                        <p:cTn id="78" dur="500" fill="hold"/>
                                        <p:tgtEl>
                                          <p:spTgt spid="150569"/>
                                        </p:tgtEl>
                                        <p:attrNameLst>
                                          <p:attrName>ppt_h</p:attrName>
                                        </p:attrNameLst>
                                      </p:cBhvr>
                                      <p:tavLst>
                                        <p:tav tm="0">
                                          <p:val>
                                            <p:fltVal val="0"/>
                                          </p:val>
                                        </p:tav>
                                        <p:tav tm="100000">
                                          <p:val>
                                            <p:strVal val="#ppt_h"/>
                                          </p:val>
                                        </p:tav>
                                      </p:tavLst>
                                    </p:anim>
                                  </p:childTnLst>
                                </p:cTn>
                              </p:par>
                            </p:childTnLst>
                          </p:cTn>
                        </p:par>
                      </p:childTnLst>
                    </p:cTn>
                  </p:par>
                  <p:par>
                    <p:cTn id="79" fill="hold">
                      <p:stCondLst>
                        <p:cond delay="indefinite"/>
                      </p:stCondLst>
                      <p:childTnLst>
                        <p:par>
                          <p:cTn id="80" fill="hold">
                            <p:stCondLst>
                              <p:cond delay="0"/>
                            </p:stCondLst>
                            <p:childTnLst>
                              <p:par>
                                <p:cTn id="81" presetID="22" presetClass="entr" presetSubtype="8" fill="hold" grpId="0" nodeType="clickEffect">
                                  <p:stCondLst>
                                    <p:cond delay="0"/>
                                  </p:stCondLst>
                                  <p:childTnLst>
                                    <p:set>
                                      <p:cBhvr>
                                        <p:cTn id="82" dur="1" fill="hold">
                                          <p:stCondLst>
                                            <p:cond delay="0"/>
                                          </p:stCondLst>
                                        </p:cTn>
                                        <p:tgtEl>
                                          <p:spTgt spid="150572"/>
                                        </p:tgtEl>
                                        <p:attrNameLst>
                                          <p:attrName>style.visibility</p:attrName>
                                        </p:attrNameLst>
                                      </p:cBhvr>
                                      <p:to>
                                        <p:strVal val="visible"/>
                                      </p:to>
                                    </p:set>
                                    <p:animEffect transition="in" filter="wipe(left)">
                                      <p:cBhvr>
                                        <p:cTn id="83" dur="500"/>
                                        <p:tgtEl>
                                          <p:spTgt spid="150572"/>
                                        </p:tgtEl>
                                      </p:cBhvr>
                                    </p:animEffect>
                                  </p:childTnLst>
                                </p:cTn>
                              </p:par>
                              <p:par>
                                <p:cTn id="84" presetID="22" presetClass="entr" presetSubtype="8" fill="hold" grpId="0" nodeType="withEffect">
                                  <p:stCondLst>
                                    <p:cond delay="0"/>
                                  </p:stCondLst>
                                  <p:childTnLst>
                                    <p:set>
                                      <p:cBhvr>
                                        <p:cTn id="85" dur="1" fill="hold">
                                          <p:stCondLst>
                                            <p:cond delay="0"/>
                                          </p:stCondLst>
                                        </p:cTn>
                                        <p:tgtEl>
                                          <p:spTgt spid="150571"/>
                                        </p:tgtEl>
                                        <p:attrNameLst>
                                          <p:attrName>style.visibility</p:attrName>
                                        </p:attrNameLst>
                                      </p:cBhvr>
                                      <p:to>
                                        <p:strVal val="visible"/>
                                      </p:to>
                                    </p:set>
                                    <p:animEffect transition="in" filter="wipe(left)">
                                      <p:cBhvr>
                                        <p:cTn id="86" dur="500"/>
                                        <p:tgtEl>
                                          <p:spTgt spid="150571"/>
                                        </p:tgtEl>
                                      </p:cBhvr>
                                    </p:animEffect>
                                  </p:childTnLst>
                                </p:cTn>
                              </p:par>
                            </p:childTnLst>
                          </p:cTn>
                        </p:par>
                      </p:childTnLst>
                    </p:cTn>
                  </p:par>
                  <p:par>
                    <p:cTn id="87" fill="hold">
                      <p:stCondLst>
                        <p:cond delay="indefinite"/>
                      </p:stCondLst>
                      <p:childTnLst>
                        <p:par>
                          <p:cTn id="88" fill="hold">
                            <p:stCondLst>
                              <p:cond delay="0"/>
                            </p:stCondLst>
                            <p:childTnLst>
                              <p:par>
                                <p:cTn id="89" presetID="23" presetClass="entr" presetSubtype="16" fill="hold" nodeType="clickEffect">
                                  <p:stCondLst>
                                    <p:cond delay="0"/>
                                  </p:stCondLst>
                                  <p:childTnLst>
                                    <p:set>
                                      <p:cBhvr>
                                        <p:cTn id="90" dur="1" fill="hold">
                                          <p:stCondLst>
                                            <p:cond delay="0"/>
                                          </p:stCondLst>
                                        </p:cTn>
                                        <p:tgtEl>
                                          <p:spTgt spid="150570"/>
                                        </p:tgtEl>
                                        <p:attrNameLst>
                                          <p:attrName>style.visibility</p:attrName>
                                        </p:attrNameLst>
                                      </p:cBhvr>
                                      <p:to>
                                        <p:strVal val="visible"/>
                                      </p:to>
                                    </p:set>
                                    <p:anim calcmode="lin" valueType="num">
                                      <p:cBhvr>
                                        <p:cTn id="91" dur="500" fill="hold"/>
                                        <p:tgtEl>
                                          <p:spTgt spid="150570"/>
                                        </p:tgtEl>
                                        <p:attrNameLst>
                                          <p:attrName>ppt_w</p:attrName>
                                        </p:attrNameLst>
                                      </p:cBhvr>
                                      <p:tavLst>
                                        <p:tav tm="0">
                                          <p:val>
                                            <p:fltVal val="0"/>
                                          </p:val>
                                        </p:tav>
                                        <p:tav tm="100000">
                                          <p:val>
                                            <p:strVal val="#ppt_w"/>
                                          </p:val>
                                        </p:tav>
                                      </p:tavLst>
                                    </p:anim>
                                    <p:anim calcmode="lin" valueType="num">
                                      <p:cBhvr>
                                        <p:cTn id="92" dur="500" fill="hold"/>
                                        <p:tgtEl>
                                          <p:spTgt spid="150570"/>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0533" grpId="0" autoUpdateAnimBg="0"/>
      <p:bldP spid="150555" grpId="0" build="p" autoUpdateAnimBg="0"/>
      <p:bldP spid="150556" grpId="0" animBg="1"/>
      <p:bldP spid="150557" grpId="0" animBg="1"/>
      <p:bldP spid="150558" grpId="0" animBg="1"/>
      <p:bldP spid="150559" grpId="0" autoUpdateAnimBg="0"/>
      <p:bldP spid="150562" grpId="0" animBg="1"/>
      <p:bldP spid="150567" grpId="0" animBg="1"/>
      <p:bldP spid="150568" grpId="0" build="p" autoUpdateAnimBg="0"/>
      <p:bldP spid="150571" grpId="0" autoUpdateAnimBg="0"/>
      <p:bldP spid="150572"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730" name="Text Box 2"/>
          <p:cNvSpPr txBox="1">
            <a:spLocks noChangeArrowheads="1"/>
          </p:cNvSpPr>
          <p:nvPr/>
        </p:nvSpPr>
        <p:spPr bwMode="auto">
          <a:xfrm>
            <a:off x="657225" y="541338"/>
            <a:ext cx="3529013" cy="457200"/>
          </a:xfrm>
          <a:prstGeom prst="rect">
            <a:avLst/>
          </a:prstGeom>
          <a:noFill/>
          <a:ln w="9525">
            <a:noFill/>
            <a:miter lim="800000"/>
            <a:headEnd/>
            <a:tailEnd/>
          </a:ln>
        </p:spPr>
        <p:txBody>
          <a:bodyPr>
            <a:spAutoFit/>
          </a:bodyPr>
          <a:lstStyle/>
          <a:p>
            <a:pPr>
              <a:lnSpc>
                <a:spcPct val="100000"/>
              </a:lnSpc>
            </a:pPr>
            <a:r>
              <a:rPr kumimoji="0" lang="zh-CN" altLang="en-US" sz="2400">
                <a:ea typeface="宋体" pitchFamily="2" charset="-122"/>
              </a:rPr>
              <a:t>根据加速度的定义得：</a:t>
            </a:r>
            <a:endParaRPr lang="zh-CN" altLang="en-US" sz="1200">
              <a:ea typeface="宋体" pitchFamily="2" charset="-122"/>
            </a:endParaRPr>
          </a:p>
        </p:txBody>
      </p:sp>
      <p:graphicFrame>
        <p:nvGraphicFramePr>
          <p:cNvPr id="201731" name="Object 3"/>
          <p:cNvGraphicFramePr>
            <a:graphicFrameLocks/>
          </p:cNvGraphicFramePr>
          <p:nvPr/>
        </p:nvGraphicFramePr>
        <p:xfrm>
          <a:off x="938213" y="1130300"/>
          <a:ext cx="3297237" cy="752475"/>
        </p:xfrm>
        <a:graphic>
          <a:graphicData uri="http://schemas.openxmlformats.org/presentationml/2006/ole">
            <p:oleObj spid="_x0000_s4098" name="公式" r:id="rId3" imgW="1803240" imgH="419040" progId="Equation.3">
              <p:embed/>
            </p:oleObj>
          </a:graphicData>
        </a:graphic>
      </p:graphicFrame>
      <p:sp>
        <p:nvSpPr>
          <p:cNvPr id="201732" name="Text Box 4"/>
          <p:cNvSpPr txBox="1">
            <a:spLocks noChangeArrowheads="1"/>
          </p:cNvSpPr>
          <p:nvPr/>
        </p:nvSpPr>
        <p:spPr bwMode="auto">
          <a:xfrm>
            <a:off x="4427538" y="1346200"/>
            <a:ext cx="3529012" cy="457200"/>
          </a:xfrm>
          <a:prstGeom prst="rect">
            <a:avLst/>
          </a:prstGeom>
          <a:noFill/>
          <a:ln w="9525">
            <a:noFill/>
            <a:miter lim="800000"/>
            <a:headEnd/>
            <a:tailEnd/>
          </a:ln>
        </p:spPr>
        <p:txBody>
          <a:bodyPr>
            <a:spAutoFit/>
          </a:bodyPr>
          <a:lstStyle/>
          <a:p>
            <a:pPr>
              <a:lnSpc>
                <a:spcPct val="100000"/>
              </a:lnSpc>
            </a:pPr>
            <a:r>
              <a:rPr kumimoji="0" lang="zh-CN" altLang="en-US" sz="2400">
                <a:solidFill>
                  <a:srgbClr val="FF6600"/>
                </a:solidFill>
                <a:ea typeface="宋体" pitchFamily="2" charset="-122"/>
              </a:rPr>
              <a:t>质点动力学方程</a:t>
            </a:r>
            <a:endParaRPr lang="zh-CN" altLang="en-US" sz="2400">
              <a:solidFill>
                <a:srgbClr val="FF6600"/>
              </a:solidFill>
              <a:ea typeface="宋体" pitchFamily="2" charset="-122"/>
            </a:endParaRPr>
          </a:p>
        </p:txBody>
      </p:sp>
      <p:sp>
        <p:nvSpPr>
          <p:cNvPr id="201733" name="Text Box 5"/>
          <p:cNvSpPr txBox="1">
            <a:spLocks noChangeArrowheads="1"/>
          </p:cNvSpPr>
          <p:nvPr/>
        </p:nvSpPr>
        <p:spPr bwMode="auto">
          <a:xfrm>
            <a:off x="746125" y="2168525"/>
            <a:ext cx="4419600" cy="457200"/>
          </a:xfrm>
          <a:prstGeom prst="rect">
            <a:avLst/>
          </a:prstGeom>
          <a:noFill/>
          <a:ln w="9525">
            <a:noFill/>
            <a:miter lim="800000"/>
            <a:headEnd/>
            <a:tailEnd/>
          </a:ln>
        </p:spPr>
        <p:txBody>
          <a:bodyPr>
            <a:spAutoFit/>
          </a:bodyPr>
          <a:lstStyle/>
          <a:p>
            <a:pPr>
              <a:lnSpc>
                <a:spcPct val="100000"/>
              </a:lnSpc>
            </a:pPr>
            <a:r>
              <a:rPr kumimoji="0" lang="zh-CN" altLang="en-US" sz="2400">
                <a:ea typeface="宋体" pitchFamily="2" charset="-122"/>
              </a:rPr>
              <a:t>牛顿第二定律的分</a:t>
            </a:r>
            <a:r>
              <a:rPr lang="zh-CN" altLang="en-US" sz="2400">
                <a:ea typeface="宋体" pitchFamily="2" charset="-122"/>
              </a:rPr>
              <a:t>量形式</a:t>
            </a:r>
          </a:p>
        </p:txBody>
      </p:sp>
      <p:graphicFrame>
        <p:nvGraphicFramePr>
          <p:cNvPr id="201734" name="Object 6"/>
          <p:cNvGraphicFramePr>
            <a:graphicFrameLocks noChangeAspect="1"/>
          </p:cNvGraphicFramePr>
          <p:nvPr/>
        </p:nvGraphicFramePr>
        <p:xfrm>
          <a:off x="1655763" y="2874963"/>
          <a:ext cx="1843087" cy="752475"/>
        </p:xfrm>
        <a:graphic>
          <a:graphicData uri="http://schemas.openxmlformats.org/presentationml/2006/ole">
            <p:oleObj spid="_x0000_s4099" name="公式" r:id="rId4" imgW="1028520" imgH="419040" progId="Equation.3">
              <p:embed/>
            </p:oleObj>
          </a:graphicData>
        </a:graphic>
      </p:graphicFrame>
      <p:graphicFrame>
        <p:nvGraphicFramePr>
          <p:cNvPr id="201735" name="Object 7"/>
          <p:cNvGraphicFramePr>
            <a:graphicFrameLocks noChangeAspect="1"/>
          </p:cNvGraphicFramePr>
          <p:nvPr/>
        </p:nvGraphicFramePr>
        <p:xfrm>
          <a:off x="1655763" y="3679825"/>
          <a:ext cx="1789112" cy="752475"/>
        </p:xfrm>
        <a:graphic>
          <a:graphicData uri="http://schemas.openxmlformats.org/presentationml/2006/ole">
            <p:oleObj spid="_x0000_s4100" name="公式" r:id="rId5" imgW="977760" imgH="419040" progId="Equation.3">
              <p:embed/>
            </p:oleObj>
          </a:graphicData>
        </a:graphic>
      </p:graphicFrame>
      <p:graphicFrame>
        <p:nvGraphicFramePr>
          <p:cNvPr id="201736" name="Object 8"/>
          <p:cNvGraphicFramePr>
            <a:graphicFrameLocks noChangeAspect="1"/>
          </p:cNvGraphicFramePr>
          <p:nvPr/>
        </p:nvGraphicFramePr>
        <p:xfrm>
          <a:off x="1611313" y="4443413"/>
          <a:ext cx="1814512" cy="755650"/>
        </p:xfrm>
        <a:graphic>
          <a:graphicData uri="http://schemas.openxmlformats.org/presentationml/2006/ole">
            <p:oleObj spid="_x0000_s4101" name="公式" r:id="rId6" imgW="990360" imgH="419040" progId="Equation.3">
              <p:embed/>
            </p:oleObj>
          </a:graphicData>
        </a:graphic>
      </p:graphicFrame>
      <p:sp>
        <p:nvSpPr>
          <p:cNvPr id="201740" name="Rectangle 12"/>
          <p:cNvSpPr>
            <a:spLocks noChangeArrowheads="1"/>
          </p:cNvSpPr>
          <p:nvPr/>
        </p:nvSpPr>
        <p:spPr bwMode="auto">
          <a:xfrm>
            <a:off x="3973922" y="2643182"/>
            <a:ext cx="582211" cy="2928958"/>
          </a:xfrm>
          <a:prstGeom prst="rect">
            <a:avLst/>
          </a:prstGeom>
          <a:noFill/>
          <a:ln w="9525" algn="ctr">
            <a:noFill/>
            <a:miter lim="800000"/>
            <a:headEnd/>
            <a:tailEnd/>
          </a:ln>
          <a:effectLst/>
        </p:spPr>
        <p:txBody>
          <a:bodyPr vert="wordArtVertRtl">
            <a:spAutoFit/>
          </a:bodyPr>
          <a:lstStyle/>
          <a:p>
            <a:pPr algn="just">
              <a:lnSpc>
                <a:spcPct val="100000"/>
              </a:lnSpc>
              <a:buFont typeface="Wingdings" pitchFamily="2" charset="2"/>
              <a:buNone/>
              <a:defRPr/>
            </a:pPr>
            <a:r>
              <a:rPr lang="zh-CN" altLang="en-US" sz="2400" dirty="0">
                <a:solidFill>
                  <a:srgbClr val="FF6600"/>
                </a:solidFill>
                <a:ea typeface="宋体" pitchFamily="2" charset="-122"/>
              </a:rPr>
              <a:t>（自然坐标系）</a:t>
            </a:r>
          </a:p>
        </p:txBody>
      </p:sp>
      <p:sp>
        <p:nvSpPr>
          <p:cNvPr id="201744" name="Rectangle 16"/>
          <p:cNvSpPr>
            <a:spLocks noChangeArrowheads="1"/>
          </p:cNvSpPr>
          <p:nvPr/>
        </p:nvSpPr>
        <p:spPr bwMode="auto">
          <a:xfrm>
            <a:off x="929070" y="2786058"/>
            <a:ext cx="582211" cy="2714644"/>
          </a:xfrm>
          <a:prstGeom prst="rect">
            <a:avLst/>
          </a:prstGeom>
          <a:noFill/>
          <a:ln w="9525" algn="ctr">
            <a:noFill/>
            <a:miter lim="800000"/>
            <a:headEnd/>
            <a:tailEnd/>
          </a:ln>
          <a:effectLst/>
        </p:spPr>
        <p:txBody>
          <a:bodyPr vert="wordArtVertRtl">
            <a:spAutoFit/>
          </a:bodyPr>
          <a:lstStyle/>
          <a:p>
            <a:pPr algn="just">
              <a:lnSpc>
                <a:spcPct val="100000"/>
              </a:lnSpc>
              <a:buFont typeface="Wingdings" pitchFamily="2" charset="2"/>
              <a:buNone/>
              <a:defRPr/>
            </a:pPr>
            <a:r>
              <a:rPr lang="zh-CN" altLang="en-US" sz="2400" dirty="0">
                <a:solidFill>
                  <a:srgbClr val="FF6600"/>
                </a:solidFill>
                <a:ea typeface="宋体" pitchFamily="2" charset="-122"/>
              </a:rPr>
              <a:t>（直角坐标系）</a:t>
            </a:r>
          </a:p>
        </p:txBody>
      </p:sp>
      <p:graphicFrame>
        <p:nvGraphicFramePr>
          <p:cNvPr id="201745" name="Object 17"/>
          <p:cNvGraphicFramePr>
            <a:graphicFrameLocks noChangeAspect="1"/>
          </p:cNvGraphicFramePr>
          <p:nvPr/>
        </p:nvGraphicFramePr>
        <p:xfrm>
          <a:off x="4851400" y="3197225"/>
          <a:ext cx="3811588" cy="798513"/>
        </p:xfrm>
        <a:graphic>
          <a:graphicData uri="http://schemas.openxmlformats.org/presentationml/2006/ole">
            <p:oleObj spid="_x0000_s4102" name="公式" r:id="rId7" imgW="2120760" imgH="444240" progId="Equation.3">
              <p:embed/>
            </p:oleObj>
          </a:graphicData>
        </a:graphic>
      </p:graphicFrame>
      <p:graphicFrame>
        <p:nvGraphicFramePr>
          <p:cNvPr id="201746" name="Object 18"/>
          <p:cNvGraphicFramePr>
            <a:graphicFrameLocks noChangeAspect="1"/>
          </p:cNvGraphicFramePr>
          <p:nvPr/>
        </p:nvGraphicFramePr>
        <p:xfrm>
          <a:off x="4986338" y="4097338"/>
          <a:ext cx="3379787" cy="752475"/>
        </p:xfrm>
        <a:graphic>
          <a:graphicData uri="http://schemas.openxmlformats.org/presentationml/2006/ole">
            <p:oleObj spid="_x0000_s4103" name="公式" r:id="rId8" imgW="1879560" imgH="419040" progId="Equation.3">
              <p:embed/>
            </p:oleObj>
          </a:graphicData>
        </a:graphic>
      </p:graphicFrame>
      <p:sp>
        <p:nvSpPr>
          <p:cNvPr id="201747" name="Text Box 19"/>
          <p:cNvSpPr txBox="1">
            <a:spLocks noChangeArrowheads="1"/>
          </p:cNvSpPr>
          <p:nvPr/>
        </p:nvSpPr>
        <p:spPr bwMode="auto">
          <a:xfrm>
            <a:off x="250825" y="5357813"/>
            <a:ext cx="865188" cy="457200"/>
          </a:xfrm>
          <a:prstGeom prst="rect">
            <a:avLst/>
          </a:prstGeom>
          <a:noFill/>
          <a:ln w="9525">
            <a:noFill/>
            <a:miter lim="800000"/>
            <a:headEnd/>
            <a:tailEnd/>
          </a:ln>
        </p:spPr>
        <p:txBody>
          <a:bodyPr>
            <a:spAutoFit/>
          </a:bodyPr>
          <a:lstStyle/>
          <a:p>
            <a:pPr>
              <a:lnSpc>
                <a:spcPct val="100000"/>
              </a:lnSpc>
            </a:pPr>
            <a:r>
              <a:rPr kumimoji="0" lang="zh-CN" altLang="en-US" sz="2400">
                <a:solidFill>
                  <a:srgbClr val="FF0000"/>
                </a:solidFill>
                <a:ea typeface="宋体" pitchFamily="2" charset="-122"/>
              </a:rPr>
              <a:t>注：</a:t>
            </a:r>
            <a:endParaRPr lang="zh-CN" altLang="en-US" sz="2400">
              <a:solidFill>
                <a:srgbClr val="FF0000"/>
              </a:solidFill>
              <a:ea typeface="宋体" pitchFamily="2" charset="-122"/>
            </a:endParaRPr>
          </a:p>
        </p:txBody>
      </p:sp>
      <p:sp>
        <p:nvSpPr>
          <p:cNvPr id="201748" name="Text Box 20"/>
          <p:cNvSpPr txBox="1">
            <a:spLocks noChangeArrowheads="1"/>
          </p:cNvSpPr>
          <p:nvPr/>
        </p:nvSpPr>
        <p:spPr bwMode="auto">
          <a:xfrm>
            <a:off x="927100" y="5364163"/>
            <a:ext cx="7732713" cy="933450"/>
          </a:xfrm>
          <a:prstGeom prst="rect">
            <a:avLst/>
          </a:prstGeom>
          <a:noFill/>
          <a:ln w="9525">
            <a:noFill/>
            <a:miter lim="800000"/>
            <a:headEnd/>
            <a:tailEnd/>
          </a:ln>
        </p:spPr>
        <p:txBody>
          <a:bodyPr>
            <a:spAutoFit/>
          </a:bodyPr>
          <a:lstStyle/>
          <a:p>
            <a:pPr>
              <a:lnSpc>
                <a:spcPct val="115000"/>
              </a:lnSpc>
              <a:spcBef>
                <a:spcPct val="0"/>
              </a:spcBef>
            </a:pPr>
            <a:r>
              <a:rPr kumimoji="0" lang="zh-CN" altLang="en-US" sz="2400">
                <a:ea typeface="宋体" pitchFamily="2" charset="-122"/>
              </a:rPr>
              <a:t>牛顿第一、第二运动定律本身只适用于质点，或可视为质点的物体。</a:t>
            </a:r>
            <a:endParaRPr lang="zh-CN" altLang="en-US" sz="2400">
              <a:ea typeface="宋体"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01730"/>
                                        </p:tgtEl>
                                        <p:attrNameLst>
                                          <p:attrName>style.visibility</p:attrName>
                                        </p:attrNameLst>
                                      </p:cBhvr>
                                      <p:to>
                                        <p:strVal val="visible"/>
                                      </p:to>
                                    </p:set>
                                    <p:animEffect transition="in" filter="wipe(left)">
                                      <p:cBhvr>
                                        <p:cTn id="7" dur="500"/>
                                        <p:tgtEl>
                                          <p:spTgt spid="201730"/>
                                        </p:tgtEl>
                                      </p:cBhvr>
                                    </p:animEffect>
                                  </p:childTnLst>
                                </p:cTn>
                              </p:par>
                            </p:childTnLst>
                          </p:cTn>
                        </p:par>
                      </p:childTnLst>
                    </p:cTn>
                  </p:par>
                  <p:par>
                    <p:cTn id="8" fill="hold">
                      <p:stCondLst>
                        <p:cond delay="indefinite"/>
                      </p:stCondLst>
                      <p:childTnLst>
                        <p:par>
                          <p:cTn id="9" fill="hold">
                            <p:stCondLst>
                              <p:cond delay="0"/>
                            </p:stCondLst>
                            <p:childTnLst>
                              <p:par>
                                <p:cTn id="10" presetID="23" presetClass="entr" presetSubtype="16" fill="hold" nodeType="clickEffect">
                                  <p:stCondLst>
                                    <p:cond delay="0"/>
                                  </p:stCondLst>
                                  <p:childTnLst>
                                    <p:set>
                                      <p:cBhvr>
                                        <p:cTn id="11" dur="1" fill="hold">
                                          <p:stCondLst>
                                            <p:cond delay="0"/>
                                          </p:stCondLst>
                                        </p:cTn>
                                        <p:tgtEl>
                                          <p:spTgt spid="201731"/>
                                        </p:tgtEl>
                                        <p:attrNameLst>
                                          <p:attrName>style.visibility</p:attrName>
                                        </p:attrNameLst>
                                      </p:cBhvr>
                                      <p:to>
                                        <p:strVal val="visible"/>
                                      </p:to>
                                    </p:set>
                                    <p:anim calcmode="lin" valueType="num">
                                      <p:cBhvr>
                                        <p:cTn id="12" dur="500" fill="hold"/>
                                        <p:tgtEl>
                                          <p:spTgt spid="201731"/>
                                        </p:tgtEl>
                                        <p:attrNameLst>
                                          <p:attrName>ppt_w</p:attrName>
                                        </p:attrNameLst>
                                      </p:cBhvr>
                                      <p:tavLst>
                                        <p:tav tm="0">
                                          <p:val>
                                            <p:fltVal val="0"/>
                                          </p:val>
                                        </p:tav>
                                        <p:tav tm="100000">
                                          <p:val>
                                            <p:strVal val="#ppt_w"/>
                                          </p:val>
                                        </p:tav>
                                      </p:tavLst>
                                    </p:anim>
                                    <p:anim calcmode="lin" valueType="num">
                                      <p:cBhvr>
                                        <p:cTn id="13" dur="500" fill="hold"/>
                                        <p:tgtEl>
                                          <p:spTgt spid="201731"/>
                                        </p:tgtEl>
                                        <p:attrNameLst>
                                          <p:attrName>ppt_h</p:attrName>
                                        </p:attrNameLst>
                                      </p:cBhvr>
                                      <p:tavLst>
                                        <p:tav tm="0">
                                          <p:val>
                                            <p:fltVal val="0"/>
                                          </p:val>
                                        </p:tav>
                                        <p:tav tm="100000">
                                          <p:val>
                                            <p:strVal val="#ppt_h"/>
                                          </p:val>
                                        </p:tav>
                                      </p:tavLst>
                                    </p:anim>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201732"/>
                                        </p:tgtEl>
                                        <p:attrNameLst>
                                          <p:attrName>style.visibility</p:attrName>
                                        </p:attrNameLst>
                                      </p:cBhvr>
                                      <p:to>
                                        <p:strVal val="visible"/>
                                      </p:to>
                                    </p:set>
                                    <p:animEffect transition="in" filter="wipe(left)">
                                      <p:cBhvr>
                                        <p:cTn id="18" dur="500"/>
                                        <p:tgtEl>
                                          <p:spTgt spid="201732"/>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201733"/>
                                        </p:tgtEl>
                                        <p:attrNameLst>
                                          <p:attrName>style.visibility</p:attrName>
                                        </p:attrNameLst>
                                      </p:cBhvr>
                                      <p:to>
                                        <p:strVal val="visible"/>
                                      </p:to>
                                    </p:set>
                                    <p:animEffect transition="in" filter="wipe(left)">
                                      <p:cBhvr>
                                        <p:cTn id="23" dur="500"/>
                                        <p:tgtEl>
                                          <p:spTgt spid="201733"/>
                                        </p:tgtEl>
                                      </p:cBhvr>
                                    </p:animEffect>
                                  </p:childTnLst>
                                </p:cTn>
                              </p:par>
                            </p:childTnLst>
                          </p:cTn>
                        </p:par>
                      </p:childTnLst>
                    </p:cTn>
                  </p:par>
                  <p:par>
                    <p:cTn id="24" fill="hold">
                      <p:stCondLst>
                        <p:cond delay="indefinite"/>
                      </p:stCondLst>
                      <p:childTnLst>
                        <p:par>
                          <p:cTn id="25" fill="hold">
                            <p:stCondLst>
                              <p:cond delay="0"/>
                            </p:stCondLst>
                            <p:childTnLst>
                              <p:par>
                                <p:cTn id="26" presetID="23" presetClass="entr" presetSubtype="16" fill="hold" nodeType="clickEffect">
                                  <p:stCondLst>
                                    <p:cond delay="0"/>
                                  </p:stCondLst>
                                  <p:childTnLst>
                                    <p:set>
                                      <p:cBhvr>
                                        <p:cTn id="27" dur="1" fill="hold">
                                          <p:stCondLst>
                                            <p:cond delay="0"/>
                                          </p:stCondLst>
                                        </p:cTn>
                                        <p:tgtEl>
                                          <p:spTgt spid="201734"/>
                                        </p:tgtEl>
                                        <p:attrNameLst>
                                          <p:attrName>style.visibility</p:attrName>
                                        </p:attrNameLst>
                                      </p:cBhvr>
                                      <p:to>
                                        <p:strVal val="visible"/>
                                      </p:to>
                                    </p:set>
                                    <p:anim calcmode="lin" valueType="num">
                                      <p:cBhvr>
                                        <p:cTn id="28" dur="500" fill="hold"/>
                                        <p:tgtEl>
                                          <p:spTgt spid="201734"/>
                                        </p:tgtEl>
                                        <p:attrNameLst>
                                          <p:attrName>ppt_w</p:attrName>
                                        </p:attrNameLst>
                                      </p:cBhvr>
                                      <p:tavLst>
                                        <p:tav tm="0">
                                          <p:val>
                                            <p:fltVal val="0"/>
                                          </p:val>
                                        </p:tav>
                                        <p:tav tm="100000">
                                          <p:val>
                                            <p:strVal val="#ppt_w"/>
                                          </p:val>
                                        </p:tav>
                                      </p:tavLst>
                                    </p:anim>
                                    <p:anim calcmode="lin" valueType="num">
                                      <p:cBhvr>
                                        <p:cTn id="29" dur="500" fill="hold"/>
                                        <p:tgtEl>
                                          <p:spTgt spid="201734"/>
                                        </p:tgtEl>
                                        <p:attrNameLst>
                                          <p:attrName>ppt_h</p:attrName>
                                        </p:attrNameLst>
                                      </p:cBhvr>
                                      <p:tavLst>
                                        <p:tav tm="0">
                                          <p:val>
                                            <p:fltVal val="0"/>
                                          </p:val>
                                        </p:tav>
                                        <p:tav tm="100000">
                                          <p:val>
                                            <p:strVal val="#ppt_h"/>
                                          </p:val>
                                        </p:tav>
                                      </p:tavLst>
                                    </p:anim>
                                  </p:childTnLst>
                                </p:cTn>
                              </p:par>
                            </p:childTnLst>
                          </p:cTn>
                        </p:par>
                      </p:childTnLst>
                    </p:cTn>
                  </p:par>
                  <p:par>
                    <p:cTn id="30" fill="hold">
                      <p:stCondLst>
                        <p:cond delay="indefinite"/>
                      </p:stCondLst>
                      <p:childTnLst>
                        <p:par>
                          <p:cTn id="31" fill="hold">
                            <p:stCondLst>
                              <p:cond delay="0"/>
                            </p:stCondLst>
                            <p:childTnLst>
                              <p:par>
                                <p:cTn id="32" presetID="23" presetClass="entr" presetSubtype="16" fill="hold" nodeType="clickEffect">
                                  <p:stCondLst>
                                    <p:cond delay="0"/>
                                  </p:stCondLst>
                                  <p:childTnLst>
                                    <p:set>
                                      <p:cBhvr>
                                        <p:cTn id="33" dur="1" fill="hold">
                                          <p:stCondLst>
                                            <p:cond delay="0"/>
                                          </p:stCondLst>
                                        </p:cTn>
                                        <p:tgtEl>
                                          <p:spTgt spid="201735"/>
                                        </p:tgtEl>
                                        <p:attrNameLst>
                                          <p:attrName>style.visibility</p:attrName>
                                        </p:attrNameLst>
                                      </p:cBhvr>
                                      <p:to>
                                        <p:strVal val="visible"/>
                                      </p:to>
                                    </p:set>
                                    <p:anim calcmode="lin" valueType="num">
                                      <p:cBhvr>
                                        <p:cTn id="34" dur="500" fill="hold"/>
                                        <p:tgtEl>
                                          <p:spTgt spid="201735"/>
                                        </p:tgtEl>
                                        <p:attrNameLst>
                                          <p:attrName>ppt_w</p:attrName>
                                        </p:attrNameLst>
                                      </p:cBhvr>
                                      <p:tavLst>
                                        <p:tav tm="0">
                                          <p:val>
                                            <p:fltVal val="0"/>
                                          </p:val>
                                        </p:tav>
                                        <p:tav tm="100000">
                                          <p:val>
                                            <p:strVal val="#ppt_w"/>
                                          </p:val>
                                        </p:tav>
                                      </p:tavLst>
                                    </p:anim>
                                    <p:anim calcmode="lin" valueType="num">
                                      <p:cBhvr>
                                        <p:cTn id="35" dur="500" fill="hold"/>
                                        <p:tgtEl>
                                          <p:spTgt spid="201735"/>
                                        </p:tgtEl>
                                        <p:attrNameLst>
                                          <p:attrName>ppt_h</p:attrName>
                                        </p:attrNameLst>
                                      </p:cBhvr>
                                      <p:tavLst>
                                        <p:tav tm="0">
                                          <p:val>
                                            <p:fltVal val="0"/>
                                          </p:val>
                                        </p:tav>
                                        <p:tav tm="100000">
                                          <p:val>
                                            <p:strVal val="#ppt_h"/>
                                          </p:val>
                                        </p:tav>
                                      </p:tavLst>
                                    </p:anim>
                                  </p:childTnLst>
                                </p:cTn>
                              </p:par>
                            </p:childTnLst>
                          </p:cTn>
                        </p:par>
                      </p:childTnLst>
                    </p:cTn>
                  </p:par>
                  <p:par>
                    <p:cTn id="36" fill="hold">
                      <p:stCondLst>
                        <p:cond delay="indefinite"/>
                      </p:stCondLst>
                      <p:childTnLst>
                        <p:par>
                          <p:cTn id="37" fill="hold">
                            <p:stCondLst>
                              <p:cond delay="0"/>
                            </p:stCondLst>
                            <p:childTnLst>
                              <p:par>
                                <p:cTn id="38" presetID="23" presetClass="entr" presetSubtype="16" fill="hold" nodeType="clickEffect">
                                  <p:stCondLst>
                                    <p:cond delay="0"/>
                                  </p:stCondLst>
                                  <p:childTnLst>
                                    <p:set>
                                      <p:cBhvr>
                                        <p:cTn id="39" dur="1" fill="hold">
                                          <p:stCondLst>
                                            <p:cond delay="0"/>
                                          </p:stCondLst>
                                        </p:cTn>
                                        <p:tgtEl>
                                          <p:spTgt spid="201736"/>
                                        </p:tgtEl>
                                        <p:attrNameLst>
                                          <p:attrName>style.visibility</p:attrName>
                                        </p:attrNameLst>
                                      </p:cBhvr>
                                      <p:to>
                                        <p:strVal val="visible"/>
                                      </p:to>
                                    </p:set>
                                    <p:anim calcmode="lin" valueType="num">
                                      <p:cBhvr>
                                        <p:cTn id="40" dur="500" fill="hold"/>
                                        <p:tgtEl>
                                          <p:spTgt spid="201736"/>
                                        </p:tgtEl>
                                        <p:attrNameLst>
                                          <p:attrName>ppt_w</p:attrName>
                                        </p:attrNameLst>
                                      </p:cBhvr>
                                      <p:tavLst>
                                        <p:tav tm="0">
                                          <p:val>
                                            <p:fltVal val="0"/>
                                          </p:val>
                                        </p:tav>
                                        <p:tav tm="100000">
                                          <p:val>
                                            <p:strVal val="#ppt_w"/>
                                          </p:val>
                                        </p:tav>
                                      </p:tavLst>
                                    </p:anim>
                                    <p:anim calcmode="lin" valueType="num">
                                      <p:cBhvr>
                                        <p:cTn id="41" dur="500" fill="hold"/>
                                        <p:tgtEl>
                                          <p:spTgt spid="201736"/>
                                        </p:tgtEl>
                                        <p:attrNameLst>
                                          <p:attrName>ppt_h</p:attrName>
                                        </p:attrNameLst>
                                      </p:cBhvr>
                                      <p:tavLst>
                                        <p:tav tm="0">
                                          <p:val>
                                            <p:fltVal val="0"/>
                                          </p:val>
                                        </p:tav>
                                        <p:tav tm="100000">
                                          <p:val>
                                            <p:strVal val="#ppt_h"/>
                                          </p:val>
                                        </p:tav>
                                      </p:tavLst>
                                    </p:anim>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nodeType="clickEffect">
                                  <p:stCondLst>
                                    <p:cond delay="0"/>
                                  </p:stCondLst>
                                  <p:childTnLst>
                                    <p:set>
                                      <p:cBhvr>
                                        <p:cTn id="45" dur="1" fill="hold">
                                          <p:stCondLst>
                                            <p:cond delay="0"/>
                                          </p:stCondLst>
                                        </p:cTn>
                                        <p:tgtEl>
                                          <p:spTgt spid="201745"/>
                                        </p:tgtEl>
                                        <p:attrNameLst>
                                          <p:attrName>style.visibility</p:attrName>
                                        </p:attrNameLst>
                                      </p:cBhvr>
                                      <p:to>
                                        <p:strVal val="visible"/>
                                      </p:to>
                                    </p:set>
                                    <p:animEffect transition="in" filter="wipe(left)">
                                      <p:cBhvr>
                                        <p:cTn id="46" dur="500"/>
                                        <p:tgtEl>
                                          <p:spTgt spid="201745"/>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nodeType="clickEffect">
                                  <p:stCondLst>
                                    <p:cond delay="0"/>
                                  </p:stCondLst>
                                  <p:childTnLst>
                                    <p:set>
                                      <p:cBhvr>
                                        <p:cTn id="50" dur="1" fill="hold">
                                          <p:stCondLst>
                                            <p:cond delay="0"/>
                                          </p:stCondLst>
                                        </p:cTn>
                                        <p:tgtEl>
                                          <p:spTgt spid="201746"/>
                                        </p:tgtEl>
                                        <p:attrNameLst>
                                          <p:attrName>style.visibility</p:attrName>
                                        </p:attrNameLst>
                                      </p:cBhvr>
                                      <p:to>
                                        <p:strVal val="visible"/>
                                      </p:to>
                                    </p:set>
                                    <p:animEffect transition="in" filter="wipe(left)">
                                      <p:cBhvr>
                                        <p:cTn id="51" dur="500"/>
                                        <p:tgtEl>
                                          <p:spTgt spid="201746"/>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8" fill="hold" grpId="0" nodeType="clickEffect">
                                  <p:stCondLst>
                                    <p:cond delay="0"/>
                                  </p:stCondLst>
                                  <p:childTnLst>
                                    <p:set>
                                      <p:cBhvr>
                                        <p:cTn id="55" dur="1" fill="hold">
                                          <p:stCondLst>
                                            <p:cond delay="0"/>
                                          </p:stCondLst>
                                        </p:cTn>
                                        <p:tgtEl>
                                          <p:spTgt spid="201747"/>
                                        </p:tgtEl>
                                        <p:attrNameLst>
                                          <p:attrName>style.visibility</p:attrName>
                                        </p:attrNameLst>
                                      </p:cBhvr>
                                      <p:to>
                                        <p:strVal val="visible"/>
                                      </p:to>
                                    </p:set>
                                    <p:animEffect transition="in" filter="wipe(left)">
                                      <p:cBhvr>
                                        <p:cTn id="56" dur="500"/>
                                        <p:tgtEl>
                                          <p:spTgt spid="201747"/>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8" fill="hold" grpId="0" nodeType="clickEffect">
                                  <p:stCondLst>
                                    <p:cond delay="0"/>
                                  </p:stCondLst>
                                  <p:childTnLst>
                                    <p:set>
                                      <p:cBhvr>
                                        <p:cTn id="60" dur="1" fill="hold">
                                          <p:stCondLst>
                                            <p:cond delay="0"/>
                                          </p:stCondLst>
                                        </p:cTn>
                                        <p:tgtEl>
                                          <p:spTgt spid="201748"/>
                                        </p:tgtEl>
                                        <p:attrNameLst>
                                          <p:attrName>style.visibility</p:attrName>
                                        </p:attrNameLst>
                                      </p:cBhvr>
                                      <p:to>
                                        <p:strVal val="visible"/>
                                      </p:to>
                                    </p:set>
                                    <p:animEffect transition="in" filter="wipe(left)">
                                      <p:cBhvr>
                                        <p:cTn id="61" dur="500"/>
                                        <p:tgtEl>
                                          <p:spTgt spid="2017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1730" grpId="0" autoUpdateAnimBg="0"/>
      <p:bldP spid="201732" grpId="0" autoUpdateAnimBg="0"/>
      <p:bldP spid="201733" grpId="0" autoUpdateAnimBg="0"/>
      <p:bldP spid="201747" grpId="0" autoUpdateAnimBg="0"/>
      <p:bldP spid="201748" grpId="0" autoUpdateAnimBg="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754" name="Rectangle 2"/>
          <p:cNvSpPr>
            <a:spLocks noChangeArrowheads="1"/>
          </p:cNvSpPr>
          <p:nvPr/>
        </p:nvSpPr>
        <p:spPr bwMode="auto">
          <a:xfrm>
            <a:off x="314325" y="889000"/>
            <a:ext cx="8488363" cy="936625"/>
          </a:xfrm>
          <a:prstGeom prst="rect">
            <a:avLst/>
          </a:prstGeom>
          <a:solidFill>
            <a:srgbClr val="CCFFFF"/>
          </a:solidFill>
          <a:ln w="9525" algn="ctr">
            <a:solidFill>
              <a:srgbClr val="00FFFF"/>
            </a:solidFill>
            <a:miter lim="800000"/>
            <a:headEnd/>
            <a:tailEnd/>
          </a:ln>
        </p:spPr>
        <p:txBody>
          <a:bodyPr>
            <a:spAutoFit/>
          </a:bodyPr>
          <a:lstStyle/>
          <a:p>
            <a:pPr algn="just"/>
            <a:r>
              <a:rPr kumimoji="0" lang="zh-CN" altLang="en-US" sz="2400">
                <a:solidFill>
                  <a:srgbClr val="FF0000"/>
                </a:solidFill>
                <a:ea typeface="宋体" pitchFamily="2" charset="-122"/>
              </a:rPr>
              <a:t>牛顿第二定律表明：</a:t>
            </a:r>
            <a:r>
              <a:rPr kumimoji="0" lang="zh-CN" altLang="en-US" sz="2400">
                <a:ea typeface="宋体" pitchFamily="2" charset="-122"/>
              </a:rPr>
              <a:t>质点受力作用而获得的加速度，不仅依赖于所受的力，而且与质点的质量有关。</a:t>
            </a:r>
          </a:p>
        </p:txBody>
      </p:sp>
      <p:sp>
        <p:nvSpPr>
          <p:cNvPr id="202755" name="Rectangle 3"/>
          <p:cNvSpPr>
            <a:spLocks noChangeArrowheads="1"/>
          </p:cNvSpPr>
          <p:nvPr/>
        </p:nvSpPr>
        <p:spPr bwMode="auto">
          <a:xfrm>
            <a:off x="468313" y="2928938"/>
            <a:ext cx="5967412" cy="936625"/>
          </a:xfrm>
          <a:prstGeom prst="rect">
            <a:avLst/>
          </a:prstGeom>
          <a:solidFill>
            <a:srgbClr val="CCFFFF"/>
          </a:solidFill>
          <a:ln w="9525" algn="ctr">
            <a:solidFill>
              <a:srgbClr val="00FFFF"/>
            </a:solidFill>
            <a:miter lim="800000"/>
            <a:headEnd/>
            <a:tailEnd/>
          </a:ln>
        </p:spPr>
        <p:txBody>
          <a:bodyPr>
            <a:spAutoFit/>
          </a:bodyPr>
          <a:lstStyle/>
          <a:p>
            <a:pPr algn="just"/>
            <a:r>
              <a:rPr kumimoji="0" lang="zh-CN" altLang="en-US" sz="2400">
                <a:ea typeface="宋体" pitchFamily="2" charset="-122"/>
              </a:rPr>
              <a:t>质量大的质点，改变其运动状态较难；质量小的质点，改变其运动状态较易。</a:t>
            </a:r>
          </a:p>
        </p:txBody>
      </p:sp>
      <p:sp>
        <p:nvSpPr>
          <p:cNvPr id="202756" name="AutoShape 4"/>
          <p:cNvSpPr>
            <a:spLocks noChangeArrowheads="1"/>
          </p:cNvSpPr>
          <p:nvPr/>
        </p:nvSpPr>
        <p:spPr bwMode="auto">
          <a:xfrm>
            <a:off x="4005263" y="1928813"/>
            <a:ext cx="206375" cy="855662"/>
          </a:xfrm>
          <a:prstGeom prst="downArrow">
            <a:avLst>
              <a:gd name="adj1" fmla="val 50000"/>
              <a:gd name="adj2" fmla="val 103654"/>
            </a:avLst>
          </a:prstGeom>
          <a:solidFill>
            <a:srgbClr val="00FFFF"/>
          </a:solidFill>
          <a:ln w="9525" algn="ctr">
            <a:solidFill>
              <a:schemeClr val="tx1"/>
            </a:solidFill>
            <a:miter lim="800000"/>
            <a:headEnd/>
            <a:tailEnd/>
          </a:ln>
        </p:spPr>
        <p:txBody>
          <a:bodyPr anchor="ctr">
            <a:spAutoFit/>
          </a:bodyPr>
          <a:lstStyle/>
          <a:p>
            <a:endParaRPr lang="zh-CN" altLang="en-US"/>
          </a:p>
        </p:txBody>
      </p:sp>
      <p:sp>
        <p:nvSpPr>
          <p:cNvPr id="202757" name="Rectangle 5"/>
          <p:cNvSpPr>
            <a:spLocks noChangeArrowheads="1"/>
          </p:cNvSpPr>
          <p:nvPr/>
        </p:nvSpPr>
        <p:spPr bwMode="auto">
          <a:xfrm>
            <a:off x="358775" y="4483100"/>
            <a:ext cx="6148388" cy="1416050"/>
          </a:xfrm>
          <a:prstGeom prst="rect">
            <a:avLst/>
          </a:prstGeom>
          <a:solidFill>
            <a:srgbClr val="CCFFFF"/>
          </a:solidFill>
          <a:ln w="9525" algn="ctr">
            <a:solidFill>
              <a:srgbClr val="00FFFF"/>
            </a:solidFill>
            <a:miter lim="800000"/>
            <a:headEnd/>
            <a:tailEnd/>
          </a:ln>
        </p:spPr>
        <p:txBody>
          <a:bodyPr>
            <a:spAutoFit/>
          </a:bodyPr>
          <a:lstStyle/>
          <a:p>
            <a:pPr algn="just"/>
            <a:r>
              <a:rPr kumimoji="0" lang="zh-CN" altLang="en-US" sz="2400">
                <a:solidFill>
                  <a:srgbClr val="FF0000"/>
                </a:solidFill>
                <a:ea typeface="宋体" pitchFamily="2" charset="-122"/>
              </a:rPr>
              <a:t>牛顿第一定律表明：</a:t>
            </a:r>
            <a:r>
              <a:rPr kumimoji="0" lang="zh-CN" altLang="en-US" sz="2400">
                <a:ea typeface="宋体" pitchFamily="2" charset="-122"/>
              </a:rPr>
              <a:t>任何物体都有惯性，惯性大的物体，难于改变其运动状态；惯性小的物体，易于改变其运动状态。</a:t>
            </a:r>
          </a:p>
        </p:txBody>
      </p:sp>
      <p:sp>
        <p:nvSpPr>
          <p:cNvPr id="202758" name="AutoShape 6"/>
          <p:cNvSpPr>
            <a:spLocks/>
          </p:cNvSpPr>
          <p:nvPr/>
        </p:nvSpPr>
        <p:spPr bwMode="auto">
          <a:xfrm>
            <a:off x="6572250" y="3357563"/>
            <a:ext cx="269875" cy="1944687"/>
          </a:xfrm>
          <a:prstGeom prst="rightBrace">
            <a:avLst>
              <a:gd name="adj1" fmla="val 60049"/>
              <a:gd name="adj2" fmla="val 50000"/>
            </a:avLst>
          </a:prstGeom>
          <a:noFill/>
          <a:ln w="19050">
            <a:solidFill>
              <a:schemeClr val="tx1"/>
            </a:solidFill>
            <a:round/>
            <a:headEnd/>
            <a:tailEnd/>
          </a:ln>
        </p:spPr>
        <p:txBody>
          <a:bodyPr anchor="ctr">
            <a:spAutoFit/>
          </a:bodyPr>
          <a:lstStyle/>
          <a:p>
            <a:endParaRPr lang="zh-CN" altLang="en-US"/>
          </a:p>
        </p:txBody>
      </p:sp>
      <p:sp>
        <p:nvSpPr>
          <p:cNvPr id="202759" name="Rectangle 7"/>
          <p:cNvSpPr>
            <a:spLocks noChangeArrowheads="1"/>
          </p:cNvSpPr>
          <p:nvPr/>
        </p:nvSpPr>
        <p:spPr bwMode="auto">
          <a:xfrm>
            <a:off x="6786563" y="3700463"/>
            <a:ext cx="2151062" cy="936625"/>
          </a:xfrm>
          <a:prstGeom prst="rect">
            <a:avLst/>
          </a:prstGeom>
          <a:solidFill>
            <a:srgbClr val="CCFFCC"/>
          </a:solidFill>
          <a:ln w="9525" algn="ctr">
            <a:solidFill>
              <a:srgbClr val="00FF00"/>
            </a:solidFill>
            <a:miter lim="800000"/>
            <a:headEnd/>
            <a:tailEnd/>
          </a:ln>
        </p:spPr>
        <p:txBody>
          <a:bodyPr>
            <a:spAutoFit/>
          </a:bodyPr>
          <a:lstStyle/>
          <a:p>
            <a:pPr algn="just"/>
            <a:r>
              <a:rPr kumimoji="0" lang="zh-CN" altLang="en-US" sz="2400">
                <a:solidFill>
                  <a:srgbClr val="000066"/>
                </a:solidFill>
                <a:ea typeface="宋体" pitchFamily="2" charset="-122"/>
              </a:rPr>
              <a:t>质量是物体惯性大小的量度。</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202754"/>
                                        </p:tgtEl>
                                        <p:attrNameLst>
                                          <p:attrName>style.visibility</p:attrName>
                                        </p:attrNameLst>
                                      </p:cBhvr>
                                      <p:to>
                                        <p:strVal val="visible"/>
                                      </p:to>
                                    </p:set>
                                    <p:anim calcmode="lin" valueType="num">
                                      <p:cBhvr>
                                        <p:cTn id="7" dur="1000" fill="hold"/>
                                        <p:tgtEl>
                                          <p:spTgt spid="202754"/>
                                        </p:tgtEl>
                                        <p:attrNameLst>
                                          <p:attrName>ppt_w</p:attrName>
                                        </p:attrNameLst>
                                      </p:cBhvr>
                                      <p:tavLst>
                                        <p:tav tm="0">
                                          <p:val>
                                            <p:fltVal val="0"/>
                                          </p:val>
                                        </p:tav>
                                        <p:tav tm="100000">
                                          <p:val>
                                            <p:strVal val="#ppt_w"/>
                                          </p:val>
                                        </p:tav>
                                      </p:tavLst>
                                    </p:anim>
                                    <p:anim calcmode="lin" valueType="num">
                                      <p:cBhvr>
                                        <p:cTn id="8" dur="1000" fill="hold"/>
                                        <p:tgtEl>
                                          <p:spTgt spid="202754"/>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1" fill="hold" grpId="0" nodeType="clickEffect">
                                  <p:stCondLst>
                                    <p:cond delay="0"/>
                                  </p:stCondLst>
                                  <p:childTnLst>
                                    <p:set>
                                      <p:cBhvr>
                                        <p:cTn id="12" dur="1" fill="hold">
                                          <p:stCondLst>
                                            <p:cond delay="0"/>
                                          </p:stCondLst>
                                        </p:cTn>
                                        <p:tgtEl>
                                          <p:spTgt spid="202756"/>
                                        </p:tgtEl>
                                        <p:attrNameLst>
                                          <p:attrName>style.visibility</p:attrName>
                                        </p:attrNameLst>
                                      </p:cBhvr>
                                      <p:to>
                                        <p:strVal val="visible"/>
                                      </p:to>
                                    </p:set>
                                    <p:animEffect transition="in" filter="wipe(up)">
                                      <p:cBhvr>
                                        <p:cTn id="13" dur="500"/>
                                        <p:tgtEl>
                                          <p:spTgt spid="202756"/>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grpId="0" nodeType="clickEffect">
                                  <p:stCondLst>
                                    <p:cond delay="0"/>
                                  </p:stCondLst>
                                  <p:childTnLst>
                                    <p:set>
                                      <p:cBhvr>
                                        <p:cTn id="17" dur="1" fill="hold">
                                          <p:stCondLst>
                                            <p:cond delay="0"/>
                                          </p:stCondLst>
                                        </p:cTn>
                                        <p:tgtEl>
                                          <p:spTgt spid="202755"/>
                                        </p:tgtEl>
                                        <p:attrNameLst>
                                          <p:attrName>style.visibility</p:attrName>
                                        </p:attrNameLst>
                                      </p:cBhvr>
                                      <p:to>
                                        <p:strVal val="visible"/>
                                      </p:to>
                                    </p:set>
                                    <p:animEffect transition="in" filter="blinds(horizontal)">
                                      <p:cBhvr>
                                        <p:cTn id="18" dur="1000"/>
                                        <p:tgtEl>
                                          <p:spTgt spid="202755"/>
                                        </p:tgtEl>
                                      </p:cBhvr>
                                    </p:animEffect>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grpId="0" nodeType="clickEffect">
                                  <p:stCondLst>
                                    <p:cond delay="0"/>
                                  </p:stCondLst>
                                  <p:childTnLst>
                                    <p:set>
                                      <p:cBhvr>
                                        <p:cTn id="22" dur="1" fill="hold">
                                          <p:stCondLst>
                                            <p:cond delay="0"/>
                                          </p:stCondLst>
                                        </p:cTn>
                                        <p:tgtEl>
                                          <p:spTgt spid="202757"/>
                                        </p:tgtEl>
                                        <p:attrNameLst>
                                          <p:attrName>style.visibility</p:attrName>
                                        </p:attrNameLst>
                                      </p:cBhvr>
                                      <p:to>
                                        <p:strVal val="visible"/>
                                      </p:to>
                                    </p:set>
                                    <p:animEffect transition="in" filter="dissolve">
                                      <p:cBhvr>
                                        <p:cTn id="23" dur="1000"/>
                                        <p:tgtEl>
                                          <p:spTgt spid="202757"/>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202758"/>
                                        </p:tgtEl>
                                        <p:attrNameLst>
                                          <p:attrName>style.visibility</p:attrName>
                                        </p:attrNameLst>
                                      </p:cBhvr>
                                      <p:to>
                                        <p:strVal val="visible"/>
                                      </p:to>
                                    </p:set>
                                    <p:animEffect transition="in" filter="wipe(left)">
                                      <p:cBhvr>
                                        <p:cTn id="28" dur="500"/>
                                        <p:tgtEl>
                                          <p:spTgt spid="202758"/>
                                        </p:tgtEl>
                                      </p:cBhvr>
                                    </p:animEffect>
                                  </p:childTnLst>
                                </p:cTn>
                              </p:par>
                            </p:childTnLst>
                          </p:cTn>
                        </p:par>
                      </p:childTnLst>
                    </p:cTn>
                  </p:par>
                  <p:par>
                    <p:cTn id="29" fill="hold">
                      <p:stCondLst>
                        <p:cond delay="indefinite"/>
                      </p:stCondLst>
                      <p:childTnLst>
                        <p:par>
                          <p:cTn id="30" fill="hold">
                            <p:stCondLst>
                              <p:cond delay="0"/>
                            </p:stCondLst>
                            <p:childTnLst>
                              <p:par>
                                <p:cTn id="31" presetID="4" presetClass="entr" presetSubtype="16" fill="hold" grpId="0" nodeType="clickEffect">
                                  <p:stCondLst>
                                    <p:cond delay="0"/>
                                  </p:stCondLst>
                                  <p:childTnLst>
                                    <p:set>
                                      <p:cBhvr>
                                        <p:cTn id="32" dur="1" fill="hold">
                                          <p:stCondLst>
                                            <p:cond delay="0"/>
                                          </p:stCondLst>
                                        </p:cTn>
                                        <p:tgtEl>
                                          <p:spTgt spid="202759"/>
                                        </p:tgtEl>
                                        <p:attrNameLst>
                                          <p:attrName>style.visibility</p:attrName>
                                        </p:attrNameLst>
                                      </p:cBhvr>
                                      <p:to>
                                        <p:strVal val="visible"/>
                                      </p:to>
                                    </p:set>
                                    <p:animEffect transition="in" filter="box(in)">
                                      <p:cBhvr>
                                        <p:cTn id="33" dur="1000"/>
                                        <p:tgtEl>
                                          <p:spTgt spid="2027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2754" grpId="0" animBg="1"/>
      <p:bldP spid="202755" grpId="0" animBg="1"/>
      <p:bldP spid="202756" grpId="0" animBg="1"/>
      <p:bldP spid="202757" grpId="0" animBg="1"/>
      <p:bldP spid="202758" grpId="0" animBg="1"/>
      <p:bldP spid="202759"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874" name="Text Box 2"/>
          <p:cNvSpPr txBox="1">
            <a:spLocks noChangeArrowheads="1"/>
          </p:cNvSpPr>
          <p:nvPr/>
        </p:nvSpPr>
        <p:spPr bwMode="auto">
          <a:xfrm>
            <a:off x="431800" y="496888"/>
            <a:ext cx="4492625" cy="457200"/>
          </a:xfrm>
          <a:prstGeom prst="rect">
            <a:avLst/>
          </a:prstGeom>
          <a:noFill/>
          <a:ln w="9525">
            <a:noFill/>
            <a:miter lim="800000"/>
            <a:headEnd/>
            <a:tailEnd/>
          </a:ln>
        </p:spPr>
        <p:txBody>
          <a:bodyPr>
            <a:spAutoFit/>
          </a:bodyPr>
          <a:lstStyle/>
          <a:p>
            <a:pPr>
              <a:lnSpc>
                <a:spcPct val="100000"/>
              </a:lnSpc>
            </a:pPr>
            <a:r>
              <a:rPr lang="zh-CN" altLang="en-US" sz="2400">
                <a:solidFill>
                  <a:srgbClr val="FF6600"/>
                </a:solidFill>
                <a:ea typeface="宋体" pitchFamily="2" charset="-122"/>
              </a:rPr>
              <a:t>若质点的质量随时间发生变化：</a:t>
            </a:r>
            <a:endParaRPr lang="zh-CN" altLang="en-US" sz="1200">
              <a:solidFill>
                <a:srgbClr val="FF6600"/>
              </a:solidFill>
              <a:ea typeface="宋体" pitchFamily="2" charset="-122"/>
            </a:endParaRPr>
          </a:p>
        </p:txBody>
      </p:sp>
      <p:graphicFrame>
        <p:nvGraphicFramePr>
          <p:cNvPr id="207875" name="Object 3"/>
          <p:cNvGraphicFramePr>
            <a:graphicFrameLocks noGrp="1"/>
          </p:cNvGraphicFramePr>
          <p:nvPr>
            <p:ph sz="half" idx="4294967295"/>
          </p:nvPr>
        </p:nvGraphicFramePr>
        <p:xfrm>
          <a:off x="1800225" y="1166813"/>
          <a:ext cx="2141538" cy="687387"/>
        </p:xfrm>
        <a:graphic>
          <a:graphicData uri="http://schemas.openxmlformats.org/presentationml/2006/ole">
            <p:oleObj spid="_x0000_s5122" name="公式" r:id="rId3" imgW="1257120" imgH="406080" progId="Equation.3">
              <p:embed/>
            </p:oleObj>
          </a:graphicData>
        </a:graphic>
      </p:graphicFrame>
      <p:sp>
        <p:nvSpPr>
          <p:cNvPr id="207876" name="Text Box 4"/>
          <p:cNvSpPr txBox="1">
            <a:spLocks noChangeArrowheads="1"/>
          </p:cNvSpPr>
          <p:nvPr/>
        </p:nvSpPr>
        <p:spPr bwMode="auto">
          <a:xfrm>
            <a:off x="4257675" y="1268413"/>
            <a:ext cx="1800225" cy="457200"/>
          </a:xfrm>
          <a:prstGeom prst="rect">
            <a:avLst/>
          </a:prstGeom>
          <a:noFill/>
          <a:ln w="9525">
            <a:noFill/>
            <a:miter lim="800000"/>
            <a:headEnd/>
            <a:tailEnd/>
          </a:ln>
        </p:spPr>
        <p:txBody>
          <a:bodyPr>
            <a:spAutoFit/>
          </a:bodyPr>
          <a:lstStyle/>
          <a:p>
            <a:pPr>
              <a:lnSpc>
                <a:spcPct val="100000"/>
              </a:lnSpc>
            </a:pPr>
            <a:r>
              <a:rPr kumimoji="0" lang="zh-CN" altLang="en-US" sz="2400">
                <a:ea typeface="宋体" pitchFamily="2" charset="-122"/>
              </a:rPr>
              <a:t>不再适用</a:t>
            </a:r>
            <a:endParaRPr lang="zh-CN" altLang="en-US" sz="1200">
              <a:ea typeface="宋体" pitchFamily="2" charset="-122"/>
            </a:endParaRPr>
          </a:p>
        </p:txBody>
      </p:sp>
      <p:graphicFrame>
        <p:nvGraphicFramePr>
          <p:cNvPr id="207877" name="Object 5"/>
          <p:cNvGraphicFramePr>
            <a:graphicFrameLocks noGrp="1" noChangeAspect="1"/>
          </p:cNvGraphicFramePr>
          <p:nvPr>
            <p:ph sz="half" idx="4294967295"/>
          </p:nvPr>
        </p:nvGraphicFramePr>
        <p:xfrm>
          <a:off x="2189163" y="2033588"/>
          <a:ext cx="1662112" cy="690562"/>
        </p:xfrm>
        <a:graphic>
          <a:graphicData uri="http://schemas.openxmlformats.org/presentationml/2006/ole">
            <p:oleObj spid="_x0000_s5123" name="公式" r:id="rId4" imgW="977760" imgH="406080" progId="Equation.3">
              <p:embed/>
            </p:oleObj>
          </a:graphicData>
        </a:graphic>
      </p:graphicFrame>
      <p:sp>
        <p:nvSpPr>
          <p:cNvPr id="207878" name="Text Box 6"/>
          <p:cNvSpPr txBox="1">
            <a:spLocks noChangeArrowheads="1"/>
          </p:cNvSpPr>
          <p:nvPr/>
        </p:nvSpPr>
        <p:spPr bwMode="auto">
          <a:xfrm>
            <a:off x="4346575" y="2133600"/>
            <a:ext cx="1655763" cy="457200"/>
          </a:xfrm>
          <a:prstGeom prst="rect">
            <a:avLst/>
          </a:prstGeom>
          <a:noFill/>
          <a:ln w="9525">
            <a:noFill/>
            <a:miter lim="800000"/>
            <a:headEnd/>
            <a:tailEnd/>
          </a:ln>
        </p:spPr>
        <p:txBody>
          <a:bodyPr>
            <a:spAutoFit/>
          </a:bodyPr>
          <a:lstStyle/>
          <a:p>
            <a:pPr>
              <a:lnSpc>
                <a:spcPct val="100000"/>
              </a:lnSpc>
            </a:pPr>
            <a:r>
              <a:rPr kumimoji="0" lang="zh-CN" altLang="en-US" sz="2400">
                <a:ea typeface="宋体" pitchFamily="2" charset="-122"/>
              </a:rPr>
              <a:t>仍然成立</a:t>
            </a:r>
            <a:endParaRPr lang="zh-CN" altLang="en-US" sz="1200">
              <a:ea typeface="宋体" pitchFamily="2" charset="-122"/>
            </a:endParaRPr>
          </a:p>
        </p:txBody>
      </p:sp>
      <p:sp>
        <p:nvSpPr>
          <p:cNvPr id="207879" name="Text Box 7"/>
          <p:cNvSpPr txBox="1">
            <a:spLocks noChangeArrowheads="1"/>
          </p:cNvSpPr>
          <p:nvPr/>
        </p:nvSpPr>
        <p:spPr bwMode="auto">
          <a:xfrm>
            <a:off x="341313" y="2898775"/>
            <a:ext cx="7416800" cy="493713"/>
          </a:xfrm>
          <a:prstGeom prst="rect">
            <a:avLst/>
          </a:prstGeom>
          <a:noFill/>
          <a:ln w="9525">
            <a:noFill/>
            <a:miter lim="800000"/>
            <a:headEnd/>
            <a:tailEnd/>
          </a:ln>
        </p:spPr>
        <p:txBody>
          <a:bodyPr>
            <a:spAutoFit/>
          </a:bodyPr>
          <a:lstStyle/>
          <a:p>
            <a:r>
              <a:rPr kumimoji="0" lang="en-US" altLang="zh-CN" sz="2400">
                <a:solidFill>
                  <a:srgbClr val="66FFFF"/>
                </a:solidFill>
                <a:ea typeface="宋体" pitchFamily="2" charset="-122"/>
              </a:rPr>
              <a:t>  </a:t>
            </a:r>
            <a:r>
              <a:rPr kumimoji="0" lang="zh-CN" altLang="en-US" sz="2400">
                <a:solidFill>
                  <a:srgbClr val="FF6600"/>
                </a:solidFill>
                <a:ea typeface="宋体" pitchFamily="2" charset="-122"/>
              </a:rPr>
              <a:t>有两类质点力学问题，其质量不再看作是常量：</a:t>
            </a:r>
          </a:p>
        </p:txBody>
      </p:sp>
      <p:sp>
        <p:nvSpPr>
          <p:cNvPr id="207880" name="Text Box 8"/>
          <p:cNvSpPr txBox="1">
            <a:spLocks noChangeArrowheads="1"/>
          </p:cNvSpPr>
          <p:nvPr/>
        </p:nvSpPr>
        <p:spPr bwMode="auto">
          <a:xfrm>
            <a:off x="503238" y="3575050"/>
            <a:ext cx="8208962" cy="933450"/>
          </a:xfrm>
          <a:prstGeom prst="rect">
            <a:avLst/>
          </a:prstGeom>
          <a:noFill/>
          <a:ln w="9525">
            <a:noFill/>
            <a:miter lim="800000"/>
            <a:headEnd/>
            <a:tailEnd/>
          </a:ln>
        </p:spPr>
        <p:txBody>
          <a:bodyPr>
            <a:spAutoFit/>
          </a:bodyPr>
          <a:lstStyle/>
          <a:p>
            <a:pPr>
              <a:lnSpc>
                <a:spcPct val="115000"/>
              </a:lnSpc>
              <a:spcBef>
                <a:spcPct val="0"/>
              </a:spcBef>
            </a:pPr>
            <a:r>
              <a:rPr kumimoji="0" lang="en-US" altLang="zh-CN" sz="2400">
                <a:ea typeface="宋体" pitchFamily="2" charset="-122"/>
              </a:rPr>
              <a:t>(1) </a:t>
            </a:r>
            <a:r>
              <a:rPr kumimoji="0" lang="zh-CN" altLang="en-US" sz="2400">
                <a:ea typeface="宋体" pitchFamily="2" charset="-122"/>
              </a:rPr>
              <a:t>被视为质点的物体，在运动过程中，其质量有所增加或减少；</a:t>
            </a:r>
            <a:endParaRPr lang="zh-CN" altLang="en-US" sz="2400">
              <a:ea typeface="宋体" pitchFamily="2" charset="-122"/>
            </a:endParaRPr>
          </a:p>
        </p:txBody>
      </p:sp>
      <p:sp>
        <p:nvSpPr>
          <p:cNvPr id="207881" name="Rectangle 9"/>
          <p:cNvSpPr>
            <a:spLocks noChangeArrowheads="1"/>
          </p:cNvSpPr>
          <p:nvPr/>
        </p:nvSpPr>
        <p:spPr bwMode="auto">
          <a:xfrm>
            <a:off x="484188" y="4595813"/>
            <a:ext cx="8362950" cy="1354137"/>
          </a:xfrm>
          <a:prstGeom prst="rect">
            <a:avLst/>
          </a:prstGeom>
          <a:noFill/>
          <a:ln w="9525" algn="ctr">
            <a:noFill/>
            <a:miter lim="800000"/>
            <a:headEnd/>
            <a:tailEnd/>
          </a:ln>
        </p:spPr>
        <p:txBody>
          <a:bodyPr>
            <a:spAutoFit/>
          </a:bodyPr>
          <a:lstStyle/>
          <a:p>
            <a:pPr>
              <a:lnSpc>
                <a:spcPct val="115000"/>
              </a:lnSpc>
              <a:spcBef>
                <a:spcPct val="0"/>
              </a:spcBef>
            </a:pPr>
            <a:r>
              <a:rPr kumimoji="0" lang="en-US" altLang="zh-CN" sz="2400">
                <a:ea typeface="宋体" pitchFamily="2" charset="-122"/>
              </a:rPr>
              <a:t>(2) </a:t>
            </a:r>
            <a:r>
              <a:rPr kumimoji="0" lang="zh-CN" altLang="en-US" sz="2400">
                <a:ea typeface="宋体" pitchFamily="2" charset="-122"/>
              </a:rPr>
              <a:t>当运动质点的速率大到可以和光速相比拟时，运动质点的质量将随速率的变化而发生明显的变化。这是一种相对论性效应。</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07874"/>
                                        </p:tgtEl>
                                        <p:attrNameLst>
                                          <p:attrName>style.visibility</p:attrName>
                                        </p:attrNameLst>
                                      </p:cBhvr>
                                      <p:to>
                                        <p:strVal val="visible"/>
                                      </p:to>
                                    </p:set>
                                    <p:animEffect transition="in" filter="wipe(left)">
                                      <p:cBhvr>
                                        <p:cTn id="7" dur="500"/>
                                        <p:tgtEl>
                                          <p:spTgt spid="207874"/>
                                        </p:tgtEl>
                                      </p:cBhvr>
                                    </p:animEffect>
                                  </p:childTnLst>
                                </p:cTn>
                              </p:par>
                            </p:childTnLst>
                          </p:cTn>
                        </p:par>
                      </p:childTnLst>
                    </p:cTn>
                  </p:par>
                  <p:par>
                    <p:cTn id="8" fill="hold">
                      <p:stCondLst>
                        <p:cond delay="indefinite"/>
                      </p:stCondLst>
                      <p:childTnLst>
                        <p:par>
                          <p:cTn id="9" fill="hold">
                            <p:stCondLst>
                              <p:cond delay="0"/>
                            </p:stCondLst>
                            <p:childTnLst>
                              <p:par>
                                <p:cTn id="10" presetID="23" presetClass="entr" presetSubtype="16" fill="hold" nodeType="clickEffect">
                                  <p:stCondLst>
                                    <p:cond delay="0"/>
                                  </p:stCondLst>
                                  <p:childTnLst>
                                    <p:set>
                                      <p:cBhvr>
                                        <p:cTn id="11" dur="1" fill="hold">
                                          <p:stCondLst>
                                            <p:cond delay="0"/>
                                          </p:stCondLst>
                                        </p:cTn>
                                        <p:tgtEl>
                                          <p:spTgt spid="207875"/>
                                        </p:tgtEl>
                                        <p:attrNameLst>
                                          <p:attrName>style.visibility</p:attrName>
                                        </p:attrNameLst>
                                      </p:cBhvr>
                                      <p:to>
                                        <p:strVal val="visible"/>
                                      </p:to>
                                    </p:set>
                                    <p:anim calcmode="lin" valueType="num">
                                      <p:cBhvr>
                                        <p:cTn id="12" dur="500" fill="hold"/>
                                        <p:tgtEl>
                                          <p:spTgt spid="207875"/>
                                        </p:tgtEl>
                                        <p:attrNameLst>
                                          <p:attrName>ppt_w</p:attrName>
                                        </p:attrNameLst>
                                      </p:cBhvr>
                                      <p:tavLst>
                                        <p:tav tm="0">
                                          <p:val>
                                            <p:fltVal val="0"/>
                                          </p:val>
                                        </p:tav>
                                        <p:tav tm="100000">
                                          <p:val>
                                            <p:strVal val="#ppt_w"/>
                                          </p:val>
                                        </p:tav>
                                      </p:tavLst>
                                    </p:anim>
                                    <p:anim calcmode="lin" valueType="num">
                                      <p:cBhvr>
                                        <p:cTn id="13" dur="500" fill="hold"/>
                                        <p:tgtEl>
                                          <p:spTgt spid="207875"/>
                                        </p:tgtEl>
                                        <p:attrNameLst>
                                          <p:attrName>ppt_h</p:attrName>
                                        </p:attrNameLst>
                                      </p:cBhvr>
                                      <p:tavLst>
                                        <p:tav tm="0">
                                          <p:val>
                                            <p:fltVal val="0"/>
                                          </p:val>
                                        </p:tav>
                                        <p:tav tm="100000">
                                          <p:val>
                                            <p:strVal val="#ppt_h"/>
                                          </p:val>
                                        </p:tav>
                                      </p:tavLst>
                                    </p:anim>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207876"/>
                                        </p:tgtEl>
                                        <p:attrNameLst>
                                          <p:attrName>style.visibility</p:attrName>
                                        </p:attrNameLst>
                                      </p:cBhvr>
                                      <p:to>
                                        <p:strVal val="visible"/>
                                      </p:to>
                                    </p:set>
                                    <p:animEffect transition="in" filter="wipe(left)">
                                      <p:cBhvr>
                                        <p:cTn id="18" dur="500"/>
                                        <p:tgtEl>
                                          <p:spTgt spid="207876"/>
                                        </p:tgtEl>
                                      </p:cBhvr>
                                    </p:animEffect>
                                  </p:childTnLst>
                                </p:cTn>
                              </p:par>
                            </p:childTnLst>
                          </p:cTn>
                        </p:par>
                      </p:childTnLst>
                    </p:cTn>
                  </p:par>
                  <p:par>
                    <p:cTn id="19" fill="hold">
                      <p:stCondLst>
                        <p:cond delay="indefinite"/>
                      </p:stCondLst>
                      <p:childTnLst>
                        <p:par>
                          <p:cTn id="20" fill="hold">
                            <p:stCondLst>
                              <p:cond delay="0"/>
                            </p:stCondLst>
                            <p:childTnLst>
                              <p:par>
                                <p:cTn id="21" presetID="23" presetClass="entr" presetSubtype="16" fill="hold" nodeType="clickEffect">
                                  <p:stCondLst>
                                    <p:cond delay="0"/>
                                  </p:stCondLst>
                                  <p:childTnLst>
                                    <p:set>
                                      <p:cBhvr>
                                        <p:cTn id="22" dur="1" fill="hold">
                                          <p:stCondLst>
                                            <p:cond delay="0"/>
                                          </p:stCondLst>
                                        </p:cTn>
                                        <p:tgtEl>
                                          <p:spTgt spid="207877"/>
                                        </p:tgtEl>
                                        <p:attrNameLst>
                                          <p:attrName>style.visibility</p:attrName>
                                        </p:attrNameLst>
                                      </p:cBhvr>
                                      <p:to>
                                        <p:strVal val="visible"/>
                                      </p:to>
                                    </p:set>
                                    <p:anim calcmode="lin" valueType="num">
                                      <p:cBhvr>
                                        <p:cTn id="23" dur="500" fill="hold"/>
                                        <p:tgtEl>
                                          <p:spTgt spid="207877"/>
                                        </p:tgtEl>
                                        <p:attrNameLst>
                                          <p:attrName>ppt_w</p:attrName>
                                        </p:attrNameLst>
                                      </p:cBhvr>
                                      <p:tavLst>
                                        <p:tav tm="0">
                                          <p:val>
                                            <p:fltVal val="0"/>
                                          </p:val>
                                        </p:tav>
                                        <p:tav tm="100000">
                                          <p:val>
                                            <p:strVal val="#ppt_w"/>
                                          </p:val>
                                        </p:tav>
                                      </p:tavLst>
                                    </p:anim>
                                    <p:anim calcmode="lin" valueType="num">
                                      <p:cBhvr>
                                        <p:cTn id="24" dur="500" fill="hold"/>
                                        <p:tgtEl>
                                          <p:spTgt spid="207877"/>
                                        </p:tgtEl>
                                        <p:attrNameLst>
                                          <p:attrName>ppt_h</p:attrName>
                                        </p:attrNameLst>
                                      </p:cBhvr>
                                      <p:tavLst>
                                        <p:tav tm="0">
                                          <p:val>
                                            <p:fltVal val="0"/>
                                          </p:val>
                                        </p:tav>
                                        <p:tav tm="100000">
                                          <p:val>
                                            <p:strVal val="#ppt_h"/>
                                          </p:val>
                                        </p:tav>
                                      </p:tavLst>
                                    </p:anim>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207878"/>
                                        </p:tgtEl>
                                        <p:attrNameLst>
                                          <p:attrName>style.visibility</p:attrName>
                                        </p:attrNameLst>
                                      </p:cBhvr>
                                      <p:to>
                                        <p:strVal val="visible"/>
                                      </p:to>
                                    </p:set>
                                    <p:animEffect transition="in" filter="wipe(left)">
                                      <p:cBhvr>
                                        <p:cTn id="29" dur="500"/>
                                        <p:tgtEl>
                                          <p:spTgt spid="207878"/>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207879"/>
                                        </p:tgtEl>
                                        <p:attrNameLst>
                                          <p:attrName>style.visibility</p:attrName>
                                        </p:attrNameLst>
                                      </p:cBhvr>
                                      <p:to>
                                        <p:strVal val="visible"/>
                                      </p:to>
                                    </p:set>
                                    <p:animEffect transition="in" filter="wipe(left)">
                                      <p:cBhvr>
                                        <p:cTn id="34" dur="500"/>
                                        <p:tgtEl>
                                          <p:spTgt spid="207879"/>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207880"/>
                                        </p:tgtEl>
                                        <p:attrNameLst>
                                          <p:attrName>style.visibility</p:attrName>
                                        </p:attrNameLst>
                                      </p:cBhvr>
                                      <p:to>
                                        <p:strVal val="visible"/>
                                      </p:to>
                                    </p:set>
                                    <p:animEffect transition="in" filter="wipe(left)">
                                      <p:cBhvr>
                                        <p:cTn id="39" dur="500"/>
                                        <p:tgtEl>
                                          <p:spTgt spid="207880"/>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grpId="0" nodeType="clickEffect">
                                  <p:stCondLst>
                                    <p:cond delay="0"/>
                                  </p:stCondLst>
                                  <p:childTnLst>
                                    <p:set>
                                      <p:cBhvr>
                                        <p:cTn id="43" dur="1" fill="hold">
                                          <p:stCondLst>
                                            <p:cond delay="0"/>
                                          </p:stCondLst>
                                        </p:cTn>
                                        <p:tgtEl>
                                          <p:spTgt spid="207881"/>
                                        </p:tgtEl>
                                        <p:attrNameLst>
                                          <p:attrName>style.visibility</p:attrName>
                                        </p:attrNameLst>
                                      </p:cBhvr>
                                      <p:to>
                                        <p:strVal val="visible"/>
                                      </p:to>
                                    </p:set>
                                    <p:animEffect transition="in" filter="wipe(left)">
                                      <p:cBhvr>
                                        <p:cTn id="44" dur="500"/>
                                        <p:tgtEl>
                                          <p:spTgt spid="2078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7874" grpId="0" autoUpdateAnimBg="0"/>
      <p:bldP spid="207876" grpId="0" autoUpdateAnimBg="0"/>
      <p:bldP spid="207878" grpId="0" autoUpdateAnimBg="0"/>
      <p:bldP spid="207879" grpId="0" autoUpdateAnimBg="0"/>
      <p:bldP spid="207880" grpId="0" autoUpdateAnimBg="0"/>
      <p:bldP spid="207881"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5" name="Text Box 3"/>
          <p:cNvSpPr txBox="1">
            <a:spLocks noChangeArrowheads="1"/>
          </p:cNvSpPr>
          <p:nvPr/>
        </p:nvSpPr>
        <p:spPr bwMode="auto">
          <a:xfrm>
            <a:off x="179388" y="523875"/>
            <a:ext cx="3505200" cy="457200"/>
          </a:xfrm>
          <a:prstGeom prst="rect">
            <a:avLst/>
          </a:prstGeom>
          <a:noFill/>
          <a:ln w="9525" algn="ctr">
            <a:noFill/>
            <a:miter lim="800000"/>
            <a:headEnd/>
            <a:tailEnd/>
          </a:ln>
        </p:spPr>
        <p:txBody>
          <a:bodyPr>
            <a:spAutoFit/>
          </a:bodyPr>
          <a:lstStyle/>
          <a:p>
            <a:pPr>
              <a:lnSpc>
                <a:spcPct val="100000"/>
              </a:lnSpc>
            </a:pPr>
            <a:r>
              <a:rPr lang="en-US" altLang="zh-CN" sz="2400">
                <a:solidFill>
                  <a:srgbClr val="0000FF"/>
                </a:solidFill>
                <a:ea typeface="宋体" pitchFamily="2" charset="-122"/>
              </a:rPr>
              <a:t>2.1.3 </a:t>
            </a:r>
            <a:r>
              <a:rPr lang="zh-CN" altLang="en-US" sz="2400">
                <a:solidFill>
                  <a:srgbClr val="0000FF"/>
                </a:solidFill>
                <a:ea typeface="宋体" pitchFamily="2" charset="-122"/>
              </a:rPr>
              <a:t>牛顿第三定律</a:t>
            </a:r>
          </a:p>
        </p:txBody>
      </p:sp>
      <p:sp>
        <p:nvSpPr>
          <p:cNvPr id="151572" name="Rectangle 20"/>
          <p:cNvSpPr>
            <a:spLocks noChangeArrowheads="1"/>
          </p:cNvSpPr>
          <p:nvPr/>
        </p:nvSpPr>
        <p:spPr bwMode="auto">
          <a:xfrm>
            <a:off x="566738" y="1133475"/>
            <a:ext cx="7966075" cy="1511300"/>
          </a:xfrm>
          <a:prstGeom prst="rect">
            <a:avLst/>
          </a:prstGeom>
          <a:solidFill>
            <a:srgbClr val="66FFFF">
              <a:alpha val="50195"/>
            </a:srgbClr>
          </a:solidFill>
          <a:ln w="9525" algn="ctr">
            <a:solidFill>
              <a:srgbClr val="00CCFF">
                <a:alpha val="79999"/>
              </a:srgbClr>
            </a:solidFill>
            <a:miter lim="800000"/>
            <a:headEnd/>
            <a:tailEnd/>
          </a:ln>
        </p:spPr>
        <p:txBody>
          <a:bodyPr anchor="ctr">
            <a:spAutoFit/>
          </a:bodyPr>
          <a:lstStyle/>
          <a:p>
            <a:endParaRPr lang="zh-CN" altLang="en-US"/>
          </a:p>
        </p:txBody>
      </p:sp>
      <p:sp>
        <p:nvSpPr>
          <p:cNvPr id="151573" name="Text Box 21"/>
          <p:cNvSpPr txBox="1">
            <a:spLocks noChangeArrowheads="1"/>
          </p:cNvSpPr>
          <p:nvPr/>
        </p:nvSpPr>
        <p:spPr bwMode="auto">
          <a:xfrm>
            <a:off x="657225" y="1274763"/>
            <a:ext cx="2071688" cy="457200"/>
          </a:xfrm>
          <a:prstGeom prst="rect">
            <a:avLst/>
          </a:prstGeom>
          <a:noFill/>
          <a:ln w="9525">
            <a:noFill/>
            <a:miter lim="800000"/>
            <a:headEnd/>
            <a:tailEnd/>
          </a:ln>
        </p:spPr>
        <p:txBody>
          <a:bodyPr wrap="none">
            <a:spAutoFit/>
          </a:bodyPr>
          <a:lstStyle/>
          <a:p>
            <a:pPr>
              <a:lnSpc>
                <a:spcPct val="100000"/>
              </a:lnSpc>
              <a:spcBef>
                <a:spcPct val="0"/>
              </a:spcBef>
            </a:pPr>
            <a:r>
              <a:rPr lang="zh-CN" altLang="en-US" sz="2400">
                <a:ea typeface="宋体" pitchFamily="2" charset="-122"/>
              </a:rPr>
              <a:t>当物体</a:t>
            </a:r>
            <a:r>
              <a:rPr lang="zh-CN" altLang="en-US" sz="2400">
                <a:solidFill>
                  <a:schemeClr val="bg1"/>
                </a:solidFill>
                <a:ea typeface="宋体" pitchFamily="2" charset="-122"/>
              </a:rPr>
              <a:t> </a:t>
            </a:r>
            <a:r>
              <a:rPr lang="en-US" altLang="zh-CN" sz="2400" i="1">
                <a:solidFill>
                  <a:srgbClr val="FF6600"/>
                </a:solidFill>
                <a:ea typeface="宋体" pitchFamily="2" charset="-122"/>
              </a:rPr>
              <a:t>A</a:t>
            </a:r>
            <a:r>
              <a:rPr lang="en-US" altLang="zh-CN" sz="2400">
                <a:solidFill>
                  <a:srgbClr val="66FFFF"/>
                </a:solidFill>
                <a:ea typeface="宋体" pitchFamily="2" charset="-122"/>
              </a:rPr>
              <a:t> </a:t>
            </a:r>
            <a:r>
              <a:rPr lang="zh-CN" altLang="en-US" sz="2400">
                <a:ea typeface="宋体" pitchFamily="2" charset="-122"/>
              </a:rPr>
              <a:t>以力</a:t>
            </a:r>
          </a:p>
        </p:txBody>
      </p:sp>
      <p:sp>
        <p:nvSpPr>
          <p:cNvPr id="151574" name="Text Box 22"/>
          <p:cNvSpPr txBox="1">
            <a:spLocks noChangeArrowheads="1"/>
          </p:cNvSpPr>
          <p:nvPr/>
        </p:nvSpPr>
        <p:spPr bwMode="auto">
          <a:xfrm>
            <a:off x="2919413" y="1268413"/>
            <a:ext cx="5184775" cy="457200"/>
          </a:xfrm>
          <a:prstGeom prst="rect">
            <a:avLst/>
          </a:prstGeom>
          <a:noFill/>
          <a:ln w="9525">
            <a:noFill/>
            <a:miter lim="800000"/>
            <a:headEnd/>
            <a:tailEnd/>
          </a:ln>
        </p:spPr>
        <p:txBody>
          <a:bodyPr wrap="none">
            <a:spAutoFit/>
          </a:bodyPr>
          <a:lstStyle/>
          <a:p>
            <a:pPr>
              <a:lnSpc>
                <a:spcPct val="100000"/>
              </a:lnSpc>
              <a:spcBef>
                <a:spcPct val="0"/>
              </a:spcBef>
            </a:pPr>
            <a:r>
              <a:rPr lang="zh-CN" altLang="en-US" sz="2400">
                <a:ea typeface="宋体" pitchFamily="2" charset="-122"/>
              </a:rPr>
              <a:t>作用于物体</a:t>
            </a:r>
            <a:r>
              <a:rPr lang="zh-CN" altLang="en-US" sz="2400">
                <a:solidFill>
                  <a:schemeClr val="bg1"/>
                </a:solidFill>
                <a:ea typeface="宋体" pitchFamily="2" charset="-122"/>
              </a:rPr>
              <a:t> </a:t>
            </a:r>
            <a:r>
              <a:rPr lang="en-US" altLang="zh-CN" sz="2400" i="1">
                <a:solidFill>
                  <a:srgbClr val="FF6600"/>
                </a:solidFill>
                <a:ea typeface="宋体" pitchFamily="2" charset="-122"/>
              </a:rPr>
              <a:t>B </a:t>
            </a:r>
            <a:r>
              <a:rPr lang="zh-CN" altLang="en-US" sz="2400">
                <a:ea typeface="宋体" pitchFamily="2" charset="-122"/>
              </a:rPr>
              <a:t>时，物体</a:t>
            </a:r>
            <a:r>
              <a:rPr lang="zh-CN" altLang="en-US" sz="2400">
                <a:solidFill>
                  <a:srgbClr val="FF6600"/>
                </a:solidFill>
                <a:ea typeface="宋体" pitchFamily="2" charset="-122"/>
              </a:rPr>
              <a:t> </a:t>
            </a:r>
            <a:r>
              <a:rPr lang="en-US" altLang="zh-CN" sz="2400" i="1">
                <a:solidFill>
                  <a:srgbClr val="FF6600"/>
                </a:solidFill>
                <a:ea typeface="宋体" pitchFamily="2" charset="-122"/>
              </a:rPr>
              <a:t>B </a:t>
            </a:r>
            <a:r>
              <a:rPr lang="zh-CN" altLang="en-US" sz="2400">
                <a:ea typeface="宋体" pitchFamily="2" charset="-122"/>
              </a:rPr>
              <a:t>也同时以力</a:t>
            </a:r>
          </a:p>
        </p:txBody>
      </p:sp>
      <p:graphicFrame>
        <p:nvGraphicFramePr>
          <p:cNvPr id="151575" name="Object 23"/>
          <p:cNvGraphicFramePr>
            <a:graphicFrameLocks noChangeAspect="1"/>
          </p:cNvGraphicFramePr>
          <p:nvPr/>
        </p:nvGraphicFramePr>
        <p:xfrm>
          <a:off x="2690813" y="1314450"/>
          <a:ext cx="306387" cy="390525"/>
        </p:xfrm>
        <a:graphic>
          <a:graphicData uri="http://schemas.openxmlformats.org/presentationml/2006/ole">
            <p:oleObj spid="_x0000_s6146" name="公式" r:id="rId3" imgW="190440" imgH="228600" progId="Equation.3">
              <p:embed/>
            </p:oleObj>
          </a:graphicData>
        </a:graphic>
      </p:graphicFrame>
      <p:graphicFrame>
        <p:nvGraphicFramePr>
          <p:cNvPr id="151576" name="Object 24"/>
          <p:cNvGraphicFramePr>
            <a:graphicFrameLocks/>
          </p:cNvGraphicFramePr>
          <p:nvPr/>
        </p:nvGraphicFramePr>
        <p:xfrm>
          <a:off x="8027988" y="1314450"/>
          <a:ext cx="323850" cy="388938"/>
        </p:xfrm>
        <a:graphic>
          <a:graphicData uri="http://schemas.openxmlformats.org/presentationml/2006/ole">
            <p:oleObj spid="_x0000_s6147" name="公式" r:id="rId4" imgW="190440" imgH="228600" progId="Equation.3">
              <p:embed/>
            </p:oleObj>
          </a:graphicData>
        </a:graphic>
      </p:graphicFrame>
      <p:sp>
        <p:nvSpPr>
          <p:cNvPr id="151577" name="Text Box 25"/>
          <p:cNvSpPr txBox="1">
            <a:spLocks noChangeArrowheads="1"/>
          </p:cNvSpPr>
          <p:nvPr/>
        </p:nvSpPr>
        <p:spPr bwMode="auto">
          <a:xfrm>
            <a:off x="701675" y="1719263"/>
            <a:ext cx="2970213" cy="457200"/>
          </a:xfrm>
          <a:prstGeom prst="rect">
            <a:avLst/>
          </a:prstGeom>
          <a:noFill/>
          <a:ln w="9525">
            <a:noFill/>
            <a:miter lim="800000"/>
            <a:headEnd/>
            <a:tailEnd/>
          </a:ln>
        </p:spPr>
        <p:txBody>
          <a:bodyPr>
            <a:spAutoFit/>
          </a:bodyPr>
          <a:lstStyle/>
          <a:p>
            <a:pPr>
              <a:lnSpc>
                <a:spcPct val="100000"/>
              </a:lnSpc>
              <a:spcBef>
                <a:spcPct val="0"/>
              </a:spcBef>
            </a:pPr>
            <a:r>
              <a:rPr lang="zh-CN" altLang="en-US" sz="2400">
                <a:ea typeface="宋体" pitchFamily="2" charset="-122"/>
              </a:rPr>
              <a:t>作用于物体</a:t>
            </a:r>
            <a:r>
              <a:rPr lang="zh-CN" altLang="en-US" sz="2400" i="1">
                <a:solidFill>
                  <a:schemeClr val="bg1"/>
                </a:solidFill>
                <a:ea typeface="宋体" pitchFamily="2" charset="-122"/>
              </a:rPr>
              <a:t> </a:t>
            </a:r>
            <a:r>
              <a:rPr lang="en-US" altLang="zh-CN" sz="2400" i="1">
                <a:solidFill>
                  <a:srgbClr val="FF6600"/>
                </a:solidFill>
                <a:ea typeface="宋体" pitchFamily="2" charset="-122"/>
              </a:rPr>
              <a:t>A</a:t>
            </a:r>
            <a:r>
              <a:rPr lang="en-US" altLang="zh-CN" sz="2400" i="1">
                <a:solidFill>
                  <a:srgbClr val="66FFFF"/>
                </a:solidFill>
                <a:ea typeface="宋体" pitchFamily="2" charset="-122"/>
              </a:rPr>
              <a:t> </a:t>
            </a:r>
            <a:r>
              <a:rPr lang="en-US" altLang="zh-CN" sz="2400" i="1">
                <a:solidFill>
                  <a:schemeClr val="bg1"/>
                </a:solidFill>
                <a:ea typeface="宋体" pitchFamily="2" charset="-122"/>
              </a:rPr>
              <a:t> </a:t>
            </a:r>
            <a:r>
              <a:rPr lang="zh-CN" altLang="en-US" sz="2400">
                <a:ea typeface="宋体" pitchFamily="2" charset="-122"/>
              </a:rPr>
              <a:t>上，</a:t>
            </a:r>
          </a:p>
        </p:txBody>
      </p:sp>
      <p:graphicFrame>
        <p:nvGraphicFramePr>
          <p:cNvPr id="151578" name="Object 26"/>
          <p:cNvGraphicFramePr>
            <a:graphicFrameLocks/>
          </p:cNvGraphicFramePr>
          <p:nvPr/>
        </p:nvGraphicFramePr>
        <p:xfrm>
          <a:off x="3402013" y="1735138"/>
          <a:ext cx="323850" cy="388937"/>
        </p:xfrm>
        <a:graphic>
          <a:graphicData uri="http://schemas.openxmlformats.org/presentationml/2006/ole">
            <p:oleObj spid="_x0000_s6148" name="公式" r:id="rId5" imgW="190440" imgH="228600" progId="Equation.3">
              <p:embed/>
            </p:oleObj>
          </a:graphicData>
        </a:graphic>
      </p:graphicFrame>
      <p:sp>
        <p:nvSpPr>
          <p:cNvPr id="151579" name="Text Box 27"/>
          <p:cNvSpPr txBox="1">
            <a:spLocks noChangeArrowheads="1"/>
          </p:cNvSpPr>
          <p:nvPr/>
        </p:nvSpPr>
        <p:spPr bwMode="auto">
          <a:xfrm>
            <a:off x="3716338" y="1687513"/>
            <a:ext cx="492125" cy="457200"/>
          </a:xfrm>
          <a:prstGeom prst="rect">
            <a:avLst/>
          </a:prstGeom>
          <a:noFill/>
          <a:ln w="9525">
            <a:noFill/>
            <a:miter lim="800000"/>
            <a:headEnd/>
            <a:tailEnd/>
          </a:ln>
        </p:spPr>
        <p:txBody>
          <a:bodyPr wrap="none">
            <a:spAutoFit/>
          </a:bodyPr>
          <a:lstStyle/>
          <a:p>
            <a:pPr algn="ctr">
              <a:lnSpc>
                <a:spcPct val="100000"/>
              </a:lnSpc>
              <a:spcBef>
                <a:spcPct val="0"/>
              </a:spcBef>
            </a:pPr>
            <a:r>
              <a:rPr lang="zh-CN" altLang="en-US" sz="2400">
                <a:ea typeface="宋体" pitchFamily="2" charset="-122"/>
              </a:rPr>
              <a:t>和</a:t>
            </a:r>
          </a:p>
        </p:txBody>
      </p:sp>
      <p:graphicFrame>
        <p:nvGraphicFramePr>
          <p:cNvPr id="151580" name="Object 28"/>
          <p:cNvGraphicFramePr>
            <a:graphicFrameLocks noChangeAspect="1"/>
          </p:cNvGraphicFramePr>
          <p:nvPr/>
        </p:nvGraphicFramePr>
        <p:xfrm>
          <a:off x="4167188" y="1735138"/>
          <a:ext cx="306387" cy="388937"/>
        </p:xfrm>
        <a:graphic>
          <a:graphicData uri="http://schemas.openxmlformats.org/presentationml/2006/ole">
            <p:oleObj spid="_x0000_s6149" name="公式" r:id="rId6" imgW="190440" imgH="228600" progId="Equation.3">
              <p:embed/>
            </p:oleObj>
          </a:graphicData>
        </a:graphic>
      </p:graphicFrame>
      <p:sp>
        <p:nvSpPr>
          <p:cNvPr id="151581" name="Text Box 29"/>
          <p:cNvSpPr txBox="1">
            <a:spLocks noChangeArrowheads="1"/>
          </p:cNvSpPr>
          <p:nvPr/>
        </p:nvSpPr>
        <p:spPr bwMode="auto">
          <a:xfrm>
            <a:off x="4392613" y="1687513"/>
            <a:ext cx="4014787" cy="457200"/>
          </a:xfrm>
          <a:prstGeom prst="rect">
            <a:avLst/>
          </a:prstGeom>
          <a:noFill/>
          <a:ln w="9525">
            <a:noFill/>
            <a:miter lim="800000"/>
            <a:headEnd/>
            <a:tailEnd/>
          </a:ln>
        </p:spPr>
        <p:txBody>
          <a:bodyPr>
            <a:spAutoFit/>
          </a:bodyPr>
          <a:lstStyle/>
          <a:p>
            <a:pPr>
              <a:lnSpc>
                <a:spcPct val="100000"/>
              </a:lnSpc>
              <a:spcBef>
                <a:spcPct val="0"/>
              </a:spcBef>
            </a:pPr>
            <a:r>
              <a:rPr lang="zh-CN" altLang="en-US" sz="2400">
                <a:ea typeface="宋体" pitchFamily="2" charset="-122"/>
              </a:rPr>
              <a:t>总是大小相等，方向相反，</a:t>
            </a:r>
          </a:p>
        </p:txBody>
      </p:sp>
      <p:sp>
        <p:nvSpPr>
          <p:cNvPr id="151582" name="Text Box 30"/>
          <p:cNvSpPr txBox="1">
            <a:spLocks noChangeArrowheads="1"/>
          </p:cNvSpPr>
          <p:nvPr/>
        </p:nvSpPr>
        <p:spPr bwMode="auto">
          <a:xfrm>
            <a:off x="2938463" y="2097088"/>
            <a:ext cx="2635250" cy="457200"/>
          </a:xfrm>
          <a:prstGeom prst="rect">
            <a:avLst/>
          </a:prstGeom>
          <a:noFill/>
          <a:ln w="9525">
            <a:noFill/>
            <a:miter lim="800000"/>
            <a:headEnd/>
            <a:tailEnd/>
          </a:ln>
        </p:spPr>
        <p:txBody>
          <a:bodyPr wrap="none">
            <a:spAutoFit/>
          </a:bodyPr>
          <a:lstStyle/>
          <a:p>
            <a:pPr>
              <a:lnSpc>
                <a:spcPct val="100000"/>
              </a:lnSpc>
              <a:spcBef>
                <a:spcPct val="0"/>
              </a:spcBef>
            </a:pPr>
            <a:r>
              <a:rPr lang="zh-CN" altLang="en-US" sz="2400">
                <a:ea typeface="宋体" pitchFamily="2" charset="-122"/>
              </a:rPr>
              <a:t>且在同一直线上。</a:t>
            </a:r>
          </a:p>
        </p:txBody>
      </p:sp>
      <p:graphicFrame>
        <p:nvGraphicFramePr>
          <p:cNvPr id="151583" name="Object 31"/>
          <p:cNvGraphicFramePr>
            <a:graphicFrameLocks noGrp="1" noChangeAspect="1"/>
          </p:cNvGraphicFramePr>
          <p:nvPr>
            <p:ph/>
          </p:nvPr>
        </p:nvGraphicFramePr>
        <p:xfrm>
          <a:off x="3627438" y="2754313"/>
          <a:ext cx="1084262" cy="438150"/>
        </p:xfrm>
        <a:graphic>
          <a:graphicData uri="http://schemas.openxmlformats.org/presentationml/2006/ole">
            <p:oleObj spid="_x0000_s6150" name="公式" r:id="rId7" imgW="596880" imgH="241200" progId="Equation.3">
              <p:embed/>
            </p:oleObj>
          </a:graphicData>
        </a:graphic>
      </p:graphicFrame>
      <p:sp>
        <p:nvSpPr>
          <p:cNvPr id="151584" name="Text Box 32"/>
          <p:cNvSpPr txBox="1">
            <a:spLocks noChangeArrowheads="1"/>
          </p:cNvSpPr>
          <p:nvPr/>
        </p:nvSpPr>
        <p:spPr bwMode="auto">
          <a:xfrm>
            <a:off x="585788" y="3268663"/>
            <a:ext cx="1690687" cy="457200"/>
          </a:xfrm>
          <a:prstGeom prst="rect">
            <a:avLst/>
          </a:prstGeom>
          <a:noFill/>
          <a:ln w="9525">
            <a:noFill/>
            <a:miter lim="800000"/>
            <a:headEnd/>
            <a:tailEnd/>
          </a:ln>
        </p:spPr>
        <p:txBody>
          <a:bodyPr>
            <a:spAutoFit/>
          </a:bodyPr>
          <a:lstStyle/>
          <a:p>
            <a:pPr>
              <a:lnSpc>
                <a:spcPct val="100000"/>
              </a:lnSpc>
              <a:buClr>
                <a:srgbClr val="CC0000"/>
              </a:buClr>
              <a:buFont typeface="Wingdings" pitchFamily="2" charset="2"/>
              <a:buNone/>
            </a:pPr>
            <a:r>
              <a:rPr lang="zh-CN" altLang="en-US" sz="2400">
                <a:solidFill>
                  <a:srgbClr val="FF6600"/>
                </a:solidFill>
                <a:ea typeface="宋体" pitchFamily="2" charset="-122"/>
              </a:rPr>
              <a:t>说明</a:t>
            </a:r>
          </a:p>
        </p:txBody>
      </p:sp>
      <p:sp>
        <p:nvSpPr>
          <p:cNvPr id="151585" name="AutoShape 33"/>
          <p:cNvSpPr>
            <a:spLocks noChangeArrowheads="1"/>
          </p:cNvSpPr>
          <p:nvPr/>
        </p:nvSpPr>
        <p:spPr bwMode="auto">
          <a:xfrm>
            <a:off x="206375" y="3213100"/>
            <a:ext cx="360363" cy="576263"/>
          </a:xfrm>
          <a:prstGeom prst="star4">
            <a:avLst>
              <a:gd name="adj" fmla="val 18519"/>
            </a:avLst>
          </a:prstGeom>
          <a:gradFill rotWithShape="1">
            <a:gsLst>
              <a:gs pos="0">
                <a:srgbClr val="FF9900"/>
              </a:gs>
              <a:gs pos="100000">
                <a:srgbClr val="764700"/>
              </a:gs>
            </a:gsLst>
            <a:path path="shape">
              <a:fillToRect l="50000" t="50000" r="50000" b="50000"/>
            </a:path>
          </a:gradFill>
          <a:ln w="9525">
            <a:noFill/>
            <a:miter lim="800000"/>
            <a:headEnd/>
            <a:tailEnd/>
          </a:ln>
        </p:spPr>
        <p:txBody>
          <a:bodyPr wrap="none" anchor="ctr"/>
          <a:lstStyle/>
          <a:p>
            <a:endParaRPr lang="zh-CN" altLang="en-US" sz="2400">
              <a:ea typeface="宋体" pitchFamily="2" charset="-122"/>
            </a:endParaRPr>
          </a:p>
        </p:txBody>
      </p:sp>
      <p:sp>
        <p:nvSpPr>
          <p:cNvPr id="151586" name="Text Box 34"/>
          <p:cNvSpPr txBox="1">
            <a:spLocks noChangeArrowheads="1"/>
          </p:cNvSpPr>
          <p:nvPr/>
        </p:nvSpPr>
        <p:spPr bwMode="auto">
          <a:xfrm>
            <a:off x="206375" y="3890963"/>
            <a:ext cx="8642350" cy="933450"/>
          </a:xfrm>
          <a:prstGeom prst="rect">
            <a:avLst/>
          </a:prstGeom>
          <a:noFill/>
          <a:ln w="9525" algn="ctr">
            <a:noFill/>
            <a:miter lim="800000"/>
            <a:headEnd/>
            <a:tailEnd/>
          </a:ln>
        </p:spPr>
        <p:txBody>
          <a:bodyPr>
            <a:spAutoFit/>
          </a:bodyPr>
          <a:lstStyle/>
          <a:p>
            <a:pPr>
              <a:lnSpc>
                <a:spcPct val="115000"/>
              </a:lnSpc>
              <a:spcBef>
                <a:spcPct val="0"/>
              </a:spcBef>
            </a:pPr>
            <a:r>
              <a:rPr kumimoji="0" lang="en-US" altLang="zh-CN" sz="2400">
                <a:ea typeface="宋体" pitchFamily="2" charset="-122"/>
              </a:rPr>
              <a:t>(1) </a:t>
            </a:r>
            <a:r>
              <a:rPr kumimoji="0" lang="zh-CN" altLang="en-US" sz="2400">
                <a:ea typeface="宋体" pitchFamily="2" charset="-122"/>
              </a:rPr>
              <a:t>牛顿第三定律指明了一个真实存在的力的标志，在于总能找到它的反作用力，并且在其它物体的运动中表现出来。</a:t>
            </a:r>
          </a:p>
        </p:txBody>
      </p:sp>
      <p:sp>
        <p:nvSpPr>
          <p:cNvPr id="151587" name="Text Box 35"/>
          <p:cNvSpPr txBox="1">
            <a:spLocks noChangeArrowheads="1"/>
          </p:cNvSpPr>
          <p:nvPr/>
        </p:nvSpPr>
        <p:spPr bwMode="auto">
          <a:xfrm>
            <a:off x="206375" y="4954588"/>
            <a:ext cx="8686800" cy="1354137"/>
          </a:xfrm>
          <a:prstGeom prst="rect">
            <a:avLst/>
          </a:prstGeom>
          <a:noFill/>
          <a:ln w="9525" algn="ctr">
            <a:noFill/>
            <a:miter lim="800000"/>
            <a:headEnd/>
            <a:tailEnd/>
          </a:ln>
        </p:spPr>
        <p:txBody>
          <a:bodyPr>
            <a:spAutoFit/>
          </a:bodyPr>
          <a:lstStyle/>
          <a:p>
            <a:pPr>
              <a:lnSpc>
                <a:spcPct val="115000"/>
              </a:lnSpc>
              <a:spcBef>
                <a:spcPct val="0"/>
              </a:spcBef>
            </a:pPr>
            <a:r>
              <a:rPr kumimoji="0" lang="en-US" altLang="zh-CN" sz="2400">
                <a:ea typeface="宋体" pitchFamily="2" charset="-122"/>
              </a:rPr>
              <a:t>(2) </a:t>
            </a:r>
            <a:r>
              <a:rPr kumimoji="0" lang="zh-CN" altLang="en-US" sz="2400">
                <a:ea typeface="宋体" pitchFamily="2" charset="-122"/>
              </a:rPr>
              <a:t>物体之间作用力具有成对性，即作用力与反作用力必须同时出现。作用力与反作用力是相对的、无主从之分，各自产生的效果不会抵消。</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51555"/>
                                        </p:tgtEl>
                                        <p:attrNameLst>
                                          <p:attrName>style.visibility</p:attrName>
                                        </p:attrNameLst>
                                      </p:cBhvr>
                                      <p:to>
                                        <p:strVal val="visible"/>
                                      </p:to>
                                    </p:set>
                                    <p:anim calcmode="lin" valueType="num">
                                      <p:cBhvr additive="base">
                                        <p:cTn id="7" dur="500" fill="hold"/>
                                        <p:tgtEl>
                                          <p:spTgt spid="151555"/>
                                        </p:tgtEl>
                                        <p:attrNameLst>
                                          <p:attrName>ppt_x</p:attrName>
                                        </p:attrNameLst>
                                      </p:cBhvr>
                                      <p:tavLst>
                                        <p:tav tm="0">
                                          <p:val>
                                            <p:strVal val="0-#ppt_w/2"/>
                                          </p:val>
                                        </p:tav>
                                        <p:tav tm="100000">
                                          <p:val>
                                            <p:strVal val="#ppt_x"/>
                                          </p:val>
                                        </p:tav>
                                      </p:tavLst>
                                    </p:anim>
                                    <p:anim calcmode="lin" valueType="num">
                                      <p:cBhvr additive="base">
                                        <p:cTn id="8" dur="500" fill="hold"/>
                                        <p:tgtEl>
                                          <p:spTgt spid="15155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grpId="0" nodeType="clickEffect">
                                  <p:stCondLst>
                                    <p:cond delay="0"/>
                                  </p:stCondLst>
                                  <p:childTnLst>
                                    <p:set>
                                      <p:cBhvr>
                                        <p:cTn id="12" dur="1" fill="hold">
                                          <p:stCondLst>
                                            <p:cond delay="0"/>
                                          </p:stCondLst>
                                        </p:cTn>
                                        <p:tgtEl>
                                          <p:spTgt spid="151572"/>
                                        </p:tgtEl>
                                        <p:attrNameLst>
                                          <p:attrName>style.visibility</p:attrName>
                                        </p:attrNameLst>
                                      </p:cBhvr>
                                      <p:to>
                                        <p:strVal val="visible"/>
                                      </p:to>
                                    </p:set>
                                    <p:animEffect transition="in" filter="blinds(horizontal)">
                                      <p:cBhvr>
                                        <p:cTn id="13" dur="2000"/>
                                        <p:tgtEl>
                                          <p:spTgt spid="151572"/>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51573"/>
                                        </p:tgtEl>
                                        <p:attrNameLst>
                                          <p:attrName>style.visibility</p:attrName>
                                        </p:attrNameLst>
                                      </p:cBhvr>
                                      <p:to>
                                        <p:strVal val="visible"/>
                                      </p:to>
                                    </p:set>
                                    <p:animEffect transition="in" filter="wipe(left)">
                                      <p:cBhvr>
                                        <p:cTn id="18" dur="1000"/>
                                        <p:tgtEl>
                                          <p:spTgt spid="151573"/>
                                        </p:tgtEl>
                                      </p:cBhvr>
                                    </p:animEffect>
                                  </p:childTnLst>
                                </p:cTn>
                              </p:par>
                            </p:childTnLst>
                          </p:cTn>
                        </p:par>
                        <p:par>
                          <p:cTn id="19" fill="hold">
                            <p:stCondLst>
                              <p:cond delay="1000"/>
                            </p:stCondLst>
                            <p:childTnLst>
                              <p:par>
                                <p:cTn id="20" presetID="23" presetClass="entr" presetSubtype="16" fill="hold" nodeType="afterEffect">
                                  <p:stCondLst>
                                    <p:cond delay="0"/>
                                  </p:stCondLst>
                                  <p:childTnLst>
                                    <p:set>
                                      <p:cBhvr>
                                        <p:cTn id="21" dur="1" fill="hold">
                                          <p:stCondLst>
                                            <p:cond delay="0"/>
                                          </p:stCondLst>
                                        </p:cTn>
                                        <p:tgtEl>
                                          <p:spTgt spid="151575"/>
                                        </p:tgtEl>
                                        <p:attrNameLst>
                                          <p:attrName>style.visibility</p:attrName>
                                        </p:attrNameLst>
                                      </p:cBhvr>
                                      <p:to>
                                        <p:strVal val="visible"/>
                                      </p:to>
                                    </p:set>
                                    <p:anim calcmode="lin" valueType="num">
                                      <p:cBhvr>
                                        <p:cTn id="22" dur="500" fill="hold"/>
                                        <p:tgtEl>
                                          <p:spTgt spid="151575"/>
                                        </p:tgtEl>
                                        <p:attrNameLst>
                                          <p:attrName>ppt_w</p:attrName>
                                        </p:attrNameLst>
                                      </p:cBhvr>
                                      <p:tavLst>
                                        <p:tav tm="0">
                                          <p:val>
                                            <p:fltVal val="0"/>
                                          </p:val>
                                        </p:tav>
                                        <p:tav tm="100000">
                                          <p:val>
                                            <p:strVal val="#ppt_w"/>
                                          </p:val>
                                        </p:tav>
                                      </p:tavLst>
                                    </p:anim>
                                    <p:anim calcmode="lin" valueType="num">
                                      <p:cBhvr>
                                        <p:cTn id="23" dur="500" fill="hold"/>
                                        <p:tgtEl>
                                          <p:spTgt spid="151575"/>
                                        </p:tgtEl>
                                        <p:attrNameLst>
                                          <p:attrName>ppt_h</p:attrName>
                                        </p:attrNameLst>
                                      </p:cBhvr>
                                      <p:tavLst>
                                        <p:tav tm="0">
                                          <p:val>
                                            <p:fltVal val="0"/>
                                          </p:val>
                                        </p:tav>
                                        <p:tav tm="100000">
                                          <p:val>
                                            <p:strVal val="#ppt_h"/>
                                          </p:val>
                                        </p:tav>
                                      </p:tavLst>
                                    </p:anim>
                                  </p:childTnLst>
                                </p:cTn>
                              </p:par>
                            </p:childTnLst>
                          </p:cTn>
                        </p:par>
                        <p:par>
                          <p:cTn id="24" fill="hold">
                            <p:stCondLst>
                              <p:cond delay="1500"/>
                            </p:stCondLst>
                            <p:childTnLst>
                              <p:par>
                                <p:cTn id="25" presetID="22" presetClass="entr" presetSubtype="8" fill="hold" grpId="0" nodeType="afterEffect">
                                  <p:stCondLst>
                                    <p:cond delay="0"/>
                                  </p:stCondLst>
                                  <p:childTnLst>
                                    <p:set>
                                      <p:cBhvr>
                                        <p:cTn id="26" dur="1" fill="hold">
                                          <p:stCondLst>
                                            <p:cond delay="0"/>
                                          </p:stCondLst>
                                        </p:cTn>
                                        <p:tgtEl>
                                          <p:spTgt spid="151574"/>
                                        </p:tgtEl>
                                        <p:attrNameLst>
                                          <p:attrName>style.visibility</p:attrName>
                                        </p:attrNameLst>
                                      </p:cBhvr>
                                      <p:to>
                                        <p:strVal val="visible"/>
                                      </p:to>
                                    </p:set>
                                    <p:animEffect transition="in" filter="wipe(left)">
                                      <p:cBhvr>
                                        <p:cTn id="27" dur="1000"/>
                                        <p:tgtEl>
                                          <p:spTgt spid="151574"/>
                                        </p:tgtEl>
                                      </p:cBhvr>
                                    </p:animEffect>
                                  </p:childTnLst>
                                </p:cTn>
                              </p:par>
                            </p:childTnLst>
                          </p:cTn>
                        </p:par>
                      </p:childTnLst>
                    </p:cTn>
                  </p:par>
                  <p:par>
                    <p:cTn id="28" fill="hold">
                      <p:stCondLst>
                        <p:cond delay="indefinite"/>
                      </p:stCondLst>
                      <p:childTnLst>
                        <p:par>
                          <p:cTn id="29" fill="hold">
                            <p:stCondLst>
                              <p:cond delay="0"/>
                            </p:stCondLst>
                            <p:childTnLst>
                              <p:par>
                                <p:cTn id="30" presetID="23" presetClass="entr" presetSubtype="16" fill="hold" nodeType="clickEffect">
                                  <p:stCondLst>
                                    <p:cond delay="0"/>
                                  </p:stCondLst>
                                  <p:childTnLst>
                                    <p:set>
                                      <p:cBhvr>
                                        <p:cTn id="31" dur="1" fill="hold">
                                          <p:stCondLst>
                                            <p:cond delay="0"/>
                                          </p:stCondLst>
                                        </p:cTn>
                                        <p:tgtEl>
                                          <p:spTgt spid="151576"/>
                                        </p:tgtEl>
                                        <p:attrNameLst>
                                          <p:attrName>style.visibility</p:attrName>
                                        </p:attrNameLst>
                                      </p:cBhvr>
                                      <p:to>
                                        <p:strVal val="visible"/>
                                      </p:to>
                                    </p:set>
                                    <p:anim calcmode="lin" valueType="num">
                                      <p:cBhvr>
                                        <p:cTn id="32" dur="500" fill="hold"/>
                                        <p:tgtEl>
                                          <p:spTgt spid="151576"/>
                                        </p:tgtEl>
                                        <p:attrNameLst>
                                          <p:attrName>ppt_w</p:attrName>
                                        </p:attrNameLst>
                                      </p:cBhvr>
                                      <p:tavLst>
                                        <p:tav tm="0">
                                          <p:val>
                                            <p:fltVal val="0"/>
                                          </p:val>
                                        </p:tav>
                                        <p:tav tm="100000">
                                          <p:val>
                                            <p:strVal val="#ppt_w"/>
                                          </p:val>
                                        </p:tav>
                                      </p:tavLst>
                                    </p:anim>
                                    <p:anim calcmode="lin" valueType="num">
                                      <p:cBhvr>
                                        <p:cTn id="33" dur="500" fill="hold"/>
                                        <p:tgtEl>
                                          <p:spTgt spid="151576"/>
                                        </p:tgtEl>
                                        <p:attrNameLst>
                                          <p:attrName>ppt_h</p:attrName>
                                        </p:attrNameLst>
                                      </p:cBhvr>
                                      <p:tavLst>
                                        <p:tav tm="0">
                                          <p:val>
                                            <p:fltVal val="0"/>
                                          </p:val>
                                        </p:tav>
                                        <p:tav tm="100000">
                                          <p:val>
                                            <p:strVal val="#ppt_h"/>
                                          </p:val>
                                        </p:tav>
                                      </p:tavLst>
                                    </p:anim>
                                  </p:childTnLst>
                                </p:cTn>
                              </p:par>
                            </p:childTnLst>
                          </p:cTn>
                        </p:par>
                        <p:par>
                          <p:cTn id="34" fill="hold">
                            <p:stCondLst>
                              <p:cond delay="500"/>
                            </p:stCondLst>
                            <p:childTnLst>
                              <p:par>
                                <p:cTn id="35" presetID="22" presetClass="entr" presetSubtype="8" fill="hold" grpId="0" nodeType="afterEffect">
                                  <p:stCondLst>
                                    <p:cond delay="0"/>
                                  </p:stCondLst>
                                  <p:childTnLst>
                                    <p:set>
                                      <p:cBhvr>
                                        <p:cTn id="36" dur="1" fill="hold">
                                          <p:stCondLst>
                                            <p:cond delay="0"/>
                                          </p:stCondLst>
                                        </p:cTn>
                                        <p:tgtEl>
                                          <p:spTgt spid="151577"/>
                                        </p:tgtEl>
                                        <p:attrNameLst>
                                          <p:attrName>style.visibility</p:attrName>
                                        </p:attrNameLst>
                                      </p:cBhvr>
                                      <p:to>
                                        <p:strVal val="visible"/>
                                      </p:to>
                                    </p:set>
                                    <p:animEffect transition="in" filter="wipe(left)">
                                      <p:cBhvr>
                                        <p:cTn id="37" dur="1000"/>
                                        <p:tgtEl>
                                          <p:spTgt spid="151577"/>
                                        </p:tgtEl>
                                      </p:cBhvr>
                                    </p:animEffect>
                                  </p:childTnLst>
                                </p:cTn>
                              </p:par>
                            </p:childTnLst>
                          </p:cTn>
                        </p:par>
                      </p:childTnLst>
                    </p:cTn>
                  </p:par>
                  <p:par>
                    <p:cTn id="38" fill="hold">
                      <p:stCondLst>
                        <p:cond delay="indefinite"/>
                      </p:stCondLst>
                      <p:childTnLst>
                        <p:par>
                          <p:cTn id="39" fill="hold">
                            <p:stCondLst>
                              <p:cond delay="0"/>
                            </p:stCondLst>
                            <p:childTnLst>
                              <p:par>
                                <p:cTn id="40" presetID="23" presetClass="entr" presetSubtype="16" fill="hold" nodeType="clickEffect">
                                  <p:stCondLst>
                                    <p:cond delay="0"/>
                                  </p:stCondLst>
                                  <p:childTnLst>
                                    <p:set>
                                      <p:cBhvr>
                                        <p:cTn id="41" dur="1" fill="hold">
                                          <p:stCondLst>
                                            <p:cond delay="0"/>
                                          </p:stCondLst>
                                        </p:cTn>
                                        <p:tgtEl>
                                          <p:spTgt spid="151578"/>
                                        </p:tgtEl>
                                        <p:attrNameLst>
                                          <p:attrName>style.visibility</p:attrName>
                                        </p:attrNameLst>
                                      </p:cBhvr>
                                      <p:to>
                                        <p:strVal val="visible"/>
                                      </p:to>
                                    </p:set>
                                    <p:anim calcmode="lin" valueType="num">
                                      <p:cBhvr>
                                        <p:cTn id="42" dur="500" fill="hold"/>
                                        <p:tgtEl>
                                          <p:spTgt spid="151578"/>
                                        </p:tgtEl>
                                        <p:attrNameLst>
                                          <p:attrName>ppt_w</p:attrName>
                                        </p:attrNameLst>
                                      </p:cBhvr>
                                      <p:tavLst>
                                        <p:tav tm="0">
                                          <p:val>
                                            <p:fltVal val="0"/>
                                          </p:val>
                                        </p:tav>
                                        <p:tav tm="100000">
                                          <p:val>
                                            <p:strVal val="#ppt_w"/>
                                          </p:val>
                                        </p:tav>
                                      </p:tavLst>
                                    </p:anim>
                                    <p:anim calcmode="lin" valueType="num">
                                      <p:cBhvr>
                                        <p:cTn id="43" dur="500" fill="hold"/>
                                        <p:tgtEl>
                                          <p:spTgt spid="151578"/>
                                        </p:tgtEl>
                                        <p:attrNameLst>
                                          <p:attrName>ppt_h</p:attrName>
                                        </p:attrNameLst>
                                      </p:cBhvr>
                                      <p:tavLst>
                                        <p:tav tm="0">
                                          <p:val>
                                            <p:fltVal val="0"/>
                                          </p:val>
                                        </p:tav>
                                        <p:tav tm="100000">
                                          <p:val>
                                            <p:strVal val="#ppt_h"/>
                                          </p:val>
                                        </p:tav>
                                      </p:tavLst>
                                    </p:anim>
                                  </p:childTnLst>
                                </p:cTn>
                              </p:par>
                            </p:childTnLst>
                          </p:cTn>
                        </p:par>
                        <p:par>
                          <p:cTn id="44" fill="hold">
                            <p:stCondLst>
                              <p:cond delay="500"/>
                            </p:stCondLst>
                            <p:childTnLst>
                              <p:par>
                                <p:cTn id="45" presetID="22" presetClass="entr" presetSubtype="8" fill="hold" grpId="0" nodeType="afterEffect">
                                  <p:stCondLst>
                                    <p:cond delay="0"/>
                                  </p:stCondLst>
                                  <p:childTnLst>
                                    <p:set>
                                      <p:cBhvr>
                                        <p:cTn id="46" dur="1" fill="hold">
                                          <p:stCondLst>
                                            <p:cond delay="0"/>
                                          </p:stCondLst>
                                        </p:cTn>
                                        <p:tgtEl>
                                          <p:spTgt spid="151579"/>
                                        </p:tgtEl>
                                        <p:attrNameLst>
                                          <p:attrName>style.visibility</p:attrName>
                                        </p:attrNameLst>
                                      </p:cBhvr>
                                      <p:to>
                                        <p:strVal val="visible"/>
                                      </p:to>
                                    </p:set>
                                    <p:animEffect transition="in" filter="wipe(left)">
                                      <p:cBhvr>
                                        <p:cTn id="47" dur="1000"/>
                                        <p:tgtEl>
                                          <p:spTgt spid="151579"/>
                                        </p:tgtEl>
                                      </p:cBhvr>
                                    </p:animEffect>
                                  </p:childTnLst>
                                </p:cTn>
                              </p:par>
                            </p:childTnLst>
                          </p:cTn>
                        </p:par>
                        <p:par>
                          <p:cTn id="48" fill="hold">
                            <p:stCondLst>
                              <p:cond delay="1500"/>
                            </p:stCondLst>
                            <p:childTnLst>
                              <p:par>
                                <p:cTn id="49" presetID="23" presetClass="entr" presetSubtype="16" fill="hold" nodeType="afterEffect">
                                  <p:stCondLst>
                                    <p:cond delay="0"/>
                                  </p:stCondLst>
                                  <p:childTnLst>
                                    <p:set>
                                      <p:cBhvr>
                                        <p:cTn id="50" dur="1" fill="hold">
                                          <p:stCondLst>
                                            <p:cond delay="0"/>
                                          </p:stCondLst>
                                        </p:cTn>
                                        <p:tgtEl>
                                          <p:spTgt spid="151580"/>
                                        </p:tgtEl>
                                        <p:attrNameLst>
                                          <p:attrName>style.visibility</p:attrName>
                                        </p:attrNameLst>
                                      </p:cBhvr>
                                      <p:to>
                                        <p:strVal val="visible"/>
                                      </p:to>
                                    </p:set>
                                    <p:anim calcmode="lin" valueType="num">
                                      <p:cBhvr>
                                        <p:cTn id="51" dur="500" fill="hold"/>
                                        <p:tgtEl>
                                          <p:spTgt spid="151580"/>
                                        </p:tgtEl>
                                        <p:attrNameLst>
                                          <p:attrName>ppt_w</p:attrName>
                                        </p:attrNameLst>
                                      </p:cBhvr>
                                      <p:tavLst>
                                        <p:tav tm="0">
                                          <p:val>
                                            <p:fltVal val="0"/>
                                          </p:val>
                                        </p:tav>
                                        <p:tav tm="100000">
                                          <p:val>
                                            <p:strVal val="#ppt_w"/>
                                          </p:val>
                                        </p:tav>
                                      </p:tavLst>
                                    </p:anim>
                                    <p:anim calcmode="lin" valueType="num">
                                      <p:cBhvr>
                                        <p:cTn id="52" dur="500" fill="hold"/>
                                        <p:tgtEl>
                                          <p:spTgt spid="151580"/>
                                        </p:tgtEl>
                                        <p:attrNameLst>
                                          <p:attrName>ppt_h</p:attrName>
                                        </p:attrNameLst>
                                      </p:cBhvr>
                                      <p:tavLst>
                                        <p:tav tm="0">
                                          <p:val>
                                            <p:fltVal val="0"/>
                                          </p:val>
                                        </p:tav>
                                        <p:tav tm="100000">
                                          <p:val>
                                            <p:strVal val="#ppt_h"/>
                                          </p:val>
                                        </p:tav>
                                      </p:tavLst>
                                    </p:anim>
                                  </p:childTnLst>
                                </p:cTn>
                              </p:par>
                            </p:childTnLst>
                          </p:cTn>
                        </p:par>
                        <p:par>
                          <p:cTn id="53" fill="hold">
                            <p:stCondLst>
                              <p:cond delay="2000"/>
                            </p:stCondLst>
                            <p:childTnLst>
                              <p:par>
                                <p:cTn id="54" presetID="22" presetClass="entr" presetSubtype="8" fill="hold" grpId="0" nodeType="afterEffect">
                                  <p:stCondLst>
                                    <p:cond delay="0"/>
                                  </p:stCondLst>
                                  <p:childTnLst>
                                    <p:set>
                                      <p:cBhvr>
                                        <p:cTn id="55" dur="1" fill="hold">
                                          <p:stCondLst>
                                            <p:cond delay="0"/>
                                          </p:stCondLst>
                                        </p:cTn>
                                        <p:tgtEl>
                                          <p:spTgt spid="151581"/>
                                        </p:tgtEl>
                                        <p:attrNameLst>
                                          <p:attrName>style.visibility</p:attrName>
                                        </p:attrNameLst>
                                      </p:cBhvr>
                                      <p:to>
                                        <p:strVal val="visible"/>
                                      </p:to>
                                    </p:set>
                                    <p:animEffect transition="in" filter="wipe(left)">
                                      <p:cBhvr>
                                        <p:cTn id="56" dur="1000"/>
                                        <p:tgtEl>
                                          <p:spTgt spid="151581"/>
                                        </p:tgtEl>
                                      </p:cBhvr>
                                    </p:animEffect>
                                  </p:childTnLst>
                                </p:cTn>
                              </p:par>
                            </p:childTnLst>
                          </p:cTn>
                        </p:par>
                        <p:par>
                          <p:cTn id="57" fill="hold">
                            <p:stCondLst>
                              <p:cond delay="3000"/>
                            </p:stCondLst>
                            <p:childTnLst>
                              <p:par>
                                <p:cTn id="58" presetID="22" presetClass="entr" presetSubtype="8" fill="hold" grpId="0" nodeType="afterEffect">
                                  <p:stCondLst>
                                    <p:cond delay="0"/>
                                  </p:stCondLst>
                                  <p:childTnLst>
                                    <p:set>
                                      <p:cBhvr>
                                        <p:cTn id="59" dur="1" fill="hold">
                                          <p:stCondLst>
                                            <p:cond delay="0"/>
                                          </p:stCondLst>
                                        </p:cTn>
                                        <p:tgtEl>
                                          <p:spTgt spid="151582"/>
                                        </p:tgtEl>
                                        <p:attrNameLst>
                                          <p:attrName>style.visibility</p:attrName>
                                        </p:attrNameLst>
                                      </p:cBhvr>
                                      <p:to>
                                        <p:strVal val="visible"/>
                                      </p:to>
                                    </p:set>
                                    <p:animEffect transition="in" filter="wipe(left)">
                                      <p:cBhvr>
                                        <p:cTn id="60" dur="1000"/>
                                        <p:tgtEl>
                                          <p:spTgt spid="151582"/>
                                        </p:tgtEl>
                                      </p:cBhvr>
                                    </p:animEffect>
                                  </p:childTnLst>
                                </p:cTn>
                              </p:par>
                            </p:childTnLst>
                          </p:cTn>
                        </p:par>
                      </p:childTnLst>
                    </p:cTn>
                  </p:par>
                  <p:par>
                    <p:cTn id="61" fill="hold">
                      <p:stCondLst>
                        <p:cond delay="indefinite"/>
                      </p:stCondLst>
                      <p:childTnLst>
                        <p:par>
                          <p:cTn id="62" fill="hold">
                            <p:stCondLst>
                              <p:cond delay="0"/>
                            </p:stCondLst>
                            <p:childTnLst>
                              <p:par>
                                <p:cTn id="63" presetID="23" presetClass="entr" presetSubtype="16" fill="hold" nodeType="clickEffect">
                                  <p:stCondLst>
                                    <p:cond delay="0"/>
                                  </p:stCondLst>
                                  <p:childTnLst>
                                    <p:set>
                                      <p:cBhvr>
                                        <p:cTn id="64" dur="1" fill="hold">
                                          <p:stCondLst>
                                            <p:cond delay="0"/>
                                          </p:stCondLst>
                                        </p:cTn>
                                        <p:tgtEl>
                                          <p:spTgt spid="151583"/>
                                        </p:tgtEl>
                                        <p:attrNameLst>
                                          <p:attrName>style.visibility</p:attrName>
                                        </p:attrNameLst>
                                      </p:cBhvr>
                                      <p:to>
                                        <p:strVal val="visible"/>
                                      </p:to>
                                    </p:set>
                                    <p:anim calcmode="lin" valueType="num">
                                      <p:cBhvr>
                                        <p:cTn id="65" dur="500" fill="hold"/>
                                        <p:tgtEl>
                                          <p:spTgt spid="151583"/>
                                        </p:tgtEl>
                                        <p:attrNameLst>
                                          <p:attrName>ppt_w</p:attrName>
                                        </p:attrNameLst>
                                      </p:cBhvr>
                                      <p:tavLst>
                                        <p:tav tm="0">
                                          <p:val>
                                            <p:fltVal val="0"/>
                                          </p:val>
                                        </p:tav>
                                        <p:tav tm="100000">
                                          <p:val>
                                            <p:strVal val="#ppt_w"/>
                                          </p:val>
                                        </p:tav>
                                      </p:tavLst>
                                    </p:anim>
                                    <p:anim calcmode="lin" valueType="num">
                                      <p:cBhvr>
                                        <p:cTn id="66" dur="500" fill="hold"/>
                                        <p:tgtEl>
                                          <p:spTgt spid="151583"/>
                                        </p:tgtEl>
                                        <p:attrNameLst>
                                          <p:attrName>ppt_h</p:attrName>
                                        </p:attrNameLst>
                                      </p:cBhvr>
                                      <p:tavLst>
                                        <p:tav tm="0">
                                          <p:val>
                                            <p:fltVal val="0"/>
                                          </p:val>
                                        </p:tav>
                                        <p:tav tm="100000">
                                          <p:val>
                                            <p:strVal val="#ppt_h"/>
                                          </p:val>
                                        </p:tav>
                                      </p:tavLst>
                                    </p:anim>
                                  </p:childTnLst>
                                </p:cTn>
                              </p:par>
                            </p:childTnLst>
                          </p:cTn>
                        </p:par>
                      </p:childTnLst>
                    </p:cTn>
                  </p:par>
                  <p:par>
                    <p:cTn id="67" fill="hold">
                      <p:stCondLst>
                        <p:cond delay="indefinite"/>
                      </p:stCondLst>
                      <p:childTnLst>
                        <p:par>
                          <p:cTn id="68" fill="hold">
                            <p:stCondLst>
                              <p:cond delay="0"/>
                            </p:stCondLst>
                            <p:childTnLst>
                              <p:par>
                                <p:cTn id="69" presetID="9" presetClass="entr" presetSubtype="0" fill="hold" grpId="0" nodeType="clickEffect">
                                  <p:stCondLst>
                                    <p:cond delay="0"/>
                                  </p:stCondLst>
                                  <p:childTnLst>
                                    <p:set>
                                      <p:cBhvr>
                                        <p:cTn id="70" dur="1" fill="hold">
                                          <p:stCondLst>
                                            <p:cond delay="0"/>
                                          </p:stCondLst>
                                        </p:cTn>
                                        <p:tgtEl>
                                          <p:spTgt spid="151585"/>
                                        </p:tgtEl>
                                        <p:attrNameLst>
                                          <p:attrName>style.visibility</p:attrName>
                                        </p:attrNameLst>
                                      </p:cBhvr>
                                      <p:to>
                                        <p:strVal val="visible"/>
                                      </p:to>
                                    </p:set>
                                    <p:animEffect transition="in" filter="dissolve">
                                      <p:cBhvr>
                                        <p:cTn id="71" dur="1000"/>
                                        <p:tgtEl>
                                          <p:spTgt spid="151585"/>
                                        </p:tgtEl>
                                      </p:cBhvr>
                                    </p:animEffect>
                                  </p:childTnLst>
                                </p:cTn>
                              </p:par>
                            </p:childTnLst>
                          </p:cTn>
                        </p:par>
                        <p:par>
                          <p:cTn id="72" fill="hold">
                            <p:stCondLst>
                              <p:cond delay="1000"/>
                            </p:stCondLst>
                            <p:childTnLst>
                              <p:par>
                                <p:cTn id="73" presetID="22" presetClass="entr" presetSubtype="8" fill="hold" grpId="0" nodeType="afterEffect">
                                  <p:stCondLst>
                                    <p:cond delay="0"/>
                                  </p:stCondLst>
                                  <p:childTnLst>
                                    <p:set>
                                      <p:cBhvr>
                                        <p:cTn id="74" dur="1" fill="hold">
                                          <p:stCondLst>
                                            <p:cond delay="0"/>
                                          </p:stCondLst>
                                        </p:cTn>
                                        <p:tgtEl>
                                          <p:spTgt spid="151584"/>
                                        </p:tgtEl>
                                        <p:attrNameLst>
                                          <p:attrName>style.visibility</p:attrName>
                                        </p:attrNameLst>
                                      </p:cBhvr>
                                      <p:to>
                                        <p:strVal val="visible"/>
                                      </p:to>
                                    </p:set>
                                    <p:animEffect transition="in" filter="wipe(left)">
                                      <p:cBhvr>
                                        <p:cTn id="75" dur="500"/>
                                        <p:tgtEl>
                                          <p:spTgt spid="151584"/>
                                        </p:tgtEl>
                                      </p:cBhvr>
                                    </p:animEffect>
                                  </p:childTnLst>
                                </p:cTn>
                              </p:par>
                            </p:childTnLst>
                          </p:cTn>
                        </p:par>
                      </p:childTnLst>
                    </p:cTn>
                  </p:par>
                  <p:par>
                    <p:cTn id="76" fill="hold">
                      <p:stCondLst>
                        <p:cond delay="indefinite"/>
                      </p:stCondLst>
                      <p:childTnLst>
                        <p:par>
                          <p:cTn id="77" fill="hold">
                            <p:stCondLst>
                              <p:cond delay="0"/>
                            </p:stCondLst>
                            <p:childTnLst>
                              <p:par>
                                <p:cTn id="78" presetID="9" presetClass="entr" presetSubtype="0" fill="hold" grpId="0" nodeType="clickEffect">
                                  <p:stCondLst>
                                    <p:cond delay="0"/>
                                  </p:stCondLst>
                                  <p:childTnLst>
                                    <p:set>
                                      <p:cBhvr>
                                        <p:cTn id="79" dur="1" fill="hold">
                                          <p:stCondLst>
                                            <p:cond delay="0"/>
                                          </p:stCondLst>
                                        </p:cTn>
                                        <p:tgtEl>
                                          <p:spTgt spid="151586"/>
                                        </p:tgtEl>
                                        <p:attrNameLst>
                                          <p:attrName>style.visibility</p:attrName>
                                        </p:attrNameLst>
                                      </p:cBhvr>
                                      <p:to>
                                        <p:strVal val="visible"/>
                                      </p:to>
                                    </p:set>
                                    <p:animEffect transition="in" filter="dissolve">
                                      <p:cBhvr>
                                        <p:cTn id="80" dur="500"/>
                                        <p:tgtEl>
                                          <p:spTgt spid="151586"/>
                                        </p:tgtEl>
                                      </p:cBhvr>
                                    </p:animEffect>
                                  </p:childTnLst>
                                </p:cTn>
                              </p:par>
                            </p:childTnLst>
                          </p:cTn>
                        </p:par>
                      </p:childTnLst>
                    </p:cTn>
                  </p:par>
                  <p:par>
                    <p:cTn id="81" fill="hold">
                      <p:stCondLst>
                        <p:cond delay="indefinite"/>
                      </p:stCondLst>
                      <p:childTnLst>
                        <p:par>
                          <p:cTn id="82" fill="hold">
                            <p:stCondLst>
                              <p:cond delay="0"/>
                            </p:stCondLst>
                            <p:childTnLst>
                              <p:par>
                                <p:cTn id="83" presetID="9" presetClass="entr" presetSubtype="0" fill="hold" grpId="0" nodeType="clickEffect">
                                  <p:stCondLst>
                                    <p:cond delay="0"/>
                                  </p:stCondLst>
                                  <p:childTnLst>
                                    <p:set>
                                      <p:cBhvr>
                                        <p:cTn id="84" dur="1" fill="hold">
                                          <p:stCondLst>
                                            <p:cond delay="0"/>
                                          </p:stCondLst>
                                        </p:cTn>
                                        <p:tgtEl>
                                          <p:spTgt spid="151587"/>
                                        </p:tgtEl>
                                        <p:attrNameLst>
                                          <p:attrName>style.visibility</p:attrName>
                                        </p:attrNameLst>
                                      </p:cBhvr>
                                      <p:to>
                                        <p:strVal val="visible"/>
                                      </p:to>
                                    </p:set>
                                    <p:animEffect transition="in" filter="dissolve">
                                      <p:cBhvr>
                                        <p:cTn id="85" dur="500"/>
                                        <p:tgtEl>
                                          <p:spTgt spid="1515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1555" grpId="0" autoUpdateAnimBg="0"/>
      <p:bldP spid="151572" grpId="0" animBg="1"/>
      <p:bldP spid="151573" grpId="0"/>
      <p:bldP spid="151574" grpId="0"/>
      <p:bldP spid="151577" grpId="0"/>
      <p:bldP spid="151579" grpId="0"/>
      <p:bldP spid="151581" grpId="0"/>
      <p:bldP spid="151582" grpId="0"/>
      <p:bldP spid="151584" grpId="0" autoUpdateAnimBg="0"/>
      <p:bldP spid="151585" grpId="0" animBg="1"/>
      <p:bldP spid="151586" grpId="0"/>
      <p:bldP spid="151587"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02" name="Text Box 2"/>
          <p:cNvSpPr txBox="1">
            <a:spLocks noChangeArrowheads="1"/>
          </p:cNvSpPr>
          <p:nvPr/>
        </p:nvSpPr>
        <p:spPr bwMode="auto">
          <a:xfrm>
            <a:off x="541338" y="1063625"/>
            <a:ext cx="2905125" cy="457200"/>
          </a:xfrm>
          <a:prstGeom prst="rect">
            <a:avLst/>
          </a:prstGeom>
          <a:noFill/>
          <a:ln w="9525">
            <a:noFill/>
            <a:miter lim="800000"/>
            <a:headEnd/>
            <a:tailEnd/>
          </a:ln>
        </p:spPr>
        <p:txBody>
          <a:bodyPr>
            <a:spAutoFit/>
          </a:bodyPr>
          <a:lstStyle/>
          <a:p>
            <a:pPr>
              <a:lnSpc>
                <a:spcPct val="100000"/>
              </a:lnSpc>
              <a:buClr>
                <a:srgbClr val="CC0000"/>
              </a:buClr>
              <a:buFont typeface="Wingdings" pitchFamily="2" charset="2"/>
              <a:buNone/>
            </a:pPr>
            <a:r>
              <a:rPr lang="zh-CN" altLang="en-US" sz="2400">
                <a:solidFill>
                  <a:srgbClr val="FF6600"/>
                </a:solidFill>
                <a:ea typeface="宋体" pitchFamily="2" charset="-122"/>
              </a:rPr>
              <a:t>牛顿三定律的讨论</a:t>
            </a:r>
          </a:p>
        </p:txBody>
      </p:sp>
      <p:sp>
        <p:nvSpPr>
          <p:cNvPr id="204803" name="Text Box 3"/>
          <p:cNvSpPr txBox="1">
            <a:spLocks noChangeArrowheads="1"/>
          </p:cNvSpPr>
          <p:nvPr/>
        </p:nvSpPr>
        <p:spPr bwMode="auto">
          <a:xfrm>
            <a:off x="522288" y="1719263"/>
            <a:ext cx="4267200" cy="479425"/>
          </a:xfrm>
          <a:prstGeom prst="rect">
            <a:avLst/>
          </a:prstGeom>
          <a:noFill/>
          <a:ln w="9525">
            <a:noFill/>
            <a:miter lim="800000"/>
            <a:headEnd/>
            <a:tailEnd/>
          </a:ln>
        </p:spPr>
        <p:txBody>
          <a:bodyPr>
            <a:spAutoFit/>
          </a:bodyPr>
          <a:lstStyle/>
          <a:p>
            <a:pPr>
              <a:lnSpc>
                <a:spcPct val="115000"/>
              </a:lnSpc>
              <a:spcBef>
                <a:spcPct val="0"/>
              </a:spcBef>
            </a:pPr>
            <a:r>
              <a:rPr lang="zh-CN" altLang="en-US" sz="2400">
                <a:ea typeface="宋体" pitchFamily="2" charset="-122"/>
              </a:rPr>
              <a:t>第一定律</a:t>
            </a:r>
            <a:r>
              <a:rPr lang="zh-CN" altLang="en-US" sz="2400">
                <a:solidFill>
                  <a:srgbClr val="339966"/>
                </a:solidFill>
                <a:ea typeface="宋体" pitchFamily="2" charset="-122"/>
              </a:rPr>
              <a:t> </a:t>
            </a:r>
            <a:r>
              <a:rPr lang="en-US" altLang="zh-CN" sz="2400">
                <a:solidFill>
                  <a:srgbClr val="339966"/>
                </a:solidFill>
                <a:ea typeface="宋体" pitchFamily="2" charset="-122"/>
              </a:rPr>
              <a:t>—</a:t>
            </a:r>
            <a:r>
              <a:rPr lang="en-US" altLang="zh-CN" sz="2400">
                <a:ea typeface="宋体" pitchFamily="2" charset="-122"/>
              </a:rPr>
              <a:t>“</a:t>
            </a:r>
            <a:r>
              <a:rPr lang="zh-CN" altLang="en-US" sz="2400">
                <a:ea typeface="宋体" pitchFamily="2" charset="-122"/>
              </a:rPr>
              <a:t>力”的概念</a:t>
            </a:r>
          </a:p>
        </p:txBody>
      </p:sp>
      <p:sp>
        <p:nvSpPr>
          <p:cNvPr id="204804" name="Text Box 4"/>
          <p:cNvSpPr txBox="1">
            <a:spLocks noChangeArrowheads="1"/>
          </p:cNvSpPr>
          <p:nvPr/>
        </p:nvSpPr>
        <p:spPr bwMode="auto">
          <a:xfrm>
            <a:off x="566738" y="2214563"/>
            <a:ext cx="3124200" cy="479425"/>
          </a:xfrm>
          <a:prstGeom prst="rect">
            <a:avLst/>
          </a:prstGeom>
          <a:noFill/>
          <a:ln w="9525">
            <a:noFill/>
            <a:miter lim="800000"/>
            <a:headEnd/>
            <a:tailEnd/>
          </a:ln>
        </p:spPr>
        <p:txBody>
          <a:bodyPr>
            <a:spAutoFit/>
          </a:bodyPr>
          <a:lstStyle/>
          <a:p>
            <a:pPr>
              <a:lnSpc>
                <a:spcPct val="115000"/>
              </a:lnSpc>
              <a:spcBef>
                <a:spcPct val="0"/>
              </a:spcBef>
            </a:pPr>
            <a:r>
              <a:rPr lang="zh-CN" altLang="en-US" sz="2400">
                <a:solidFill>
                  <a:srgbClr val="CC0000"/>
                </a:solidFill>
                <a:ea typeface="宋体" pitchFamily="2" charset="-122"/>
              </a:rPr>
              <a:t>注意三个重要概念：</a:t>
            </a:r>
          </a:p>
        </p:txBody>
      </p:sp>
      <p:sp>
        <p:nvSpPr>
          <p:cNvPr id="204805" name="Text Box 5"/>
          <p:cNvSpPr txBox="1">
            <a:spLocks noChangeArrowheads="1"/>
          </p:cNvSpPr>
          <p:nvPr/>
        </p:nvSpPr>
        <p:spPr bwMode="auto">
          <a:xfrm>
            <a:off x="3402013" y="2241550"/>
            <a:ext cx="4905375" cy="479425"/>
          </a:xfrm>
          <a:prstGeom prst="rect">
            <a:avLst/>
          </a:prstGeom>
          <a:noFill/>
          <a:ln w="9525">
            <a:noFill/>
            <a:miter lim="800000"/>
            <a:headEnd/>
            <a:tailEnd/>
          </a:ln>
        </p:spPr>
        <p:txBody>
          <a:bodyPr>
            <a:spAutoFit/>
          </a:bodyPr>
          <a:lstStyle/>
          <a:p>
            <a:pPr>
              <a:lnSpc>
                <a:spcPct val="115000"/>
              </a:lnSpc>
              <a:spcBef>
                <a:spcPct val="0"/>
              </a:spcBef>
            </a:pPr>
            <a:r>
              <a:rPr lang="zh-CN" altLang="en-US" sz="2400">
                <a:solidFill>
                  <a:srgbClr val="FF6600"/>
                </a:solidFill>
                <a:ea typeface="宋体" pitchFamily="2" charset="-122"/>
              </a:rPr>
              <a:t>惯性、力、惯性参考系</a:t>
            </a:r>
          </a:p>
        </p:txBody>
      </p:sp>
      <p:sp>
        <p:nvSpPr>
          <p:cNvPr id="204806" name="Text Box 6"/>
          <p:cNvSpPr txBox="1">
            <a:spLocks noChangeArrowheads="1"/>
          </p:cNvSpPr>
          <p:nvPr/>
        </p:nvSpPr>
        <p:spPr bwMode="auto">
          <a:xfrm>
            <a:off x="668338" y="3097213"/>
            <a:ext cx="4648200" cy="387350"/>
          </a:xfrm>
          <a:prstGeom prst="rect">
            <a:avLst/>
          </a:prstGeom>
          <a:noFill/>
          <a:ln w="9525">
            <a:noFill/>
            <a:miter lim="800000"/>
            <a:headEnd/>
            <a:tailEnd/>
          </a:ln>
        </p:spPr>
        <p:txBody>
          <a:bodyPr lIns="0" tIns="0" rIns="0" bIns="0">
            <a:spAutoFit/>
          </a:bodyPr>
          <a:lstStyle/>
          <a:p>
            <a:pPr>
              <a:lnSpc>
                <a:spcPct val="115000"/>
              </a:lnSpc>
              <a:spcBef>
                <a:spcPct val="0"/>
              </a:spcBef>
            </a:pPr>
            <a:r>
              <a:rPr lang="zh-CN" altLang="en-US" sz="2400">
                <a:ea typeface="宋体" pitchFamily="2" charset="-122"/>
              </a:rPr>
              <a:t>第二定律 </a:t>
            </a:r>
            <a:r>
              <a:rPr lang="en-US" altLang="zh-CN" sz="2400">
                <a:solidFill>
                  <a:srgbClr val="339966"/>
                </a:solidFill>
                <a:ea typeface="宋体" pitchFamily="2" charset="-122"/>
              </a:rPr>
              <a:t>—</a:t>
            </a:r>
            <a:r>
              <a:rPr lang="en-US" altLang="zh-CN" sz="2400">
                <a:ea typeface="宋体" pitchFamily="2" charset="-122"/>
              </a:rPr>
              <a:t> </a:t>
            </a:r>
            <a:r>
              <a:rPr lang="zh-CN" altLang="en-US" sz="2400">
                <a:ea typeface="宋体" pitchFamily="2" charset="-122"/>
              </a:rPr>
              <a:t>力的度量</a:t>
            </a:r>
            <a:r>
              <a:rPr lang="en-US" altLang="zh-CN" sz="2400">
                <a:solidFill>
                  <a:srgbClr val="CC0000"/>
                </a:solidFill>
                <a:ea typeface="宋体" pitchFamily="2" charset="-122"/>
              </a:rPr>
              <a:t>(</a:t>
            </a:r>
            <a:r>
              <a:rPr lang="zh-CN" altLang="en-US" sz="2400">
                <a:solidFill>
                  <a:srgbClr val="CC0000"/>
                </a:solidFill>
                <a:ea typeface="宋体" pitchFamily="2" charset="-122"/>
              </a:rPr>
              <a:t>定量描述</a:t>
            </a:r>
            <a:r>
              <a:rPr lang="en-US" altLang="zh-CN" sz="2400">
                <a:solidFill>
                  <a:srgbClr val="CC0000"/>
                </a:solidFill>
                <a:ea typeface="宋体" pitchFamily="2" charset="-122"/>
              </a:rPr>
              <a:t>)</a:t>
            </a:r>
          </a:p>
        </p:txBody>
      </p:sp>
      <p:sp>
        <p:nvSpPr>
          <p:cNvPr id="204807" name="Rectangle 7"/>
          <p:cNvSpPr>
            <a:spLocks noChangeArrowheads="1"/>
          </p:cNvSpPr>
          <p:nvPr/>
        </p:nvSpPr>
        <p:spPr bwMode="auto">
          <a:xfrm>
            <a:off x="566738" y="3548063"/>
            <a:ext cx="5300662" cy="479425"/>
          </a:xfrm>
          <a:prstGeom prst="rect">
            <a:avLst/>
          </a:prstGeom>
          <a:noFill/>
          <a:ln w="9525" algn="ctr">
            <a:noFill/>
            <a:miter lim="800000"/>
            <a:headEnd/>
            <a:tailEnd/>
          </a:ln>
        </p:spPr>
        <p:txBody>
          <a:bodyPr>
            <a:spAutoFit/>
          </a:bodyPr>
          <a:lstStyle/>
          <a:p>
            <a:pPr>
              <a:lnSpc>
                <a:spcPct val="115000"/>
              </a:lnSpc>
              <a:spcBef>
                <a:spcPct val="0"/>
              </a:spcBef>
            </a:pPr>
            <a:r>
              <a:rPr lang="zh-CN" altLang="en-US" sz="2400">
                <a:solidFill>
                  <a:srgbClr val="CC0000"/>
                </a:solidFill>
                <a:ea typeface="宋体" pitchFamily="2" charset="-122"/>
              </a:rPr>
              <a:t>注意力的</a:t>
            </a:r>
            <a:r>
              <a:rPr lang="zh-CN" altLang="en-US" sz="2400">
                <a:solidFill>
                  <a:srgbClr val="66FFFF"/>
                </a:solidFill>
                <a:ea typeface="宋体" pitchFamily="2" charset="-122"/>
              </a:rPr>
              <a:t> </a:t>
            </a:r>
            <a:r>
              <a:rPr lang="zh-CN" altLang="en-US" sz="2400">
                <a:solidFill>
                  <a:srgbClr val="FF6600"/>
                </a:solidFill>
                <a:ea typeface="宋体" pitchFamily="2" charset="-122"/>
              </a:rPr>
              <a:t>瞬时性、矢量性</a:t>
            </a:r>
            <a:r>
              <a:rPr lang="zh-CN" altLang="en-US" sz="2400">
                <a:ea typeface="宋体" pitchFamily="2" charset="-122"/>
              </a:rPr>
              <a:t>和</a:t>
            </a:r>
            <a:r>
              <a:rPr lang="zh-CN" altLang="en-US" sz="2400">
                <a:solidFill>
                  <a:srgbClr val="FF6600"/>
                </a:solidFill>
                <a:ea typeface="宋体" pitchFamily="2" charset="-122"/>
              </a:rPr>
              <a:t>对应性</a:t>
            </a:r>
          </a:p>
        </p:txBody>
      </p:sp>
      <p:graphicFrame>
        <p:nvGraphicFramePr>
          <p:cNvPr id="204808" name="Object 8"/>
          <p:cNvGraphicFramePr>
            <a:graphicFrameLocks noChangeAspect="1"/>
          </p:cNvGraphicFramePr>
          <p:nvPr/>
        </p:nvGraphicFramePr>
        <p:xfrm>
          <a:off x="5607050" y="3633788"/>
          <a:ext cx="935038" cy="409575"/>
        </p:xfrm>
        <a:graphic>
          <a:graphicData uri="http://schemas.openxmlformats.org/presentationml/2006/ole">
            <p:oleObj spid="_x0000_s7170" name="公式" r:id="rId3" imgW="520560" imgH="228600" progId="Equation.3">
              <p:embed/>
            </p:oleObj>
          </a:graphicData>
        </a:graphic>
      </p:graphicFrame>
      <p:sp>
        <p:nvSpPr>
          <p:cNvPr id="204809" name="Text Box 9"/>
          <p:cNvSpPr txBox="1">
            <a:spLocks noChangeArrowheads="1"/>
          </p:cNvSpPr>
          <p:nvPr/>
        </p:nvSpPr>
        <p:spPr bwMode="auto">
          <a:xfrm>
            <a:off x="611188" y="4292600"/>
            <a:ext cx="3962400" cy="479425"/>
          </a:xfrm>
          <a:prstGeom prst="rect">
            <a:avLst/>
          </a:prstGeom>
          <a:noFill/>
          <a:ln w="9525">
            <a:noFill/>
            <a:miter lim="800000"/>
            <a:headEnd/>
            <a:tailEnd/>
          </a:ln>
        </p:spPr>
        <p:txBody>
          <a:bodyPr>
            <a:spAutoFit/>
          </a:bodyPr>
          <a:lstStyle/>
          <a:p>
            <a:pPr>
              <a:lnSpc>
                <a:spcPct val="115000"/>
              </a:lnSpc>
              <a:spcBef>
                <a:spcPct val="0"/>
              </a:spcBef>
            </a:pPr>
            <a:r>
              <a:rPr lang="zh-CN" altLang="en-US" sz="2400">
                <a:ea typeface="宋体" pitchFamily="2" charset="-122"/>
              </a:rPr>
              <a:t>第三定律</a:t>
            </a:r>
            <a:r>
              <a:rPr lang="zh-CN" altLang="en-US" sz="2400">
                <a:solidFill>
                  <a:srgbClr val="339966"/>
                </a:solidFill>
                <a:ea typeface="宋体" pitchFamily="2" charset="-122"/>
              </a:rPr>
              <a:t> </a:t>
            </a:r>
            <a:r>
              <a:rPr lang="en-US" altLang="zh-CN" sz="2400">
                <a:solidFill>
                  <a:srgbClr val="339966"/>
                </a:solidFill>
                <a:ea typeface="宋体" pitchFamily="2" charset="-122"/>
              </a:rPr>
              <a:t>—</a:t>
            </a:r>
            <a:r>
              <a:rPr lang="en-US" altLang="zh-CN" sz="2400">
                <a:ea typeface="宋体" pitchFamily="2" charset="-122"/>
              </a:rPr>
              <a:t> </a:t>
            </a:r>
            <a:r>
              <a:rPr lang="zh-CN" altLang="en-US" sz="2400">
                <a:ea typeface="宋体" pitchFamily="2" charset="-122"/>
              </a:rPr>
              <a:t>力的特性</a:t>
            </a:r>
          </a:p>
        </p:txBody>
      </p:sp>
      <p:sp>
        <p:nvSpPr>
          <p:cNvPr id="204810" name="Text Box 10"/>
          <p:cNvSpPr txBox="1">
            <a:spLocks noChangeArrowheads="1"/>
          </p:cNvSpPr>
          <p:nvPr/>
        </p:nvSpPr>
        <p:spPr bwMode="auto">
          <a:xfrm>
            <a:off x="611188" y="4760913"/>
            <a:ext cx="6192837" cy="479425"/>
          </a:xfrm>
          <a:prstGeom prst="rect">
            <a:avLst/>
          </a:prstGeom>
          <a:noFill/>
          <a:ln w="9525">
            <a:noFill/>
            <a:miter lim="800000"/>
            <a:headEnd/>
            <a:tailEnd/>
          </a:ln>
        </p:spPr>
        <p:txBody>
          <a:bodyPr>
            <a:spAutoFit/>
          </a:bodyPr>
          <a:lstStyle/>
          <a:p>
            <a:pPr>
              <a:lnSpc>
                <a:spcPct val="115000"/>
              </a:lnSpc>
              <a:spcBef>
                <a:spcPct val="0"/>
              </a:spcBef>
            </a:pPr>
            <a:r>
              <a:rPr lang="zh-CN" altLang="en-US" sz="2400">
                <a:solidFill>
                  <a:srgbClr val="CC0000"/>
                </a:solidFill>
                <a:ea typeface="宋体" pitchFamily="2" charset="-122"/>
              </a:rPr>
              <a:t>注意力的</a:t>
            </a:r>
            <a:r>
              <a:rPr lang="zh-CN" altLang="en-US" sz="2400">
                <a:solidFill>
                  <a:srgbClr val="FF9900"/>
                </a:solidFill>
                <a:ea typeface="宋体" pitchFamily="2" charset="-122"/>
              </a:rPr>
              <a:t> </a:t>
            </a:r>
            <a:r>
              <a:rPr lang="zh-CN" altLang="en-US" sz="2400">
                <a:solidFill>
                  <a:srgbClr val="FF6600"/>
                </a:solidFill>
                <a:ea typeface="宋体" pitchFamily="2" charset="-122"/>
              </a:rPr>
              <a:t>成对性、一致性</a:t>
            </a:r>
            <a:r>
              <a:rPr lang="zh-CN" altLang="en-US" sz="2400">
                <a:ea typeface="宋体" pitchFamily="2" charset="-122"/>
              </a:rPr>
              <a:t>和</a:t>
            </a:r>
            <a:r>
              <a:rPr lang="zh-CN" altLang="en-US" sz="2400">
                <a:solidFill>
                  <a:srgbClr val="FF6600"/>
                </a:solidFill>
                <a:ea typeface="宋体" pitchFamily="2" charset="-122"/>
              </a:rPr>
              <a:t>同时性</a:t>
            </a:r>
          </a:p>
        </p:txBody>
      </p:sp>
      <p:sp>
        <p:nvSpPr>
          <p:cNvPr id="204811" name="AutoShape 11"/>
          <p:cNvSpPr>
            <a:spLocks noChangeArrowheads="1"/>
          </p:cNvSpPr>
          <p:nvPr/>
        </p:nvSpPr>
        <p:spPr bwMode="auto">
          <a:xfrm>
            <a:off x="206375" y="1008063"/>
            <a:ext cx="360363" cy="576262"/>
          </a:xfrm>
          <a:prstGeom prst="star4">
            <a:avLst>
              <a:gd name="adj" fmla="val 18519"/>
            </a:avLst>
          </a:prstGeom>
          <a:gradFill rotWithShape="1">
            <a:gsLst>
              <a:gs pos="0">
                <a:srgbClr val="FF6600"/>
              </a:gs>
              <a:gs pos="100000">
                <a:srgbClr val="000000"/>
              </a:gs>
            </a:gsLst>
            <a:path path="shape">
              <a:fillToRect l="50000" t="50000" r="50000" b="50000"/>
            </a:path>
          </a:gradFill>
          <a:ln w="9525">
            <a:noFill/>
            <a:miter lim="800000"/>
            <a:headEnd/>
            <a:tailEnd/>
          </a:ln>
        </p:spPr>
        <p:txBody>
          <a:bodyPr wrap="none" anchor="ctr"/>
          <a:lstStyle/>
          <a:p>
            <a:endParaRPr lang="zh-CN" altLang="en-US" sz="2400">
              <a:ea typeface="宋体"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04811"/>
                                        </p:tgtEl>
                                        <p:attrNameLst>
                                          <p:attrName>style.visibility</p:attrName>
                                        </p:attrNameLst>
                                      </p:cBhvr>
                                      <p:to>
                                        <p:strVal val="visible"/>
                                      </p:to>
                                    </p:set>
                                    <p:animEffect transition="in" filter="dissolve">
                                      <p:cBhvr>
                                        <p:cTn id="7" dur="1000"/>
                                        <p:tgtEl>
                                          <p:spTgt spid="204811"/>
                                        </p:tgtEl>
                                      </p:cBhvr>
                                    </p:animEffect>
                                  </p:childTnLst>
                                </p:cTn>
                              </p:par>
                            </p:childTnLst>
                          </p:cTn>
                        </p:par>
                        <p:par>
                          <p:cTn id="8" fill="hold">
                            <p:stCondLst>
                              <p:cond delay="1000"/>
                            </p:stCondLst>
                            <p:childTnLst>
                              <p:par>
                                <p:cTn id="9" presetID="22" presetClass="entr" presetSubtype="8" fill="hold" grpId="0" nodeType="afterEffect">
                                  <p:stCondLst>
                                    <p:cond delay="0"/>
                                  </p:stCondLst>
                                  <p:childTnLst>
                                    <p:set>
                                      <p:cBhvr>
                                        <p:cTn id="10" dur="1" fill="hold">
                                          <p:stCondLst>
                                            <p:cond delay="0"/>
                                          </p:stCondLst>
                                        </p:cTn>
                                        <p:tgtEl>
                                          <p:spTgt spid="204802"/>
                                        </p:tgtEl>
                                        <p:attrNameLst>
                                          <p:attrName>style.visibility</p:attrName>
                                        </p:attrNameLst>
                                      </p:cBhvr>
                                      <p:to>
                                        <p:strVal val="visible"/>
                                      </p:to>
                                    </p:set>
                                    <p:animEffect transition="in" filter="wipe(left)">
                                      <p:cBhvr>
                                        <p:cTn id="11" dur="500"/>
                                        <p:tgtEl>
                                          <p:spTgt spid="204802"/>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204803"/>
                                        </p:tgtEl>
                                        <p:attrNameLst>
                                          <p:attrName>style.visibility</p:attrName>
                                        </p:attrNameLst>
                                      </p:cBhvr>
                                      <p:to>
                                        <p:strVal val="visible"/>
                                      </p:to>
                                    </p:set>
                                    <p:animEffect transition="in" filter="wipe(left)">
                                      <p:cBhvr>
                                        <p:cTn id="16" dur="500"/>
                                        <p:tgtEl>
                                          <p:spTgt spid="204803"/>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204804"/>
                                        </p:tgtEl>
                                        <p:attrNameLst>
                                          <p:attrName>style.visibility</p:attrName>
                                        </p:attrNameLst>
                                      </p:cBhvr>
                                      <p:to>
                                        <p:strVal val="visible"/>
                                      </p:to>
                                    </p:set>
                                    <p:animEffect transition="in" filter="wipe(left)">
                                      <p:cBhvr>
                                        <p:cTn id="21" dur="500"/>
                                        <p:tgtEl>
                                          <p:spTgt spid="204804"/>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204805"/>
                                        </p:tgtEl>
                                        <p:attrNameLst>
                                          <p:attrName>style.visibility</p:attrName>
                                        </p:attrNameLst>
                                      </p:cBhvr>
                                      <p:to>
                                        <p:strVal val="visible"/>
                                      </p:to>
                                    </p:set>
                                    <p:animEffect transition="in" filter="wipe(left)">
                                      <p:cBhvr>
                                        <p:cTn id="26" dur="500"/>
                                        <p:tgtEl>
                                          <p:spTgt spid="204805"/>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204806"/>
                                        </p:tgtEl>
                                        <p:attrNameLst>
                                          <p:attrName>style.visibility</p:attrName>
                                        </p:attrNameLst>
                                      </p:cBhvr>
                                      <p:to>
                                        <p:strVal val="visible"/>
                                      </p:to>
                                    </p:set>
                                    <p:animEffect transition="in" filter="wipe(left)">
                                      <p:cBhvr>
                                        <p:cTn id="31" dur="500"/>
                                        <p:tgtEl>
                                          <p:spTgt spid="204806"/>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204807"/>
                                        </p:tgtEl>
                                        <p:attrNameLst>
                                          <p:attrName>style.visibility</p:attrName>
                                        </p:attrNameLst>
                                      </p:cBhvr>
                                      <p:to>
                                        <p:strVal val="visible"/>
                                      </p:to>
                                    </p:set>
                                    <p:animEffect transition="in" filter="wipe(left)">
                                      <p:cBhvr>
                                        <p:cTn id="36" dur="500"/>
                                        <p:tgtEl>
                                          <p:spTgt spid="204807"/>
                                        </p:tgtEl>
                                      </p:cBhvr>
                                    </p:animEffect>
                                  </p:childTnLst>
                                </p:cTn>
                              </p:par>
                            </p:childTnLst>
                          </p:cTn>
                        </p:par>
                        <p:par>
                          <p:cTn id="37" fill="hold">
                            <p:stCondLst>
                              <p:cond delay="500"/>
                            </p:stCondLst>
                            <p:childTnLst>
                              <p:par>
                                <p:cTn id="38" presetID="22" presetClass="entr" presetSubtype="8" fill="hold" nodeType="afterEffect">
                                  <p:stCondLst>
                                    <p:cond delay="0"/>
                                  </p:stCondLst>
                                  <p:childTnLst>
                                    <p:set>
                                      <p:cBhvr>
                                        <p:cTn id="39" dur="1" fill="hold">
                                          <p:stCondLst>
                                            <p:cond delay="0"/>
                                          </p:stCondLst>
                                        </p:cTn>
                                        <p:tgtEl>
                                          <p:spTgt spid="204808"/>
                                        </p:tgtEl>
                                        <p:attrNameLst>
                                          <p:attrName>style.visibility</p:attrName>
                                        </p:attrNameLst>
                                      </p:cBhvr>
                                      <p:to>
                                        <p:strVal val="visible"/>
                                      </p:to>
                                    </p:set>
                                    <p:animEffect transition="in" filter="wipe(left)">
                                      <p:cBhvr>
                                        <p:cTn id="40" dur="500"/>
                                        <p:tgtEl>
                                          <p:spTgt spid="204808"/>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204809"/>
                                        </p:tgtEl>
                                        <p:attrNameLst>
                                          <p:attrName>style.visibility</p:attrName>
                                        </p:attrNameLst>
                                      </p:cBhvr>
                                      <p:to>
                                        <p:strVal val="visible"/>
                                      </p:to>
                                    </p:set>
                                    <p:animEffect transition="in" filter="wipe(left)">
                                      <p:cBhvr>
                                        <p:cTn id="45" dur="500"/>
                                        <p:tgtEl>
                                          <p:spTgt spid="204809"/>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grpId="0" nodeType="clickEffect">
                                  <p:stCondLst>
                                    <p:cond delay="0"/>
                                  </p:stCondLst>
                                  <p:childTnLst>
                                    <p:set>
                                      <p:cBhvr>
                                        <p:cTn id="49" dur="1" fill="hold">
                                          <p:stCondLst>
                                            <p:cond delay="0"/>
                                          </p:stCondLst>
                                        </p:cTn>
                                        <p:tgtEl>
                                          <p:spTgt spid="204810"/>
                                        </p:tgtEl>
                                        <p:attrNameLst>
                                          <p:attrName>style.visibility</p:attrName>
                                        </p:attrNameLst>
                                      </p:cBhvr>
                                      <p:to>
                                        <p:strVal val="visible"/>
                                      </p:to>
                                    </p:set>
                                    <p:animEffect transition="in" filter="wipe(left)">
                                      <p:cBhvr>
                                        <p:cTn id="50" dur="500"/>
                                        <p:tgtEl>
                                          <p:spTgt spid="2048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02" grpId="0" autoUpdateAnimBg="0"/>
      <p:bldP spid="204803" grpId="0" autoUpdateAnimBg="0"/>
      <p:bldP spid="204804" grpId="0" autoUpdateAnimBg="0"/>
      <p:bldP spid="204805" grpId="0" autoUpdateAnimBg="0"/>
      <p:bldP spid="204806" grpId="0" autoUpdateAnimBg="0"/>
      <p:bldP spid="204807" grpId="0"/>
      <p:bldP spid="204809" grpId="0" autoUpdateAnimBg="0"/>
      <p:bldP spid="204810" grpId="0" autoUpdateAnimBg="0"/>
      <p:bldP spid="204811"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61" name="Text Box 13"/>
          <p:cNvSpPr txBox="1">
            <a:spLocks noChangeArrowheads="1"/>
          </p:cNvSpPr>
          <p:nvPr/>
        </p:nvSpPr>
        <p:spPr bwMode="auto">
          <a:xfrm>
            <a:off x="4356100" y="838200"/>
            <a:ext cx="3886200" cy="461963"/>
          </a:xfrm>
          <a:prstGeom prst="rect">
            <a:avLst/>
          </a:prstGeom>
          <a:noFill/>
          <a:ln w="9525">
            <a:noFill/>
            <a:miter lim="800000"/>
            <a:headEnd/>
            <a:tailEnd/>
          </a:ln>
        </p:spPr>
        <p:txBody>
          <a:bodyPr>
            <a:spAutoFit/>
          </a:bodyPr>
          <a:lstStyle/>
          <a:p>
            <a:pPr>
              <a:lnSpc>
                <a:spcPct val="100000"/>
              </a:lnSpc>
            </a:pPr>
            <a:r>
              <a:rPr lang="zh-CN" altLang="en-US" sz="2400">
                <a:solidFill>
                  <a:srgbClr val="FF6600"/>
                </a:solidFill>
                <a:ea typeface="宋体" pitchFamily="2" charset="-122"/>
              </a:rPr>
              <a:t>（牛顿运动定律</a:t>
            </a:r>
            <a:r>
              <a:rPr lang="en-US" altLang="zh-CN" sz="2400">
                <a:solidFill>
                  <a:srgbClr val="FF6600"/>
                </a:solidFill>
                <a:ea typeface="宋体" pitchFamily="2" charset="-122"/>
              </a:rPr>
              <a:t>+</a:t>
            </a:r>
            <a:r>
              <a:rPr lang="zh-CN" altLang="en-US" sz="2400">
                <a:solidFill>
                  <a:srgbClr val="FF6600"/>
                </a:solidFill>
                <a:ea typeface="宋体" pitchFamily="2" charset="-122"/>
              </a:rPr>
              <a:t>运动学）</a:t>
            </a:r>
          </a:p>
        </p:txBody>
      </p:sp>
      <p:sp>
        <p:nvSpPr>
          <p:cNvPr id="155662" name="Text Box 14"/>
          <p:cNvSpPr txBox="1">
            <a:spLocks noChangeArrowheads="1"/>
          </p:cNvSpPr>
          <p:nvPr/>
        </p:nvSpPr>
        <p:spPr bwMode="auto">
          <a:xfrm>
            <a:off x="250825" y="765175"/>
            <a:ext cx="4392613" cy="457200"/>
          </a:xfrm>
          <a:prstGeom prst="rect">
            <a:avLst/>
          </a:prstGeom>
          <a:noFill/>
          <a:ln w="9525" algn="ctr">
            <a:noFill/>
            <a:miter lim="800000"/>
            <a:headEnd/>
            <a:tailEnd/>
          </a:ln>
        </p:spPr>
        <p:txBody>
          <a:bodyPr>
            <a:spAutoFit/>
          </a:bodyPr>
          <a:lstStyle/>
          <a:p>
            <a:pPr>
              <a:lnSpc>
                <a:spcPct val="100000"/>
              </a:lnSpc>
            </a:pPr>
            <a:r>
              <a:rPr lang="en-US" altLang="zh-CN" sz="2400">
                <a:solidFill>
                  <a:srgbClr val="0000FF"/>
                </a:solidFill>
                <a:ea typeface="宋体" pitchFamily="2" charset="-122"/>
              </a:rPr>
              <a:t>2.1.4 </a:t>
            </a:r>
            <a:r>
              <a:rPr lang="zh-CN" altLang="en-US" sz="2400">
                <a:solidFill>
                  <a:srgbClr val="0000FF"/>
                </a:solidFill>
                <a:ea typeface="宋体" pitchFamily="2" charset="-122"/>
              </a:rPr>
              <a:t>牛顿定律的应用</a:t>
            </a:r>
          </a:p>
        </p:txBody>
      </p:sp>
      <p:sp>
        <p:nvSpPr>
          <p:cNvPr id="155650" name="Text Box 2"/>
          <p:cNvSpPr txBox="1">
            <a:spLocks noChangeArrowheads="1"/>
          </p:cNvSpPr>
          <p:nvPr/>
        </p:nvSpPr>
        <p:spPr bwMode="auto">
          <a:xfrm>
            <a:off x="395288" y="1630363"/>
            <a:ext cx="8497887" cy="968375"/>
          </a:xfrm>
          <a:prstGeom prst="rect">
            <a:avLst/>
          </a:prstGeom>
          <a:noFill/>
          <a:ln w="9525" algn="ctr">
            <a:noFill/>
            <a:miter lim="800000"/>
            <a:headEnd/>
            <a:tailEnd/>
          </a:ln>
        </p:spPr>
        <p:txBody>
          <a:bodyPr>
            <a:spAutoFit/>
          </a:bodyPr>
          <a:lstStyle/>
          <a:p>
            <a:r>
              <a:rPr kumimoji="0" lang="zh-CN" altLang="en-US" sz="2400">
                <a:ea typeface="宋体" pitchFamily="2" charset="-122"/>
              </a:rPr>
              <a:t>牛顿运动定律是物体作低速（             ）时所遵循的动力学基本规律，应用牛顿运动定律求解质点动力学问题的一般步骤：</a:t>
            </a:r>
          </a:p>
        </p:txBody>
      </p:sp>
      <p:graphicFrame>
        <p:nvGraphicFramePr>
          <p:cNvPr id="155678" name="Object 30"/>
          <p:cNvGraphicFramePr>
            <a:graphicFrameLocks noChangeAspect="1"/>
          </p:cNvGraphicFramePr>
          <p:nvPr/>
        </p:nvGraphicFramePr>
        <p:xfrm>
          <a:off x="4530725" y="1730375"/>
          <a:ext cx="892175" cy="357188"/>
        </p:xfrm>
        <a:graphic>
          <a:graphicData uri="http://schemas.openxmlformats.org/presentationml/2006/ole">
            <p:oleObj spid="_x0000_s8194" name="公式" r:id="rId4" imgW="444240" imgH="177480" progId="Equation.3">
              <p:embed/>
            </p:oleObj>
          </a:graphicData>
        </a:graphic>
      </p:graphicFrame>
      <p:sp>
        <p:nvSpPr>
          <p:cNvPr id="155679" name="Text Box 31"/>
          <p:cNvSpPr txBox="1">
            <a:spLocks noChangeArrowheads="1"/>
          </p:cNvSpPr>
          <p:nvPr/>
        </p:nvSpPr>
        <p:spPr bwMode="auto">
          <a:xfrm>
            <a:off x="755650" y="3405188"/>
            <a:ext cx="2159000" cy="457200"/>
          </a:xfrm>
          <a:prstGeom prst="rect">
            <a:avLst/>
          </a:prstGeom>
          <a:gradFill rotWithShape="1">
            <a:gsLst>
              <a:gs pos="0">
                <a:srgbClr val="FFFFFF"/>
              </a:gs>
              <a:gs pos="100000">
                <a:srgbClr val="66FFFF"/>
              </a:gs>
            </a:gsLst>
            <a:path path="shape">
              <a:fillToRect l="50000" t="50000" r="50000" b="50000"/>
            </a:path>
          </a:gradFill>
          <a:ln w="9525" algn="ctr">
            <a:noFill/>
            <a:miter lim="800000"/>
            <a:headEnd/>
            <a:tailEnd/>
          </a:ln>
        </p:spPr>
        <p:txBody>
          <a:bodyPr>
            <a:spAutoFit/>
          </a:bodyPr>
          <a:lstStyle/>
          <a:p>
            <a:pPr>
              <a:lnSpc>
                <a:spcPct val="100000"/>
              </a:lnSpc>
            </a:pPr>
            <a:r>
              <a:rPr kumimoji="0" lang="zh-CN" altLang="en-US" sz="2400">
                <a:solidFill>
                  <a:schemeClr val="tx2"/>
                </a:solidFill>
                <a:ea typeface="宋体" pitchFamily="2" charset="-122"/>
              </a:rPr>
              <a:t>选取研究对象</a:t>
            </a:r>
          </a:p>
        </p:txBody>
      </p:sp>
      <p:sp>
        <p:nvSpPr>
          <p:cNvPr id="155680" name="AutoShape 32"/>
          <p:cNvSpPr>
            <a:spLocks noChangeArrowheads="1"/>
          </p:cNvSpPr>
          <p:nvPr/>
        </p:nvSpPr>
        <p:spPr bwMode="auto">
          <a:xfrm>
            <a:off x="2914650" y="3405188"/>
            <a:ext cx="431800" cy="433387"/>
          </a:xfrm>
          <a:prstGeom prst="rightArrow">
            <a:avLst>
              <a:gd name="adj1" fmla="val 50000"/>
              <a:gd name="adj2" fmla="val 25000"/>
            </a:avLst>
          </a:prstGeom>
          <a:solidFill>
            <a:srgbClr val="CCFFFF"/>
          </a:solidFill>
          <a:ln w="9525" algn="ctr">
            <a:solidFill>
              <a:srgbClr val="66FFFF"/>
            </a:solidFill>
            <a:miter lim="800000"/>
            <a:headEnd/>
            <a:tailEnd/>
          </a:ln>
        </p:spPr>
        <p:txBody>
          <a:bodyPr anchor="ctr">
            <a:spAutoFit/>
          </a:bodyPr>
          <a:lstStyle/>
          <a:p>
            <a:endParaRPr lang="zh-CN" altLang="en-US"/>
          </a:p>
        </p:txBody>
      </p:sp>
      <p:sp>
        <p:nvSpPr>
          <p:cNvPr id="155681" name="Text Box 33"/>
          <p:cNvSpPr txBox="1">
            <a:spLocks noChangeArrowheads="1"/>
          </p:cNvSpPr>
          <p:nvPr/>
        </p:nvSpPr>
        <p:spPr bwMode="auto">
          <a:xfrm>
            <a:off x="3348038" y="3260725"/>
            <a:ext cx="2089150" cy="830263"/>
          </a:xfrm>
          <a:prstGeom prst="rect">
            <a:avLst/>
          </a:prstGeom>
          <a:gradFill rotWithShape="1">
            <a:gsLst>
              <a:gs pos="0">
                <a:srgbClr val="FFFFFF"/>
              </a:gs>
              <a:gs pos="100000">
                <a:srgbClr val="66FFFF"/>
              </a:gs>
            </a:gsLst>
            <a:path path="shape">
              <a:fillToRect l="50000" t="50000" r="50000" b="50000"/>
            </a:path>
          </a:gradFill>
          <a:ln w="9525" algn="ctr">
            <a:noFill/>
            <a:miter lim="800000"/>
            <a:headEnd/>
            <a:tailEnd/>
          </a:ln>
        </p:spPr>
        <p:txBody>
          <a:bodyPr>
            <a:spAutoFit/>
          </a:bodyPr>
          <a:lstStyle/>
          <a:p>
            <a:pPr algn="ctr">
              <a:lnSpc>
                <a:spcPct val="100000"/>
              </a:lnSpc>
            </a:pPr>
            <a:r>
              <a:rPr kumimoji="0" lang="zh-CN" altLang="en-US" sz="2400">
                <a:solidFill>
                  <a:schemeClr val="tx2"/>
                </a:solidFill>
                <a:ea typeface="宋体" pitchFamily="2" charset="-122"/>
              </a:rPr>
              <a:t>分析受力情况画出受力图</a:t>
            </a:r>
          </a:p>
        </p:txBody>
      </p:sp>
      <p:sp>
        <p:nvSpPr>
          <p:cNvPr id="155682" name="AutoShape 34"/>
          <p:cNvSpPr>
            <a:spLocks noChangeArrowheads="1"/>
          </p:cNvSpPr>
          <p:nvPr/>
        </p:nvSpPr>
        <p:spPr bwMode="auto">
          <a:xfrm>
            <a:off x="5507038" y="3476625"/>
            <a:ext cx="431800" cy="433388"/>
          </a:xfrm>
          <a:prstGeom prst="rightArrow">
            <a:avLst>
              <a:gd name="adj1" fmla="val 50000"/>
              <a:gd name="adj2" fmla="val 25000"/>
            </a:avLst>
          </a:prstGeom>
          <a:solidFill>
            <a:srgbClr val="CCFFFF"/>
          </a:solidFill>
          <a:ln w="9525" algn="ctr">
            <a:solidFill>
              <a:srgbClr val="66FFFF"/>
            </a:solidFill>
            <a:miter lim="800000"/>
            <a:headEnd/>
            <a:tailEnd/>
          </a:ln>
        </p:spPr>
        <p:txBody>
          <a:bodyPr anchor="ctr">
            <a:spAutoFit/>
          </a:bodyPr>
          <a:lstStyle/>
          <a:p>
            <a:endParaRPr lang="zh-CN" altLang="en-US"/>
          </a:p>
        </p:txBody>
      </p:sp>
      <p:sp>
        <p:nvSpPr>
          <p:cNvPr id="155683" name="Text Box 35"/>
          <p:cNvSpPr txBox="1">
            <a:spLocks noChangeArrowheads="1"/>
          </p:cNvSpPr>
          <p:nvPr/>
        </p:nvSpPr>
        <p:spPr bwMode="auto">
          <a:xfrm>
            <a:off x="6156325" y="3405188"/>
            <a:ext cx="1727200" cy="457200"/>
          </a:xfrm>
          <a:prstGeom prst="rect">
            <a:avLst/>
          </a:prstGeom>
          <a:gradFill rotWithShape="1">
            <a:gsLst>
              <a:gs pos="0">
                <a:srgbClr val="FFFFFF"/>
              </a:gs>
              <a:gs pos="100000">
                <a:srgbClr val="66FFFF"/>
              </a:gs>
            </a:gsLst>
            <a:path path="shape">
              <a:fillToRect l="50000" t="50000" r="50000" b="50000"/>
            </a:path>
          </a:gradFill>
          <a:ln w="9525" algn="ctr">
            <a:noFill/>
            <a:miter lim="800000"/>
            <a:headEnd/>
            <a:tailEnd/>
          </a:ln>
        </p:spPr>
        <p:txBody>
          <a:bodyPr>
            <a:spAutoFit/>
          </a:bodyPr>
          <a:lstStyle/>
          <a:p>
            <a:pPr>
              <a:lnSpc>
                <a:spcPct val="100000"/>
              </a:lnSpc>
            </a:pPr>
            <a:r>
              <a:rPr kumimoji="0" lang="zh-CN" altLang="en-US" sz="2400">
                <a:solidFill>
                  <a:schemeClr val="tx2"/>
                </a:solidFill>
                <a:ea typeface="宋体" pitchFamily="2" charset="-122"/>
              </a:rPr>
              <a:t>选取坐标系</a:t>
            </a:r>
          </a:p>
        </p:txBody>
      </p:sp>
      <p:sp>
        <p:nvSpPr>
          <p:cNvPr id="155684" name="AutoShape 36"/>
          <p:cNvSpPr>
            <a:spLocks noChangeArrowheads="1"/>
          </p:cNvSpPr>
          <p:nvPr/>
        </p:nvSpPr>
        <p:spPr bwMode="auto">
          <a:xfrm rot="5400000" flipV="1">
            <a:off x="6575425" y="4208463"/>
            <a:ext cx="1176338" cy="576262"/>
          </a:xfrm>
          <a:custGeom>
            <a:avLst/>
            <a:gdLst>
              <a:gd name="T0" fmla="*/ 2147483647 w 21600"/>
              <a:gd name="T1" fmla="*/ 0 h 21600"/>
              <a:gd name="T2" fmla="*/ 1495220471 w 21600"/>
              <a:gd name="T3" fmla="*/ 136719444 h 21600"/>
              <a:gd name="T4" fmla="*/ 0 w 21600"/>
              <a:gd name="T5" fmla="*/ 341818112 h 21600"/>
              <a:gd name="T6" fmla="*/ 1495220471 w 21600"/>
              <a:gd name="T7" fmla="*/ 410159132 h 21600"/>
              <a:gd name="T8" fmla="*/ 2147483647 w 21600"/>
              <a:gd name="T9" fmla="*/ 284832651 h 21600"/>
              <a:gd name="T10" fmla="*/ 2147483647 w 21600"/>
              <a:gd name="T11" fmla="*/ 136719444 h 21600"/>
              <a:gd name="T12" fmla="*/ 17694720 60000 65536"/>
              <a:gd name="T13" fmla="*/ 11796480 60000 65536"/>
              <a:gd name="T14" fmla="*/ 11796480 60000 65536"/>
              <a:gd name="T15" fmla="*/ 5898240 60000 65536"/>
              <a:gd name="T16" fmla="*/ 0 60000 65536"/>
              <a:gd name="T17" fmla="*/ 0 60000 65536"/>
              <a:gd name="T18" fmla="*/ 0 w 21600"/>
              <a:gd name="T19" fmla="*/ 14400 h 21600"/>
              <a:gd name="T20" fmla="*/ 18514 w 21600"/>
              <a:gd name="T21" fmla="*/ 21600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5429" y="0"/>
                </a:moveTo>
                <a:lnTo>
                  <a:pt x="9257" y="7200"/>
                </a:lnTo>
                <a:lnTo>
                  <a:pt x="12343" y="7200"/>
                </a:lnTo>
                <a:lnTo>
                  <a:pt x="12343" y="14400"/>
                </a:lnTo>
                <a:lnTo>
                  <a:pt x="0" y="14400"/>
                </a:lnTo>
                <a:lnTo>
                  <a:pt x="0" y="21600"/>
                </a:lnTo>
                <a:lnTo>
                  <a:pt x="18514" y="21600"/>
                </a:lnTo>
                <a:lnTo>
                  <a:pt x="18514" y="7200"/>
                </a:lnTo>
                <a:lnTo>
                  <a:pt x="21600" y="7200"/>
                </a:lnTo>
                <a:close/>
              </a:path>
            </a:pathLst>
          </a:custGeom>
          <a:solidFill>
            <a:srgbClr val="CCFFFF"/>
          </a:solidFill>
          <a:ln w="9525" algn="ctr">
            <a:solidFill>
              <a:srgbClr val="66FFFF"/>
            </a:solidFill>
            <a:miter lim="800000"/>
            <a:headEnd/>
            <a:tailEnd/>
          </a:ln>
        </p:spPr>
        <p:txBody>
          <a:bodyPr anchor="ctr">
            <a:spAutoFit/>
          </a:bodyPr>
          <a:lstStyle/>
          <a:p>
            <a:endParaRPr lang="zh-CN" altLang="en-US"/>
          </a:p>
        </p:txBody>
      </p:sp>
      <p:sp>
        <p:nvSpPr>
          <p:cNvPr id="155685" name="Text Box 37"/>
          <p:cNvSpPr txBox="1">
            <a:spLocks noChangeArrowheads="1"/>
          </p:cNvSpPr>
          <p:nvPr/>
        </p:nvSpPr>
        <p:spPr bwMode="auto">
          <a:xfrm>
            <a:off x="5075238" y="4556125"/>
            <a:ext cx="1800225" cy="457200"/>
          </a:xfrm>
          <a:prstGeom prst="rect">
            <a:avLst/>
          </a:prstGeom>
          <a:gradFill rotWithShape="1">
            <a:gsLst>
              <a:gs pos="0">
                <a:srgbClr val="FFFFFF"/>
              </a:gs>
              <a:gs pos="100000">
                <a:srgbClr val="66FFFF"/>
              </a:gs>
            </a:gsLst>
            <a:path path="shape">
              <a:fillToRect l="50000" t="50000" r="50000" b="50000"/>
            </a:path>
          </a:gradFill>
          <a:ln w="9525" algn="ctr">
            <a:noFill/>
            <a:miter lim="800000"/>
            <a:headEnd/>
            <a:tailEnd/>
          </a:ln>
        </p:spPr>
        <p:txBody>
          <a:bodyPr>
            <a:spAutoFit/>
          </a:bodyPr>
          <a:lstStyle/>
          <a:p>
            <a:pPr>
              <a:lnSpc>
                <a:spcPct val="100000"/>
              </a:lnSpc>
            </a:pPr>
            <a:r>
              <a:rPr kumimoji="0" lang="zh-CN" altLang="en-US" sz="2400">
                <a:solidFill>
                  <a:schemeClr val="tx2"/>
                </a:solidFill>
                <a:ea typeface="宋体" pitchFamily="2" charset="-122"/>
              </a:rPr>
              <a:t>列方程求解</a:t>
            </a:r>
          </a:p>
        </p:txBody>
      </p:sp>
      <p:sp>
        <p:nvSpPr>
          <p:cNvPr id="155686" name="AutoShape 38"/>
          <p:cNvSpPr>
            <a:spLocks noChangeArrowheads="1"/>
          </p:cNvSpPr>
          <p:nvPr/>
        </p:nvSpPr>
        <p:spPr bwMode="auto">
          <a:xfrm flipH="1">
            <a:off x="4498975" y="4556125"/>
            <a:ext cx="431800" cy="433388"/>
          </a:xfrm>
          <a:prstGeom prst="rightArrow">
            <a:avLst>
              <a:gd name="adj1" fmla="val 50000"/>
              <a:gd name="adj2" fmla="val 25000"/>
            </a:avLst>
          </a:prstGeom>
          <a:solidFill>
            <a:srgbClr val="CCFFFF"/>
          </a:solidFill>
          <a:ln w="9525" algn="ctr">
            <a:solidFill>
              <a:srgbClr val="66FFFF"/>
            </a:solidFill>
            <a:miter lim="800000"/>
            <a:headEnd/>
            <a:tailEnd/>
          </a:ln>
        </p:spPr>
        <p:txBody>
          <a:bodyPr anchor="ctr">
            <a:spAutoFit/>
          </a:bodyPr>
          <a:lstStyle/>
          <a:p>
            <a:endParaRPr lang="zh-CN" altLang="en-US"/>
          </a:p>
        </p:txBody>
      </p:sp>
      <p:sp>
        <p:nvSpPr>
          <p:cNvPr id="155687" name="Text Box 39"/>
          <p:cNvSpPr txBox="1">
            <a:spLocks noChangeArrowheads="1"/>
          </p:cNvSpPr>
          <p:nvPr/>
        </p:nvSpPr>
        <p:spPr bwMode="auto">
          <a:xfrm>
            <a:off x="3490913" y="4556125"/>
            <a:ext cx="863600" cy="457200"/>
          </a:xfrm>
          <a:prstGeom prst="rect">
            <a:avLst/>
          </a:prstGeom>
          <a:gradFill rotWithShape="1">
            <a:gsLst>
              <a:gs pos="0">
                <a:srgbClr val="FFFFFF"/>
              </a:gs>
              <a:gs pos="100000">
                <a:srgbClr val="66FFFF"/>
              </a:gs>
            </a:gsLst>
            <a:path path="shape">
              <a:fillToRect l="50000" t="50000" r="50000" b="50000"/>
            </a:path>
          </a:gradFill>
          <a:ln w="9525" algn="ctr">
            <a:noFill/>
            <a:miter lim="800000"/>
            <a:headEnd/>
            <a:tailEnd/>
          </a:ln>
        </p:spPr>
        <p:txBody>
          <a:bodyPr>
            <a:spAutoFit/>
          </a:bodyPr>
          <a:lstStyle/>
          <a:p>
            <a:pPr>
              <a:lnSpc>
                <a:spcPct val="100000"/>
              </a:lnSpc>
            </a:pPr>
            <a:r>
              <a:rPr kumimoji="0" lang="zh-CN" altLang="en-US" sz="2400">
                <a:solidFill>
                  <a:schemeClr val="tx2"/>
                </a:solidFill>
                <a:ea typeface="宋体" pitchFamily="2" charset="-122"/>
              </a:rPr>
              <a:t>讨论</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55662"/>
                                        </p:tgtEl>
                                        <p:attrNameLst>
                                          <p:attrName>style.visibility</p:attrName>
                                        </p:attrNameLst>
                                      </p:cBhvr>
                                      <p:to>
                                        <p:strVal val="visible"/>
                                      </p:to>
                                    </p:set>
                                    <p:animEffect transition="in" filter="wipe(left)">
                                      <p:cBhvr>
                                        <p:cTn id="7" dur="1000"/>
                                        <p:tgtEl>
                                          <p:spTgt spid="15566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55661"/>
                                        </p:tgtEl>
                                        <p:attrNameLst>
                                          <p:attrName>style.visibility</p:attrName>
                                        </p:attrNameLst>
                                      </p:cBhvr>
                                      <p:to>
                                        <p:strVal val="visible"/>
                                      </p:to>
                                    </p:set>
                                    <p:animEffect transition="in" filter="wipe(left)">
                                      <p:cBhvr>
                                        <p:cTn id="12" dur="500"/>
                                        <p:tgtEl>
                                          <p:spTgt spid="15566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55650"/>
                                        </p:tgtEl>
                                        <p:attrNameLst>
                                          <p:attrName>style.visibility</p:attrName>
                                        </p:attrNameLst>
                                      </p:cBhvr>
                                      <p:to>
                                        <p:strVal val="visible"/>
                                      </p:to>
                                    </p:set>
                                    <p:animEffect transition="in" filter="wipe(left)">
                                      <p:cBhvr>
                                        <p:cTn id="17" dur="500"/>
                                        <p:tgtEl>
                                          <p:spTgt spid="155650"/>
                                        </p:tgtEl>
                                      </p:cBhvr>
                                    </p:animEffect>
                                  </p:childTnLst>
                                </p:cTn>
                              </p:par>
                              <p:par>
                                <p:cTn id="18" presetID="22" presetClass="entr" presetSubtype="8" fill="hold" nodeType="withEffect">
                                  <p:stCondLst>
                                    <p:cond delay="0"/>
                                  </p:stCondLst>
                                  <p:childTnLst>
                                    <p:set>
                                      <p:cBhvr>
                                        <p:cTn id="19" dur="1" fill="hold">
                                          <p:stCondLst>
                                            <p:cond delay="0"/>
                                          </p:stCondLst>
                                        </p:cTn>
                                        <p:tgtEl>
                                          <p:spTgt spid="155678"/>
                                        </p:tgtEl>
                                        <p:attrNameLst>
                                          <p:attrName>style.visibility</p:attrName>
                                        </p:attrNameLst>
                                      </p:cBhvr>
                                      <p:to>
                                        <p:strVal val="visible"/>
                                      </p:to>
                                    </p:set>
                                    <p:animEffect transition="in" filter="wipe(left)">
                                      <p:cBhvr>
                                        <p:cTn id="20" dur="500"/>
                                        <p:tgtEl>
                                          <p:spTgt spid="155678"/>
                                        </p:tgtEl>
                                      </p:cBhvr>
                                    </p:animEffect>
                                  </p:childTnLst>
                                </p:cTn>
                              </p:par>
                            </p:childTnLst>
                          </p:cTn>
                        </p:par>
                      </p:childTnLst>
                    </p:cTn>
                  </p:par>
                  <p:par>
                    <p:cTn id="21" fill="hold">
                      <p:stCondLst>
                        <p:cond delay="indefinite"/>
                      </p:stCondLst>
                      <p:childTnLst>
                        <p:par>
                          <p:cTn id="22" fill="hold">
                            <p:stCondLst>
                              <p:cond delay="0"/>
                            </p:stCondLst>
                            <p:childTnLst>
                              <p:par>
                                <p:cTn id="23" presetID="40" presetClass="entr" presetSubtype="0" fill="hold" grpId="0" nodeType="clickEffect">
                                  <p:stCondLst>
                                    <p:cond delay="0"/>
                                  </p:stCondLst>
                                  <p:iterate type="lt">
                                    <p:tmPct val="10000"/>
                                  </p:iterate>
                                  <p:childTnLst>
                                    <p:set>
                                      <p:cBhvr>
                                        <p:cTn id="24" dur="1" fill="hold">
                                          <p:stCondLst>
                                            <p:cond delay="0"/>
                                          </p:stCondLst>
                                        </p:cTn>
                                        <p:tgtEl>
                                          <p:spTgt spid="155679"/>
                                        </p:tgtEl>
                                        <p:attrNameLst>
                                          <p:attrName>style.visibility</p:attrName>
                                        </p:attrNameLst>
                                      </p:cBhvr>
                                      <p:to>
                                        <p:strVal val="visible"/>
                                      </p:to>
                                    </p:set>
                                    <p:animEffect transition="in" filter="fade">
                                      <p:cBhvr>
                                        <p:cTn id="25" dur="1000"/>
                                        <p:tgtEl>
                                          <p:spTgt spid="155679"/>
                                        </p:tgtEl>
                                      </p:cBhvr>
                                    </p:animEffect>
                                    <p:anim calcmode="lin" valueType="num">
                                      <p:cBhvr>
                                        <p:cTn id="26" dur="1000" fill="hold"/>
                                        <p:tgtEl>
                                          <p:spTgt spid="155679"/>
                                        </p:tgtEl>
                                        <p:attrNameLst>
                                          <p:attrName>ppt_x</p:attrName>
                                        </p:attrNameLst>
                                      </p:cBhvr>
                                      <p:tavLst>
                                        <p:tav tm="0">
                                          <p:val>
                                            <p:strVal val="#ppt_x-.1"/>
                                          </p:val>
                                        </p:tav>
                                        <p:tav tm="100000">
                                          <p:val>
                                            <p:strVal val="#ppt_x"/>
                                          </p:val>
                                        </p:tav>
                                      </p:tavLst>
                                    </p:anim>
                                    <p:anim calcmode="lin" valueType="num">
                                      <p:cBhvr>
                                        <p:cTn id="27" dur="1000" fill="hold"/>
                                        <p:tgtEl>
                                          <p:spTgt spid="155679"/>
                                        </p:tgtEl>
                                        <p:attrNameLst>
                                          <p:attrName>ppt_y</p:attrName>
                                        </p:attrNameLst>
                                      </p:cBhvr>
                                      <p:tavLst>
                                        <p:tav tm="0">
                                          <p:val>
                                            <p:strVal val="#ppt_y"/>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17" presetClass="entr" presetSubtype="10" fill="hold" grpId="0" nodeType="clickEffect">
                                  <p:stCondLst>
                                    <p:cond delay="0"/>
                                  </p:stCondLst>
                                  <p:childTnLst>
                                    <p:set>
                                      <p:cBhvr>
                                        <p:cTn id="31" dur="1" fill="hold">
                                          <p:stCondLst>
                                            <p:cond delay="0"/>
                                          </p:stCondLst>
                                        </p:cTn>
                                        <p:tgtEl>
                                          <p:spTgt spid="155680"/>
                                        </p:tgtEl>
                                        <p:attrNameLst>
                                          <p:attrName>style.visibility</p:attrName>
                                        </p:attrNameLst>
                                      </p:cBhvr>
                                      <p:to>
                                        <p:strVal val="visible"/>
                                      </p:to>
                                    </p:set>
                                    <p:anim calcmode="lin" valueType="num">
                                      <p:cBhvr>
                                        <p:cTn id="32" dur="500" fill="hold"/>
                                        <p:tgtEl>
                                          <p:spTgt spid="155680"/>
                                        </p:tgtEl>
                                        <p:attrNameLst>
                                          <p:attrName>ppt_w</p:attrName>
                                        </p:attrNameLst>
                                      </p:cBhvr>
                                      <p:tavLst>
                                        <p:tav tm="0">
                                          <p:val>
                                            <p:fltVal val="0"/>
                                          </p:val>
                                        </p:tav>
                                        <p:tav tm="100000">
                                          <p:val>
                                            <p:strVal val="#ppt_w"/>
                                          </p:val>
                                        </p:tav>
                                      </p:tavLst>
                                    </p:anim>
                                    <p:anim calcmode="lin" valueType="num">
                                      <p:cBhvr>
                                        <p:cTn id="33" dur="500" fill="hold"/>
                                        <p:tgtEl>
                                          <p:spTgt spid="155680"/>
                                        </p:tgtEl>
                                        <p:attrNameLst>
                                          <p:attrName>ppt_h</p:attrName>
                                        </p:attrNameLst>
                                      </p:cBhvr>
                                      <p:tavLst>
                                        <p:tav tm="0">
                                          <p:val>
                                            <p:strVal val="#ppt_h"/>
                                          </p:val>
                                        </p:tav>
                                        <p:tav tm="100000">
                                          <p:val>
                                            <p:strVal val="#ppt_h"/>
                                          </p:val>
                                        </p:tav>
                                      </p:tavLst>
                                    </p:anim>
                                  </p:childTnLst>
                                </p:cTn>
                              </p:par>
                            </p:childTnLst>
                          </p:cTn>
                        </p:par>
                      </p:childTnLst>
                    </p:cTn>
                  </p:par>
                  <p:par>
                    <p:cTn id="34" fill="hold">
                      <p:stCondLst>
                        <p:cond delay="indefinite"/>
                      </p:stCondLst>
                      <p:childTnLst>
                        <p:par>
                          <p:cTn id="35" fill="hold">
                            <p:stCondLst>
                              <p:cond delay="0"/>
                            </p:stCondLst>
                            <p:childTnLst>
                              <p:par>
                                <p:cTn id="36" presetID="40" presetClass="entr" presetSubtype="0" fill="hold" grpId="0" nodeType="clickEffect">
                                  <p:stCondLst>
                                    <p:cond delay="0"/>
                                  </p:stCondLst>
                                  <p:iterate type="lt">
                                    <p:tmPct val="10000"/>
                                  </p:iterate>
                                  <p:childTnLst>
                                    <p:set>
                                      <p:cBhvr>
                                        <p:cTn id="37" dur="1" fill="hold">
                                          <p:stCondLst>
                                            <p:cond delay="0"/>
                                          </p:stCondLst>
                                        </p:cTn>
                                        <p:tgtEl>
                                          <p:spTgt spid="155681"/>
                                        </p:tgtEl>
                                        <p:attrNameLst>
                                          <p:attrName>style.visibility</p:attrName>
                                        </p:attrNameLst>
                                      </p:cBhvr>
                                      <p:to>
                                        <p:strVal val="visible"/>
                                      </p:to>
                                    </p:set>
                                    <p:animEffect transition="in" filter="fade">
                                      <p:cBhvr>
                                        <p:cTn id="38" dur="1000"/>
                                        <p:tgtEl>
                                          <p:spTgt spid="155681"/>
                                        </p:tgtEl>
                                      </p:cBhvr>
                                    </p:animEffect>
                                    <p:anim calcmode="lin" valueType="num">
                                      <p:cBhvr>
                                        <p:cTn id="39" dur="1000" fill="hold"/>
                                        <p:tgtEl>
                                          <p:spTgt spid="155681"/>
                                        </p:tgtEl>
                                        <p:attrNameLst>
                                          <p:attrName>ppt_x</p:attrName>
                                        </p:attrNameLst>
                                      </p:cBhvr>
                                      <p:tavLst>
                                        <p:tav tm="0">
                                          <p:val>
                                            <p:strVal val="#ppt_x-.1"/>
                                          </p:val>
                                        </p:tav>
                                        <p:tav tm="100000">
                                          <p:val>
                                            <p:strVal val="#ppt_x"/>
                                          </p:val>
                                        </p:tav>
                                      </p:tavLst>
                                    </p:anim>
                                    <p:anim calcmode="lin" valueType="num">
                                      <p:cBhvr>
                                        <p:cTn id="40" dur="1000" fill="hold"/>
                                        <p:tgtEl>
                                          <p:spTgt spid="155681"/>
                                        </p:tgtEl>
                                        <p:attrNameLst>
                                          <p:attrName>ppt_y</p:attrName>
                                        </p:attrNameLst>
                                      </p:cBhvr>
                                      <p:tavLst>
                                        <p:tav tm="0">
                                          <p:val>
                                            <p:strVal val="#ppt_y"/>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17" presetClass="entr" presetSubtype="10" fill="hold" grpId="0" nodeType="clickEffect">
                                  <p:stCondLst>
                                    <p:cond delay="0"/>
                                  </p:stCondLst>
                                  <p:childTnLst>
                                    <p:set>
                                      <p:cBhvr>
                                        <p:cTn id="44" dur="1" fill="hold">
                                          <p:stCondLst>
                                            <p:cond delay="0"/>
                                          </p:stCondLst>
                                        </p:cTn>
                                        <p:tgtEl>
                                          <p:spTgt spid="155682"/>
                                        </p:tgtEl>
                                        <p:attrNameLst>
                                          <p:attrName>style.visibility</p:attrName>
                                        </p:attrNameLst>
                                      </p:cBhvr>
                                      <p:to>
                                        <p:strVal val="visible"/>
                                      </p:to>
                                    </p:set>
                                    <p:anim calcmode="lin" valueType="num">
                                      <p:cBhvr>
                                        <p:cTn id="45" dur="500" fill="hold"/>
                                        <p:tgtEl>
                                          <p:spTgt spid="155682"/>
                                        </p:tgtEl>
                                        <p:attrNameLst>
                                          <p:attrName>ppt_w</p:attrName>
                                        </p:attrNameLst>
                                      </p:cBhvr>
                                      <p:tavLst>
                                        <p:tav tm="0">
                                          <p:val>
                                            <p:fltVal val="0"/>
                                          </p:val>
                                        </p:tav>
                                        <p:tav tm="100000">
                                          <p:val>
                                            <p:strVal val="#ppt_w"/>
                                          </p:val>
                                        </p:tav>
                                      </p:tavLst>
                                    </p:anim>
                                    <p:anim calcmode="lin" valueType="num">
                                      <p:cBhvr>
                                        <p:cTn id="46" dur="500" fill="hold"/>
                                        <p:tgtEl>
                                          <p:spTgt spid="155682"/>
                                        </p:tgtEl>
                                        <p:attrNameLst>
                                          <p:attrName>ppt_h</p:attrName>
                                        </p:attrNameLst>
                                      </p:cBhvr>
                                      <p:tavLst>
                                        <p:tav tm="0">
                                          <p:val>
                                            <p:strVal val="#ppt_h"/>
                                          </p:val>
                                        </p:tav>
                                        <p:tav tm="100000">
                                          <p:val>
                                            <p:strVal val="#ppt_h"/>
                                          </p:val>
                                        </p:tav>
                                      </p:tavLst>
                                    </p:anim>
                                  </p:childTnLst>
                                </p:cTn>
                              </p:par>
                            </p:childTnLst>
                          </p:cTn>
                        </p:par>
                      </p:childTnLst>
                    </p:cTn>
                  </p:par>
                  <p:par>
                    <p:cTn id="47" fill="hold">
                      <p:stCondLst>
                        <p:cond delay="indefinite"/>
                      </p:stCondLst>
                      <p:childTnLst>
                        <p:par>
                          <p:cTn id="48" fill="hold">
                            <p:stCondLst>
                              <p:cond delay="0"/>
                            </p:stCondLst>
                            <p:childTnLst>
                              <p:par>
                                <p:cTn id="49" presetID="40" presetClass="entr" presetSubtype="0" fill="hold" grpId="0" nodeType="clickEffect">
                                  <p:stCondLst>
                                    <p:cond delay="0"/>
                                  </p:stCondLst>
                                  <p:iterate type="lt">
                                    <p:tmPct val="10000"/>
                                  </p:iterate>
                                  <p:childTnLst>
                                    <p:set>
                                      <p:cBhvr>
                                        <p:cTn id="50" dur="1" fill="hold">
                                          <p:stCondLst>
                                            <p:cond delay="0"/>
                                          </p:stCondLst>
                                        </p:cTn>
                                        <p:tgtEl>
                                          <p:spTgt spid="155683"/>
                                        </p:tgtEl>
                                        <p:attrNameLst>
                                          <p:attrName>style.visibility</p:attrName>
                                        </p:attrNameLst>
                                      </p:cBhvr>
                                      <p:to>
                                        <p:strVal val="visible"/>
                                      </p:to>
                                    </p:set>
                                    <p:animEffect transition="in" filter="fade">
                                      <p:cBhvr>
                                        <p:cTn id="51" dur="1000"/>
                                        <p:tgtEl>
                                          <p:spTgt spid="155683"/>
                                        </p:tgtEl>
                                      </p:cBhvr>
                                    </p:animEffect>
                                    <p:anim calcmode="lin" valueType="num">
                                      <p:cBhvr>
                                        <p:cTn id="52" dur="1000" fill="hold"/>
                                        <p:tgtEl>
                                          <p:spTgt spid="155683"/>
                                        </p:tgtEl>
                                        <p:attrNameLst>
                                          <p:attrName>ppt_x</p:attrName>
                                        </p:attrNameLst>
                                      </p:cBhvr>
                                      <p:tavLst>
                                        <p:tav tm="0">
                                          <p:val>
                                            <p:strVal val="#ppt_x-.1"/>
                                          </p:val>
                                        </p:tav>
                                        <p:tav tm="100000">
                                          <p:val>
                                            <p:strVal val="#ppt_x"/>
                                          </p:val>
                                        </p:tav>
                                      </p:tavLst>
                                    </p:anim>
                                    <p:anim calcmode="lin" valueType="num">
                                      <p:cBhvr>
                                        <p:cTn id="53" dur="1000" fill="hold"/>
                                        <p:tgtEl>
                                          <p:spTgt spid="155683"/>
                                        </p:tgtEl>
                                        <p:attrNameLst>
                                          <p:attrName>ppt_y</p:attrName>
                                        </p:attrNameLst>
                                      </p:cBhvr>
                                      <p:tavLst>
                                        <p:tav tm="0">
                                          <p:val>
                                            <p:strVal val="#ppt_y"/>
                                          </p:val>
                                        </p:tav>
                                        <p:tav tm="100000">
                                          <p:val>
                                            <p:strVal val="#ppt_y"/>
                                          </p:val>
                                        </p:tav>
                                      </p:tavLst>
                                    </p:anim>
                                  </p:childTnLst>
                                </p:cTn>
                              </p:par>
                            </p:childTnLst>
                          </p:cTn>
                        </p:par>
                      </p:childTnLst>
                    </p:cTn>
                  </p:par>
                  <p:par>
                    <p:cTn id="54" fill="hold">
                      <p:stCondLst>
                        <p:cond delay="indefinite"/>
                      </p:stCondLst>
                      <p:childTnLst>
                        <p:par>
                          <p:cTn id="55" fill="hold">
                            <p:stCondLst>
                              <p:cond delay="0"/>
                            </p:stCondLst>
                            <p:childTnLst>
                              <p:par>
                                <p:cTn id="56" presetID="17" presetClass="entr" presetSubtype="10" fill="hold" grpId="0" nodeType="clickEffect">
                                  <p:stCondLst>
                                    <p:cond delay="0"/>
                                  </p:stCondLst>
                                  <p:childTnLst>
                                    <p:set>
                                      <p:cBhvr>
                                        <p:cTn id="57" dur="1" fill="hold">
                                          <p:stCondLst>
                                            <p:cond delay="0"/>
                                          </p:stCondLst>
                                        </p:cTn>
                                        <p:tgtEl>
                                          <p:spTgt spid="155684"/>
                                        </p:tgtEl>
                                        <p:attrNameLst>
                                          <p:attrName>style.visibility</p:attrName>
                                        </p:attrNameLst>
                                      </p:cBhvr>
                                      <p:to>
                                        <p:strVal val="visible"/>
                                      </p:to>
                                    </p:set>
                                    <p:anim calcmode="lin" valueType="num">
                                      <p:cBhvr>
                                        <p:cTn id="58" dur="500" fill="hold"/>
                                        <p:tgtEl>
                                          <p:spTgt spid="155684"/>
                                        </p:tgtEl>
                                        <p:attrNameLst>
                                          <p:attrName>ppt_w</p:attrName>
                                        </p:attrNameLst>
                                      </p:cBhvr>
                                      <p:tavLst>
                                        <p:tav tm="0">
                                          <p:val>
                                            <p:fltVal val="0"/>
                                          </p:val>
                                        </p:tav>
                                        <p:tav tm="100000">
                                          <p:val>
                                            <p:strVal val="#ppt_w"/>
                                          </p:val>
                                        </p:tav>
                                      </p:tavLst>
                                    </p:anim>
                                    <p:anim calcmode="lin" valueType="num">
                                      <p:cBhvr>
                                        <p:cTn id="59" dur="500" fill="hold"/>
                                        <p:tgtEl>
                                          <p:spTgt spid="155684"/>
                                        </p:tgtEl>
                                        <p:attrNameLst>
                                          <p:attrName>ppt_h</p:attrName>
                                        </p:attrNameLst>
                                      </p:cBhvr>
                                      <p:tavLst>
                                        <p:tav tm="0">
                                          <p:val>
                                            <p:strVal val="#ppt_h"/>
                                          </p:val>
                                        </p:tav>
                                        <p:tav tm="100000">
                                          <p:val>
                                            <p:strVal val="#ppt_h"/>
                                          </p:val>
                                        </p:tav>
                                      </p:tavLst>
                                    </p:anim>
                                  </p:childTnLst>
                                </p:cTn>
                              </p:par>
                            </p:childTnLst>
                          </p:cTn>
                        </p:par>
                      </p:childTnLst>
                    </p:cTn>
                  </p:par>
                  <p:par>
                    <p:cTn id="60" fill="hold">
                      <p:stCondLst>
                        <p:cond delay="indefinite"/>
                      </p:stCondLst>
                      <p:childTnLst>
                        <p:par>
                          <p:cTn id="61" fill="hold">
                            <p:stCondLst>
                              <p:cond delay="0"/>
                            </p:stCondLst>
                            <p:childTnLst>
                              <p:par>
                                <p:cTn id="62" presetID="40" presetClass="entr" presetSubtype="0" fill="hold" grpId="0" nodeType="clickEffect">
                                  <p:stCondLst>
                                    <p:cond delay="0"/>
                                  </p:stCondLst>
                                  <p:iterate type="lt">
                                    <p:tmPct val="10000"/>
                                  </p:iterate>
                                  <p:childTnLst>
                                    <p:set>
                                      <p:cBhvr>
                                        <p:cTn id="63" dur="1" fill="hold">
                                          <p:stCondLst>
                                            <p:cond delay="0"/>
                                          </p:stCondLst>
                                        </p:cTn>
                                        <p:tgtEl>
                                          <p:spTgt spid="155685"/>
                                        </p:tgtEl>
                                        <p:attrNameLst>
                                          <p:attrName>style.visibility</p:attrName>
                                        </p:attrNameLst>
                                      </p:cBhvr>
                                      <p:to>
                                        <p:strVal val="visible"/>
                                      </p:to>
                                    </p:set>
                                    <p:animEffect transition="in" filter="fade">
                                      <p:cBhvr>
                                        <p:cTn id="64" dur="1000"/>
                                        <p:tgtEl>
                                          <p:spTgt spid="155685"/>
                                        </p:tgtEl>
                                      </p:cBhvr>
                                    </p:animEffect>
                                    <p:anim calcmode="lin" valueType="num">
                                      <p:cBhvr>
                                        <p:cTn id="65" dur="1000" fill="hold"/>
                                        <p:tgtEl>
                                          <p:spTgt spid="155685"/>
                                        </p:tgtEl>
                                        <p:attrNameLst>
                                          <p:attrName>ppt_x</p:attrName>
                                        </p:attrNameLst>
                                      </p:cBhvr>
                                      <p:tavLst>
                                        <p:tav tm="0">
                                          <p:val>
                                            <p:strVal val="#ppt_x-.1"/>
                                          </p:val>
                                        </p:tav>
                                        <p:tav tm="100000">
                                          <p:val>
                                            <p:strVal val="#ppt_x"/>
                                          </p:val>
                                        </p:tav>
                                      </p:tavLst>
                                    </p:anim>
                                    <p:anim calcmode="lin" valueType="num">
                                      <p:cBhvr>
                                        <p:cTn id="66" dur="1000" fill="hold"/>
                                        <p:tgtEl>
                                          <p:spTgt spid="155685"/>
                                        </p:tgtEl>
                                        <p:attrNameLst>
                                          <p:attrName>ppt_y</p:attrName>
                                        </p:attrNameLst>
                                      </p:cBhvr>
                                      <p:tavLst>
                                        <p:tav tm="0">
                                          <p:val>
                                            <p:strVal val="#ppt_y"/>
                                          </p:val>
                                        </p:tav>
                                        <p:tav tm="100000">
                                          <p:val>
                                            <p:strVal val="#ppt_y"/>
                                          </p:val>
                                        </p:tav>
                                      </p:tavLst>
                                    </p:anim>
                                  </p:childTnLst>
                                </p:cTn>
                              </p:par>
                            </p:childTnLst>
                          </p:cTn>
                        </p:par>
                      </p:childTnLst>
                    </p:cTn>
                  </p:par>
                  <p:par>
                    <p:cTn id="67" fill="hold">
                      <p:stCondLst>
                        <p:cond delay="indefinite"/>
                      </p:stCondLst>
                      <p:childTnLst>
                        <p:par>
                          <p:cTn id="68" fill="hold">
                            <p:stCondLst>
                              <p:cond delay="0"/>
                            </p:stCondLst>
                            <p:childTnLst>
                              <p:par>
                                <p:cTn id="69" presetID="17" presetClass="entr" presetSubtype="10" fill="hold" grpId="0" nodeType="clickEffect">
                                  <p:stCondLst>
                                    <p:cond delay="0"/>
                                  </p:stCondLst>
                                  <p:childTnLst>
                                    <p:set>
                                      <p:cBhvr>
                                        <p:cTn id="70" dur="1" fill="hold">
                                          <p:stCondLst>
                                            <p:cond delay="0"/>
                                          </p:stCondLst>
                                        </p:cTn>
                                        <p:tgtEl>
                                          <p:spTgt spid="155686"/>
                                        </p:tgtEl>
                                        <p:attrNameLst>
                                          <p:attrName>style.visibility</p:attrName>
                                        </p:attrNameLst>
                                      </p:cBhvr>
                                      <p:to>
                                        <p:strVal val="visible"/>
                                      </p:to>
                                    </p:set>
                                    <p:anim calcmode="lin" valueType="num">
                                      <p:cBhvr>
                                        <p:cTn id="71" dur="500" fill="hold"/>
                                        <p:tgtEl>
                                          <p:spTgt spid="155686"/>
                                        </p:tgtEl>
                                        <p:attrNameLst>
                                          <p:attrName>ppt_w</p:attrName>
                                        </p:attrNameLst>
                                      </p:cBhvr>
                                      <p:tavLst>
                                        <p:tav tm="0">
                                          <p:val>
                                            <p:fltVal val="0"/>
                                          </p:val>
                                        </p:tav>
                                        <p:tav tm="100000">
                                          <p:val>
                                            <p:strVal val="#ppt_w"/>
                                          </p:val>
                                        </p:tav>
                                      </p:tavLst>
                                    </p:anim>
                                    <p:anim calcmode="lin" valueType="num">
                                      <p:cBhvr>
                                        <p:cTn id="72" dur="500" fill="hold"/>
                                        <p:tgtEl>
                                          <p:spTgt spid="155686"/>
                                        </p:tgtEl>
                                        <p:attrNameLst>
                                          <p:attrName>ppt_h</p:attrName>
                                        </p:attrNameLst>
                                      </p:cBhvr>
                                      <p:tavLst>
                                        <p:tav tm="0">
                                          <p:val>
                                            <p:strVal val="#ppt_h"/>
                                          </p:val>
                                        </p:tav>
                                        <p:tav tm="100000">
                                          <p:val>
                                            <p:strVal val="#ppt_h"/>
                                          </p:val>
                                        </p:tav>
                                      </p:tavLst>
                                    </p:anim>
                                  </p:childTnLst>
                                </p:cTn>
                              </p:par>
                            </p:childTnLst>
                          </p:cTn>
                        </p:par>
                      </p:childTnLst>
                    </p:cTn>
                  </p:par>
                  <p:par>
                    <p:cTn id="73" fill="hold">
                      <p:stCondLst>
                        <p:cond delay="indefinite"/>
                      </p:stCondLst>
                      <p:childTnLst>
                        <p:par>
                          <p:cTn id="74" fill="hold">
                            <p:stCondLst>
                              <p:cond delay="0"/>
                            </p:stCondLst>
                            <p:childTnLst>
                              <p:par>
                                <p:cTn id="75" presetID="40" presetClass="entr" presetSubtype="0" fill="hold" grpId="0" nodeType="clickEffect">
                                  <p:stCondLst>
                                    <p:cond delay="0"/>
                                  </p:stCondLst>
                                  <p:iterate type="lt">
                                    <p:tmPct val="10000"/>
                                  </p:iterate>
                                  <p:childTnLst>
                                    <p:set>
                                      <p:cBhvr>
                                        <p:cTn id="76" dur="1" fill="hold">
                                          <p:stCondLst>
                                            <p:cond delay="0"/>
                                          </p:stCondLst>
                                        </p:cTn>
                                        <p:tgtEl>
                                          <p:spTgt spid="155687"/>
                                        </p:tgtEl>
                                        <p:attrNameLst>
                                          <p:attrName>style.visibility</p:attrName>
                                        </p:attrNameLst>
                                      </p:cBhvr>
                                      <p:to>
                                        <p:strVal val="visible"/>
                                      </p:to>
                                    </p:set>
                                    <p:animEffect transition="in" filter="fade">
                                      <p:cBhvr>
                                        <p:cTn id="77" dur="1000"/>
                                        <p:tgtEl>
                                          <p:spTgt spid="155687"/>
                                        </p:tgtEl>
                                      </p:cBhvr>
                                    </p:animEffect>
                                    <p:anim calcmode="lin" valueType="num">
                                      <p:cBhvr>
                                        <p:cTn id="78" dur="1000" fill="hold"/>
                                        <p:tgtEl>
                                          <p:spTgt spid="155687"/>
                                        </p:tgtEl>
                                        <p:attrNameLst>
                                          <p:attrName>ppt_x</p:attrName>
                                        </p:attrNameLst>
                                      </p:cBhvr>
                                      <p:tavLst>
                                        <p:tav tm="0">
                                          <p:val>
                                            <p:strVal val="#ppt_x-.1"/>
                                          </p:val>
                                        </p:tav>
                                        <p:tav tm="100000">
                                          <p:val>
                                            <p:strVal val="#ppt_x"/>
                                          </p:val>
                                        </p:tav>
                                      </p:tavLst>
                                    </p:anim>
                                    <p:anim calcmode="lin" valueType="num">
                                      <p:cBhvr>
                                        <p:cTn id="79" dur="1000" fill="hold"/>
                                        <p:tgtEl>
                                          <p:spTgt spid="15568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5661" grpId="0" autoUpdateAnimBg="0"/>
      <p:bldP spid="155662" grpId="0"/>
      <p:bldP spid="155650" grpId="0"/>
      <p:bldP spid="155679" grpId="0" animBg="1"/>
      <p:bldP spid="155680" grpId="0" animBg="1"/>
      <p:bldP spid="155681" grpId="0" animBg="1"/>
      <p:bldP spid="155682" grpId="0" animBg="1"/>
      <p:bldP spid="155683" grpId="0" animBg="1"/>
      <p:bldP spid="155684" grpId="0" animBg="1"/>
      <p:bldP spid="155685" grpId="0" animBg="1"/>
      <p:bldP spid="155686" grpId="0" animBg="1"/>
      <p:bldP spid="155687"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946" name="Text Box 2"/>
          <p:cNvSpPr txBox="1">
            <a:spLocks noChangeArrowheads="1"/>
          </p:cNvSpPr>
          <p:nvPr/>
        </p:nvSpPr>
        <p:spPr bwMode="auto">
          <a:xfrm>
            <a:off x="522288" y="1089025"/>
            <a:ext cx="5761037" cy="457200"/>
          </a:xfrm>
          <a:prstGeom prst="rect">
            <a:avLst/>
          </a:prstGeom>
          <a:noFill/>
          <a:ln w="9525">
            <a:noFill/>
            <a:miter lim="800000"/>
            <a:headEnd/>
            <a:tailEnd/>
          </a:ln>
        </p:spPr>
        <p:txBody>
          <a:bodyPr>
            <a:spAutoFit/>
          </a:bodyPr>
          <a:lstStyle/>
          <a:p>
            <a:pPr>
              <a:lnSpc>
                <a:spcPct val="100000"/>
              </a:lnSpc>
            </a:pPr>
            <a:r>
              <a:rPr lang="zh-CN" altLang="en-US" sz="2400">
                <a:latin typeface="宋体" pitchFamily="2" charset="-122"/>
                <a:ea typeface="宋体" pitchFamily="2" charset="-122"/>
              </a:rPr>
              <a:t>已知一物体的运动方程，求    。</a:t>
            </a:r>
          </a:p>
        </p:txBody>
      </p:sp>
      <p:graphicFrame>
        <p:nvGraphicFramePr>
          <p:cNvPr id="210947" name="Object 3"/>
          <p:cNvGraphicFramePr>
            <a:graphicFrameLocks noChangeAspect="1"/>
          </p:cNvGraphicFramePr>
          <p:nvPr/>
        </p:nvGraphicFramePr>
        <p:xfrm>
          <a:off x="4429125" y="1135063"/>
          <a:ext cx="298450" cy="366712"/>
        </p:xfrm>
        <a:graphic>
          <a:graphicData uri="http://schemas.openxmlformats.org/presentationml/2006/ole">
            <p:oleObj spid="_x0000_s9218" name="公式" r:id="rId3" imgW="164880" imgH="203040" progId="Equation.3">
              <p:embed/>
            </p:oleObj>
          </a:graphicData>
        </a:graphic>
      </p:graphicFrame>
      <p:sp>
        <p:nvSpPr>
          <p:cNvPr id="210948" name="Text Box 4"/>
          <p:cNvSpPr txBox="1">
            <a:spLocks noChangeArrowheads="1"/>
          </p:cNvSpPr>
          <p:nvPr/>
        </p:nvSpPr>
        <p:spPr bwMode="auto">
          <a:xfrm>
            <a:off x="161925" y="503238"/>
            <a:ext cx="3030538" cy="457200"/>
          </a:xfrm>
          <a:prstGeom prst="rect">
            <a:avLst/>
          </a:prstGeom>
          <a:noFill/>
          <a:ln w="9525">
            <a:noFill/>
            <a:miter lim="800000"/>
            <a:headEnd/>
            <a:tailEnd/>
          </a:ln>
        </p:spPr>
        <p:txBody>
          <a:bodyPr>
            <a:spAutoFit/>
          </a:bodyPr>
          <a:lstStyle/>
          <a:p>
            <a:pPr>
              <a:lnSpc>
                <a:spcPct val="100000"/>
              </a:lnSpc>
            </a:pPr>
            <a:r>
              <a:rPr lang="en-US" altLang="zh-CN" sz="2400">
                <a:solidFill>
                  <a:srgbClr val="FF3300"/>
                </a:solidFill>
                <a:ea typeface="宋体" pitchFamily="2" charset="-122"/>
              </a:rPr>
              <a:t>1.  </a:t>
            </a:r>
            <a:r>
              <a:rPr lang="zh-CN" altLang="en-US" sz="2400">
                <a:solidFill>
                  <a:srgbClr val="FF3300"/>
                </a:solidFill>
                <a:ea typeface="宋体" pitchFamily="2" charset="-122"/>
              </a:rPr>
              <a:t>微分问题</a:t>
            </a:r>
          </a:p>
        </p:txBody>
      </p:sp>
      <p:graphicFrame>
        <p:nvGraphicFramePr>
          <p:cNvPr id="210949" name="Object 5"/>
          <p:cNvGraphicFramePr>
            <a:graphicFrameLocks noChangeAspect="1"/>
          </p:cNvGraphicFramePr>
          <p:nvPr/>
        </p:nvGraphicFramePr>
        <p:xfrm>
          <a:off x="2185988" y="2349500"/>
          <a:ext cx="2928937" cy="431800"/>
        </p:xfrm>
        <a:graphic>
          <a:graphicData uri="http://schemas.openxmlformats.org/presentationml/2006/ole">
            <p:oleObj spid="_x0000_s9219" name="公式" r:id="rId4" imgW="1625400" imgH="241200" progId="Equation.3">
              <p:embed/>
            </p:oleObj>
          </a:graphicData>
        </a:graphic>
      </p:graphicFrame>
      <p:sp>
        <p:nvSpPr>
          <p:cNvPr id="210950" name="Text Box 6"/>
          <p:cNvSpPr txBox="1">
            <a:spLocks noChangeArrowheads="1"/>
          </p:cNvSpPr>
          <p:nvPr/>
        </p:nvSpPr>
        <p:spPr bwMode="auto">
          <a:xfrm>
            <a:off x="161925" y="1719263"/>
            <a:ext cx="533400" cy="457200"/>
          </a:xfrm>
          <a:prstGeom prst="rect">
            <a:avLst/>
          </a:prstGeom>
          <a:noFill/>
          <a:ln w="9525">
            <a:noFill/>
            <a:miter lim="800000"/>
            <a:headEnd/>
            <a:tailEnd/>
          </a:ln>
        </p:spPr>
        <p:txBody>
          <a:bodyPr>
            <a:spAutoFit/>
          </a:bodyPr>
          <a:lstStyle/>
          <a:p>
            <a:pPr>
              <a:lnSpc>
                <a:spcPct val="100000"/>
              </a:lnSpc>
            </a:pPr>
            <a:r>
              <a:rPr lang="zh-CN" altLang="en-US" sz="2400">
                <a:solidFill>
                  <a:srgbClr val="FF3300"/>
                </a:solidFill>
                <a:latin typeface="宋体" pitchFamily="2" charset="-122"/>
                <a:ea typeface="宋体" pitchFamily="2" charset="-122"/>
              </a:rPr>
              <a:t>例</a:t>
            </a:r>
          </a:p>
        </p:txBody>
      </p:sp>
      <p:sp>
        <p:nvSpPr>
          <p:cNvPr id="210951" name="Rectangle 7"/>
          <p:cNvSpPr>
            <a:spLocks noChangeArrowheads="1"/>
          </p:cNvSpPr>
          <p:nvPr/>
        </p:nvSpPr>
        <p:spPr bwMode="auto">
          <a:xfrm>
            <a:off x="161925" y="2843213"/>
            <a:ext cx="488950" cy="457200"/>
          </a:xfrm>
          <a:prstGeom prst="rect">
            <a:avLst/>
          </a:prstGeom>
          <a:noFill/>
          <a:ln w="9525">
            <a:noFill/>
            <a:miter lim="800000"/>
            <a:headEnd/>
            <a:tailEnd/>
          </a:ln>
        </p:spPr>
        <p:txBody>
          <a:bodyPr wrap="none">
            <a:spAutoFit/>
          </a:bodyPr>
          <a:lstStyle/>
          <a:p>
            <a:pPr>
              <a:lnSpc>
                <a:spcPct val="100000"/>
              </a:lnSpc>
              <a:spcBef>
                <a:spcPct val="0"/>
              </a:spcBef>
            </a:pPr>
            <a:r>
              <a:rPr lang="zh-CN" altLang="en-US" sz="2400">
                <a:solidFill>
                  <a:srgbClr val="FF3300"/>
                </a:solidFill>
                <a:latin typeface="宋体" pitchFamily="2" charset="-122"/>
                <a:ea typeface="宋体" pitchFamily="2" charset="-122"/>
              </a:rPr>
              <a:t>求</a:t>
            </a:r>
            <a:endParaRPr lang="zh-CN" altLang="en-US" sz="2400" i="1">
              <a:solidFill>
                <a:srgbClr val="FF3300"/>
              </a:solidFill>
              <a:latin typeface="宋体" pitchFamily="2" charset="-122"/>
              <a:ea typeface="宋体" pitchFamily="2" charset="-122"/>
            </a:endParaRPr>
          </a:p>
        </p:txBody>
      </p:sp>
      <p:sp>
        <p:nvSpPr>
          <p:cNvPr id="210952" name="Text Box 8"/>
          <p:cNvSpPr txBox="1">
            <a:spLocks noChangeArrowheads="1"/>
          </p:cNvSpPr>
          <p:nvPr/>
        </p:nvSpPr>
        <p:spPr bwMode="auto">
          <a:xfrm>
            <a:off x="611188" y="1763713"/>
            <a:ext cx="7334250" cy="457200"/>
          </a:xfrm>
          <a:prstGeom prst="rect">
            <a:avLst/>
          </a:prstGeom>
          <a:noFill/>
          <a:ln w="9525">
            <a:noFill/>
            <a:miter lim="800000"/>
            <a:headEnd/>
            <a:tailEnd/>
          </a:ln>
        </p:spPr>
        <p:txBody>
          <a:bodyPr>
            <a:spAutoFit/>
          </a:bodyPr>
          <a:lstStyle/>
          <a:p>
            <a:pPr>
              <a:lnSpc>
                <a:spcPct val="100000"/>
              </a:lnSpc>
            </a:pPr>
            <a:r>
              <a:rPr lang="zh-CN" altLang="en-US" sz="2400">
                <a:latin typeface="宋体" pitchFamily="2" charset="-122"/>
                <a:ea typeface="宋体" pitchFamily="2" charset="-122"/>
              </a:rPr>
              <a:t>已知一物体的质量为 </a:t>
            </a:r>
            <a:r>
              <a:rPr lang="en-US" altLang="zh-CN" sz="2400" i="1">
                <a:solidFill>
                  <a:srgbClr val="FF6600"/>
                </a:solidFill>
                <a:ea typeface="宋体" pitchFamily="2" charset="-122"/>
              </a:rPr>
              <a:t>m</a:t>
            </a:r>
            <a:r>
              <a:rPr lang="en-US" altLang="zh-CN" sz="2400" i="1">
                <a:ea typeface="宋体" pitchFamily="2" charset="-122"/>
              </a:rPr>
              <a:t> </a:t>
            </a:r>
            <a:r>
              <a:rPr lang="en-US" altLang="zh-CN" sz="2400">
                <a:latin typeface="宋体" pitchFamily="2" charset="-122"/>
                <a:ea typeface="宋体" pitchFamily="2" charset="-122"/>
              </a:rPr>
              <a:t>,</a:t>
            </a:r>
            <a:r>
              <a:rPr lang="en-US" altLang="zh-CN" sz="2400" i="1">
                <a:latin typeface="宋体" pitchFamily="2" charset="-122"/>
                <a:ea typeface="宋体" pitchFamily="2" charset="-122"/>
              </a:rPr>
              <a:t> </a:t>
            </a:r>
            <a:r>
              <a:rPr lang="zh-CN" altLang="en-US" sz="2400">
                <a:latin typeface="宋体" pitchFamily="2" charset="-122"/>
                <a:ea typeface="宋体" pitchFamily="2" charset="-122"/>
              </a:rPr>
              <a:t>运动方程为</a:t>
            </a:r>
          </a:p>
        </p:txBody>
      </p:sp>
      <p:graphicFrame>
        <p:nvGraphicFramePr>
          <p:cNvPr id="210953" name="Object 9"/>
          <p:cNvGraphicFramePr>
            <a:graphicFrameLocks noChangeAspect="1"/>
          </p:cNvGraphicFramePr>
          <p:nvPr/>
        </p:nvGraphicFramePr>
        <p:xfrm>
          <a:off x="836613" y="2895600"/>
          <a:ext cx="709612" cy="388938"/>
        </p:xfrm>
        <a:graphic>
          <a:graphicData uri="http://schemas.openxmlformats.org/presentationml/2006/ole">
            <p:oleObj spid="_x0000_s9220" name="公式" r:id="rId5" imgW="393480" imgH="215640" progId="Equation.3">
              <p:embed/>
            </p:oleObj>
          </a:graphicData>
        </a:graphic>
      </p:graphicFrame>
      <p:graphicFrame>
        <p:nvGraphicFramePr>
          <p:cNvPr id="210954" name="Object 10"/>
          <p:cNvGraphicFramePr>
            <a:graphicFrameLocks noChangeAspect="1"/>
          </p:cNvGraphicFramePr>
          <p:nvPr/>
        </p:nvGraphicFramePr>
        <p:xfrm>
          <a:off x="1000125" y="3563938"/>
          <a:ext cx="4973638" cy="755650"/>
        </p:xfrm>
        <a:graphic>
          <a:graphicData uri="http://schemas.openxmlformats.org/presentationml/2006/ole">
            <p:oleObj spid="_x0000_s9221" name="公式" r:id="rId6" imgW="2755800" imgH="419040" progId="Equation.3">
              <p:embed/>
            </p:oleObj>
          </a:graphicData>
        </a:graphic>
      </p:graphicFrame>
      <p:graphicFrame>
        <p:nvGraphicFramePr>
          <p:cNvPr id="210955" name="Object 11"/>
          <p:cNvGraphicFramePr>
            <a:graphicFrameLocks noChangeAspect="1"/>
          </p:cNvGraphicFramePr>
          <p:nvPr/>
        </p:nvGraphicFramePr>
        <p:xfrm>
          <a:off x="2411413" y="4614863"/>
          <a:ext cx="2306637" cy="388937"/>
        </p:xfrm>
        <a:graphic>
          <a:graphicData uri="http://schemas.openxmlformats.org/presentationml/2006/ole">
            <p:oleObj spid="_x0000_s9222" name="公式" r:id="rId7" imgW="1282680" imgH="215640" progId="Equation.3">
              <p:embed/>
            </p:oleObj>
          </a:graphicData>
        </a:graphic>
      </p:graphicFrame>
      <p:graphicFrame>
        <p:nvGraphicFramePr>
          <p:cNvPr id="210956" name="Object 12"/>
          <p:cNvGraphicFramePr>
            <a:graphicFrameLocks/>
          </p:cNvGraphicFramePr>
          <p:nvPr/>
        </p:nvGraphicFramePr>
        <p:xfrm>
          <a:off x="611188" y="5876925"/>
          <a:ext cx="3600450" cy="441325"/>
        </p:xfrm>
        <a:graphic>
          <a:graphicData uri="http://schemas.openxmlformats.org/presentationml/2006/ole">
            <p:oleObj spid="_x0000_s9223" name="公式" r:id="rId8" imgW="1447560" imgH="228600" progId="Equation.3">
              <p:embed/>
            </p:oleObj>
          </a:graphicData>
        </a:graphic>
      </p:graphicFrame>
      <p:sp>
        <p:nvSpPr>
          <p:cNvPr id="210957" name="Text Box 13"/>
          <p:cNvSpPr txBox="1">
            <a:spLocks noChangeArrowheads="1"/>
          </p:cNvSpPr>
          <p:nvPr/>
        </p:nvSpPr>
        <p:spPr bwMode="auto">
          <a:xfrm>
            <a:off x="161925" y="3698875"/>
            <a:ext cx="533400" cy="457200"/>
          </a:xfrm>
          <a:prstGeom prst="rect">
            <a:avLst/>
          </a:prstGeom>
          <a:noFill/>
          <a:ln w="9525">
            <a:noFill/>
            <a:miter lim="800000"/>
            <a:headEnd/>
            <a:tailEnd/>
          </a:ln>
        </p:spPr>
        <p:txBody>
          <a:bodyPr>
            <a:spAutoFit/>
          </a:bodyPr>
          <a:lstStyle/>
          <a:p>
            <a:pPr>
              <a:lnSpc>
                <a:spcPct val="100000"/>
              </a:lnSpc>
            </a:pPr>
            <a:r>
              <a:rPr lang="zh-CN" altLang="en-US" sz="2400">
                <a:solidFill>
                  <a:srgbClr val="FF3300"/>
                </a:solidFill>
                <a:latin typeface="宋体" pitchFamily="2" charset="-122"/>
                <a:ea typeface="宋体" pitchFamily="2" charset="-122"/>
              </a:rPr>
              <a:t>解</a:t>
            </a:r>
            <a:endParaRPr lang="zh-CN" altLang="en-US" sz="1200">
              <a:solidFill>
                <a:srgbClr val="FF3300"/>
              </a:solidFill>
              <a:latin typeface="宋体" pitchFamily="2" charset="-122"/>
              <a:ea typeface="宋体" pitchFamily="2" charset="-122"/>
            </a:endParaRPr>
          </a:p>
        </p:txBody>
      </p:sp>
      <p:sp>
        <p:nvSpPr>
          <p:cNvPr id="210958" name="Text Box 14"/>
          <p:cNvSpPr txBox="1">
            <a:spLocks noChangeArrowheads="1"/>
          </p:cNvSpPr>
          <p:nvPr/>
        </p:nvSpPr>
        <p:spPr bwMode="auto">
          <a:xfrm>
            <a:off x="161925" y="5276850"/>
            <a:ext cx="2454275" cy="457200"/>
          </a:xfrm>
          <a:prstGeom prst="rect">
            <a:avLst/>
          </a:prstGeom>
          <a:noFill/>
          <a:ln w="9525">
            <a:noFill/>
            <a:miter lim="800000"/>
            <a:headEnd/>
            <a:tailEnd/>
          </a:ln>
        </p:spPr>
        <p:txBody>
          <a:bodyPr>
            <a:spAutoFit/>
          </a:bodyPr>
          <a:lstStyle/>
          <a:p>
            <a:pPr>
              <a:lnSpc>
                <a:spcPct val="100000"/>
              </a:lnSpc>
            </a:pPr>
            <a:r>
              <a:rPr lang="en-US" altLang="zh-CN" sz="2400">
                <a:solidFill>
                  <a:srgbClr val="FF3300"/>
                </a:solidFill>
                <a:ea typeface="宋体" pitchFamily="2" charset="-122"/>
              </a:rPr>
              <a:t>2. </a:t>
            </a:r>
            <a:r>
              <a:rPr lang="zh-CN" altLang="en-US" sz="2400">
                <a:solidFill>
                  <a:srgbClr val="FF3300"/>
                </a:solidFill>
                <a:ea typeface="宋体" pitchFamily="2" charset="-122"/>
              </a:rPr>
              <a:t>积分问题</a:t>
            </a:r>
          </a:p>
        </p:txBody>
      </p:sp>
      <p:graphicFrame>
        <p:nvGraphicFramePr>
          <p:cNvPr id="210959" name="Object 15"/>
          <p:cNvGraphicFramePr>
            <a:graphicFrameLocks noChangeAspect="1"/>
          </p:cNvGraphicFramePr>
          <p:nvPr/>
        </p:nvGraphicFramePr>
        <p:xfrm>
          <a:off x="6102350" y="3786188"/>
          <a:ext cx="917575" cy="363537"/>
        </p:xfrm>
        <a:graphic>
          <a:graphicData uri="http://schemas.openxmlformats.org/presentationml/2006/ole">
            <p:oleObj spid="_x0000_s9224" name="公式" r:id="rId9" imgW="507960" imgH="203040" progId="Equation.3">
              <p:embed/>
            </p:oleObj>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10948"/>
                                        </p:tgtEl>
                                        <p:attrNameLst>
                                          <p:attrName>style.visibility</p:attrName>
                                        </p:attrNameLst>
                                      </p:cBhvr>
                                      <p:to>
                                        <p:strVal val="visible"/>
                                      </p:to>
                                    </p:set>
                                    <p:animEffect transition="in" filter="wipe(left)">
                                      <p:cBhvr>
                                        <p:cTn id="7" dur="500"/>
                                        <p:tgtEl>
                                          <p:spTgt spid="21094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10946"/>
                                        </p:tgtEl>
                                        <p:attrNameLst>
                                          <p:attrName>style.visibility</p:attrName>
                                        </p:attrNameLst>
                                      </p:cBhvr>
                                      <p:to>
                                        <p:strVal val="visible"/>
                                      </p:to>
                                    </p:set>
                                    <p:animEffect transition="in" filter="wipe(left)">
                                      <p:cBhvr>
                                        <p:cTn id="12" dur="500"/>
                                        <p:tgtEl>
                                          <p:spTgt spid="210946"/>
                                        </p:tgtEl>
                                      </p:cBhvr>
                                    </p:animEffect>
                                  </p:childTnLst>
                                </p:cTn>
                              </p:par>
                            </p:childTnLst>
                          </p:cTn>
                        </p:par>
                        <p:par>
                          <p:cTn id="13" fill="hold">
                            <p:stCondLst>
                              <p:cond delay="500"/>
                            </p:stCondLst>
                            <p:childTnLst>
                              <p:par>
                                <p:cTn id="14" presetID="23" presetClass="entr" presetSubtype="16" fill="hold" nodeType="afterEffect">
                                  <p:stCondLst>
                                    <p:cond delay="0"/>
                                  </p:stCondLst>
                                  <p:childTnLst>
                                    <p:set>
                                      <p:cBhvr>
                                        <p:cTn id="15" dur="1" fill="hold">
                                          <p:stCondLst>
                                            <p:cond delay="0"/>
                                          </p:stCondLst>
                                        </p:cTn>
                                        <p:tgtEl>
                                          <p:spTgt spid="210947"/>
                                        </p:tgtEl>
                                        <p:attrNameLst>
                                          <p:attrName>style.visibility</p:attrName>
                                        </p:attrNameLst>
                                      </p:cBhvr>
                                      <p:to>
                                        <p:strVal val="visible"/>
                                      </p:to>
                                    </p:set>
                                    <p:anim calcmode="lin" valueType="num">
                                      <p:cBhvr>
                                        <p:cTn id="16" dur="500" fill="hold"/>
                                        <p:tgtEl>
                                          <p:spTgt spid="210947"/>
                                        </p:tgtEl>
                                        <p:attrNameLst>
                                          <p:attrName>ppt_w</p:attrName>
                                        </p:attrNameLst>
                                      </p:cBhvr>
                                      <p:tavLst>
                                        <p:tav tm="0">
                                          <p:val>
                                            <p:fltVal val="0"/>
                                          </p:val>
                                        </p:tav>
                                        <p:tav tm="100000">
                                          <p:val>
                                            <p:strVal val="#ppt_w"/>
                                          </p:val>
                                        </p:tav>
                                      </p:tavLst>
                                    </p:anim>
                                    <p:anim calcmode="lin" valueType="num">
                                      <p:cBhvr>
                                        <p:cTn id="17" dur="500" fill="hold"/>
                                        <p:tgtEl>
                                          <p:spTgt spid="210947"/>
                                        </p:tgtEl>
                                        <p:attrNameLst>
                                          <p:attrName>ppt_h</p:attrName>
                                        </p:attrNameLst>
                                      </p:cBhvr>
                                      <p:tavLst>
                                        <p:tav tm="0">
                                          <p:val>
                                            <p:fltVal val="0"/>
                                          </p:val>
                                        </p:tav>
                                        <p:tav tm="100000">
                                          <p:val>
                                            <p:strVal val="#ppt_h"/>
                                          </p:val>
                                        </p:tav>
                                      </p:tavLst>
                                    </p:anim>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10950"/>
                                        </p:tgtEl>
                                        <p:attrNameLst>
                                          <p:attrName>style.visibility</p:attrName>
                                        </p:attrNameLst>
                                      </p:cBhvr>
                                      <p:to>
                                        <p:strVal val="visible"/>
                                      </p:to>
                                    </p:set>
                                    <p:animEffect transition="in" filter="wipe(left)">
                                      <p:cBhvr>
                                        <p:cTn id="22" dur="500"/>
                                        <p:tgtEl>
                                          <p:spTgt spid="210950"/>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10952"/>
                                        </p:tgtEl>
                                        <p:attrNameLst>
                                          <p:attrName>style.visibility</p:attrName>
                                        </p:attrNameLst>
                                      </p:cBhvr>
                                      <p:to>
                                        <p:strVal val="visible"/>
                                      </p:to>
                                    </p:set>
                                    <p:animEffect transition="in" filter="wipe(left)">
                                      <p:cBhvr>
                                        <p:cTn id="27" dur="500"/>
                                        <p:tgtEl>
                                          <p:spTgt spid="210952"/>
                                        </p:tgtEl>
                                      </p:cBhvr>
                                    </p:animEffect>
                                  </p:childTnLst>
                                </p:cTn>
                              </p:par>
                            </p:childTnLst>
                          </p:cTn>
                        </p:par>
                      </p:childTnLst>
                    </p:cTn>
                  </p:par>
                  <p:par>
                    <p:cTn id="28" fill="hold">
                      <p:stCondLst>
                        <p:cond delay="indefinite"/>
                      </p:stCondLst>
                      <p:childTnLst>
                        <p:par>
                          <p:cTn id="29" fill="hold">
                            <p:stCondLst>
                              <p:cond delay="0"/>
                            </p:stCondLst>
                            <p:childTnLst>
                              <p:par>
                                <p:cTn id="30" presetID="23" presetClass="entr" presetSubtype="16" fill="hold" nodeType="clickEffect">
                                  <p:stCondLst>
                                    <p:cond delay="0"/>
                                  </p:stCondLst>
                                  <p:childTnLst>
                                    <p:set>
                                      <p:cBhvr>
                                        <p:cTn id="31" dur="1" fill="hold">
                                          <p:stCondLst>
                                            <p:cond delay="0"/>
                                          </p:stCondLst>
                                        </p:cTn>
                                        <p:tgtEl>
                                          <p:spTgt spid="210949"/>
                                        </p:tgtEl>
                                        <p:attrNameLst>
                                          <p:attrName>style.visibility</p:attrName>
                                        </p:attrNameLst>
                                      </p:cBhvr>
                                      <p:to>
                                        <p:strVal val="visible"/>
                                      </p:to>
                                    </p:set>
                                    <p:anim calcmode="lin" valueType="num">
                                      <p:cBhvr>
                                        <p:cTn id="32" dur="500" fill="hold"/>
                                        <p:tgtEl>
                                          <p:spTgt spid="210949"/>
                                        </p:tgtEl>
                                        <p:attrNameLst>
                                          <p:attrName>ppt_w</p:attrName>
                                        </p:attrNameLst>
                                      </p:cBhvr>
                                      <p:tavLst>
                                        <p:tav tm="0">
                                          <p:val>
                                            <p:fltVal val="0"/>
                                          </p:val>
                                        </p:tav>
                                        <p:tav tm="100000">
                                          <p:val>
                                            <p:strVal val="#ppt_w"/>
                                          </p:val>
                                        </p:tav>
                                      </p:tavLst>
                                    </p:anim>
                                    <p:anim calcmode="lin" valueType="num">
                                      <p:cBhvr>
                                        <p:cTn id="33" dur="500" fill="hold"/>
                                        <p:tgtEl>
                                          <p:spTgt spid="210949"/>
                                        </p:tgtEl>
                                        <p:attrNameLst>
                                          <p:attrName>ppt_h</p:attrName>
                                        </p:attrNameLst>
                                      </p:cBhvr>
                                      <p:tavLst>
                                        <p:tav tm="0">
                                          <p:val>
                                            <p:fltVal val="0"/>
                                          </p:val>
                                        </p:tav>
                                        <p:tav tm="100000">
                                          <p:val>
                                            <p:strVal val="#ppt_h"/>
                                          </p:val>
                                        </p:tav>
                                      </p:tavLst>
                                    </p:anim>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210951"/>
                                        </p:tgtEl>
                                        <p:attrNameLst>
                                          <p:attrName>style.visibility</p:attrName>
                                        </p:attrNameLst>
                                      </p:cBhvr>
                                      <p:to>
                                        <p:strVal val="visible"/>
                                      </p:to>
                                    </p:set>
                                    <p:animEffect transition="in" filter="wipe(left)">
                                      <p:cBhvr>
                                        <p:cTn id="38" dur="500"/>
                                        <p:tgtEl>
                                          <p:spTgt spid="210951"/>
                                        </p:tgtEl>
                                      </p:cBhvr>
                                    </p:animEffect>
                                  </p:childTnLst>
                                </p:cTn>
                              </p:par>
                            </p:childTnLst>
                          </p:cTn>
                        </p:par>
                        <p:par>
                          <p:cTn id="39" fill="hold">
                            <p:stCondLst>
                              <p:cond delay="500"/>
                            </p:stCondLst>
                            <p:childTnLst>
                              <p:par>
                                <p:cTn id="40" presetID="23" presetClass="entr" presetSubtype="16" fill="hold" nodeType="afterEffect">
                                  <p:stCondLst>
                                    <p:cond delay="0"/>
                                  </p:stCondLst>
                                  <p:childTnLst>
                                    <p:set>
                                      <p:cBhvr>
                                        <p:cTn id="41" dur="1" fill="hold">
                                          <p:stCondLst>
                                            <p:cond delay="0"/>
                                          </p:stCondLst>
                                        </p:cTn>
                                        <p:tgtEl>
                                          <p:spTgt spid="210953"/>
                                        </p:tgtEl>
                                        <p:attrNameLst>
                                          <p:attrName>style.visibility</p:attrName>
                                        </p:attrNameLst>
                                      </p:cBhvr>
                                      <p:to>
                                        <p:strVal val="visible"/>
                                      </p:to>
                                    </p:set>
                                    <p:anim calcmode="lin" valueType="num">
                                      <p:cBhvr>
                                        <p:cTn id="42" dur="500" fill="hold"/>
                                        <p:tgtEl>
                                          <p:spTgt spid="210953"/>
                                        </p:tgtEl>
                                        <p:attrNameLst>
                                          <p:attrName>ppt_w</p:attrName>
                                        </p:attrNameLst>
                                      </p:cBhvr>
                                      <p:tavLst>
                                        <p:tav tm="0">
                                          <p:val>
                                            <p:fltVal val="0"/>
                                          </p:val>
                                        </p:tav>
                                        <p:tav tm="100000">
                                          <p:val>
                                            <p:strVal val="#ppt_w"/>
                                          </p:val>
                                        </p:tav>
                                      </p:tavLst>
                                    </p:anim>
                                    <p:anim calcmode="lin" valueType="num">
                                      <p:cBhvr>
                                        <p:cTn id="43" dur="500" fill="hold"/>
                                        <p:tgtEl>
                                          <p:spTgt spid="210953"/>
                                        </p:tgtEl>
                                        <p:attrNameLst>
                                          <p:attrName>ppt_h</p:attrName>
                                        </p:attrNameLst>
                                      </p:cBhvr>
                                      <p:tavLst>
                                        <p:tav tm="0">
                                          <p:val>
                                            <p:fltVal val="0"/>
                                          </p:val>
                                        </p:tav>
                                        <p:tav tm="100000">
                                          <p:val>
                                            <p:strVal val="#ppt_h"/>
                                          </p:val>
                                        </p:tav>
                                      </p:tavLst>
                                    </p:anim>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grpId="0" nodeType="clickEffect">
                                  <p:stCondLst>
                                    <p:cond delay="0"/>
                                  </p:stCondLst>
                                  <p:childTnLst>
                                    <p:set>
                                      <p:cBhvr>
                                        <p:cTn id="47" dur="1" fill="hold">
                                          <p:stCondLst>
                                            <p:cond delay="0"/>
                                          </p:stCondLst>
                                        </p:cTn>
                                        <p:tgtEl>
                                          <p:spTgt spid="210957"/>
                                        </p:tgtEl>
                                        <p:attrNameLst>
                                          <p:attrName>style.visibility</p:attrName>
                                        </p:attrNameLst>
                                      </p:cBhvr>
                                      <p:to>
                                        <p:strVal val="visible"/>
                                      </p:to>
                                    </p:set>
                                    <p:animEffect transition="in" filter="wipe(left)">
                                      <p:cBhvr>
                                        <p:cTn id="48" dur="500"/>
                                        <p:tgtEl>
                                          <p:spTgt spid="210957"/>
                                        </p:tgtEl>
                                      </p:cBhvr>
                                    </p:animEffect>
                                  </p:childTnLst>
                                </p:cTn>
                              </p:par>
                            </p:childTnLst>
                          </p:cTn>
                        </p:par>
                      </p:childTnLst>
                    </p:cTn>
                  </p:par>
                  <p:par>
                    <p:cTn id="49" fill="hold">
                      <p:stCondLst>
                        <p:cond delay="indefinite"/>
                      </p:stCondLst>
                      <p:childTnLst>
                        <p:par>
                          <p:cTn id="50" fill="hold">
                            <p:stCondLst>
                              <p:cond delay="0"/>
                            </p:stCondLst>
                            <p:childTnLst>
                              <p:par>
                                <p:cTn id="51" presetID="23" presetClass="entr" presetSubtype="16" fill="hold" nodeType="clickEffect">
                                  <p:stCondLst>
                                    <p:cond delay="0"/>
                                  </p:stCondLst>
                                  <p:childTnLst>
                                    <p:set>
                                      <p:cBhvr>
                                        <p:cTn id="52" dur="1" fill="hold">
                                          <p:stCondLst>
                                            <p:cond delay="0"/>
                                          </p:stCondLst>
                                        </p:cTn>
                                        <p:tgtEl>
                                          <p:spTgt spid="210954"/>
                                        </p:tgtEl>
                                        <p:attrNameLst>
                                          <p:attrName>style.visibility</p:attrName>
                                        </p:attrNameLst>
                                      </p:cBhvr>
                                      <p:to>
                                        <p:strVal val="visible"/>
                                      </p:to>
                                    </p:set>
                                    <p:anim calcmode="lin" valueType="num">
                                      <p:cBhvr>
                                        <p:cTn id="53" dur="500" fill="hold"/>
                                        <p:tgtEl>
                                          <p:spTgt spid="210954"/>
                                        </p:tgtEl>
                                        <p:attrNameLst>
                                          <p:attrName>ppt_w</p:attrName>
                                        </p:attrNameLst>
                                      </p:cBhvr>
                                      <p:tavLst>
                                        <p:tav tm="0">
                                          <p:val>
                                            <p:fltVal val="0"/>
                                          </p:val>
                                        </p:tav>
                                        <p:tav tm="100000">
                                          <p:val>
                                            <p:strVal val="#ppt_w"/>
                                          </p:val>
                                        </p:tav>
                                      </p:tavLst>
                                    </p:anim>
                                    <p:anim calcmode="lin" valueType="num">
                                      <p:cBhvr>
                                        <p:cTn id="54" dur="500" fill="hold"/>
                                        <p:tgtEl>
                                          <p:spTgt spid="210954"/>
                                        </p:tgtEl>
                                        <p:attrNameLst>
                                          <p:attrName>ppt_h</p:attrName>
                                        </p:attrNameLst>
                                      </p:cBhvr>
                                      <p:tavLst>
                                        <p:tav tm="0">
                                          <p:val>
                                            <p:fltVal val="0"/>
                                          </p:val>
                                        </p:tav>
                                        <p:tav tm="100000">
                                          <p:val>
                                            <p:strVal val="#ppt_h"/>
                                          </p:val>
                                        </p:tav>
                                      </p:tavLst>
                                    </p:anim>
                                  </p:childTnLst>
                                </p:cTn>
                              </p:par>
                            </p:childTnLst>
                          </p:cTn>
                        </p:par>
                      </p:childTnLst>
                    </p:cTn>
                  </p:par>
                  <p:par>
                    <p:cTn id="55" fill="hold">
                      <p:stCondLst>
                        <p:cond delay="indefinite"/>
                      </p:stCondLst>
                      <p:childTnLst>
                        <p:par>
                          <p:cTn id="56" fill="hold">
                            <p:stCondLst>
                              <p:cond delay="0"/>
                            </p:stCondLst>
                            <p:childTnLst>
                              <p:par>
                                <p:cTn id="57" presetID="23" presetClass="entr" presetSubtype="16" fill="hold" nodeType="clickEffect">
                                  <p:stCondLst>
                                    <p:cond delay="0"/>
                                  </p:stCondLst>
                                  <p:childTnLst>
                                    <p:set>
                                      <p:cBhvr>
                                        <p:cTn id="58" dur="1" fill="hold">
                                          <p:stCondLst>
                                            <p:cond delay="0"/>
                                          </p:stCondLst>
                                        </p:cTn>
                                        <p:tgtEl>
                                          <p:spTgt spid="210959"/>
                                        </p:tgtEl>
                                        <p:attrNameLst>
                                          <p:attrName>style.visibility</p:attrName>
                                        </p:attrNameLst>
                                      </p:cBhvr>
                                      <p:to>
                                        <p:strVal val="visible"/>
                                      </p:to>
                                    </p:set>
                                    <p:anim calcmode="lin" valueType="num">
                                      <p:cBhvr>
                                        <p:cTn id="59" dur="500" fill="hold"/>
                                        <p:tgtEl>
                                          <p:spTgt spid="210959"/>
                                        </p:tgtEl>
                                        <p:attrNameLst>
                                          <p:attrName>ppt_w</p:attrName>
                                        </p:attrNameLst>
                                      </p:cBhvr>
                                      <p:tavLst>
                                        <p:tav tm="0">
                                          <p:val>
                                            <p:fltVal val="0"/>
                                          </p:val>
                                        </p:tav>
                                        <p:tav tm="100000">
                                          <p:val>
                                            <p:strVal val="#ppt_w"/>
                                          </p:val>
                                        </p:tav>
                                      </p:tavLst>
                                    </p:anim>
                                    <p:anim calcmode="lin" valueType="num">
                                      <p:cBhvr>
                                        <p:cTn id="60" dur="500" fill="hold"/>
                                        <p:tgtEl>
                                          <p:spTgt spid="210959"/>
                                        </p:tgtEl>
                                        <p:attrNameLst>
                                          <p:attrName>ppt_h</p:attrName>
                                        </p:attrNameLst>
                                      </p:cBhvr>
                                      <p:tavLst>
                                        <p:tav tm="0">
                                          <p:val>
                                            <p:fltVal val="0"/>
                                          </p:val>
                                        </p:tav>
                                        <p:tav tm="100000">
                                          <p:val>
                                            <p:strVal val="#ppt_h"/>
                                          </p:val>
                                        </p:tav>
                                      </p:tavLst>
                                    </p:anim>
                                  </p:childTnLst>
                                </p:cTn>
                              </p:par>
                            </p:childTnLst>
                          </p:cTn>
                        </p:par>
                      </p:childTnLst>
                    </p:cTn>
                  </p:par>
                  <p:par>
                    <p:cTn id="61" fill="hold">
                      <p:stCondLst>
                        <p:cond delay="indefinite"/>
                      </p:stCondLst>
                      <p:childTnLst>
                        <p:par>
                          <p:cTn id="62" fill="hold">
                            <p:stCondLst>
                              <p:cond delay="0"/>
                            </p:stCondLst>
                            <p:childTnLst>
                              <p:par>
                                <p:cTn id="63" presetID="23" presetClass="entr" presetSubtype="16" fill="hold" nodeType="clickEffect">
                                  <p:stCondLst>
                                    <p:cond delay="0"/>
                                  </p:stCondLst>
                                  <p:childTnLst>
                                    <p:set>
                                      <p:cBhvr>
                                        <p:cTn id="64" dur="1" fill="hold">
                                          <p:stCondLst>
                                            <p:cond delay="0"/>
                                          </p:stCondLst>
                                        </p:cTn>
                                        <p:tgtEl>
                                          <p:spTgt spid="210955"/>
                                        </p:tgtEl>
                                        <p:attrNameLst>
                                          <p:attrName>style.visibility</p:attrName>
                                        </p:attrNameLst>
                                      </p:cBhvr>
                                      <p:to>
                                        <p:strVal val="visible"/>
                                      </p:to>
                                    </p:set>
                                    <p:anim calcmode="lin" valueType="num">
                                      <p:cBhvr>
                                        <p:cTn id="65" dur="500" fill="hold"/>
                                        <p:tgtEl>
                                          <p:spTgt spid="210955"/>
                                        </p:tgtEl>
                                        <p:attrNameLst>
                                          <p:attrName>ppt_w</p:attrName>
                                        </p:attrNameLst>
                                      </p:cBhvr>
                                      <p:tavLst>
                                        <p:tav tm="0">
                                          <p:val>
                                            <p:fltVal val="0"/>
                                          </p:val>
                                        </p:tav>
                                        <p:tav tm="100000">
                                          <p:val>
                                            <p:strVal val="#ppt_w"/>
                                          </p:val>
                                        </p:tav>
                                      </p:tavLst>
                                    </p:anim>
                                    <p:anim calcmode="lin" valueType="num">
                                      <p:cBhvr>
                                        <p:cTn id="66" dur="500" fill="hold"/>
                                        <p:tgtEl>
                                          <p:spTgt spid="210955"/>
                                        </p:tgtEl>
                                        <p:attrNameLst>
                                          <p:attrName>ppt_h</p:attrName>
                                        </p:attrNameLst>
                                      </p:cBhvr>
                                      <p:tavLst>
                                        <p:tav tm="0">
                                          <p:val>
                                            <p:fltVal val="0"/>
                                          </p:val>
                                        </p:tav>
                                        <p:tav tm="100000">
                                          <p:val>
                                            <p:strVal val="#ppt_h"/>
                                          </p:val>
                                        </p:tav>
                                      </p:tavLst>
                                    </p:anim>
                                  </p:childTnLst>
                                </p:cTn>
                              </p:par>
                            </p:childTnLst>
                          </p:cTn>
                        </p:par>
                      </p:childTnLst>
                    </p:cTn>
                  </p:par>
                  <p:par>
                    <p:cTn id="67" fill="hold">
                      <p:stCondLst>
                        <p:cond delay="indefinite"/>
                      </p:stCondLst>
                      <p:childTnLst>
                        <p:par>
                          <p:cTn id="68" fill="hold">
                            <p:stCondLst>
                              <p:cond delay="0"/>
                            </p:stCondLst>
                            <p:childTnLst>
                              <p:par>
                                <p:cTn id="69" presetID="22" presetClass="entr" presetSubtype="8" fill="hold" grpId="0" nodeType="clickEffect">
                                  <p:stCondLst>
                                    <p:cond delay="0"/>
                                  </p:stCondLst>
                                  <p:childTnLst>
                                    <p:set>
                                      <p:cBhvr>
                                        <p:cTn id="70" dur="1" fill="hold">
                                          <p:stCondLst>
                                            <p:cond delay="0"/>
                                          </p:stCondLst>
                                        </p:cTn>
                                        <p:tgtEl>
                                          <p:spTgt spid="210958"/>
                                        </p:tgtEl>
                                        <p:attrNameLst>
                                          <p:attrName>style.visibility</p:attrName>
                                        </p:attrNameLst>
                                      </p:cBhvr>
                                      <p:to>
                                        <p:strVal val="visible"/>
                                      </p:to>
                                    </p:set>
                                    <p:animEffect transition="in" filter="wipe(left)">
                                      <p:cBhvr>
                                        <p:cTn id="71" dur="500"/>
                                        <p:tgtEl>
                                          <p:spTgt spid="210958"/>
                                        </p:tgtEl>
                                      </p:cBhvr>
                                    </p:animEffect>
                                  </p:childTnLst>
                                </p:cTn>
                              </p:par>
                            </p:childTnLst>
                          </p:cTn>
                        </p:par>
                      </p:childTnLst>
                    </p:cTn>
                  </p:par>
                  <p:par>
                    <p:cTn id="72" fill="hold">
                      <p:stCondLst>
                        <p:cond delay="indefinite"/>
                      </p:stCondLst>
                      <p:childTnLst>
                        <p:par>
                          <p:cTn id="73" fill="hold">
                            <p:stCondLst>
                              <p:cond delay="0"/>
                            </p:stCondLst>
                            <p:childTnLst>
                              <p:par>
                                <p:cTn id="74" presetID="23" presetClass="entr" presetSubtype="16" fill="hold" nodeType="clickEffect">
                                  <p:stCondLst>
                                    <p:cond delay="0"/>
                                  </p:stCondLst>
                                  <p:childTnLst>
                                    <p:set>
                                      <p:cBhvr>
                                        <p:cTn id="75" dur="1" fill="hold">
                                          <p:stCondLst>
                                            <p:cond delay="0"/>
                                          </p:stCondLst>
                                        </p:cTn>
                                        <p:tgtEl>
                                          <p:spTgt spid="210956"/>
                                        </p:tgtEl>
                                        <p:attrNameLst>
                                          <p:attrName>style.visibility</p:attrName>
                                        </p:attrNameLst>
                                      </p:cBhvr>
                                      <p:to>
                                        <p:strVal val="visible"/>
                                      </p:to>
                                    </p:set>
                                    <p:anim calcmode="lin" valueType="num">
                                      <p:cBhvr>
                                        <p:cTn id="76" dur="500" fill="hold"/>
                                        <p:tgtEl>
                                          <p:spTgt spid="210956"/>
                                        </p:tgtEl>
                                        <p:attrNameLst>
                                          <p:attrName>ppt_w</p:attrName>
                                        </p:attrNameLst>
                                      </p:cBhvr>
                                      <p:tavLst>
                                        <p:tav tm="0">
                                          <p:val>
                                            <p:fltVal val="0"/>
                                          </p:val>
                                        </p:tav>
                                        <p:tav tm="100000">
                                          <p:val>
                                            <p:strVal val="#ppt_w"/>
                                          </p:val>
                                        </p:tav>
                                      </p:tavLst>
                                    </p:anim>
                                    <p:anim calcmode="lin" valueType="num">
                                      <p:cBhvr>
                                        <p:cTn id="77" dur="500" fill="hold"/>
                                        <p:tgtEl>
                                          <p:spTgt spid="210956"/>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0946" grpId="0" autoUpdateAnimBg="0"/>
      <p:bldP spid="210948" grpId="0" autoUpdateAnimBg="0"/>
      <p:bldP spid="210950" grpId="0" autoUpdateAnimBg="0"/>
      <p:bldP spid="210951" grpId="0" autoUpdateAnimBg="0"/>
      <p:bldP spid="210952" grpId="0" autoUpdateAnimBg="0"/>
      <p:bldP spid="210957" grpId="0" autoUpdateAnimBg="0"/>
      <p:bldP spid="210958" grpId="0"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970" name="Text Box 2"/>
          <p:cNvSpPr txBox="1">
            <a:spLocks noChangeArrowheads="1"/>
          </p:cNvSpPr>
          <p:nvPr/>
        </p:nvSpPr>
        <p:spPr bwMode="auto">
          <a:xfrm>
            <a:off x="663575" y="481013"/>
            <a:ext cx="8048625" cy="968375"/>
          </a:xfrm>
          <a:prstGeom prst="rect">
            <a:avLst/>
          </a:prstGeom>
          <a:noFill/>
          <a:ln w="9525">
            <a:noFill/>
            <a:miter lim="800000"/>
            <a:headEnd/>
            <a:tailEnd/>
          </a:ln>
        </p:spPr>
        <p:txBody>
          <a:bodyPr>
            <a:spAutoFit/>
          </a:bodyPr>
          <a:lstStyle/>
          <a:p>
            <a:r>
              <a:rPr lang="zh-CN" altLang="en-US" sz="2400">
                <a:latin typeface="宋体" pitchFamily="2" charset="-122"/>
                <a:ea typeface="宋体" pitchFamily="2" charset="-122"/>
              </a:rPr>
              <a:t>以初速度</a:t>
            </a:r>
            <a:r>
              <a:rPr lang="en-US" altLang="zh-CN" sz="2400" i="1">
                <a:solidFill>
                  <a:srgbClr val="FF6600"/>
                </a:solidFill>
                <a:latin typeface="Bookman Old Style" pitchFamily="18" charset="0"/>
                <a:ea typeface="仿宋_GB2312" pitchFamily="49" charset="-122"/>
              </a:rPr>
              <a:t>v</a:t>
            </a:r>
            <a:r>
              <a:rPr lang="en-US" altLang="zh-CN" sz="2000" baseline="-25000">
                <a:solidFill>
                  <a:srgbClr val="FF6600"/>
                </a:solidFill>
                <a:ea typeface="仿宋_GB2312" pitchFamily="49" charset="-122"/>
              </a:rPr>
              <a:t>0</a:t>
            </a:r>
            <a:r>
              <a:rPr lang="en-US" altLang="zh-CN" sz="2400">
                <a:solidFill>
                  <a:srgbClr val="FF6600"/>
                </a:solidFill>
                <a:latin typeface="宋体" pitchFamily="2" charset="-122"/>
                <a:ea typeface="宋体" pitchFamily="2" charset="-122"/>
              </a:rPr>
              <a:t> </a:t>
            </a:r>
            <a:r>
              <a:rPr lang="zh-CN" altLang="en-US" sz="2400">
                <a:latin typeface="宋体" pitchFamily="2" charset="-122"/>
                <a:ea typeface="宋体" pitchFamily="2" charset="-122"/>
              </a:rPr>
              <a:t>竖直向上抛出一质量为</a:t>
            </a:r>
            <a:r>
              <a:rPr lang="en-US" altLang="zh-CN" sz="2400" i="1">
                <a:solidFill>
                  <a:srgbClr val="FF6600"/>
                </a:solidFill>
                <a:ea typeface="宋体" pitchFamily="2" charset="-122"/>
              </a:rPr>
              <a:t>m</a:t>
            </a:r>
            <a:r>
              <a:rPr lang="en-US" altLang="zh-CN" sz="2400" i="1">
                <a:ea typeface="宋体" pitchFamily="2" charset="-122"/>
              </a:rPr>
              <a:t> </a:t>
            </a:r>
            <a:r>
              <a:rPr lang="zh-CN" altLang="en-US" sz="2400">
                <a:latin typeface="宋体" pitchFamily="2" charset="-122"/>
                <a:ea typeface="宋体" pitchFamily="2" charset="-122"/>
              </a:rPr>
              <a:t>的小球，小球除受重力外，还受一个大小为</a:t>
            </a:r>
            <a:r>
              <a:rPr lang="en-US" altLang="zh-CN" sz="2400" i="1">
                <a:solidFill>
                  <a:srgbClr val="FF6600"/>
                </a:solidFill>
                <a:latin typeface="Symbol" pitchFamily="18" charset="2"/>
                <a:ea typeface="宋体" pitchFamily="2" charset="-122"/>
              </a:rPr>
              <a:t>a</a:t>
            </a:r>
            <a:r>
              <a:rPr lang="en-US" altLang="zh-CN" sz="2400" i="1">
                <a:solidFill>
                  <a:srgbClr val="FF6600"/>
                </a:solidFill>
                <a:ea typeface="宋体" pitchFamily="2" charset="-122"/>
              </a:rPr>
              <a:t>m</a:t>
            </a:r>
            <a:r>
              <a:rPr lang="en-US" altLang="zh-CN" sz="2400" i="1">
                <a:solidFill>
                  <a:srgbClr val="FF6600"/>
                </a:solidFill>
                <a:latin typeface="Bookman Old Style" pitchFamily="18" charset="0"/>
                <a:ea typeface="仿宋_GB2312" pitchFamily="49" charset="-122"/>
              </a:rPr>
              <a:t>v</a:t>
            </a:r>
            <a:r>
              <a:rPr lang="en-US" altLang="zh-CN" sz="2400" i="1" baseline="30000">
                <a:solidFill>
                  <a:srgbClr val="FF6600"/>
                </a:solidFill>
                <a:ea typeface="仿宋_GB2312" pitchFamily="49" charset="-122"/>
              </a:rPr>
              <a:t>2</a:t>
            </a:r>
            <a:r>
              <a:rPr lang="en-US" altLang="zh-CN" sz="2400">
                <a:solidFill>
                  <a:srgbClr val="FF6600"/>
                </a:solidFill>
                <a:latin typeface="宋体" pitchFamily="2" charset="-122"/>
                <a:ea typeface="宋体" pitchFamily="2" charset="-122"/>
              </a:rPr>
              <a:t> </a:t>
            </a:r>
            <a:r>
              <a:rPr lang="zh-CN" altLang="en-US" sz="2400">
                <a:latin typeface="宋体" pitchFamily="2" charset="-122"/>
                <a:ea typeface="宋体" pitchFamily="2" charset="-122"/>
              </a:rPr>
              <a:t>的粘滞阻力。</a:t>
            </a:r>
          </a:p>
        </p:txBody>
      </p:sp>
      <p:sp>
        <p:nvSpPr>
          <p:cNvPr id="211971" name="Rectangle 3"/>
          <p:cNvSpPr>
            <a:spLocks noChangeArrowheads="1"/>
          </p:cNvSpPr>
          <p:nvPr/>
        </p:nvSpPr>
        <p:spPr bwMode="auto">
          <a:xfrm>
            <a:off x="161925" y="2251075"/>
            <a:ext cx="492125" cy="457200"/>
          </a:xfrm>
          <a:prstGeom prst="rect">
            <a:avLst/>
          </a:prstGeom>
          <a:noFill/>
          <a:ln w="9525">
            <a:noFill/>
            <a:miter lim="800000"/>
            <a:headEnd/>
            <a:tailEnd/>
          </a:ln>
        </p:spPr>
        <p:txBody>
          <a:bodyPr wrap="none">
            <a:spAutoFit/>
          </a:bodyPr>
          <a:lstStyle/>
          <a:p>
            <a:pPr>
              <a:lnSpc>
                <a:spcPct val="100000"/>
              </a:lnSpc>
              <a:spcBef>
                <a:spcPct val="0"/>
              </a:spcBef>
            </a:pPr>
            <a:r>
              <a:rPr lang="zh-CN" altLang="en-US" sz="2400">
                <a:solidFill>
                  <a:srgbClr val="FF3300"/>
                </a:solidFill>
                <a:ea typeface="宋体" pitchFamily="2" charset="-122"/>
              </a:rPr>
              <a:t>解</a:t>
            </a:r>
          </a:p>
        </p:txBody>
      </p:sp>
      <p:sp>
        <p:nvSpPr>
          <p:cNvPr id="211972" name="Text Box 4"/>
          <p:cNvSpPr txBox="1">
            <a:spLocks noChangeArrowheads="1"/>
          </p:cNvSpPr>
          <p:nvPr/>
        </p:nvSpPr>
        <p:spPr bwMode="auto">
          <a:xfrm>
            <a:off x="206375" y="527050"/>
            <a:ext cx="796925" cy="457200"/>
          </a:xfrm>
          <a:prstGeom prst="rect">
            <a:avLst/>
          </a:prstGeom>
          <a:noFill/>
          <a:ln w="9525">
            <a:noFill/>
            <a:miter lim="800000"/>
            <a:headEnd/>
            <a:tailEnd/>
          </a:ln>
        </p:spPr>
        <p:txBody>
          <a:bodyPr>
            <a:spAutoFit/>
          </a:bodyPr>
          <a:lstStyle/>
          <a:p>
            <a:pPr>
              <a:lnSpc>
                <a:spcPct val="100000"/>
              </a:lnSpc>
            </a:pPr>
            <a:r>
              <a:rPr lang="zh-CN" altLang="en-US" sz="2400">
                <a:solidFill>
                  <a:srgbClr val="FF3300"/>
                </a:solidFill>
                <a:ea typeface="宋体" pitchFamily="2" charset="-122"/>
              </a:rPr>
              <a:t>例</a:t>
            </a:r>
          </a:p>
        </p:txBody>
      </p:sp>
      <p:sp>
        <p:nvSpPr>
          <p:cNvPr id="211973" name="Text Box 5"/>
          <p:cNvSpPr txBox="1">
            <a:spLocks noChangeArrowheads="1"/>
          </p:cNvSpPr>
          <p:nvPr/>
        </p:nvSpPr>
        <p:spPr bwMode="auto">
          <a:xfrm>
            <a:off x="161925" y="1412875"/>
            <a:ext cx="533400" cy="530225"/>
          </a:xfrm>
          <a:prstGeom prst="rect">
            <a:avLst/>
          </a:prstGeom>
          <a:noFill/>
          <a:ln w="9525">
            <a:noFill/>
            <a:miter lim="800000"/>
            <a:headEnd/>
            <a:tailEnd/>
          </a:ln>
        </p:spPr>
        <p:txBody>
          <a:bodyPr>
            <a:spAutoFit/>
          </a:bodyPr>
          <a:lstStyle/>
          <a:p>
            <a:r>
              <a:rPr lang="zh-CN" altLang="en-US" sz="2400">
                <a:solidFill>
                  <a:srgbClr val="FF3300"/>
                </a:solidFill>
                <a:latin typeface="宋体" pitchFamily="2" charset="-122"/>
                <a:ea typeface="宋体" pitchFamily="2" charset="-122"/>
              </a:rPr>
              <a:t>求</a:t>
            </a:r>
          </a:p>
        </p:txBody>
      </p:sp>
      <p:sp>
        <p:nvSpPr>
          <p:cNvPr id="211974" name="Text Box 6"/>
          <p:cNvSpPr txBox="1">
            <a:spLocks noChangeArrowheads="1"/>
          </p:cNvSpPr>
          <p:nvPr/>
        </p:nvSpPr>
        <p:spPr bwMode="auto">
          <a:xfrm>
            <a:off x="619125" y="1412875"/>
            <a:ext cx="3581400" cy="530225"/>
          </a:xfrm>
          <a:prstGeom prst="rect">
            <a:avLst/>
          </a:prstGeom>
          <a:noFill/>
          <a:ln w="9525">
            <a:noFill/>
            <a:miter lim="800000"/>
            <a:headEnd/>
            <a:tailEnd/>
          </a:ln>
        </p:spPr>
        <p:txBody>
          <a:bodyPr>
            <a:spAutoFit/>
          </a:bodyPr>
          <a:lstStyle/>
          <a:p>
            <a:r>
              <a:rPr lang="zh-CN" altLang="en-US" sz="2400">
                <a:latin typeface="宋体" pitchFamily="2" charset="-122"/>
                <a:ea typeface="宋体" pitchFamily="2" charset="-122"/>
              </a:rPr>
              <a:t>小球上升的最大高度。</a:t>
            </a:r>
          </a:p>
        </p:txBody>
      </p:sp>
      <p:sp>
        <p:nvSpPr>
          <p:cNvPr id="211975" name="Oval 7"/>
          <p:cNvSpPr>
            <a:spLocks noChangeArrowheads="1"/>
          </p:cNvSpPr>
          <p:nvPr/>
        </p:nvSpPr>
        <p:spPr bwMode="auto">
          <a:xfrm>
            <a:off x="7385050" y="5424488"/>
            <a:ext cx="152400" cy="152400"/>
          </a:xfrm>
          <a:prstGeom prst="ellipse">
            <a:avLst/>
          </a:prstGeom>
          <a:solidFill>
            <a:srgbClr val="CC0099"/>
          </a:solidFill>
          <a:ln w="9525">
            <a:solidFill>
              <a:srgbClr val="0033CC"/>
            </a:solidFill>
            <a:round/>
            <a:headEnd/>
            <a:tailEnd/>
          </a:ln>
        </p:spPr>
        <p:txBody>
          <a:bodyPr wrap="none" anchor="ctr"/>
          <a:lstStyle/>
          <a:p>
            <a:endParaRPr lang="zh-CN" altLang="en-US"/>
          </a:p>
        </p:txBody>
      </p:sp>
      <p:sp>
        <p:nvSpPr>
          <p:cNvPr id="211976" name="Line 8"/>
          <p:cNvSpPr>
            <a:spLocks noChangeShapeType="1"/>
          </p:cNvSpPr>
          <p:nvPr/>
        </p:nvSpPr>
        <p:spPr bwMode="auto">
          <a:xfrm flipV="1">
            <a:off x="7308850" y="4510088"/>
            <a:ext cx="0" cy="990600"/>
          </a:xfrm>
          <a:prstGeom prst="line">
            <a:avLst/>
          </a:prstGeom>
          <a:noFill/>
          <a:ln w="28575">
            <a:solidFill>
              <a:srgbClr val="CC0000"/>
            </a:solidFill>
            <a:round/>
            <a:headEnd/>
            <a:tailEnd type="triangle" w="med" len="med"/>
          </a:ln>
        </p:spPr>
        <p:txBody>
          <a:bodyPr wrap="none" anchor="ctr"/>
          <a:lstStyle/>
          <a:p>
            <a:endParaRPr lang="zh-CN" altLang="en-US"/>
          </a:p>
        </p:txBody>
      </p:sp>
      <p:sp>
        <p:nvSpPr>
          <p:cNvPr id="211977" name="Line 9"/>
          <p:cNvSpPr>
            <a:spLocks noChangeShapeType="1"/>
          </p:cNvSpPr>
          <p:nvPr/>
        </p:nvSpPr>
        <p:spPr bwMode="auto">
          <a:xfrm>
            <a:off x="7461250" y="5486400"/>
            <a:ext cx="0" cy="990600"/>
          </a:xfrm>
          <a:prstGeom prst="line">
            <a:avLst/>
          </a:prstGeom>
          <a:noFill/>
          <a:ln w="38100">
            <a:solidFill>
              <a:srgbClr val="008000"/>
            </a:solidFill>
            <a:round/>
            <a:headEnd/>
            <a:tailEnd type="triangle" w="med" len="med"/>
          </a:ln>
        </p:spPr>
        <p:txBody>
          <a:bodyPr wrap="none" anchor="ctr"/>
          <a:lstStyle/>
          <a:p>
            <a:endParaRPr lang="zh-CN" altLang="en-US"/>
          </a:p>
        </p:txBody>
      </p:sp>
      <p:sp>
        <p:nvSpPr>
          <p:cNvPr id="211978" name="Line 10"/>
          <p:cNvSpPr>
            <a:spLocks noChangeShapeType="1"/>
          </p:cNvSpPr>
          <p:nvPr/>
        </p:nvSpPr>
        <p:spPr bwMode="auto">
          <a:xfrm>
            <a:off x="7461250" y="5500688"/>
            <a:ext cx="0" cy="533400"/>
          </a:xfrm>
          <a:prstGeom prst="line">
            <a:avLst/>
          </a:prstGeom>
          <a:noFill/>
          <a:ln w="38100">
            <a:solidFill>
              <a:srgbClr val="660066"/>
            </a:solidFill>
            <a:round/>
            <a:headEnd/>
            <a:tailEnd type="triangle" w="med" len="med"/>
          </a:ln>
        </p:spPr>
        <p:txBody>
          <a:bodyPr wrap="none" anchor="ctr"/>
          <a:lstStyle/>
          <a:p>
            <a:endParaRPr lang="zh-CN" altLang="en-US"/>
          </a:p>
        </p:txBody>
      </p:sp>
      <p:sp>
        <p:nvSpPr>
          <p:cNvPr id="211979" name="Line 11"/>
          <p:cNvSpPr>
            <a:spLocks noChangeShapeType="1"/>
          </p:cNvSpPr>
          <p:nvPr/>
        </p:nvSpPr>
        <p:spPr bwMode="auto">
          <a:xfrm>
            <a:off x="7461250" y="5500688"/>
            <a:ext cx="1143000" cy="0"/>
          </a:xfrm>
          <a:prstGeom prst="line">
            <a:avLst/>
          </a:prstGeom>
          <a:noFill/>
          <a:ln w="28575">
            <a:solidFill>
              <a:srgbClr val="0033CC"/>
            </a:solidFill>
            <a:round/>
            <a:headEnd/>
            <a:tailEnd/>
          </a:ln>
        </p:spPr>
        <p:txBody>
          <a:bodyPr wrap="none" anchor="ctr"/>
          <a:lstStyle/>
          <a:p>
            <a:endParaRPr lang="zh-CN" altLang="en-US"/>
          </a:p>
        </p:txBody>
      </p:sp>
      <p:sp>
        <p:nvSpPr>
          <p:cNvPr id="211980" name="Line 12"/>
          <p:cNvSpPr>
            <a:spLocks noChangeShapeType="1"/>
          </p:cNvSpPr>
          <p:nvPr/>
        </p:nvSpPr>
        <p:spPr bwMode="auto">
          <a:xfrm flipV="1">
            <a:off x="7461250" y="3443288"/>
            <a:ext cx="0" cy="2133600"/>
          </a:xfrm>
          <a:prstGeom prst="line">
            <a:avLst/>
          </a:prstGeom>
          <a:noFill/>
          <a:ln w="28575">
            <a:solidFill>
              <a:srgbClr val="0033CC"/>
            </a:solidFill>
            <a:prstDash val="sysDot"/>
            <a:round/>
            <a:headEnd/>
            <a:tailEnd/>
          </a:ln>
        </p:spPr>
        <p:txBody>
          <a:bodyPr wrap="none" anchor="ctr"/>
          <a:lstStyle/>
          <a:p>
            <a:endParaRPr lang="zh-CN" altLang="en-US"/>
          </a:p>
        </p:txBody>
      </p:sp>
      <p:sp>
        <p:nvSpPr>
          <p:cNvPr id="211981" name="Line 13"/>
          <p:cNvSpPr>
            <a:spLocks noChangeShapeType="1"/>
          </p:cNvSpPr>
          <p:nvPr/>
        </p:nvSpPr>
        <p:spPr bwMode="auto">
          <a:xfrm>
            <a:off x="8223250" y="3443288"/>
            <a:ext cx="0" cy="2057400"/>
          </a:xfrm>
          <a:prstGeom prst="line">
            <a:avLst/>
          </a:prstGeom>
          <a:noFill/>
          <a:ln w="28575">
            <a:solidFill>
              <a:srgbClr val="0033CC"/>
            </a:solidFill>
            <a:round/>
            <a:headEnd type="triangle" w="med" len="med"/>
            <a:tailEnd type="triangle" w="med" len="med"/>
          </a:ln>
        </p:spPr>
        <p:txBody>
          <a:bodyPr wrap="none" anchor="ctr"/>
          <a:lstStyle/>
          <a:p>
            <a:endParaRPr lang="zh-CN" altLang="en-US"/>
          </a:p>
        </p:txBody>
      </p:sp>
      <p:sp>
        <p:nvSpPr>
          <p:cNvPr id="211982" name="Line 14"/>
          <p:cNvSpPr>
            <a:spLocks noChangeShapeType="1"/>
          </p:cNvSpPr>
          <p:nvPr/>
        </p:nvSpPr>
        <p:spPr bwMode="auto">
          <a:xfrm flipV="1">
            <a:off x="7156450" y="3367088"/>
            <a:ext cx="0" cy="2133600"/>
          </a:xfrm>
          <a:prstGeom prst="line">
            <a:avLst/>
          </a:prstGeom>
          <a:noFill/>
          <a:ln w="28575">
            <a:solidFill>
              <a:srgbClr val="0033CC"/>
            </a:solidFill>
            <a:round/>
            <a:headEnd/>
            <a:tailEnd type="triangle" w="med" len="med"/>
          </a:ln>
        </p:spPr>
        <p:txBody>
          <a:bodyPr wrap="none" anchor="ctr"/>
          <a:lstStyle/>
          <a:p>
            <a:endParaRPr lang="zh-CN" altLang="en-US"/>
          </a:p>
        </p:txBody>
      </p:sp>
      <p:graphicFrame>
        <p:nvGraphicFramePr>
          <p:cNvPr id="211983" name="Object 15"/>
          <p:cNvGraphicFramePr>
            <a:graphicFrameLocks noChangeAspect="1"/>
          </p:cNvGraphicFramePr>
          <p:nvPr/>
        </p:nvGraphicFramePr>
        <p:xfrm>
          <a:off x="7672388" y="5703888"/>
          <a:ext cx="301625" cy="366712"/>
        </p:xfrm>
        <a:graphic>
          <a:graphicData uri="http://schemas.openxmlformats.org/presentationml/2006/ole">
            <p:oleObj spid="_x0000_s10242" name="公式" r:id="rId3" imgW="177480" imgH="215640" progId="Equation.3">
              <p:embed/>
            </p:oleObj>
          </a:graphicData>
        </a:graphic>
      </p:graphicFrame>
      <p:sp>
        <p:nvSpPr>
          <p:cNvPr id="211984" name="Line 16"/>
          <p:cNvSpPr>
            <a:spLocks noChangeShapeType="1"/>
          </p:cNvSpPr>
          <p:nvPr/>
        </p:nvSpPr>
        <p:spPr bwMode="auto">
          <a:xfrm>
            <a:off x="7437438" y="3448050"/>
            <a:ext cx="914400" cy="0"/>
          </a:xfrm>
          <a:prstGeom prst="line">
            <a:avLst/>
          </a:prstGeom>
          <a:noFill/>
          <a:ln w="28575">
            <a:solidFill>
              <a:srgbClr val="0033CC"/>
            </a:solidFill>
            <a:round/>
            <a:headEnd/>
            <a:tailEnd/>
          </a:ln>
        </p:spPr>
        <p:txBody>
          <a:bodyPr wrap="none" anchor="ctr"/>
          <a:lstStyle/>
          <a:p>
            <a:endParaRPr lang="zh-CN" altLang="en-US"/>
          </a:p>
        </p:txBody>
      </p:sp>
      <p:graphicFrame>
        <p:nvGraphicFramePr>
          <p:cNvPr id="211985" name="Object 17"/>
          <p:cNvGraphicFramePr>
            <a:graphicFrameLocks noChangeAspect="1"/>
          </p:cNvGraphicFramePr>
          <p:nvPr/>
        </p:nvGraphicFramePr>
        <p:xfrm>
          <a:off x="6832600" y="4852988"/>
          <a:ext cx="306388" cy="390525"/>
        </p:xfrm>
        <a:graphic>
          <a:graphicData uri="http://schemas.openxmlformats.org/presentationml/2006/ole">
            <p:oleObj spid="_x0000_s10243" name="公式" r:id="rId4" imgW="177480" imgH="228600" progId="Equation.3">
              <p:embed/>
            </p:oleObj>
          </a:graphicData>
        </a:graphic>
      </p:graphicFrame>
      <p:graphicFrame>
        <p:nvGraphicFramePr>
          <p:cNvPr id="211986" name="Object 18"/>
          <p:cNvGraphicFramePr>
            <a:graphicFrameLocks noChangeAspect="1"/>
          </p:cNvGraphicFramePr>
          <p:nvPr/>
        </p:nvGraphicFramePr>
        <p:xfrm>
          <a:off x="6932613" y="5783263"/>
          <a:ext cx="428625" cy="280987"/>
        </p:xfrm>
        <a:graphic>
          <a:graphicData uri="http://schemas.openxmlformats.org/presentationml/2006/ole">
            <p:oleObj spid="_x0000_s10244" name="公式" r:id="rId5" imgW="253800" imgH="164880" progId="Equation.3">
              <p:embed/>
            </p:oleObj>
          </a:graphicData>
        </a:graphic>
      </p:graphicFrame>
      <p:graphicFrame>
        <p:nvGraphicFramePr>
          <p:cNvPr id="211987" name="Object 19"/>
          <p:cNvGraphicFramePr>
            <a:graphicFrameLocks noChangeAspect="1"/>
          </p:cNvGraphicFramePr>
          <p:nvPr/>
        </p:nvGraphicFramePr>
        <p:xfrm>
          <a:off x="7902575" y="4419600"/>
          <a:ext cx="323850" cy="280988"/>
        </p:xfrm>
        <a:graphic>
          <a:graphicData uri="http://schemas.openxmlformats.org/presentationml/2006/ole">
            <p:oleObj spid="_x0000_s10245" name="公式" r:id="rId6" imgW="190440" imgH="164880" progId="Equation.3">
              <p:embed/>
            </p:oleObj>
          </a:graphicData>
        </a:graphic>
      </p:graphicFrame>
      <p:graphicFrame>
        <p:nvGraphicFramePr>
          <p:cNvPr id="211988" name="Object 20"/>
          <p:cNvGraphicFramePr>
            <a:graphicFrameLocks noChangeAspect="1"/>
          </p:cNvGraphicFramePr>
          <p:nvPr/>
        </p:nvGraphicFramePr>
        <p:xfrm>
          <a:off x="6777038" y="3519488"/>
          <a:ext cx="252412" cy="300037"/>
        </p:xfrm>
        <a:graphic>
          <a:graphicData uri="http://schemas.openxmlformats.org/presentationml/2006/ole">
            <p:oleObj spid="_x0000_s10246" name="公式" r:id="rId7" imgW="139680" imgH="164880" progId="Equation.3">
              <p:embed/>
            </p:oleObj>
          </a:graphicData>
        </a:graphic>
      </p:graphicFrame>
      <p:graphicFrame>
        <p:nvGraphicFramePr>
          <p:cNvPr id="211989" name="Object 21"/>
          <p:cNvGraphicFramePr>
            <a:graphicFrameLocks noChangeAspect="1"/>
          </p:cNvGraphicFramePr>
          <p:nvPr/>
        </p:nvGraphicFramePr>
        <p:xfrm>
          <a:off x="1062038" y="2068513"/>
          <a:ext cx="2987675" cy="730250"/>
        </p:xfrm>
        <a:graphic>
          <a:graphicData uri="http://schemas.openxmlformats.org/presentationml/2006/ole">
            <p:oleObj spid="_x0000_s10247" name="公式" r:id="rId8" imgW="1663560" imgH="406080" progId="Equation.3">
              <p:embed/>
            </p:oleObj>
          </a:graphicData>
        </a:graphic>
      </p:graphicFrame>
      <p:sp>
        <p:nvSpPr>
          <p:cNvPr id="211990" name="AutoShape 22"/>
          <p:cNvSpPr>
            <a:spLocks noChangeArrowheads="1"/>
          </p:cNvSpPr>
          <p:nvPr/>
        </p:nvSpPr>
        <p:spPr bwMode="auto">
          <a:xfrm>
            <a:off x="4346575" y="2330450"/>
            <a:ext cx="863600" cy="242888"/>
          </a:xfrm>
          <a:prstGeom prst="rightArrow">
            <a:avLst>
              <a:gd name="adj1" fmla="val 50000"/>
              <a:gd name="adj2" fmla="val 88889"/>
            </a:avLst>
          </a:prstGeom>
          <a:solidFill>
            <a:srgbClr val="0000FF"/>
          </a:solidFill>
          <a:ln w="9525">
            <a:solidFill>
              <a:schemeClr val="tx1"/>
            </a:solidFill>
            <a:miter lim="800000"/>
            <a:headEnd/>
            <a:tailEnd/>
          </a:ln>
        </p:spPr>
        <p:txBody>
          <a:bodyPr wrap="none" anchor="ctr"/>
          <a:lstStyle/>
          <a:p>
            <a:endParaRPr lang="zh-CN" altLang="en-US"/>
          </a:p>
        </p:txBody>
      </p:sp>
      <p:graphicFrame>
        <p:nvGraphicFramePr>
          <p:cNvPr id="211991" name="Object 23"/>
          <p:cNvGraphicFramePr>
            <a:graphicFrameLocks noChangeAspect="1"/>
          </p:cNvGraphicFramePr>
          <p:nvPr/>
        </p:nvGraphicFramePr>
        <p:xfrm>
          <a:off x="5427663" y="2068513"/>
          <a:ext cx="1803400" cy="730250"/>
        </p:xfrm>
        <a:graphic>
          <a:graphicData uri="http://schemas.openxmlformats.org/presentationml/2006/ole">
            <p:oleObj spid="_x0000_s10248" name="公式" r:id="rId9" imgW="1002960" imgH="406080" progId="Equation.3">
              <p:embed/>
            </p:oleObj>
          </a:graphicData>
        </a:graphic>
      </p:graphicFrame>
      <p:graphicFrame>
        <p:nvGraphicFramePr>
          <p:cNvPr id="211992" name="Object 24"/>
          <p:cNvGraphicFramePr>
            <a:graphicFrameLocks noChangeAspect="1"/>
          </p:cNvGraphicFramePr>
          <p:nvPr/>
        </p:nvGraphicFramePr>
        <p:xfrm>
          <a:off x="1241425" y="3011488"/>
          <a:ext cx="2490788" cy="777875"/>
        </p:xfrm>
        <a:graphic>
          <a:graphicData uri="http://schemas.openxmlformats.org/presentationml/2006/ole">
            <p:oleObj spid="_x0000_s10249" name="公式" r:id="rId10" imgW="1384200" imgH="431640" progId="Equation.3">
              <p:embed/>
            </p:oleObj>
          </a:graphicData>
        </a:graphic>
      </p:graphicFrame>
      <p:graphicFrame>
        <p:nvGraphicFramePr>
          <p:cNvPr id="211993" name="Object 25"/>
          <p:cNvGraphicFramePr>
            <a:graphicFrameLocks noChangeAspect="1"/>
          </p:cNvGraphicFramePr>
          <p:nvPr/>
        </p:nvGraphicFramePr>
        <p:xfrm>
          <a:off x="1289050" y="3937000"/>
          <a:ext cx="3238500" cy="798513"/>
        </p:xfrm>
        <a:graphic>
          <a:graphicData uri="http://schemas.openxmlformats.org/presentationml/2006/ole">
            <p:oleObj spid="_x0000_s10250" name="公式" r:id="rId11" imgW="1803240" imgH="444240" progId="Equation.3">
              <p:embed/>
            </p:oleObj>
          </a:graphicData>
        </a:graphic>
      </p:graphicFrame>
      <p:graphicFrame>
        <p:nvGraphicFramePr>
          <p:cNvPr id="211994" name="Object 26"/>
          <p:cNvGraphicFramePr>
            <a:graphicFrameLocks noChangeAspect="1"/>
          </p:cNvGraphicFramePr>
          <p:nvPr/>
        </p:nvGraphicFramePr>
        <p:xfrm>
          <a:off x="4572000" y="4149725"/>
          <a:ext cx="593725" cy="365125"/>
        </p:xfrm>
        <a:graphic>
          <a:graphicData uri="http://schemas.openxmlformats.org/presentationml/2006/ole">
            <p:oleObj spid="_x0000_s10251" name="公式" r:id="rId12" imgW="330120" imgH="203040" progId="Equation.3">
              <p:embed/>
            </p:oleObj>
          </a:graphicData>
        </a:graphic>
      </p:graphicFrame>
      <p:graphicFrame>
        <p:nvGraphicFramePr>
          <p:cNvPr id="211995" name="Object 27"/>
          <p:cNvGraphicFramePr>
            <a:graphicFrameLocks noChangeAspect="1"/>
          </p:cNvGraphicFramePr>
          <p:nvPr/>
        </p:nvGraphicFramePr>
        <p:xfrm>
          <a:off x="1893888" y="4914900"/>
          <a:ext cx="3560762" cy="730250"/>
        </p:xfrm>
        <a:graphic>
          <a:graphicData uri="http://schemas.openxmlformats.org/presentationml/2006/ole">
            <p:oleObj spid="_x0000_s10252" name="公式" r:id="rId13" imgW="1981080" imgH="406080" progId="Equation.3">
              <p:embed/>
            </p:oleObj>
          </a:graphicData>
        </a:graphic>
      </p:graphicFrame>
      <p:graphicFrame>
        <p:nvGraphicFramePr>
          <p:cNvPr id="211996" name="Object 28"/>
          <p:cNvGraphicFramePr>
            <a:graphicFrameLocks noChangeAspect="1"/>
          </p:cNvGraphicFramePr>
          <p:nvPr/>
        </p:nvGraphicFramePr>
        <p:xfrm>
          <a:off x="2289175" y="5768975"/>
          <a:ext cx="2417763" cy="798513"/>
        </p:xfrm>
        <a:graphic>
          <a:graphicData uri="http://schemas.openxmlformats.org/presentationml/2006/ole">
            <p:oleObj spid="_x0000_s10253" name="公式" r:id="rId14" imgW="1346040" imgH="444240" progId="Equation.3">
              <p:embed/>
            </p:oleObj>
          </a:graphicData>
        </a:graphic>
      </p:graphicFrame>
      <p:graphicFrame>
        <p:nvGraphicFramePr>
          <p:cNvPr id="211997" name="Object 29"/>
          <p:cNvGraphicFramePr>
            <a:graphicFrameLocks noChangeAspect="1"/>
          </p:cNvGraphicFramePr>
          <p:nvPr/>
        </p:nvGraphicFramePr>
        <p:xfrm>
          <a:off x="4048125" y="2965450"/>
          <a:ext cx="1784350" cy="777875"/>
        </p:xfrm>
        <a:graphic>
          <a:graphicData uri="http://schemas.openxmlformats.org/presentationml/2006/ole">
            <p:oleObj spid="_x0000_s10254" name="公式" r:id="rId15" imgW="990360" imgH="431640" progId="Equation.3">
              <p:embed/>
            </p:oleObj>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iterate type="wd">
                                    <p:tmPct val="100000"/>
                                  </p:iterate>
                                  <p:childTnLst>
                                    <p:set>
                                      <p:cBhvr>
                                        <p:cTn id="6" dur="1" fill="hold">
                                          <p:stCondLst>
                                            <p:cond delay="0"/>
                                          </p:stCondLst>
                                        </p:cTn>
                                        <p:tgtEl>
                                          <p:spTgt spid="211972"/>
                                        </p:tgtEl>
                                        <p:attrNameLst>
                                          <p:attrName>style.visibility</p:attrName>
                                        </p:attrNameLst>
                                      </p:cBhvr>
                                      <p:to>
                                        <p:strVal val="visible"/>
                                      </p:to>
                                    </p:set>
                                    <p:animEffect transition="in" filter="wipe(left)">
                                      <p:cBhvr>
                                        <p:cTn id="7" dur="300"/>
                                        <p:tgtEl>
                                          <p:spTgt spid="21197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11970">
                                            <p:txEl>
                                              <p:pRg st="0" end="0"/>
                                            </p:txEl>
                                          </p:spTgt>
                                        </p:tgtEl>
                                        <p:attrNameLst>
                                          <p:attrName>style.visibility</p:attrName>
                                        </p:attrNameLst>
                                      </p:cBhvr>
                                      <p:to>
                                        <p:strVal val="visible"/>
                                      </p:to>
                                    </p:set>
                                    <p:animEffect transition="in" filter="wipe(left)">
                                      <p:cBhvr>
                                        <p:cTn id="12" dur="500"/>
                                        <p:tgtEl>
                                          <p:spTgt spid="211970">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11973">
                                            <p:txEl>
                                              <p:pRg st="0" end="0"/>
                                            </p:txEl>
                                          </p:spTgt>
                                        </p:tgtEl>
                                        <p:attrNameLst>
                                          <p:attrName>style.visibility</p:attrName>
                                        </p:attrNameLst>
                                      </p:cBhvr>
                                      <p:to>
                                        <p:strVal val="visible"/>
                                      </p:to>
                                    </p:set>
                                    <p:animEffect transition="in" filter="wipe(left)">
                                      <p:cBhvr>
                                        <p:cTn id="17" dur="500"/>
                                        <p:tgtEl>
                                          <p:spTgt spid="211973">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11974">
                                            <p:txEl>
                                              <p:pRg st="0" end="0"/>
                                            </p:txEl>
                                          </p:spTgt>
                                        </p:tgtEl>
                                        <p:attrNameLst>
                                          <p:attrName>style.visibility</p:attrName>
                                        </p:attrNameLst>
                                      </p:cBhvr>
                                      <p:to>
                                        <p:strVal val="visible"/>
                                      </p:to>
                                    </p:set>
                                    <p:animEffect transition="in" filter="wipe(left)">
                                      <p:cBhvr>
                                        <p:cTn id="22" dur="500"/>
                                        <p:tgtEl>
                                          <p:spTgt spid="211974">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11971"/>
                                        </p:tgtEl>
                                        <p:attrNameLst>
                                          <p:attrName>style.visibility</p:attrName>
                                        </p:attrNameLst>
                                      </p:cBhvr>
                                      <p:to>
                                        <p:strVal val="visible"/>
                                      </p:to>
                                    </p:set>
                                    <p:animEffect transition="in" filter="wipe(left)">
                                      <p:cBhvr>
                                        <p:cTn id="27" dur="500"/>
                                        <p:tgtEl>
                                          <p:spTgt spid="211971"/>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11975"/>
                                        </p:tgtEl>
                                        <p:attrNameLst>
                                          <p:attrName>style.visibility</p:attrName>
                                        </p:attrNameLst>
                                      </p:cBhvr>
                                      <p:to>
                                        <p:strVal val="visible"/>
                                      </p:to>
                                    </p:set>
                                    <p:animEffect transition="in" filter="wipe(left)">
                                      <p:cBhvr>
                                        <p:cTn id="32" dur="500"/>
                                        <p:tgtEl>
                                          <p:spTgt spid="211975"/>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211976"/>
                                        </p:tgtEl>
                                        <p:attrNameLst>
                                          <p:attrName>style.visibility</p:attrName>
                                        </p:attrNameLst>
                                      </p:cBhvr>
                                      <p:to>
                                        <p:strVal val="visible"/>
                                      </p:to>
                                    </p:set>
                                    <p:animEffect transition="in" filter="wipe(down)">
                                      <p:cBhvr>
                                        <p:cTn id="37" dur="500"/>
                                        <p:tgtEl>
                                          <p:spTgt spid="211976"/>
                                        </p:tgtEl>
                                      </p:cBhvr>
                                    </p:animEffect>
                                  </p:childTnLst>
                                </p:cTn>
                              </p:par>
                            </p:childTnLst>
                          </p:cTn>
                        </p:par>
                        <p:par>
                          <p:cTn id="38" fill="hold">
                            <p:stCondLst>
                              <p:cond delay="500"/>
                            </p:stCondLst>
                            <p:childTnLst>
                              <p:par>
                                <p:cTn id="39" presetID="22" presetClass="entr" presetSubtype="8" fill="hold" nodeType="afterEffect">
                                  <p:stCondLst>
                                    <p:cond delay="0"/>
                                  </p:stCondLst>
                                  <p:childTnLst>
                                    <p:set>
                                      <p:cBhvr>
                                        <p:cTn id="40" dur="1" fill="hold">
                                          <p:stCondLst>
                                            <p:cond delay="0"/>
                                          </p:stCondLst>
                                        </p:cTn>
                                        <p:tgtEl>
                                          <p:spTgt spid="211985"/>
                                        </p:tgtEl>
                                        <p:attrNameLst>
                                          <p:attrName>style.visibility</p:attrName>
                                        </p:attrNameLst>
                                      </p:cBhvr>
                                      <p:to>
                                        <p:strVal val="visible"/>
                                      </p:to>
                                    </p:set>
                                    <p:animEffect transition="in" filter="wipe(left)">
                                      <p:cBhvr>
                                        <p:cTn id="41" dur="500"/>
                                        <p:tgtEl>
                                          <p:spTgt spid="211985"/>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211977"/>
                                        </p:tgtEl>
                                        <p:attrNameLst>
                                          <p:attrName>style.visibility</p:attrName>
                                        </p:attrNameLst>
                                      </p:cBhvr>
                                      <p:to>
                                        <p:strVal val="visible"/>
                                      </p:to>
                                    </p:set>
                                    <p:animEffect transition="in" filter="wipe(left)">
                                      <p:cBhvr>
                                        <p:cTn id="46" dur="500"/>
                                        <p:tgtEl>
                                          <p:spTgt spid="211977"/>
                                        </p:tgtEl>
                                      </p:cBhvr>
                                    </p:animEffect>
                                  </p:childTnLst>
                                </p:cTn>
                              </p:par>
                            </p:childTnLst>
                          </p:cTn>
                        </p:par>
                        <p:par>
                          <p:cTn id="47" fill="hold">
                            <p:stCondLst>
                              <p:cond delay="500"/>
                            </p:stCondLst>
                            <p:childTnLst>
                              <p:par>
                                <p:cTn id="48" presetID="22" presetClass="entr" presetSubtype="8" fill="hold" nodeType="afterEffect">
                                  <p:stCondLst>
                                    <p:cond delay="0"/>
                                  </p:stCondLst>
                                  <p:childTnLst>
                                    <p:set>
                                      <p:cBhvr>
                                        <p:cTn id="49" dur="1" fill="hold">
                                          <p:stCondLst>
                                            <p:cond delay="0"/>
                                          </p:stCondLst>
                                        </p:cTn>
                                        <p:tgtEl>
                                          <p:spTgt spid="211986"/>
                                        </p:tgtEl>
                                        <p:attrNameLst>
                                          <p:attrName>style.visibility</p:attrName>
                                        </p:attrNameLst>
                                      </p:cBhvr>
                                      <p:to>
                                        <p:strVal val="visible"/>
                                      </p:to>
                                    </p:set>
                                    <p:animEffect transition="in" filter="wipe(left)">
                                      <p:cBhvr>
                                        <p:cTn id="50" dur="500"/>
                                        <p:tgtEl>
                                          <p:spTgt spid="211986"/>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1" fill="hold" grpId="0" nodeType="clickEffect">
                                  <p:stCondLst>
                                    <p:cond delay="0"/>
                                  </p:stCondLst>
                                  <p:childTnLst>
                                    <p:set>
                                      <p:cBhvr>
                                        <p:cTn id="54" dur="1" fill="hold">
                                          <p:stCondLst>
                                            <p:cond delay="0"/>
                                          </p:stCondLst>
                                        </p:cTn>
                                        <p:tgtEl>
                                          <p:spTgt spid="211978"/>
                                        </p:tgtEl>
                                        <p:attrNameLst>
                                          <p:attrName>style.visibility</p:attrName>
                                        </p:attrNameLst>
                                      </p:cBhvr>
                                      <p:to>
                                        <p:strVal val="visible"/>
                                      </p:to>
                                    </p:set>
                                    <p:animEffect transition="in" filter="wipe(up)">
                                      <p:cBhvr>
                                        <p:cTn id="55" dur="500"/>
                                        <p:tgtEl>
                                          <p:spTgt spid="211978"/>
                                        </p:tgtEl>
                                      </p:cBhvr>
                                    </p:animEffect>
                                  </p:childTnLst>
                                </p:cTn>
                              </p:par>
                            </p:childTnLst>
                          </p:cTn>
                        </p:par>
                        <p:par>
                          <p:cTn id="56" fill="hold">
                            <p:stCondLst>
                              <p:cond delay="500"/>
                            </p:stCondLst>
                            <p:childTnLst>
                              <p:par>
                                <p:cTn id="57" presetID="22" presetClass="entr" presetSubtype="8" fill="hold" nodeType="afterEffect">
                                  <p:stCondLst>
                                    <p:cond delay="0"/>
                                  </p:stCondLst>
                                  <p:childTnLst>
                                    <p:set>
                                      <p:cBhvr>
                                        <p:cTn id="58" dur="1" fill="hold">
                                          <p:stCondLst>
                                            <p:cond delay="0"/>
                                          </p:stCondLst>
                                        </p:cTn>
                                        <p:tgtEl>
                                          <p:spTgt spid="211983"/>
                                        </p:tgtEl>
                                        <p:attrNameLst>
                                          <p:attrName>style.visibility</p:attrName>
                                        </p:attrNameLst>
                                      </p:cBhvr>
                                      <p:to>
                                        <p:strVal val="visible"/>
                                      </p:to>
                                    </p:set>
                                    <p:animEffect transition="in" filter="wipe(left)">
                                      <p:cBhvr>
                                        <p:cTn id="59" dur="500"/>
                                        <p:tgtEl>
                                          <p:spTgt spid="211983"/>
                                        </p:tgtEl>
                                      </p:cBhvr>
                                    </p:animEffect>
                                  </p:childTnLst>
                                </p:cTn>
                              </p:par>
                            </p:childTnLst>
                          </p:cTn>
                        </p:par>
                      </p:childTnLst>
                    </p:cTn>
                  </p:par>
                  <p:par>
                    <p:cTn id="60" fill="hold">
                      <p:stCondLst>
                        <p:cond delay="indefinite"/>
                      </p:stCondLst>
                      <p:childTnLst>
                        <p:par>
                          <p:cTn id="61" fill="hold">
                            <p:stCondLst>
                              <p:cond delay="0"/>
                            </p:stCondLst>
                            <p:childTnLst>
                              <p:par>
                                <p:cTn id="62" presetID="22" presetClass="entr" presetSubtype="8" fill="hold" grpId="0" nodeType="clickEffect">
                                  <p:stCondLst>
                                    <p:cond delay="0"/>
                                  </p:stCondLst>
                                  <p:childTnLst>
                                    <p:set>
                                      <p:cBhvr>
                                        <p:cTn id="63" dur="1" fill="hold">
                                          <p:stCondLst>
                                            <p:cond delay="0"/>
                                          </p:stCondLst>
                                        </p:cTn>
                                        <p:tgtEl>
                                          <p:spTgt spid="211979"/>
                                        </p:tgtEl>
                                        <p:attrNameLst>
                                          <p:attrName>style.visibility</p:attrName>
                                        </p:attrNameLst>
                                      </p:cBhvr>
                                      <p:to>
                                        <p:strVal val="visible"/>
                                      </p:to>
                                    </p:set>
                                    <p:animEffect transition="in" filter="wipe(left)">
                                      <p:cBhvr>
                                        <p:cTn id="64" dur="500"/>
                                        <p:tgtEl>
                                          <p:spTgt spid="211979"/>
                                        </p:tgtEl>
                                      </p:cBhvr>
                                    </p:animEffect>
                                  </p:childTnLst>
                                </p:cTn>
                              </p:par>
                            </p:childTnLst>
                          </p:cTn>
                        </p:par>
                        <p:par>
                          <p:cTn id="65" fill="hold">
                            <p:stCondLst>
                              <p:cond delay="500"/>
                            </p:stCondLst>
                            <p:childTnLst>
                              <p:par>
                                <p:cTn id="66" presetID="22" presetClass="entr" presetSubtype="4" fill="hold" grpId="0" nodeType="afterEffect">
                                  <p:stCondLst>
                                    <p:cond delay="0"/>
                                  </p:stCondLst>
                                  <p:childTnLst>
                                    <p:set>
                                      <p:cBhvr>
                                        <p:cTn id="67" dur="1" fill="hold">
                                          <p:stCondLst>
                                            <p:cond delay="0"/>
                                          </p:stCondLst>
                                        </p:cTn>
                                        <p:tgtEl>
                                          <p:spTgt spid="211980"/>
                                        </p:tgtEl>
                                        <p:attrNameLst>
                                          <p:attrName>style.visibility</p:attrName>
                                        </p:attrNameLst>
                                      </p:cBhvr>
                                      <p:to>
                                        <p:strVal val="visible"/>
                                      </p:to>
                                    </p:set>
                                    <p:animEffect transition="in" filter="wipe(down)">
                                      <p:cBhvr>
                                        <p:cTn id="68" dur="500"/>
                                        <p:tgtEl>
                                          <p:spTgt spid="211980"/>
                                        </p:tgtEl>
                                      </p:cBhvr>
                                    </p:animEffect>
                                  </p:childTnLst>
                                </p:cTn>
                              </p:par>
                            </p:childTnLst>
                          </p:cTn>
                        </p:par>
                        <p:par>
                          <p:cTn id="69" fill="hold">
                            <p:stCondLst>
                              <p:cond delay="1000"/>
                            </p:stCondLst>
                            <p:childTnLst>
                              <p:par>
                                <p:cTn id="70" presetID="22" presetClass="entr" presetSubtype="8" fill="hold" grpId="0" nodeType="afterEffect">
                                  <p:stCondLst>
                                    <p:cond delay="0"/>
                                  </p:stCondLst>
                                  <p:childTnLst>
                                    <p:set>
                                      <p:cBhvr>
                                        <p:cTn id="71" dur="1" fill="hold">
                                          <p:stCondLst>
                                            <p:cond delay="0"/>
                                          </p:stCondLst>
                                        </p:cTn>
                                        <p:tgtEl>
                                          <p:spTgt spid="211984"/>
                                        </p:tgtEl>
                                        <p:attrNameLst>
                                          <p:attrName>style.visibility</p:attrName>
                                        </p:attrNameLst>
                                      </p:cBhvr>
                                      <p:to>
                                        <p:strVal val="visible"/>
                                      </p:to>
                                    </p:set>
                                    <p:animEffect transition="in" filter="wipe(left)">
                                      <p:cBhvr>
                                        <p:cTn id="72" dur="500"/>
                                        <p:tgtEl>
                                          <p:spTgt spid="211984"/>
                                        </p:tgtEl>
                                      </p:cBhvr>
                                    </p:animEffect>
                                  </p:childTnLst>
                                </p:cTn>
                              </p:par>
                            </p:childTnLst>
                          </p:cTn>
                        </p:par>
                        <p:par>
                          <p:cTn id="73" fill="hold">
                            <p:stCondLst>
                              <p:cond delay="1500"/>
                            </p:stCondLst>
                            <p:childTnLst>
                              <p:par>
                                <p:cTn id="74" presetID="22" presetClass="entr" presetSubtype="4" fill="hold" grpId="0" nodeType="afterEffect">
                                  <p:stCondLst>
                                    <p:cond delay="0"/>
                                  </p:stCondLst>
                                  <p:childTnLst>
                                    <p:set>
                                      <p:cBhvr>
                                        <p:cTn id="75" dur="1" fill="hold">
                                          <p:stCondLst>
                                            <p:cond delay="0"/>
                                          </p:stCondLst>
                                        </p:cTn>
                                        <p:tgtEl>
                                          <p:spTgt spid="211981"/>
                                        </p:tgtEl>
                                        <p:attrNameLst>
                                          <p:attrName>style.visibility</p:attrName>
                                        </p:attrNameLst>
                                      </p:cBhvr>
                                      <p:to>
                                        <p:strVal val="visible"/>
                                      </p:to>
                                    </p:set>
                                    <p:animEffect transition="in" filter="wipe(down)">
                                      <p:cBhvr>
                                        <p:cTn id="76" dur="500"/>
                                        <p:tgtEl>
                                          <p:spTgt spid="211981"/>
                                        </p:tgtEl>
                                      </p:cBhvr>
                                    </p:animEffect>
                                  </p:childTnLst>
                                </p:cTn>
                              </p:par>
                            </p:childTnLst>
                          </p:cTn>
                        </p:par>
                        <p:par>
                          <p:cTn id="77" fill="hold">
                            <p:stCondLst>
                              <p:cond delay="2000"/>
                            </p:stCondLst>
                            <p:childTnLst>
                              <p:par>
                                <p:cTn id="78" presetID="22" presetClass="entr" presetSubtype="8" fill="hold" nodeType="afterEffect">
                                  <p:stCondLst>
                                    <p:cond delay="0"/>
                                  </p:stCondLst>
                                  <p:childTnLst>
                                    <p:set>
                                      <p:cBhvr>
                                        <p:cTn id="79" dur="1" fill="hold">
                                          <p:stCondLst>
                                            <p:cond delay="0"/>
                                          </p:stCondLst>
                                        </p:cTn>
                                        <p:tgtEl>
                                          <p:spTgt spid="211987"/>
                                        </p:tgtEl>
                                        <p:attrNameLst>
                                          <p:attrName>style.visibility</p:attrName>
                                        </p:attrNameLst>
                                      </p:cBhvr>
                                      <p:to>
                                        <p:strVal val="visible"/>
                                      </p:to>
                                    </p:set>
                                    <p:animEffect transition="in" filter="wipe(left)">
                                      <p:cBhvr>
                                        <p:cTn id="80" dur="500"/>
                                        <p:tgtEl>
                                          <p:spTgt spid="211987"/>
                                        </p:tgtEl>
                                      </p:cBhvr>
                                    </p:animEffect>
                                  </p:childTnLst>
                                </p:cTn>
                              </p:par>
                            </p:childTnLst>
                          </p:cTn>
                        </p:par>
                      </p:childTnLst>
                    </p:cTn>
                  </p:par>
                  <p:par>
                    <p:cTn id="81" fill="hold">
                      <p:stCondLst>
                        <p:cond delay="indefinite"/>
                      </p:stCondLst>
                      <p:childTnLst>
                        <p:par>
                          <p:cTn id="82" fill="hold">
                            <p:stCondLst>
                              <p:cond delay="0"/>
                            </p:stCondLst>
                            <p:childTnLst>
                              <p:par>
                                <p:cTn id="83" presetID="22" presetClass="entr" presetSubtype="4" fill="hold" grpId="0" nodeType="clickEffect">
                                  <p:stCondLst>
                                    <p:cond delay="0"/>
                                  </p:stCondLst>
                                  <p:childTnLst>
                                    <p:set>
                                      <p:cBhvr>
                                        <p:cTn id="84" dur="1" fill="hold">
                                          <p:stCondLst>
                                            <p:cond delay="0"/>
                                          </p:stCondLst>
                                        </p:cTn>
                                        <p:tgtEl>
                                          <p:spTgt spid="211982"/>
                                        </p:tgtEl>
                                        <p:attrNameLst>
                                          <p:attrName>style.visibility</p:attrName>
                                        </p:attrNameLst>
                                      </p:cBhvr>
                                      <p:to>
                                        <p:strVal val="visible"/>
                                      </p:to>
                                    </p:set>
                                    <p:animEffect transition="in" filter="wipe(down)">
                                      <p:cBhvr>
                                        <p:cTn id="85" dur="500"/>
                                        <p:tgtEl>
                                          <p:spTgt spid="211982"/>
                                        </p:tgtEl>
                                      </p:cBhvr>
                                    </p:animEffect>
                                  </p:childTnLst>
                                </p:cTn>
                              </p:par>
                            </p:childTnLst>
                          </p:cTn>
                        </p:par>
                        <p:par>
                          <p:cTn id="86" fill="hold">
                            <p:stCondLst>
                              <p:cond delay="500"/>
                            </p:stCondLst>
                            <p:childTnLst>
                              <p:par>
                                <p:cTn id="87" presetID="22" presetClass="entr" presetSubtype="8" fill="hold" nodeType="afterEffect">
                                  <p:stCondLst>
                                    <p:cond delay="0"/>
                                  </p:stCondLst>
                                  <p:childTnLst>
                                    <p:set>
                                      <p:cBhvr>
                                        <p:cTn id="88" dur="1" fill="hold">
                                          <p:stCondLst>
                                            <p:cond delay="0"/>
                                          </p:stCondLst>
                                        </p:cTn>
                                        <p:tgtEl>
                                          <p:spTgt spid="211988"/>
                                        </p:tgtEl>
                                        <p:attrNameLst>
                                          <p:attrName>style.visibility</p:attrName>
                                        </p:attrNameLst>
                                      </p:cBhvr>
                                      <p:to>
                                        <p:strVal val="visible"/>
                                      </p:to>
                                    </p:set>
                                    <p:animEffect transition="in" filter="wipe(left)">
                                      <p:cBhvr>
                                        <p:cTn id="89" dur="500"/>
                                        <p:tgtEl>
                                          <p:spTgt spid="211988"/>
                                        </p:tgtEl>
                                      </p:cBhvr>
                                    </p:animEffect>
                                  </p:childTnLst>
                                </p:cTn>
                              </p:par>
                            </p:childTnLst>
                          </p:cTn>
                        </p:par>
                      </p:childTnLst>
                    </p:cTn>
                  </p:par>
                  <p:par>
                    <p:cTn id="90" fill="hold">
                      <p:stCondLst>
                        <p:cond delay="indefinite"/>
                      </p:stCondLst>
                      <p:childTnLst>
                        <p:par>
                          <p:cTn id="91" fill="hold">
                            <p:stCondLst>
                              <p:cond delay="0"/>
                            </p:stCondLst>
                            <p:childTnLst>
                              <p:par>
                                <p:cTn id="92" presetID="17" presetClass="entr" presetSubtype="10" fill="hold" nodeType="clickEffect">
                                  <p:stCondLst>
                                    <p:cond delay="0"/>
                                  </p:stCondLst>
                                  <p:childTnLst>
                                    <p:set>
                                      <p:cBhvr>
                                        <p:cTn id="93" dur="1" fill="hold">
                                          <p:stCondLst>
                                            <p:cond delay="0"/>
                                          </p:stCondLst>
                                        </p:cTn>
                                        <p:tgtEl>
                                          <p:spTgt spid="211989"/>
                                        </p:tgtEl>
                                        <p:attrNameLst>
                                          <p:attrName>style.visibility</p:attrName>
                                        </p:attrNameLst>
                                      </p:cBhvr>
                                      <p:to>
                                        <p:strVal val="visible"/>
                                      </p:to>
                                    </p:set>
                                    <p:anim calcmode="lin" valueType="num">
                                      <p:cBhvr>
                                        <p:cTn id="94" dur="500" fill="hold"/>
                                        <p:tgtEl>
                                          <p:spTgt spid="211989"/>
                                        </p:tgtEl>
                                        <p:attrNameLst>
                                          <p:attrName>ppt_w</p:attrName>
                                        </p:attrNameLst>
                                      </p:cBhvr>
                                      <p:tavLst>
                                        <p:tav tm="0">
                                          <p:val>
                                            <p:fltVal val="0"/>
                                          </p:val>
                                        </p:tav>
                                        <p:tav tm="100000">
                                          <p:val>
                                            <p:strVal val="#ppt_w"/>
                                          </p:val>
                                        </p:tav>
                                      </p:tavLst>
                                    </p:anim>
                                    <p:anim calcmode="lin" valueType="num">
                                      <p:cBhvr>
                                        <p:cTn id="95" dur="500" fill="hold"/>
                                        <p:tgtEl>
                                          <p:spTgt spid="211989"/>
                                        </p:tgtEl>
                                        <p:attrNameLst>
                                          <p:attrName>ppt_h</p:attrName>
                                        </p:attrNameLst>
                                      </p:cBhvr>
                                      <p:tavLst>
                                        <p:tav tm="0">
                                          <p:val>
                                            <p:strVal val="#ppt_h"/>
                                          </p:val>
                                        </p:tav>
                                        <p:tav tm="100000">
                                          <p:val>
                                            <p:strVal val="#ppt_h"/>
                                          </p:val>
                                        </p:tav>
                                      </p:tavLst>
                                    </p:anim>
                                  </p:childTnLst>
                                </p:cTn>
                              </p:par>
                            </p:childTnLst>
                          </p:cTn>
                        </p:par>
                      </p:childTnLst>
                    </p:cTn>
                  </p:par>
                  <p:par>
                    <p:cTn id="96" fill="hold">
                      <p:stCondLst>
                        <p:cond delay="indefinite"/>
                      </p:stCondLst>
                      <p:childTnLst>
                        <p:par>
                          <p:cTn id="97" fill="hold">
                            <p:stCondLst>
                              <p:cond delay="0"/>
                            </p:stCondLst>
                            <p:childTnLst>
                              <p:par>
                                <p:cTn id="98" presetID="22" presetClass="entr" presetSubtype="8" fill="hold" grpId="0" nodeType="clickEffect">
                                  <p:stCondLst>
                                    <p:cond delay="0"/>
                                  </p:stCondLst>
                                  <p:childTnLst>
                                    <p:set>
                                      <p:cBhvr>
                                        <p:cTn id="99" dur="1" fill="hold">
                                          <p:stCondLst>
                                            <p:cond delay="0"/>
                                          </p:stCondLst>
                                        </p:cTn>
                                        <p:tgtEl>
                                          <p:spTgt spid="211990"/>
                                        </p:tgtEl>
                                        <p:attrNameLst>
                                          <p:attrName>style.visibility</p:attrName>
                                        </p:attrNameLst>
                                      </p:cBhvr>
                                      <p:to>
                                        <p:strVal val="visible"/>
                                      </p:to>
                                    </p:set>
                                    <p:animEffect transition="in" filter="wipe(left)">
                                      <p:cBhvr>
                                        <p:cTn id="100" dur="500"/>
                                        <p:tgtEl>
                                          <p:spTgt spid="211990"/>
                                        </p:tgtEl>
                                      </p:cBhvr>
                                    </p:animEffect>
                                  </p:childTnLst>
                                </p:cTn>
                              </p:par>
                            </p:childTnLst>
                          </p:cTn>
                        </p:par>
                      </p:childTnLst>
                    </p:cTn>
                  </p:par>
                  <p:par>
                    <p:cTn id="101" fill="hold">
                      <p:stCondLst>
                        <p:cond delay="indefinite"/>
                      </p:stCondLst>
                      <p:childTnLst>
                        <p:par>
                          <p:cTn id="102" fill="hold">
                            <p:stCondLst>
                              <p:cond delay="0"/>
                            </p:stCondLst>
                            <p:childTnLst>
                              <p:par>
                                <p:cTn id="103" presetID="17" presetClass="entr" presetSubtype="10" fill="hold" nodeType="clickEffect">
                                  <p:stCondLst>
                                    <p:cond delay="0"/>
                                  </p:stCondLst>
                                  <p:childTnLst>
                                    <p:set>
                                      <p:cBhvr>
                                        <p:cTn id="104" dur="1" fill="hold">
                                          <p:stCondLst>
                                            <p:cond delay="0"/>
                                          </p:stCondLst>
                                        </p:cTn>
                                        <p:tgtEl>
                                          <p:spTgt spid="211991"/>
                                        </p:tgtEl>
                                        <p:attrNameLst>
                                          <p:attrName>style.visibility</p:attrName>
                                        </p:attrNameLst>
                                      </p:cBhvr>
                                      <p:to>
                                        <p:strVal val="visible"/>
                                      </p:to>
                                    </p:set>
                                    <p:anim calcmode="lin" valueType="num">
                                      <p:cBhvr>
                                        <p:cTn id="105" dur="500" fill="hold"/>
                                        <p:tgtEl>
                                          <p:spTgt spid="211991"/>
                                        </p:tgtEl>
                                        <p:attrNameLst>
                                          <p:attrName>ppt_w</p:attrName>
                                        </p:attrNameLst>
                                      </p:cBhvr>
                                      <p:tavLst>
                                        <p:tav tm="0">
                                          <p:val>
                                            <p:fltVal val="0"/>
                                          </p:val>
                                        </p:tav>
                                        <p:tav tm="100000">
                                          <p:val>
                                            <p:strVal val="#ppt_w"/>
                                          </p:val>
                                        </p:tav>
                                      </p:tavLst>
                                    </p:anim>
                                    <p:anim calcmode="lin" valueType="num">
                                      <p:cBhvr>
                                        <p:cTn id="106" dur="500" fill="hold"/>
                                        <p:tgtEl>
                                          <p:spTgt spid="211991"/>
                                        </p:tgtEl>
                                        <p:attrNameLst>
                                          <p:attrName>ppt_h</p:attrName>
                                        </p:attrNameLst>
                                      </p:cBhvr>
                                      <p:tavLst>
                                        <p:tav tm="0">
                                          <p:val>
                                            <p:strVal val="#ppt_h"/>
                                          </p:val>
                                        </p:tav>
                                        <p:tav tm="100000">
                                          <p:val>
                                            <p:strVal val="#ppt_h"/>
                                          </p:val>
                                        </p:tav>
                                      </p:tavLst>
                                    </p:anim>
                                  </p:childTnLst>
                                </p:cTn>
                              </p:par>
                            </p:childTnLst>
                          </p:cTn>
                        </p:par>
                      </p:childTnLst>
                    </p:cTn>
                  </p:par>
                  <p:par>
                    <p:cTn id="107" fill="hold">
                      <p:stCondLst>
                        <p:cond delay="indefinite"/>
                      </p:stCondLst>
                      <p:childTnLst>
                        <p:par>
                          <p:cTn id="108" fill="hold">
                            <p:stCondLst>
                              <p:cond delay="0"/>
                            </p:stCondLst>
                            <p:childTnLst>
                              <p:par>
                                <p:cTn id="109" presetID="22" presetClass="entr" presetSubtype="8" fill="hold" nodeType="clickEffect">
                                  <p:stCondLst>
                                    <p:cond delay="0"/>
                                  </p:stCondLst>
                                  <p:childTnLst>
                                    <p:set>
                                      <p:cBhvr>
                                        <p:cTn id="110" dur="1" fill="hold">
                                          <p:stCondLst>
                                            <p:cond delay="0"/>
                                          </p:stCondLst>
                                        </p:cTn>
                                        <p:tgtEl>
                                          <p:spTgt spid="211992"/>
                                        </p:tgtEl>
                                        <p:attrNameLst>
                                          <p:attrName>style.visibility</p:attrName>
                                        </p:attrNameLst>
                                      </p:cBhvr>
                                      <p:to>
                                        <p:strVal val="visible"/>
                                      </p:to>
                                    </p:set>
                                    <p:animEffect transition="in" filter="wipe(left)">
                                      <p:cBhvr>
                                        <p:cTn id="111" dur="500"/>
                                        <p:tgtEl>
                                          <p:spTgt spid="211992"/>
                                        </p:tgtEl>
                                      </p:cBhvr>
                                    </p:animEffect>
                                  </p:childTnLst>
                                </p:cTn>
                              </p:par>
                            </p:childTnLst>
                          </p:cTn>
                        </p:par>
                      </p:childTnLst>
                    </p:cTn>
                  </p:par>
                  <p:par>
                    <p:cTn id="112" fill="hold">
                      <p:stCondLst>
                        <p:cond delay="indefinite"/>
                      </p:stCondLst>
                      <p:childTnLst>
                        <p:par>
                          <p:cTn id="113" fill="hold">
                            <p:stCondLst>
                              <p:cond delay="0"/>
                            </p:stCondLst>
                            <p:childTnLst>
                              <p:par>
                                <p:cTn id="114" presetID="22" presetClass="entr" presetSubtype="8" fill="hold" nodeType="clickEffect">
                                  <p:stCondLst>
                                    <p:cond delay="0"/>
                                  </p:stCondLst>
                                  <p:childTnLst>
                                    <p:set>
                                      <p:cBhvr>
                                        <p:cTn id="115" dur="1" fill="hold">
                                          <p:stCondLst>
                                            <p:cond delay="0"/>
                                          </p:stCondLst>
                                        </p:cTn>
                                        <p:tgtEl>
                                          <p:spTgt spid="211997"/>
                                        </p:tgtEl>
                                        <p:attrNameLst>
                                          <p:attrName>style.visibility</p:attrName>
                                        </p:attrNameLst>
                                      </p:cBhvr>
                                      <p:to>
                                        <p:strVal val="visible"/>
                                      </p:to>
                                    </p:set>
                                    <p:animEffect transition="in" filter="wipe(left)">
                                      <p:cBhvr>
                                        <p:cTn id="116" dur="500"/>
                                        <p:tgtEl>
                                          <p:spTgt spid="211997"/>
                                        </p:tgtEl>
                                      </p:cBhvr>
                                    </p:animEffect>
                                  </p:childTnLst>
                                </p:cTn>
                              </p:par>
                            </p:childTnLst>
                          </p:cTn>
                        </p:par>
                      </p:childTnLst>
                    </p:cTn>
                  </p:par>
                  <p:par>
                    <p:cTn id="117" fill="hold">
                      <p:stCondLst>
                        <p:cond delay="indefinite"/>
                      </p:stCondLst>
                      <p:childTnLst>
                        <p:par>
                          <p:cTn id="118" fill="hold">
                            <p:stCondLst>
                              <p:cond delay="0"/>
                            </p:stCondLst>
                            <p:childTnLst>
                              <p:par>
                                <p:cTn id="119" presetID="22" presetClass="entr" presetSubtype="8" fill="hold" nodeType="clickEffect">
                                  <p:stCondLst>
                                    <p:cond delay="0"/>
                                  </p:stCondLst>
                                  <p:childTnLst>
                                    <p:set>
                                      <p:cBhvr>
                                        <p:cTn id="120" dur="1" fill="hold">
                                          <p:stCondLst>
                                            <p:cond delay="0"/>
                                          </p:stCondLst>
                                        </p:cTn>
                                        <p:tgtEl>
                                          <p:spTgt spid="211993"/>
                                        </p:tgtEl>
                                        <p:attrNameLst>
                                          <p:attrName>style.visibility</p:attrName>
                                        </p:attrNameLst>
                                      </p:cBhvr>
                                      <p:to>
                                        <p:strVal val="visible"/>
                                      </p:to>
                                    </p:set>
                                    <p:animEffect transition="in" filter="wipe(left)">
                                      <p:cBhvr>
                                        <p:cTn id="121" dur="500"/>
                                        <p:tgtEl>
                                          <p:spTgt spid="211993"/>
                                        </p:tgtEl>
                                      </p:cBhvr>
                                    </p:animEffect>
                                  </p:childTnLst>
                                </p:cTn>
                              </p:par>
                            </p:childTnLst>
                          </p:cTn>
                        </p:par>
                      </p:childTnLst>
                    </p:cTn>
                  </p:par>
                  <p:par>
                    <p:cTn id="122" fill="hold">
                      <p:stCondLst>
                        <p:cond delay="indefinite"/>
                      </p:stCondLst>
                      <p:childTnLst>
                        <p:par>
                          <p:cTn id="123" fill="hold">
                            <p:stCondLst>
                              <p:cond delay="0"/>
                            </p:stCondLst>
                            <p:childTnLst>
                              <p:par>
                                <p:cTn id="124" presetID="22" presetClass="entr" presetSubtype="8" fill="hold" nodeType="clickEffect">
                                  <p:stCondLst>
                                    <p:cond delay="0"/>
                                  </p:stCondLst>
                                  <p:childTnLst>
                                    <p:set>
                                      <p:cBhvr>
                                        <p:cTn id="125" dur="1" fill="hold">
                                          <p:stCondLst>
                                            <p:cond delay="0"/>
                                          </p:stCondLst>
                                        </p:cTn>
                                        <p:tgtEl>
                                          <p:spTgt spid="211994"/>
                                        </p:tgtEl>
                                        <p:attrNameLst>
                                          <p:attrName>style.visibility</p:attrName>
                                        </p:attrNameLst>
                                      </p:cBhvr>
                                      <p:to>
                                        <p:strVal val="visible"/>
                                      </p:to>
                                    </p:set>
                                    <p:animEffect transition="in" filter="wipe(left)">
                                      <p:cBhvr>
                                        <p:cTn id="126" dur="500"/>
                                        <p:tgtEl>
                                          <p:spTgt spid="211994"/>
                                        </p:tgtEl>
                                      </p:cBhvr>
                                    </p:animEffect>
                                  </p:childTnLst>
                                </p:cTn>
                              </p:par>
                            </p:childTnLst>
                          </p:cTn>
                        </p:par>
                      </p:childTnLst>
                    </p:cTn>
                  </p:par>
                  <p:par>
                    <p:cTn id="127" fill="hold">
                      <p:stCondLst>
                        <p:cond delay="indefinite"/>
                      </p:stCondLst>
                      <p:childTnLst>
                        <p:par>
                          <p:cTn id="128" fill="hold">
                            <p:stCondLst>
                              <p:cond delay="0"/>
                            </p:stCondLst>
                            <p:childTnLst>
                              <p:par>
                                <p:cTn id="129" presetID="22" presetClass="entr" presetSubtype="8" fill="hold" nodeType="clickEffect">
                                  <p:stCondLst>
                                    <p:cond delay="0"/>
                                  </p:stCondLst>
                                  <p:childTnLst>
                                    <p:set>
                                      <p:cBhvr>
                                        <p:cTn id="130" dur="1" fill="hold">
                                          <p:stCondLst>
                                            <p:cond delay="0"/>
                                          </p:stCondLst>
                                        </p:cTn>
                                        <p:tgtEl>
                                          <p:spTgt spid="211995"/>
                                        </p:tgtEl>
                                        <p:attrNameLst>
                                          <p:attrName>style.visibility</p:attrName>
                                        </p:attrNameLst>
                                      </p:cBhvr>
                                      <p:to>
                                        <p:strVal val="visible"/>
                                      </p:to>
                                    </p:set>
                                    <p:animEffect transition="in" filter="wipe(left)">
                                      <p:cBhvr>
                                        <p:cTn id="131" dur="500"/>
                                        <p:tgtEl>
                                          <p:spTgt spid="211995"/>
                                        </p:tgtEl>
                                      </p:cBhvr>
                                    </p:animEffect>
                                  </p:childTnLst>
                                </p:cTn>
                              </p:par>
                            </p:childTnLst>
                          </p:cTn>
                        </p:par>
                      </p:childTnLst>
                    </p:cTn>
                  </p:par>
                  <p:par>
                    <p:cTn id="132" fill="hold">
                      <p:stCondLst>
                        <p:cond delay="indefinite"/>
                      </p:stCondLst>
                      <p:childTnLst>
                        <p:par>
                          <p:cTn id="133" fill="hold">
                            <p:stCondLst>
                              <p:cond delay="0"/>
                            </p:stCondLst>
                            <p:childTnLst>
                              <p:par>
                                <p:cTn id="134" presetID="22" presetClass="entr" presetSubtype="8" fill="hold" nodeType="clickEffect">
                                  <p:stCondLst>
                                    <p:cond delay="0"/>
                                  </p:stCondLst>
                                  <p:childTnLst>
                                    <p:set>
                                      <p:cBhvr>
                                        <p:cTn id="135" dur="1" fill="hold">
                                          <p:stCondLst>
                                            <p:cond delay="0"/>
                                          </p:stCondLst>
                                        </p:cTn>
                                        <p:tgtEl>
                                          <p:spTgt spid="211996"/>
                                        </p:tgtEl>
                                        <p:attrNameLst>
                                          <p:attrName>style.visibility</p:attrName>
                                        </p:attrNameLst>
                                      </p:cBhvr>
                                      <p:to>
                                        <p:strVal val="visible"/>
                                      </p:to>
                                    </p:set>
                                    <p:animEffect transition="in" filter="wipe(left)">
                                      <p:cBhvr>
                                        <p:cTn id="136" dur="500"/>
                                        <p:tgtEl>
                                          <p:spTgt spid="2119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1970" grpId="0" build="p" autoUpdateAnimBg="0"/>
      <p:bldP spid="211971" grpId="0" autoUpdateAnimBg="0"/>
      <p:bldP spid="211972" grpId="0" autoUpdateAnimBg="0"/>
      <p:bldP spid="211973" grpId="0" build="p" autoUpdateAnimBg="0"/>
      <p:bldP spid="211974" grpId="0" build="p" autoUpdateAnimBg="0"/>
      <p:bldP spid="211975" grpId="0" animBg="1"/>
      <p:bldP spid="211976" grpId="0" animBg="1"/>
      <p:bldP spid="211977" grpId="0" animBg="1"/>
      <p:bldP spid="211978" grpId="0" animBg="1"/>
      <p:bldP spid="211979" grpId="0" animBg="1"/>
      <p:bldP spid="211980" grpId="0" animBg="1"/>
      <p:bldP spid="211981" grpId="0" animBg="1"/>
      <p:bldP spid="211982" grpId="0" animBg="1"/>
      <p:bldP spid="211984" grpId="0" animBg="1"/>
      <p:bldP spid="211990"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p:cNvGrpSpPr>
          <p:nvPr/>
        </p:nvGrpSpPr>
        <p:grpSpPr bwMode="auto">
          <a:xfrm>
            <a:off x="7256463" y="2590800"/>
            <a:ext cx="649287" cy="685800"/>
            <a:chOff x="384" y="1200"/>
            <a:chExt cx="409" cy="432"/>
          </a:xfrm>
        </p:grpSpPr>
        <p:sp>
          <p:nvSpPr>
            <p:cNvPr id="11313" name="Rectangle 3" descr="深色木质"/>
            <p:cNvSpPr>
              <a:spLocks noChangeArrowheads="1"/>
            </p:cNvSpPr>
            <p:nvPr/>
          </p:nvSpPr>
          <p:spPr bwMode="auto">
            <a:xfrm rot="1961741">
              <a:off x="384" y="1440"/>
              <a:ext cx="336" cy="192"/>
            </a:xfrm>
            <a:prstGeom prst="rect">
              <a:avLst/>
            </a:prstGeom>
            <a:blipFill dpi="0" rotWithShape="1">
              <a:blip r:embed="rId3"/>
              <a:srcRect/>
              <a:tile tx="0" ty="0" sx="100000" sy="100000" flip="none" algn="tl"/>
            </a:blipFill>
            <a:ln w="9525">
              <a:noFill/>
              <a:miter lim="800000"/>
              <a:headEnd/>
              <a:tailEnd/>
            </a:ln>
          </p:spPr>
          <p:txBody>
            <a:bodyPr wrap="none" anchor="ctr"/>
            <a:lstStyle/>
            <a:p>
              <a:endParaRPr lang="zh-CN" altLang="en-US"/>
            </a:p>
          </p:txBody>
        </p:sp>
        <p:sp>
          <p:nvSpPr>
            <p:cNvPr id="11314" name="Rectangle 4"/>
            <p:cNvSpPr>
              <a:spLocks noChangeArrowheads="1"/>
            </p:cNvSpPr>
            <p:nvPr/>
          </p:nvSpPr>
          <p:spPr bwMode="auto">
            <a:xfrm>
              <a:off x="528" y="1200"/>
              <a:ext cx="265" cy="288"/>
            </a:xfrm>
            <a:prstGeom prst="rect">
              <a:avLst/>
            </a:prstGeom>
            <a:noFill/>
            <a:ln w="9525">
              <a:noFill/>
              <a:miter lim="800000"/>
              <a:headEnd/>
              <a:tailEnd/>
            </a:ln>
          </p:spPr>
          <p:txBody>
            <a:bodyPr>
              <a:spAutoFit/>
            </a:bodyPr>
            <a:lstStyle/>
            <a:p>
              <a:pPr>
                <a:lnSpc>
                  <a:spcPct val="100000"/>
                </a:lnSpc>
                <a:spcBef>
                  <a:spcPct val="0"/>
                </a:spcBef>
              </a:pPr>
              <a:r>
                <a:rPr lang="en-US" altLang="zh-CN" sz="2400" i="1">
                  <a:solidFill>
                    <a:srgbClr val="0033CC"/>
                  </a:solidFill>
                  <a:ea typeface="宋体" pitchFamily="2" charset="-122"/>
                </a:rPr>
                <a:t>m</a:t>
              </a:r>
            </a:p>
          </p:txBody>
        </p:sp>
      </p:grpSp>
      <p:sp>
        <p:nvSpPr>
          <p:cNvPr id="212997" name="Line 5"/>
          <p:cNvSpPr>
            <a:spLocks noChangeShapeType="1"/>
          </p:cNvSpPr>
          <p:nvPr/>
        </p:nvSpPr>
        <p:spPr bwMode="auto">
          <a:xfrm>
            <a:off x="7561263" y="3124200"/>
            <a:ext cx="533400" cy="381000"/>
          </a:xfrm>
          <a:prstGeom prst="line">
            <a:avLst/>
          </a:prstGeom>
          <a:noFill/>
          <a:ln w="38100">
            <a:solidFill>
              <a:srgbClr val="800000"/>
            </a:solidFill>
            <a:round/>
            <a:headEnd/>
            <a:tailEnd type="triangle" w="med" len="med"/>
          </a:ln>
        </p:spPr>
        <p:txBody>
          <a:bodyPr wrap="none" anchor="ctr"/>
          <a:lstStyle/>
          <a:p>
            <a:endParaRPr lang="zh-CN" altLang="en-US"/>
          </a:p>
        </p:txBody>
      </p:sp>
      <p:grpSp>
        <p:nvGrpSpPr>
          <p:cNvPr id="3" name="Group 6"/>
          <p:cNvGrpSpPr>
            <a:grpSpLocks/>
          </p:cNvGrpSpPr>
          <p:nvPr/>
        </p:nvGrpSpPr>
        <p:grpSpPr bwMode="auto">
          <a:xfrm>
            <a:off x="7200900" y="2133600"/>
            <a:ext cx="1524000" cy="1981200"/>
            <a:chOff x="192" y="816"/>
            <a:chExt cx="960" cy="1248"/>
          </a:xfrm>
        </p:grpSpPr>
        <p:sp>
          <p:nvSpPr>
            <p:cNvPr id="11310" name="Rectangle 7"/>
            <p:cNvSpPr>
              <a:spLocks noChangeArrowheads="1"/>
            </p:cNvSpPr>
            <p:nvPr/>
          </p:nvSpPr>
          <p:spPr bwMode="auto">
            <a:xfrm>
              <a:off x="192" y="816"/>
              <a:ext cx="960" cy="1248"/>
            </a:xfrm>
            <a:prstGeom prst="rect">
              <a:avLst/>
            </a:prstGeom>
            <a:noFill/>
            <a:ln w="9525">
              <a:solidFill>
                <a:srgbClr val="0033CC"/>
              </a:solidFill>
              <a:miter lim="800000"/>
              <a:headEnd/>
              <a:tailEnd/>
            </a:ln>
          </p:spPr>
          <p:txBody>
            <a:bodyPr wrap="none" anchor="ctr"/>
            <a:lstStyle/>
            <a:p>
              <a:pPr algn="ctr">
                <a:lnSpc>
                  <a:spcPct val="100000"/>
                </a:lnSpc>
                <a:spcBef>
                  <a:spcPct val="0"/>
                </a:spcBef>
              </a:pPr>
              <a:endParaRPr lang="zh-CN" altLang="zh-CN" sz="2400">
                <a:solidFill>
                  <a:srgbClr val="00FF00"/>
                </a:solidFill>
                <a:ea typeface="宋体" pitchFamily="2" charset="-122"/>
              </a:endParaRPr>
            </a:p>
          </p:txBody>
        </p:sp>
        <p:sp>
          <p:nvSpPr>
            <p:cNvPr id="11311" name="Line 8"/>
            <p:cNvSpPr>
              <a:spLocks noChangeShapeType="1"/>
            </p:cNvSpPr>
            <p:nvPr/>
          </p:nvSpPr>
          <p:spPr bwMode="auto">
            <a:xfrm flipH="1" flipV="1">
              <a:off x="192" y="1440"/>
              <a:ext cx="960" cy="624"/>
            </a:xfrm>
            <a:prstGeom prst="line">
              <a:avLst/>
            </a:prstGeom>
            <a:noFill/>
            <a:ln w="19050">
              <a:solidFill>
                <a:srgbClr val="0033CC"/>
              </a:solidFill>
              <a:round/>
              <a:headEnd/>
              <a:tailEnd/>
            </a:ln>
          </p:spPr>
          <p:txBody>
            <a:bodyPr wrap="none" anchor="ctr"/>
            <a:lstStyle/>
            <a:p>
              <a:endParaRPr lang="zh-CN" altLang="en-US"/>
            </a:p>
          </p:txBody>
        </p:sp>
        <p:sp>
          <p:nvSpPr>
            <p:cNvPr id="11312" name="Arc 9"/>
            <p:cNvSpPr>
              <a:spLocks/>
            </p:cNvSpPr>
            <p:nvPr/>
          </p:nvSpPr>
          <p:spPr bwMode="auto">
            <a:xfrm flipH="1">
              <a:off x="816" y="1920"/>
              <a:ext cx="96" cy="144"/>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9050">
              <a:solidFill>
                <a:srgbClr val="CC0000"/>
              </a:solidFill>
              <a:round/>
              <a:headEnd/>
              <a:tailEnd/>
            </a:ln>
          </p:spPr>
          <p:txBody>
            <a:bodyPr wrap="none" anchor="ctr"/>
            <a:lstStyle/>
            <a:p>
              <a:endParaRPr lang="zh-CN" altLang="en-US"/>
            </a:p>
          </p:txBody>
        </p:sp>
        <p:graphicFrame>
          <p:nvGraphicFramePr>
            <p:cNvPr id="11281" name="Object 10"/>
            <p:cNvGraphicFramePr>
              <a:graphicFrameLocks noChangeAspect="1"/>
            </p:cNvGraphicFramePr>
            <p:nvPr/>
          </p:nvGraphicFramePr>
          <p:xfrm>
            <a:off x="576" y="1872"/>
            <a:ext cx="144" cy="144"/>
          </p:xfrm>
          <a:graphic>
            <a:graphicData uri="http://schemas.openxmlformats.org/presentationml/2006/ole">
              <p:oleObj spid="_x0000_s11281" name="公式" r:id="rId4" imgW="152280" imgH="152280" progId="Equation.3">
                <p:embed/>
              </p:oleObj>
            </a:graphicData>
          </a:graphic>
        </p:graphicFrame>
      </p:grpSp>
      <p:graphicFrame>
        <p:nvGraphicFramePr>
          <p:cNvPr id="213003" name="Object 11"/>
          <p:cNvGraphicFramePr>
            <a:graphicFrameLocks noChangeAspect="1"/>
          </p:cNvGraphicFramePr>
          <p:nvPr/>
        </p:nvGraphicFramePr>
        <p:xfrm>
          <a:off x="8031163" y="2997200"/>
          <a:ext cx="342900" cy="449263"/>
        </p:xfrm>
        <a:graphic>
          <a:graphicData uri="http://schemas.openxmlformats.org/presentationml/2006/ole">
            <p:oleObj spid="_x0000_s11266" name="公式" r:id="rId5" imgW="164880" imgH="215640" progId="Equation.3">
              <p:embed/>
            </p:oleObj>
          </a:graphicData>
        </a:graphic>
      </p:graphicFrame>
      <p:graphicFrame>
        <p:nvGraphicFramePr>
          <p:cNvPr id="213004" name="Object 12"/>
          <p:cNvGraphicFramePr>
            <a:graphicFrameLocks noChangeAspect="1"/>
          </p:cNvGraphicFramePr>
          <p:nvPr/>
        </p:nvGraphicFramePr>
        <p:xfrm>
          <a:off x="5265738" y="2028825"/>
          <a:ext cx="1241425" cy="409575"/>
        </p:xfrm>
        <a:graphic>
          <a:graphicData uri="http://schemas.openxmlformats.org/presentationml/2006/ole">
            <p:oleObj spid="_x0000_s11267" name="公式" r:id="rId6" imgW="685800" imgH="228600" progId="Equation.3">
              <p:embed/>
            </p:oleObj>
          </a:graphicData>
        </a:graphic>
      </p:graphicFrame>
      <p:graphicFrame>
        <p:nvGraphicFramePr>
          <p:cNvPr id="213005" name="Object 13"/>
          <p:cNvGraphicFramePr>
            <a:graphicFrameLocks noChangeAspect="1"/>
          </p:cNvGraphicFramePr>
          <p:nvPr/>
        </p:nvGraphicFramePr>
        <p:xfrm>
          <a:off x="2501900" y="2362200"/>
          <a:ext cx="1636713" cy="436563"/>
        </p:xfrm>
        <a:graphic>
          <a:graphicData uri="http://schemas.openxmlformats.org/presentationml/2006/ole">
            <p:oleObj spid="_x0000_s11268" name="公式" r:id="rId7" imgW="901440" imgH="241200" progId="Equation.3">
              <p:embed/>
            </p:oleObj>
          </a:graphicData>
        </a:graphic>
      </p:graphicFrame>
      <p:graphicFrame>
        <p:nvGraphicFramePr>
          <p:cNvPr id="213006" name="Object 14"/>
          <p:cNvGraphicFramePr>
            <a:graphicFrameLocks noChangeAspect="1"/>
          </p:cNvGraphicFramePr>
          <p:nvPr/>
        </p:nvGraphicFramePr>
        <p:xfrm>
          <a:off x="2366963" y="2979738"/>
          <a:ext cx="1800225" cy="411162"/>
        </p:xfrm>
        <a:graphic>
          <a:graphicData uri="http://schemas.openxmlformats.org/presentationml/2006/ole">
            <p:oleObj spid="_x0000_s11269" name="公式" r:id="rId8" imgW="1002960" imgH="228600" progId="Equation.3">
              <p:embed/>
            </p:oleObj>
          </a:graphicData>
        </a:graphic>
      </p:graphicFrame>
      <p:graphicFrame>
        <p:nvGraphicFramePr>
          <p:cNvPr id="213007" name="Object 15"/>
          <p:cNvGraphicFramePr>
            <a:graphicFrameLocks noChangeAspect="1"/>
          </p:cNvGraphicFramePr>
          <p:nvPr/>
        </p:nvGraphicFramePr>
        <p:xfrm>
          <a:off x="2276475" y="3563938"/>
          <a:ext cx="2339975" cy="436562"/>
        </p:xfrm>
        <a:graphic>
          <a:graphicData uri="http://schemas.openxmlformats.org/presentationml/2006/ole">
            <p:oleObj spid="_x0000_s11270" name="公式" r:id="rId9" imgW="1282680" imgH="241200" progId="Equation.3">
              <p:embed/>
            </p:oleObj>
          </a:graphicData>
        </a:graphic>
      </p:graphicFrame>
      <p:graphicFrame>
        <p:nvGraphicFramePr>
          <p:cNvPr id="213008" name="Object 16"/>
          <p:cNvGraphicFramePr>
            <a:graphicFrameLocks noChangeAspect="1"/>
          </p:cNvGraphicFramePr>
          <p:nvPr/>
        </p:nvGraphicFramePr>
        <p:xfrm>
          <a:off x="1736725" y="4824413"/>
          <a:ext cx="2346325" cy="411162"/>
        </p:xfrm>
        <a:graphic>
          <a:graphicData uri="http://schemas.openxmlformats.org/presentationml/2006/ole">
            <p:oleObj spid="_x0000_s11271" name="公式" r:id="rId10" imgW="1295280" imgH="228600" progId="Equation.3">
              <p:embed/>
            </p:oleObj>
          </a:graphicData>
        </a:graphic>
      </p:graphicFrame>
      <p:graphicFrame>
        <p:nvGraphicFramePr>
          <p:cNvPr id="213009" name="Object 17"/>
          <p:cNvGraphicFramePr>
            <a:graphicFrameLocks noChangeAspect="1"/>
          </p:cNvGraphicFramePr>
          <p:nvPr/>
        </p:nvGraphicFramePr>
        <p:xfrm>
          <a:off x="1827213" y="5364163"/>
          <a:ext cx="2051050" cy="409575"/>
        </p:xfrm>
        <a:graphic>
          <a:graphicData uri="http://schemas.openxmlformats.org/presentationml/2006/ole">
            <p:oleObj spid="_x0000_s11272" name="公式" r:id="rId11" imgW="1143000" imgH="228600" progId="Equation.3">
              <p:embed/>
            </p:oleObj>
          </a:graphicData>
        </a:graphic>
      </p:graphicFrame>
      <p:sp>
        <p:nvSpPr>
          <p:cNvPr id="213010" name="AutoShape 18"/>
          <p:cNvSpPr>
            <a:spLocks/>
          </p:cNvSpPr>
          <p:nvPr/>
        </p:nvSpPr>
        <p:spPr bwMode="auto">
          <a:xfrm>
            <a:off x="1182688" y="4924425"/>
            <a:ext cx="381000" cy="762000"/>
          </a:xfrm>
          <a:prstGeom prst="leftBrace">
            <a:avLst>
              <a:gd name="adj1" fmla="val 16667"/>
              <a:gd name="adj2" fmla="val 50000"/>
            </a:avLst>
          </a:prstGeom>
          <a:noFill/>
          <a:ln w="28575">
            <a:solidFill>
              <a:srgbClr val="0033CC"/>
            </a:solidFill>
            <a:round/>
            <a:headEnd/>
            <a:tailEnd/>
          </a:ln>
        </p:spPr>
        <p:txBody>
          <a:bodyPr wrap="none" anchor="ctr"/>
          <a:lstStyle/>
          <a:p>
            <a:pPr algn="ctr">
              <a:lnSpc>
                <a:spcPct val="100000"/>
              </a:lnSpc>
              <a:spcBef>
                <a:spcPct val="0"/>
              </a:spcBef>
            </a:pPr>
            <a:endParaRPr lang="zh-CN" altLang="zh-CN" sz="2400">
              <a:solidFill>
                <a:srgbClr val="FFCC00"/>
              </a:solidFill>
              <a:ea typeface="宋体" pitchFamily="2" charset="-122"/>
            </a:endParaRPr>
          </a:p>
        </p:txBody>
      </p:sp>
      <p:sp>
        <p:nvSpPr>
          <p:cNvPr id="213011" name="Text Box 19"/>
          <p:cNvSpPr txBox="1">
            <a:spLocks noChangeArrowheads="1"/>
          </p:cNvSpPr>
          <p:nvPr/>
        </p:nvSpPr>
        <p:spPr bwMode="auto">
          <a:xfrm>
            <a:off x="660400" y="1936750"/>
            <a:ext cx="3281363" cy="457200"/>
          </a:xfrm>
          <a:prstGeom prst="rect">
            <a:avLst/>
          </a:prstGeom>
          <a:noFill/>
          <a:ln w="9525">
            <a:noFill/>
            <a:miter lim="800000"/>
            <a:headEnd/>
            <a:tailEnd/>
          </a:ln>
        </p:spPr>
        <p:txBody>
          <a:bodyPr>
            <a:spAutoFit/>
          </a:bodyPr>
          <a:lstStyle/>
          <a:p>
            <a:pPr>
              <a:lnSpc>
                <a:spcPct val="100000"/>
              </a:lnSpc>
            </a:pPr>
            <a:r>
              <a:rPr lang="zh-CN" altLang="en-US" sz="2400">
                <a:ea typeface="宋体" pitchFamily="2" charset="-122"/>
              </a:rPr>
              <a:t>以地面参考系</a:t>
            </a:r>
          </a:p>
        </p:txBody>
      </p:sp>
      <p:sp>
        <p:nvSpPr>
          <p:cNvPr id="213012" name="Text Box 20"/>
          <p:cNvSpPr txBox="1">
            <a:spLocks noChangeArrowheads="1"/>
          </p:cNvSpPr>
          <p:nvPr/>
        </p:nvSpPr>
        <p:spPr bwMode="auto">
          <a:xfrm>
            <a:off x="71438" y="458788"/>
            <a:ext cx="609600" cy="457200"/>
          </a:xfrm>
          <a:prstGeom prst="rect">
            <a:avLst/>
          </a:prstGeom>
          <a:noFill/>
          <a:ln w="9525">
            <a:noFill/>
            <a:miter lim="800000"/>
            <a:headEnd/>
            <a:tailEnd/>
          </a:ln>
        </p:spPr>
        <p:txBody>
          <a:bodyPr>
            <a:spAutoFit/>
          </a:bodyPr>
          <a:lstStyle/>
          <a:p>
            <a:pPr>
              <a:lnSpc>
                <a:spcPct val="100000"/>
              </a:lnSpc>
            </a:pPr>
            <a:r>
              <a:rPr lang="zh-CN" altLang="en-US" sz="2400">
                <a:solidFill>
                  <a:srgbClr val="FF3300"/>
                </a:solidFill>
                <a:ea typeface="宋体" pitchFamily="2" charset="-122"/>
              </a:rPr>
              <a:t>例</a:t>
            </a:r>
          </a:p>
        </p:txBody>
      </p:sp>
      <p:sp>
        <p:nvSpPr>
          <p:cNvPr id="213013" name="Text Box 21"/>
          <p:cNvSpPr txBox="1">
            <a:spLocks noChangeArrowheads="1"/>
          </p:cNvSpPr>
          <p:nvPr/>
        </p:nvSpPr>
        <p:spPr bwMode="auto">
          <a:xfrm>
            <a:off x="566738" y="414338"/>
            <a:ext cx="8326437" cy="933450"/>
          </a:xfrm>
          <a:prstGeom prst="rect">
            <a:avLst/>
          </a:prstGeom>
          <a:noFill/>
          <a:ln w="9525">
            <a:noFill/>
            <a:miter lim="800000"/>
            <a:headEnd/>
            <a:tailEnd/>
          </a:ln>
        </p:spPr>
        <p:txBody>
          <a:bodyPr>
            <a:spAutoFit/>
          </a:bodyPr>
          <a:lstStyle/>
          <a:p>
            <a:pPr>
              <a:lnSpc>
                <a:spcPct val="115000"/>
              </a:lnSpc>
              <a:spcBef>
                <a:spcPct val="0"/>
              </a:spcBef>
            </a:pPr>
            <a:r>
              <a:rPr lang="zh-CN" altLang="en-US" sz="2400">
                <a:latin typeface="宋体" pitchFamily="2" charset="-122"/>
                <a:ea typeface="宋体" pitchFamily="2" charset="-122"/>
              </a:rPr>
              <a:t>一光滑斜面固定在升降机的底板上，如图所示，当升降机以匀加速度</a:t>
            </a:r>
            <a:r>
              <a:rPr lang="zh-CN" altLang="en-US" sz="2400">
                <a:ea typeface="宋体" pitchFamily="2" charset="-122"/>
              </a:rPr>
              <a:t> </a:t>
            </a:r>
            <a:r>
              <a:rPr lang="en-US" altLang="zh-CN" sz="2400" i="1">
                <a:solidFill>
                  <a:srgbClr val="FF6600"/>
                </a:solidFill>
                <a:ea typeface="宋体" pitchFamily="2" charset="-122"/>
              </a:rPr>
              <a:t>a </a:t>
            </a:r>
            <a:r>
              <a:rPr lang="en-US" altLang="zh-CN" sz="2400" baseline="-12000">
                <a:solidFill>
                  <a:srgbClr val="FF6600"/>
                </a:solidFill>
                <a:ea typeface="宋体" pitchFamily="2" charset="-122"/>
              </a:rPr>
              <a:t>0</a:t>
            </a:r>
            <a:r>
              <a:rPr lang="en-US" altLang="zh-CN" sz="2400" baseline="-12000">
                <a:ea typeface="宋体" pitchFamily="2" charset="-122"/>
              </a:rPr>
              <a:t> </a:t>
            </a:r>
            <a:r>
              <a:rPr lang="zh-CN" altLang="en-US" sz="2400">
                <a:latin typeface="宋体" pitchFamily="2" charset="-122"/>
                <a:ea typeface="宋体" pitchFamily="2" charset="-122"/>
              </a:rPr>
              <a:t>上升时，质量为</a:t>
            </a:r>
            <a:r>
              <a:rPr lang="en-US" altLang="zh-CN" sz="2400" i="1">
                <a:solidFill>
                  <a:srgbClr val="FF6600"/>
                </a:solidFill>
                <a:ea typeface="宋体" pitchFamily="2" charset="-122"/>
              </a:rPr>
              <a:t>m</a:t>
            </a:r>
            <a:r>
              <a:rPr lang="en-US" altLang="zh-CN" sz="2400" i="1">
                <a:ea typeface="宋体" pitchFamily="2" charset="-122"/>
              </a:rPr>
              <a:t> </a:t>
            </a:r>
            <a:r>
              <a:rPr lang="zh-CN" altLang="en-US" sz="2400">
                <a:latin typeface="宋体" pitchFamily="2" charset="-122"/>
                <a:ea typeface="宋体" pitchFamily="2" charset="-122"/>
              </a:rPr>
              <a:t>的物体从斜面顶端开始下滑。</a:t>
            </a:r>
          </a:p>
        </p:txBody>
      </p:sp>
      <p:sp>
        <p:nvSpPr>
          <p:cNvPr id="213014" name="Rectangle 22"/>
          <p:cNvSpPr>
            <a:spLocks noChangeArrowheads="1"/>
          </p:cNvSpPr>
          <p:nvPr/>
        </p:nvSpPr>
        <p:spPr bwMode="auto">
          <a:xfrm>
            <a:off x="5297488" y="4267200"/>
            <a:ext cx="319087" cy="457200"/>
          </a:xfrm>
          <a:prstGeom prst="rect">
            <a:avLst/>
          </a:prstGeom>
          <a:noFill/>
          <a:ln w="9525">
            <a:noFill/>
            <a:miter lim="800000"/>
            <a:headEnd/>
            <a:tailEnd/>
          </a:ln>
        </p:spPr>
        <p:txBody>
          <a:bodyPr wrap="none">
            <a:spAutoFit/>
          </a:bodyPr>
          <a:lstStyle/>
          <a:p>
            <a:pPr>
              <a:lnSpc>
                <a:spcPct val="100000"/>
              </a:lnSpc>
              <a:spcBef>
                <a:spcPct val="0"/>
              </a:spcBef>
            </a:pPr>
            <a:r>
              <a:rPr lang="en-US" altLang="zh-CN" sz="2400" i="1">
                <a:ea typeface="宋体" pitchFamily="2" charset="-122"/>
              </a:rPr>
              <a:t>y</a:t>
            </a:r>
          </a:p>
        </p:txBody>
      </p:sp>
      <p:sp>
        <p:nvSpPr>
          <p:cNvPr id="213015" name="Rectangle 23"/>
          <p:cNvSpPr>
            <a:spLocks noChangeArrowheads="1"/>
          </p:cNvSpPr>
          <p:nvPr/>
        </p:nvSpPr>
        <p:spPr bwMode="auto">
          <a:xfrm>
            <a:off x="6897688" y="5638800"/>
            <a:ext cx="336550" cy="457200"/>
          </a:xfrm>
          <a:prstGeom prst="rect">
            <a:avLst/>
          </a:prstGeom>
          <a:noFill/>
          <a:ln w="9525">
            <a:noFill/>
            <a:miter lim="800000"/>
            <a:headEnd/>
            <a:tailEnd/>
          </a:ln>
        </p:spPr>
        <p:txBody>
          <a:bodyPr wrap="none">
            <a:spAutoFit/>
          </a:bodyPr>
          <a:lstStyle/>
          <a:p>
            <a:pPr>
              <a:lnSpc>
                <a:spcPct val="100000"/>
              </a:lnSpc>
              <a:spcBef>
                <a:spcPct val="0"/>
              </a:spcBef>
            </a:pPr>
            <a:r>
              <a:rPr lang="en-US" altLang="zh-CN" sz="2400" i="1">
                <a:ea typeface="宋体" pitchFamily="2" charset="-122"/>
              </a:rPr>
              <a:t>x</a:t>
            </a:r>
          </a:p>
        </p:txBody>
      </p:sp>
      <p:sp>
        <p:nvSpPr>
          <p:cNvPr id="213016" name="Line 24"/>
          <p:cNvSpPr>
            <a:spLocks noChangeShapeType="1"/>
          </p:cNvSpPr>
          <p:nvPr/>
        </p:nvSpPr>
        <p:spPr bwMode="auto">
          <a:xfrm flipH="1" flipV="1">
            <a:off x="5297488" y="4953000"/>
            <a:ext cx="1600200" cy="1066800"/>
          </a:xfrm>
          <a:prstGeom prst="line">
            <a:avLst/>
          </a:prstGeom>
          <a:noFill/>
          <a:ln w="19050">
            <a:solidFill>
              <a:srgbClr val="008000"/>
            </a:solidFill>
            <a:round/>
            <a:headEnd/>
            <a:tailEnd/>
          </a:ln>
        </p:spPr>
        <p:txBody>
          <a:bodyPr wrap="none" anchor="ctr"/>
          <a:lstStyle/>
          <a:p>
            <a:endParaRPr lang="zh-CN" altLang="en-US"/>
          </a:p>
        </p:txBody>
      </p:sp>
      <p:sp>
        <p:nvSpPr>
          <p:cNvPr id="213017" name="Line 25"/>
          <p:cNvSpPr>
            <a:spLocks noChangeShapeType="1"/>
          </p:cNvSpPr>
          <p:nvPr/>
        </p:nvSpPr>
        <p:spPr bwMode="auto">
          <a:xfrm flipH="1">
            <a:off x="5297488" y="6019800"/>
            <a:ext cx="1600200" cy="0"/>
          </a:xfrm>
          <a:prstGeom prst="line">
            <a:avLst/>
          </a:prstGeom>
          <a:noFill/>
          <a:ln w="19050">
            <a:solidFill>
              <a:srgbClr val="008000"/>
            </a:solidFill>
            <a:round/>
            <a:headEnd/>
            <a:tailEnd/>
          </a:ln>
        </p:spPr>
        <p:txBody>
          <a:bodyPr wrap="none" anchor="ctr"/>
          <a:lstStyle/>
          <a:p>
            <a:endParaRPr lang="zh-CN" altLang="en-US"/>
          </a:p>
        </p:txBody>
      </p:sp>
      <p:sp>
        <p:nvSpPr>
          <p:cNvPr id="213018" name="Arc 26"/>
          <p:cNvSpPr>
            <a:spLocks/>
          </p:cNvSpPr>
          <p:nvPr/>
        </p:nvSpPr>
        <p:spPr bwMode="auto">
          <a:xfrm flipH="1">
            <a:off x="6364288" y="5791200"/>
            <a:ext cx="152400" cy="228600"/>
          </a:xfrm>
          <a:custGeom>
            <a:avLst/>
            <a:gdLst>
              <a:gd name="T0" fmla="*/ 0 w 21600"/>
              <a:gd name="T1" fmla="*/ 0 h 21600"/>
              <a:gd name="T2" fmla="*/ 7586607 w 21600"/>
              <a:gd name="T3" fmla="*/ 25604789 h 21600"/>
              <a:gd name="T4" fmla="*/ 0 w 21600"/>
              <a:gd name="T5" fmla="*/ 25604789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9050">
            <a:solidFill>
              <a:srgbClr val="CC0000"/>
            </a:solidFill>
            <a:round/>
            <a:headEnd/>
            <a:tailEnd/>
          </a:ln>
        </p:spPr>
        <p:txBody>
          <a:bodyPr wrap="none" anchor="ctr"/>
          <a:lstStyle/>
          <a:p>
            <a:pPr algn="ctr">
              <a:lnSpc>
                <a:spcPct val="100000"/>
              </a:lnSpc>
              <a:spcBef>
                <a:spcPct val="0"/>
              </a:spcBef>
            </a:pPr>
            <a:endParaRPr lang="zh-CN" altLang="zh-CN" sz="2400">
              <a:solidFill>
                <a:srgbClr val="FFFF66"/>
              </a:solidFill>
              <a:ea typeface="宋体" pitchFamily="2" charset="-122"/>
            </a:endParaRPr>
          </a:p>
        </p:txBody>
      </p:sp>
      <p:sp>
        <p:nvSpPr>
          <p:cNvPr id="213019" name="Rectangle 27" descr="深色木质"/>
          <p:cNvSpPr>
            <a:spLocks noChangeArrowheads="1"/>
          </p:cNvSpPr>
          <p:nvPr/>
        </p:nvSpPr>
        <p:spPr bwMode="auto">
          <a:xfrm rot="1961741">
            <a:off x="5678488" y="5029200"/>
            <a:ext cx="533400" cy="304800"/>
          </a:xfrm>
          <a:prstGeom prst="rect">
            <a:avLst/>
          </a:prstGeom>
          <a:blipFill dpi="0" rotWithShape="1">
            <a:blip r:embed="rId3"/>
            <a:srcRect/>
            <a:tile tx="0" ty="0" sx="100000" sy="100000" flip="none" algn="tl"/>
          </a:blipFill>
          <a:ln w="9525">
            <a:noFill/>
            <a:miter lim="800000"/>
            <a:headEnd/>
            <a:tailEnd/>
          </a:ln>
        </p:spPr>
        <p:txBody>
          <a:bodyPr wrap="none" anchor="ctr"/>
          <a:lstStyle/>
          <a:p>
            <a:endParaRPr lang="zh-CN" altLang="en-US"/>
          </a:p>
        </p:txBody>
      </p:sp>
      <p:sp>
        <p:nvSpPr>
          <p:cNvPr id="213020" name="Line 28"/>
          <p:cNvSpPr>
            <a:spLocks noChangeShapeType="1"/>
          </p:cNvSpPr>
          <p:nvPr/>
        </p:nvSpPr>
        <p:spPr bwMode="auto">
          <a:xfrm rot="-271597">
            <a:off x="6592888" y="5791200"/>
            <a:ext cx="533400" cy="381000"/>
          </a:xfrm>
          <a:prstGeom prst="line">
            <a:avLst/>
          </a:prstGeom>
          <a:noFill/>
          <a:ln w="28575">
            <a:solidFill>
              <a:schemeClr val="tx1"/>
            </a:solidFill>
            <a:round/>
            <a:headEnd/>
            <a:tailEnd type="triangle" w="med" len="med"/>
          </a:ln>
        </p:spPr>
        <p:txBody>
          <a:bodyPr wrap="none" anchor="ctr"/>
          <a:lstStyle/>
          <a:p>
            <a:endParaRPr lang="zh-CN" altLang="en-US"/>
          </a:p>
        </p:txBody>
      </p:sp>
      <p:sp>
        <p:nvSpPr>
          <p:cNvPr id="213021" name="Line 29"/>
          <p:cNvSpPr>
            <a:spLocks noChangeShapeType="1"/>
          </p:cNvSpPr>
          <p:nvPr/>
        </p:nvSpPr>
        <p:spPr bwMode="auto">
          <a:xfrm flipV="1">
            <a:off x="5373688" y="4495800"/>
            <a:ext cx="381000" cy="533400"/>
          </a:xfrm>
          <a:prstGeom prst="line">
            <a:avLst/>
          </a:prstGeom>
          <a:noFill/>
          <a:ln w="28575">
            <a:solidFill>
              <a:schemeClr val="tx1"/>
            </a:solidFill>
            <a:round/>
            <a:headEnd/>
            <a:tailEnd type="triangle" w="med" len="med"/>
          </a:ln>
        </p:spPr>
        <p:txBody>
          <a:bodyPr wrap="none" anchor="ctr"/>
          <a:lstStyle/>
          <a:p>
            <a:endParaRPr lang="zh-CN" altLang="en-US"/>
          </a:p>
        </p:txBody>
      </p:sp>
      <p:sp>
        <p:nvSpPr>
          <p:cNvPr id="213022" name="Line 30"/>
          <p:cNvSpPr>
            <a:spLocks noChangeShapeType="1"/>
          </p:cNvSpPr>
          <p:nvPr/>
        </p:nvSpPr>
        <p:spPr bwMode="auto">
          <a:xfrm>
            <a:off x="5983288" y="5181600"/>
            <a:ext cx="0" cy="685800"/>
          </a:xfrm>
          <a:prstGeom prst="line">
            <a:avLst/>
          </a:prstGeom>
          <a:noFill/>
          <a:ln w="38100">
            <a:solidFill>
              <a:srgbClr val="0033CC"/>
            </a:solidFill>
            <a:round/>
            <a:headEnd/>
            <a:tailEnd type="triangle" w="med" len="med"/>
          </a:ln>
        </p:spPr>
        <p:txBody>
          <a:bodyPr wrap="none" anchor="ctr"/>
          <a:lstStyle/>
          <a:p>
            <a:endParaRPr lang="zh-CN" altLang="en-US"/>
          </a:p>
        </p:txBody>
      </p:sp>
      <p:sp>
        <p:nvSpPr>
          <p:cNvPr id="213023" name="Line 31"/>
          <p:cNvSpPr>
            <a:spLocks noChangeShapeType="1"/>
          </p:cNvSpPr>
          <p:nvPr/>
        </p:nvSpPr>
        <p:spPr bwMode="auto">
          <a:xfrm flipV="1">
            <a:off x="5983288" y="4724400"/>
            <a:ext cx="304800" cy="457200"/>
          </a:xfrm>
          <a:prstGeom prst="line">
            <a:avLst/>
          </a:prstGeom>
          <a:noFill/>
          <a:ln w="38100">
            <a:solidFill>
              <a:schemeClr val="tx2"/>
            </a:solidFill>
            <a:round/>
            <a:headEnd/>
            <a:tailEnd type="triangle" w="med" len="med"/>
          </a:ln>
        </p:spPr>
        <p:txBody>
          <a:bodyPr wrap="none" anchor="ctr"/>
          <a:lstStyle/>
          <a:p>
            <a:endParaRPr lang="zh-CN" altLang="en-US"/>
          </a:p>
        </p:txBody>
      </p:sp>
      <p:graphicFrame>
        <p:nvGraphicFramePr>
          <p:cNvPr id="213024" name="Object 32"/>
          <p:cNvGraphicFramePr>
            <a:graphicFrameLocks noChangeAspect="1"/>
          </p:cNvGraphicFramePr>
          <p:nvPr/>
        </p:nvGraphicFramePr>
        <p:xfrm>
          <a:off x="6281738" y="4733925"/>
          <a:ext cx="323850" cy="344488"/>
        </p:xfrm>
        <a:graphic>
          <a:graphicData uri="http://schemas.openxmlformats.org/presentationml/2006/ole">
            <p:oleObj spid="_x0000_s11273" name="公式" r:id="rId12" imgW="190440" imgH="203040" progId="Equation.3">
              <p:embed/>
            </p:oleObj>
          </a:graphicData>
        </a:graphic>
      </p:graphicFrame>
      <p:sp>
        <p:nvSpPr>
          <p:cNvPr id="213025" name="Line 33"/>
          <p:cNvSpPr>
            <a:spLocks noChangeShapeType="1"/>
          </p:cNvSpPr>
          <p:nvPr/>
        </p:nvSpPr>
        <p:spPr bwMode="auto">
          <a:xfrm flipV="1">
            <a:off x="5983288" y="4343400"/>
            <a:ext cx="0" cy="533400"/>
          </a:xfrm>
          <a:prstGeom prst="line">
            <a:avLst/>
          </a:prstGeom>
          <a:noFill/>
          <a:ln w="38100">
            <a:solidFill>
              <a:srgbClr val="0033CC"/>
            </a:solidFill>
            <a:round/>
            <a:headEnd/>
            <a:tailEnd type="triangle" w="med" len="med"/>
          </a:ln>
        </p:spPr>
        <p:txBody>
          <a:bodyPr wrap="none" anchor="ctr"/>
          <a:lstStyle/>
          <a:p>
            <a:endParaRPr lang="zh-CN" altLang="en-US"/>
          </a:p>
        </p:txBody>
      </p:sp>
      <p:graphicFrame>
        <p:nvGraphicFramePr>
          <p:cNvPr id="213026" name="Object 34"/>
          <p:cNvGraphicFramePr>
            <a:graphicFrameLocks noChangeAspect="1"/>
          </p:cNvGraphicFramePr>
          <p:nvPr/>
        </p:nvGraphicFramePr>
        <p:xfrm>
          <a:off x="6059488" y="4267200"/>
          <a:ext cx="304800" cy="392113"/>
        </p:xfrm>
        <a:graphic>
          <a:graphicData uri="http://schemas.openxmlformats.org/presentationml/2006/ole">
            <p:oleObj spid="_x0000_s11274" name="公式" r:id="rId13" imgW="190440" imgH="241200" progId="Equation.3">
              <p:embed/>
            </p:oleObj>
          </a:graphicData>
        </a:graphic>
      </p:graphicFrame>
      <p:graphicFrame>
        <p:nvGraphicFramePr>
          <p:cNvPr id="213027" name="Object 35"/>
          <p:cNvGraphicFramePr>
            <a:graphicFrameLocks noChangeAspect="1"/>
          </p:cNvGraphicFramePr>
          <p:nvPr/>
        </p:nvGraphicFramePr>
        <p:xfrm>
          <a:off x="6059488" y="5638800"/>
          <a:ext cx="228600" cy="228600"/>
        </p:xfrm>
        <a:graphic>
          <a:graphicData uri="http://schemas.openxmlformats.org/presentationml/2006/ole">
            <p:oleObj spid="_x0000_s11275" name="公式" r:id="rId14" imgW="152280" imgH="152280" progId="Equation.3">
              <p:embed/>
            </p:oleObj>
          </a:graphicData>
        </a:graphic>
      </p:graphicFrame>
      <p:sp>
        <p:nvSpPr>
          <p:cNvPr id="213028" name="Line 36"/>
          <p:cNvSpPr>
            <a:spLocks noChangeShapeType="1"/>
          </p:cNvSpPr>
          <p:nvPr/>
        </p:nvSpPr>
        <p:spPr bwMode="auto">
          <a:xfrm flipH="1">
            <a:off x="5678488" y="5181600"/>
            <a:ext cx="304800" cy="381000"/>
          </a:xfrm>
          <a:prstGeom prst="line">
            <a:avLst/>
          </a:prstGeom>
          <a:noFill/>
          <a:ln w="19050">
            <a:solidFill>
              <a:srgbClr val="0033CC"/>
            </a:solidFill>
            <a:prstDash val="sysDot"/>
            <a:round/>
            <a:headEnd/>
            <a:tailEnd/>
          </a:ln>
        </p:spPr>
        <p:txBody>
          <a:bodyPr wrap="none" anchor="ctr"/>
          <a:lstStyle/>
          <a:p>
            <a:endParaRPr lang="zh-CN" altLang="en-US"/>
          </a:p>
        </p:txBody>
      </p:sp>
      <p:sp>
        <p:nvSpPr>
          <p:cNvPr id="213029" name="Line 37"/>
          <p:cNvSpPr>
            <a:spLocks noChangeShapeType="1"/>
          </p:cNvSpPr>
          <p:nvPr/>
        </p:nvSpPr>
        <p:spPr bwMode="auto">
          <a:xfrm>
            <a:off x="6288088" y="5334000"/>
            <a:ext cx="533400" cy="381000"/>
          </a:xfrm>
          <a:prstGeom prst="line">
            <a:avLst/>
          </a:prstGeom>
          <a:noFill/>
          <a:ln w="38100">
            <a:solidFill>
              <a:srgbClr val="800000"/>
            </a:solidFill>
            <a:round/>
            <a:headEnd/>
            <a:tailEnd type="triangle" w="med" len="med"/>
          </a:ln>
        </p:spPr>
        <p:txBody>
          <a:bodyPr wrap="none" anchor="ctr"/>
          <a:lstStyle/>
          <a:p>
            <a:endParaRPr lang="zh-CN" altLang="en-US"/>
          </a:p>
        </p:txBody>
      </p:sp>
      <p:graphicFrame>
        <p:nvGraphicFramePr>
          <p:cNvPr id="213030" name="Object 38"/>
          <p:cNvGraphicFramePr>
            <a:graphicFrameLocks noChangeAspect="1"/>
          </p:cNvGraphicFramePr>
          <p:nvPr/>
        </p:nvGraphicFramePr>
        <p:xfrm>
          <a:off x="6686550" y="5291138"/>
          <a:ext cx="295275" cy="387350"/>
        </p:xfrm>
        <a:graphic>
          <a:graphicData uri="http://schemas.openxmlformats.org/presentationml/2006/ole">
            <p:oleObj spid="_x0000_s11276" name="公式" r:id="rId15" imgW="164880" imgH="215640" progId="Equation.3">
              <p:embed/>
            </p:oleObj>
          </a:graphicData>
        </a:graphic>
      </p:graphicFrame>
      <p:sp>
        <p:nvSpPr>
          <p:cNvPr id="213031" name="Text Box 39"/>
          <p:cNvSpPr txBox="1">
            <a:spLocks noChangeArrowheads="1"/>
          </p:cNvSpPr>
          <p:nvPr/>
        </p:nvSpPr>
        <p:spPr bwMode="auto">
          <a:xfrm>
            <a:off x="935038" y="2927350"/>
            <a:ext cx="2062162" cy="457200"/>
          </a:xfrm>
          <a:prstGeom prst="rect">
            <a:avLst/>
          </a:prstGeom>
          <a:noFill/>
          <a:ln w="9525">
            <a:noFill/>
            <a:miter lim="800000"/>
            <a:headEnd/>
            <a:tailEnd/>
          </a:ln>
        </p:spPr>
        <p:txBody>
          <a:bodyPr>
            <a:spAutoFit/>
          </a:bodyPr>
          <a:lstStyle/>
          <a:p>
            <a:pPr>
              <a:lnSpc>
                <a:spcPct val="100000"/>
              </a:lnSpc>
              <a:spcBef>
                <a:spcPct val="0"/>
              </a:spcBef>
            </a:pPr>
            <a:r>
              <a:rPr lang="en-US" altLang="zh-CN" sz="2400" i="1">
                <a:solidFill>
                  <a:srgbClr val="FF6600"/>
                </a:solidFill>
                <a:ea typeface="宋体" pitchFamily="2" charset="-122"/>
              </a:rPr>
              <a:t>x</a:t>
            </a:r>
            <a:r>
              <a:rPr lang="en-US" altLang="zh-CN" sz="2400" i="1">
                <a:ea typeface="宋体" pitchFamily="2" charset="-122"/>
              </a:rPr>
              <a:t> </a:t>
            </a:r>
            <a:r>
              <a:rPr lang="zh-CN" altLang="en-US" sz="2400">
                <a:ea typeface="宋体" pitchFamily="2" charset="-122"/>
              </a:rPr>
              <a:t>方向</a:t>
            </a:r>
          </a:p>
        </p:txBody>
      </p:sp>
      <p:sp>
        <p:nvSpPr>
          <p:cNvPr id="213032" name="Rectangle 40"/>
          <p:cNvSpPr>
            <a:spLocks noChangeArrowheads="1"/>
          </p:cNvSpPr>
          <p:nvPr/>
        </p:nvSpPr>
        <p:spPr bwMode="auto">
          <a:xfrm>
            <a:off x="952500" y="3511550"/>
            <a:ext cx="2405063" cy="457200"/>
          </a:xfrm>
          <a:prstGeom prst="rect">
            <a:avLst/>
          </a:prstGeom>
          <a:noFill/>
          <a:ln w="9525">
            <a:noFill/>
            <a:miter lim="800000"/>
            <a:headEnd/>
            <a:tailEnd/>
          </a:ln>
        </p:spPr>
        <p:txBody>
          <a:bodyPr>
            <a:spAutoFit/>
          </a:bodyPr>
          <a:lstStyle/>
          <a:p>
            <a:pPr>
              <a:lnSpc>
                <a:spcPct val="100000"/>
              </a:lnSpc>
              <a:spcBef>
                <a:spcPct val="0"/>
              </a:spcBef>
            </a:pPr>
            <a:r>
              <a:rPr lang="en-US" altLang="zh-CN" sz="2400" i="1">
                <a:solidFill>
                  <a:srgbClr val="FF6600"/>
                </a:solidFill>
                <a:ea typeface="宋体" pitchFamily="2" charset="-122"/>
              </a:rPr>
              <a:t>y </a:t>
            </a:r>
            <a:r>
              <a:rPr lang="zh-CN" altLang="en-US" sz="2400">
                <a:ea typeface="宋体" pitchFamily="2" charset="-122"/>
              </a:rPr>
              <a:t>方向</a:t>
            </a:r>
          </a:p>
        </p:txBody>
      </p:sp>
      <p:sp>
        <p:nvSpPr>
          <p:cNvPr id="213033" name="Line 41"/>
          <p:cNvSpPr>
            <a:spLocks noChangeShapeType="1"/>
          </p:cNvSpPr>
          <p:nvPr/>
        </p:nvSpPr>
        <p:spPr bwMode="auto">
          <a:xfrm>
            <a:off x="5316538" y="4953000"/>
            <a:ext cx="0" cy="1066800"/>
          </a:xfrm>
          <a:prstGeom prst="line">
            <a:avLst/>
          </a:prstGeom>
          <a:noFill/>
          <a:ln w="19050">
            <a:solidFill>
              <a:srgbClr val="008000"/>
            </a:solidFill>
            <a:round/>
            <a:headEnd/>
            <a:tailEnd/>
          </a:ln>
        </p:spPr>
        <p:txBody>
          <a:bodyPr wrap="none" anchor="ctr"/>
          <a:lstStyle/>
          <a:p>
            <a:endParaRPr lang="zh-CN" altLang="en-US"/>
          </a:p>
        </p:txBody>
      </p:sp>
      <p:sp>
        <p:nvSpPr>
          <p:cNvPr id="213034" name="Rectangle 42"/>
          <p:cNvSpPr>
            <a:spLocks noChangeArrowheads="1"/>
          </p:cNvSpPr>
          <p:nvPr/>
        </p:nvSpPr>
        <p:spPr bwMode="auto">
          <a:xfrm>
            <a:off x="587375" y="1397000"/>
            <a:ext cx="7089775" cy="457200"/>
          </a:xfrm>
          <a:prstGeom prst="rect">
            <a:avLst/>
          </a:prstGeom>
          <a:noFill/>
          <a:ln w="9525">
            <a:noFill/>
            <a:miter lim="800000"/>
            <a:headEnd/>
            <a:tailEnd/>
          </a:ln>
        </p:spPr>
        <p:txBody>
          <a:bodyPr>
            <a:spAutoFit/>
          </a:bodyPr>
          <a:lstStyle/>
          <a:p>
            <a:pPr>
              <a:lnSpc>
                <a:spcPct val="100000"/>
              </a:lnSpc>
            </a:pPr>
            <a:r>
              <a:rPr lang="zh-CN" altLang="en-US" sz="2400">
                <a:latin typeface="宋体" pitchFamily="2" charset="-122"/>
                <a:ea typeface="宋体" pitchFamily="2" charset="-122"/>
              </a:rPr>
              <a:t>物体对斜面的压力和物体相对斜面的加速度。</a:t>
            </a:r>
          </a:p>
        </p:txBody>
      </p:sp>
      <p:sp>
        <p:nvSpPr>
          <p:cNvPr id="213035" name="Rectangle 43"/>
          <p:cNvSpPr>
            <a:spLocks noChangeArrowheads="1"/>
          </p:cNvSpPr>
          <p:nvPr/>
        </p:nvSpPr>
        <p:spPr bwMode="auto">
          <a:xfrm>
            <a:off x="115888" y="1350963"/>
            <a:ext cx="492125" cy="457200"/>
          </a:xfrm>
          <a:prstGeom prst="rect">
            <a:avLst/>
          </a:prstGeom>
          <a:noFill/>
          <a:ln w="9525">
            <a:noFill/>
            <a:miter lim="800000"/>
            <a:headEnd/>
            <a:tailEnd/>
          </a:ln>
        </p:spPr>
        <p:txBody>
          <a:bodyPr wrap="none">
            <a:spAutoFit/>
          </a:bodyPr>
          <a:lstStyle/>
          <a:p>
            <a:pPr algn="ctr">
              <a:lnSpc>
                <a:spcPct val="100000"/>
              </a:lnSpc>
              <a:spcBef>
                <a:spcPct val="0"/>
              </a:spcBef>
            </a:pPr>
            <a:r>
              <a:rPr lang="zh-CN" altLang="en-US" sz="2400">
                <a:solidFill>
                  <a:srgbClr val="FF3300"/>
                </a:solidFill>
                <a:latin typeface="宋体" pitchFamily="2" charset="-122"/>
                <a:ea typeface="宋体" pitchFamily="2" charset="-122"/>
              </a:rPr>
              <a:t>求</a:t>
            </a:r>
          </a:p>
        </p:txBody>
      </p:sp>
      <p:sp>
        <p:nvSpPr>
          <p:cNvPr id="213036" name="Rectangle 44"/>
          <p:cNvSpPr>
            <a:spLocks noChangeArrowheads="1"/>
          </p:cNvSpPr>
          <p:nvPr/>
        </p:nvSpPr>
        <p:spPr bwMode="auto">
          <a:xfrm>
            <a:off x="115888" y="1936750"/>
            <a:ext cx="492125" cy="457200"/>
          </a:xfrm>
          <a:prstGeom prst="rect">
            <a:avLst/>
          </a:prstGeom>
          <a:noFill/>
          <a:ln w="9525">
            <a:noFill/>
            <a:miter lim="800000"/>
            <a:headEnd/>
            <a:tailEnd/>
          </a:ln>
        </p:spPr>
        <p:txBody>
          <a:bodyPr wrap="none">
            <a:spAutoFit/>
          </a:bodyPr>
          <a:lstStyle/>
          <a:p>
            <a:pPr algn="ctr">
              <a:lnSpc>
                <a:spcPct val="100000"/>
              </a:lnSpc>
              <a:spcBef>
                <a:spcPct val="0"/>
              </a:spcBef>
            </a:pPr>
            <a:r>
              <a:rPr lang="zh-CN" altLang="en-US" sz="2400">
                <a:solidFill>
                  <a:srgbClr val="FF3300"/>
                </a:solidFill>
                <a:ea typeface="宋体" pitchFamily="2" charset="-122"/>
              </a:rPr>
              <a:t>解</a:t>
            </a:r>
          </a:p>
        </p:txBody>
      </p:sp>
      <p:grpSp>
        <p:nvGrpSpPr>
          <p:cNvPr id="4" name="Group 45"/>
          <p:cNvGrpSpPr>
            <a:grpSpLocks/>
          </p:cNvGrpSpPr>
          <p:nvPr/>
        </p:nvGrpSpPr>
        <p:grpSpPr bwMode="auto">
          <a:xfrm>
            <a:off x="8061325" y="1577975"/>
            <a:ext cx="431800" cy="501650"/>
            <a:chOff x="5078" y="994"/>
            <a:chExt cx="272" cy="316"/>
          </a:xfrm>
        </p:grpSpPr>
        <p:sp>
          <p:nvSpPr>
            <p:cNvPr id="11309" name="Line 46"/>
            <p:cNvSpPr>
              <a:spLocks noChangeShapeType="1"/>
            </p:cNvSpPr>
            <p:nvPr/>
          </p:nvSpPr>
          <p:spPr bwMode="auto">
            <a:xfrm flipV="1">
              <a:off x="5078" y="994"/>
              <a:ext cx="0" cy="316"/>
            </a:xfrm>
            <a:prstGeom prst="line">
              <a:avLst/>
            </a:prstGeom>
            <a:noFill/>
            <a:ln w="38100">
              <a:solidFill>
                <a:srgbClr val="0033CC"/>
              </a:solidFill>
              <a:round/>
              <a:headEnd/>
              <a:tailEnd type="triangle" w="med" len="med"/>
            </a:ln>
          </p:spPr>
          <p:txBody>
            <a:bodyPr wrap="none" anchor="ctr"/>
            <a:lstStyle/>
            <a:p>
              <a:endParaRPr lang="zh-CN" altLang="en-US"/>
            </a:p>
          </p:txBody>
        </p:sp>
        <p:graphicFrame>
          <p:nvGraphicFramePr>
            <p:cNvPr id="11280" name="Object 47"/>
            <p:cNvGraphicFramePr>
              <a:graphicFrameLocks/>
            </p:cNvGraphicFramePr>
            <p:nvPr/>
          </p:nvGraphicFramePr>
          <p:xfrm>
            <a:off x="5148" y="1052"/>
            <a:ext cx="202" cy="258"/>
          </p:xfrm>
          <a:graphic>
            <a:graphicData uri="http://schemas.openxmlformats.org/presentationml/2006/ole">
              <p:oleObj spid="_x0000_s11280" name="公式" r:id="rId16" imgW="177480" imgH="228600" progId="Equation.3">
                <p:embed/>
              </p:oleObj>
            </a:graphicData>
          </a:graphic>
        </p:graphicFrame>
      </p:grpSp>
      <p:graphicFrame>
        <p:nvGraphicFramePr>
          <p:cNvPr id="213040" name="Object 48"/>
          <p:cNvGraphicFramePr>
            <a:graphicFrameLocks noChangeAspect="1"/>
          </p:cNvGraphicFramePr>
          <p:nvPr/>
        </p:nvGraphicFramePr>
        <p:xfrm>
          <a:off x="4346575" y="2974975"/>
          <a:ext cx="2051050" cy="409575"/>
        </p:xfrm>
        <a:graphic>
          <a:graphicData uri="http://schemas.openxmlformats.org/presentationml/2006/ole">
            <p:oleObj spid="_x0000_s11277" name="公式" r:id="rId17" imgW="1143000" imgH="228600" progId="Equation.3">
              <p:embed/>
            </p:oleObj>
          </a:graphicData>
        </a:graphic>
      </p:graphicFrame>
      <p:graphicFrame>
        <p:nvGraphicFramePr>
          <p:cNvPr id="213041" name="Object 49"/>
          <p:cNvGraphicFramePr>
            <a:graphicFrameLocks noChangeAspect="1"/>
          </p:cNvGraphicFramePr>
          <p:nvPr/>
        </p:nvGraphicFramePr>
        <p:xfrm>
          <a:off x="4797425" y="3563938"/>
          <a:ext cx="1403350" cy="411162"/>
        </p:xfrm>
        <a:graphic>
          <a:graphicData uri="http://schemas.openxmlformats.org/presentationml/2006/ole">
            <p:oleObj spid="_x0000_s11278" name="公式" r:id="rId18" imgW="774360" imgH="228600" progId="Equation.3">
              <p:embed/>
            </p:oleObj>
          </a:graphicData>
        </a:graphic>
      </p:graphicFrame>
      <p:graphicFrame>
        <p:nvGraphicFramePr>
          <p:cNvPr id="213042" name="Object 50"/>
          <p:cNvGraphicFramePr>
            <a:graphicFrameLocks noChangeAspect="1"/>
          </p:cNvGraphicFramePr>
          <p:nvPr/>
        </p:nvGraphicFramePr>
        <p:xfrm>
          <a:off x="5422900" y="5589588"/>
          <a:ext cx="454025" cy="365125"/>
        </p:xfrm>
        <a:graphic>
          <a:graphicData uri="http://schemas.openxmlformats.org/presentationml/2006/ole">
            <p:oleObj spid="_x0000_s11279" name="公式" r:id="rId19" imgW="253800" imgH="203040" progId="Equation.3">
              <p:embed/>
            </p:oleObj>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13012"/>
                                        </p:tgtEl>
                                        <p:attrNameLst>
                                          <p:attrName>style.visibility</p:attrName>
                                        </p:attrNameLst>
                                      </p:cBhvr>
                                      <p:to>
                                        <p:strVal val="visible"/>
                                      </p:to>
                                    </p:set>
                                    <p:animEffect transition="in" filter="wipe(left)">
                                      <p:cBhvr>
                                        <p:cTn id="7" dur="500"/>
                                        <p:tgtEl>
                                          <p:spTgt spid="21301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13013"/>
                                        </p:tgtEl>
                                        <p:attrNameLst>
                                          <p:attrName>style.visibility</p:attrName>
                                        </p:attrNameLst>
                                      </p:cBhvr>
                                      <p:to>
                                        <p:strVal val="visible"/>
                                      </p:to>
                                    </p:set>
                                    <p:animEffect transition="in" filter="wipe(left)">
                                      <p:cBhvr>
                                        <p:cTn id="12" dur="500"/>
                                        <p:tgtEl>
                                          <p:spTgt spid="21301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left)">
                                      <p:cBhvr>
                                        <p:cTn id="17" dur="500"/>
                                        <p:tgtEl>
                                          <p:spTgt spid="3"/>
                                        </p:tgtEl>
                                      </p:cBhvr>
                                    </p:animEffect>
                                  </p:childTnLst>
                                </p:cTn>
                              </p:par>
                            </p:childTnLst>
                          </p:cTn>
                        </p:par>
                        <p:par>
                          <p:cTn id="18" fill="hold">
                            <p:stCondLst>
                              <p:cond delay="500"/>
                            </p:stCondLst>
                            <p:childTnLst>
                              <p:par>
                                <p:cTn id="19" presetID="22" presetClass="entr" presetSubtype="4" fill="hold" nodeType="after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wipe(down)">
                                      <p:cBhvr>
                                        <p:cTn id="21" dur="500"/>
                                        <p:tgtEl>
                                          <p:spTgt spid="4"/>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2"/>
                                        </p:tgtEl>
                                        <p:attrNameLst>
                                          <p:attrName>style.visibility</p:attrName>
                                        </p:attrNameLst>
                                      </p:cBhvr>
                                      <p:to>
                                        <p:strVal val="visible"/>
                                      </p:to>
                                    </p:set>
                                    <p:animEffect transition="in" filter="wipe(left)">
                                      <p:cBhvr>
                                        <p:cTn id="26" dur="500"/>
                                        <p:tgtEl>
                                          <p:spTgt spid="2"/>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213035">
                                            <p:txEl>
                                              <p:pRg st="0" end="0"/>
                                            </p:txEl>
                                          </p:spTgt>
                                        </p:tgtEl>
                                        <p:attrNameLst>
                                          <p:attrName>style.visibility</p:attrName>
                                        </p:attrNameLst>
                                      </p:cBhvr>
                                      <p:to>
                                        <p:strVal val="visible"/>
                                      </p:to>
                                    </p:set>
                                    <p:animEffect transition="in" filter="wipe(left)">
                                      <p:cBhvr>
                                        <p:cTn id="31" dur="500"/>
                                        <p:tgtEl>
                                          <p:spTgt spid="213035">
                                            <p:txEl>
                                              <p:pRg st="0" end="0"/>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213034">
                                            <p:txEl>
                                              <p:pRg st="0" end="0"/>
                                            </p:txEl>
                                          </p:spTgt>
                                        </p:tgtEl>
                                        <p:attrNameLst>
                                          <p:attrName>style.visibility</p:attrName>
                                        </p:attrNameLst>
                                      </p:cBhvr>
                                      <p:to>
                                        <p:strVal val="visible"/>
                                      </p:to>
                                    </p:set>
                                    <p:animEffect transition="in" filter="wipe(left)">
                                      <p:cBhvr>
                                        <p:cTn id="36" dur="500"/>
                                        <p:tgtEl>
                                          <p:spTgt spid="213034">
                                            <p:txEl>
                                              <p:pRg st="0" end="0"/>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212997"/>
                                        </p:tgtEl>
                                        <p:attrNameLst>
                                          <p:attrName>style.visibility</p:attrName>
                                        </p:attrNameLst>
                                      </p:cBhvr>
                                      <p:to>
                                        <p:strVal val="visible"/>
                                      </p:to>
                                    </p:set>
                                    <p:animEffect transition="in" filter="wipe(left)">
                                      <p:cBhvr>
                                        <p:cTn id="41" dur="500"/>
                                        <p:tgtEl>
                                          <p:spTgt spid="212997"/>
                                        </p:tgtEl>
                                      </p:cBhvr>
                                    </p:animEffect>
                                  </p:childTnLst>
                                </p:cTn>
                              </p:par>
                            </p:childTnLst>
                          </p:cTn>
                        </p:par>
                        <p:par>
                          <p:cTn id="42" fill="hold">
                            <p:stCondLst>
                              <p:cond delay="500"/>
                            </p:stCondLst>
                            <p:childTnLst>
                              <p:par>
                                <p:cTn id="43" presetID="22" presetClass="entr" presetSubtype="8" fill="hold" nodeType="afterEffect">
                                  <p:stCondLst>
                                    <p:cond delay="0"/>
                                  </p:stCondLst>
                                  <p:childTnLst>
                                    <p:set>
                                      <p:cBhvr>
                                        <p:cTn id="44" dur="1" fill="hold">
                                          <p:stCondLst>
                                            <p:cond delay="0"/>
                                          </p:stCondLst>
                                        </p:cTn>
                                        <p:tgtEl>
                                          <p:spTgt spid="213003"/>
                                        </p:tgtEl>
                                        <p:attrNameLst>
                                          <p:attrName>style.visibility</p:attrName>
                                        </p:attrNameLst>
                                      </p:cBhvr>
                                      <p:to>
                                        <p:strVal val="visible"/>
                                      </p:to>
                                    </p:set>
                                    <p:animEffect transition="in" filter="wipe(left)">
                                      <p:cBhvr>
                                        <p:cTn id="45" dur="500"/>
                                        <p:tgtEl>
                                          <p:spTgt spid="213003"/>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grpId="0" nodeType="clickEffect">
                                  <p:stCondLst>
                                    <p:cond delay="0"/>
                                  </p:stCondLst>
                                  <p:childTnLst>
                                    <p:set>
                                      <p:cBhvr>
                                        <p:cTn id="49" dur="1" fill="hold">
                                          <p:stCondLst>
                                            <p:cond delay="0"/>
                                          </p:stCondLst>
                                        </p:cTn>
                                        <p:tgtEl>
                                          <p:spTgt spid="213036">
                                            <p:txEl>
                                              <p:pRg st="0" end="0"/>
                                            </p:txEl>
                                          </p:spTgt>
                                        </p:tgtEl>
                                        <p:attrNameLst>
                                          <p:attrName>style.visibility</p:attrName>
                                        </p:attrNameLst>
                                      </p:cBhvr>
                                      <p:to>
                                        <p:strVal val="visible"/>
                                      </p:to>
                                    </p:set>
                                    <p:animEffect transition="in" filter="wipe(left)">
                                      <p:cBhvr>
                                        <p:cTn id="50" dur="500"/>
                                        <p:tgtEl>
                                          <p:spTgt spid="213036">
                                            <p:txEl>
                                              <p:pRg st="0" end="0"/>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grpId="0" nodeType="clickEffect">
                                  <p:stCondLst>
                                    <p:cond delay="0"/>
                                  </p:stCondLst>
                                  <p:childTnLst>
                                    <p:set>
                                      <p:cBhvr>
                                        <p:cTn id="54" dur="1" fill="hold">
                                          <p:stCondLst>
                                            <p:cond delay="0"/>
                                          </p:stCondLst>
                                        </p:cTn>
                                        <p:tgtEl>
                                          <p:spTgt spid="213011"/>
                                        </p:tgtEl>
                                        <p:attrNameLst>
                                          <p:attrName>style.visibility</p:attrName>
                                        </p:attrNameLst>
                                      </p:cBhvr>
                                      <p:to>
                                        <p:strVal val="visible"/>
                                      </p:to>
                                    </p:set>
                                    <p:animEffect transition="in" filter="wipe(left)">
                                      <p:cBhvr>
                                        <p:cTn id="55" dur="500"/>
                                        <p:tgtEl>
                                          <p:spTgt spid="213011"/>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8" fill="hold" grpId="0" nodeType="clickEffect">
                                  <p:stCondLst>
                                    <p:cond delay="0"/>
                                  </p:stCondLst>
                                  <p:childTnLst>
                                    <p:set>
                                      <p:cBhvr>
                                        <p:cTn id="59" dur="1" fill="hold">
                                          <p:stCondLst>
                                            <p:cond delay="0"/>
                                          </p:stCondLst>
                                        </p:cTn>
                                        <p:tgtEl>
                                          <p:spTgt spid="213016"/>
                                        </p:tgtEl>
                                        <p:attrNameLst>
                                          <p:attrName>style.visibility</p:attrName>
                                        </p:attrNameLst>
                                      </p:cBhvr>
                                      <p:to>
                                        <p:strVal val="visible"/>
                                      </p:to>
                                    </p:set>
                                    <p:animEffect transition="in" filter="wipe(left)">
                                      <p:cBhvr>
                                        <p:cTn id="60" dur="500"/>
                                        <p:tgtEl>
                                          <p:spTgt spid="213016"/>
                                        </p:tgtEl>
                                      </p:cBhvr>
                                    </p:animEffect>
                                  </p:childTnLst>
                                </p:cTn>
                              </p:par>
                            </p:childTnLst>
                          </p:cTn>
                        </p:par>
                        <p:par>
                          <p:cTn id="61" fill="hold">
                            <p:stCondLst>
                              <p:cond delay="500"/>
                            </p:stCondLst>
                            <p:childTnLst>
                              <p:par>
                                <p:cTn id="62" presetID="22" presetClass="entr" presetSubtype="8" fill="hold" grpId="0" nodeType="afterEffect">
                                  <p:stCondLst>
                                    <p:cond delay="0"/>
                                  </p:stCondLst>
                                  <p:childTnLst>
                                    <p:set>
                                      <p:cBhvr>
                                        <p:cTn id="63" dur="1" fill="hold">
                                          <p:stCondLst>
                                            <p:cond delay="0"/>
                                          </p:stCondLst>
                                        </p:cTn>
                                        <p:tgtEl>
                                          <p:spTgt spid="213033"/>
                                        </p:tgtEl>
                                        <p:attrNameLst>
                                          <p:attrName>style.visibility</p:attrName>
                                        </p:attrNameLst>
                                      </p:cBhvr>
                                      <p:to>
                                        <p:strVal val="visible"/>
                                      </p:to>
                                    </p:set>
                                    <p:animEffect transition="in" filter="wipe(left)">
                                      <p:cBhvr>
                                        <p:cTn id="64" dur="500"/>
                                        <p:tgtEl>
                                          <p:spTgt spid="213033"/>
                                        </p:tgtEl>
                                      </p:cBhvr>
                                    </p:animEffect>
                                  </p:childTnLst>
                                </p:cTn>
                              </p:par>
                            </p:childTnLst>
                          </p:cTn>
                        </p:par>
                        <p:par>
                          <p:cTn id="65" fill="hold">
                            <p:stCondLst>
                              <p:cond delay="1000"/>
                            </p:stCondLst>
                            <p:childTnLst>
                              <p:par>
                                <p:cTn id="66" presetID="22" presetClass="entr" presetSubtype="8" fill="hold" grpId="0" nodeType="afterEffect">
                                  <p:stCondLst>
                                    <p:cond delay="0"/>
                                  </p:stCondLst>
                                  <p:childTnLst>
                                    <p:set>
                                      <p:cBhvr>
                                        <p:cTn id="67" dur="1" fill="hold">
                                          <p:stCondLst>
                                            <p:cond delay="0"/>
                                          </p:stCondLst>
                                        </p:cTn>
                                        <p:tgtEl>
                                          <p:spTgt spid="213017"/>
                                        </p:tgtEl>
                                        <p:attrNameLst>
                                          <p:attrName>style.visibility</p:attrName>
                                        </p:attrNameLst>
                                      </p:cBhvr>
                                      <p:to>
                                        <p:strVal val="visible"/>
                                      </p:to>
                                    </p:set>
                                    <p:animEffect transition="in" filter="wipe(left)">
                                      <p:cBhvr>
                                        <p:cTn id="68" dur="500"/>
                                        <p:tgtEl>
                                          <p:spTgt spid="213017"/>
                                        </p:tgtEl>
                                      </p:cBhvr>
                                    </p:animEffect>
                                  </p:childTnLst>
                                </p:cTn>
                              </p:par>
                            </p:childTnLst>
                          </p:cTn>
                        </p:par>
                        <p:par>
                          <p:cTn id="69" fill="hold">
                            <p:stCondLst>
                              <p:cond delay="1500"/>
                            </p:stCondLst>
                            <p:childTnLst>
                              <p:par>
                                <p:cTn id="70" presetID="22" presetClass="entr" presetSubtype="4" fill="hold" grpId="0" nodeType="afterEffect">
                                  <p:stCondLst>
                                    <p:cond delay="0"/>
                                  </p:stCondLst>
                                  <p:childTnLst>
                                    <p:set>
                                      <p:cBhvr>
                                        <p:cTn id="71" dur="1" fill="hold">
                                          <p:stCondLst>
                                            <p:cond delay="0"/>
                                          </p:stCondLst>
                                        </p:cTn>
                                        <p:tgtEl>
                                          <p:spTgt spid="213018"/>
                                        </p:tgtEl>
                                        <p:attrNameLst>
                                          <p:attrName>style.visibility</p:attrName>
                                        </p:attrNameLst>
                                      </p:cBhvr>
                                      <p:to>
                                        <p:strVal val="visible"/>
                                      </p:to>
                                    </p:set>
                                    <p:animEffect transition="in" filter="wipe(down)">
                                      <p:cBhvr>
                                        <p:cTn id="72" dur="500"/>
                                        <p:tgtEl>
                                          <p:spTgt spid="213018"/>
                                        </p:tgtEl>
                                      </p:cBhvr>
                                    </p:animEffect>
                                  </p:childTnLst>
                                </p:cTn>
                              </p:par>
                            </p:childTnLst>
                          </p:cTn>
                        </p:par>
                        <p:par>
                          <p:cTn id="73" fill="hold">
                            <p:stCondLst>
                              <p:cond delay="2000"/>
                            </p:stCondLst>
                            <p:childTnLst>
                              <p:par>
                                <p:cTn id="74" presetID="22" presetClass="entr" presetSubtype="8" fill="hold" nodeType="afterEffect">
                                  <p:stCondLst>
                                    <p:cond delay="0"/>
                                  </p:stCondLst>
                                  <p:childTnLst>
                                    <p:set>
                                      <p:cBhvr>
                                        <p:cTn id="75" dur="1" fill="hold">
                                          <p:stCondLst>
                                            <p:cond delay="0"/>
                                          </p:stCondLst>
                                        </p:cTn>
                                        <p:tgtEl>
                                          <p:spTgt spid="213027"/>
                                        </p:tgtEl>
                                        <p:attrNameLst>
                                          <p:attrName>style.visibility</p:attrName>
                                        </p:attrNameLst>
                                      </p:cBhvr>
                                      <p:to>
                                        <p:strVal val="visible"/>
                                      </p:to>
                                    </p:set>
                                    <p:animEffect transition="in" filter="wipe(left)">
                                      <p:cBhvr>
                                        <p:cTn id="76" dur="500"/>
                                        <p:tgtEl>
                                          <p:spTgt spid="213027"/>
                                        </p:tgtEl>
                                      </p:cBhvr>
                                    </p:animEffect>
                                  </p:childTnLst>
                                </p:cTn>
                              </p:par>
                            </p:childTnLst>
                          </p:cTn>
                        </p:par>
                        <p:par>
                          <p:cTn id="77" fill="hold">
                            <p:stCondLst>
                              <p:cond delay="2500"/>
                            </p:stCondLst>
                            <p:childTnLst>
                              <p:par>
                                <p:cTn id="78" presetID="22" presetClass="entr" presetSubtype="8" fill="hold" grpId="0" nodeType="afterEffect">
                                  <p:stCondLst>
                                    <p:cond delay="0"/>
                                  </p:stCondLst>
                                  <p:childTnLst>
                                    <p:set>
                                      <p:cBhvr>
                                        <p:cTn id="79" dur="1" fill="hold">
                                          <p:stCondLst>
                                            <p:cond delay="0"/>
                                          </p:stCondLst>
                                        </p:cTn>
                                        <p:tgtEl>
                                          <p:spTgt spid="213019"/>
                                        </p:tgtEl>
                                        <p:attrNameLst>
                                          <p:attrName>style.visibility</p:attrName>
                                        </p:attrNameLst>
                                      </p:cBhvr>
                                      <p:to>
                                        <p:strVal val="visible"/>
                                      </p:to>
                                    </p:set>
                                    <p:animEffect transition="in" filter="wipe(left)">
                                      <p:cBhvr>
                                        <p:cTn id="80" dur="500"/>
                                        <p:tgtEl>
                                          <p:spTgt spid="213019"/>
                                        </p:tgtEl>
                                      </p:cBhvr>
                                    </p:animEffect>
                                  </p:childTnLst>
                                </p:cTn>
                              </p:par>
                            </p:childTnLst>
                          </p:cTn>
                        </p:par>
                      </p:childTnLst>
                    </p:cTn>
                  </p:par>
                  <p:par>
                    <p:cTn id="81" fill="hold">
                      <p:stCondLst>
                        <p:cond delay="indefinite"/>
                      </p:stCondLst>
                      <p:childTnLst>
                        <p:par>
                          <p:cTn id="82" fill="hold">
                            <p:stCondLst>
                              <p:cond delay="0"/>
                            </p:stCondLst>
                            <p:childTnLst>
                              <p:par>
                                <p:cTn id="83" presetID="22" presetClass="entr" presetSubtype="8" fill="hold" grpId="0" nodeType="clickEffect">
                                  <p:stCondLst>
                                    <p:cond delay="0"/>
                                  </p:stCondLst>
                                  <p:childTnLst>
                                    <p:set>
                                      <p:cBhvr>
                                        <p:cTn id="84" dur="1" fill="hold">
                                          <p:stCondLst>
                                            <p:cond delay="0"/>
                                          </p:stCondLst>
                                        </p:cTn>
                                        <p:tgtEl>
                                          <p:spTgt spid="213029"/>
                                        </p:tgtEl>
                                        <p:attrNameLst>
                                          <p:attrName>style.visibility</p:attrName>
                                        </p:attrNameLst>
                                      </p:cBhvr>
                                      <p:to>
                                        <p:strVal val="visible"/>
                                      </p:to>
                                    </p:set>
                                    <p:animEffect transition="in" filter="wipe(left)">
                                      <p:cBhvr>
                                        <p:cTn id="85" dur="500"/>
                                        <p:tgtEl>
                                          <p:spTgt spid="213029"/>
                                        </p:tgtEl>
                                      </p:cBhvr>
                                    </p:animEffect>
                                  </p:childTnLst>
                                </p:cTn>
                              </p:par>
                            </p:childTnLst>
                          </p:cTn>
                        </p:par>
                        <p:par>
                          <p:cTn id="86" fill="hold">
                            <p:stCondLst>
                              <p:cond delay="500"/>
                            </p:stCondLst>
                            <p:childTnLst>
                              <p:par>
                                <p:cTn id="87" presetID="22" presetClass="entr" presetSubtype="8" fill="hold" nodeType="afterEffect">
                                  <p:stCondLst>
                                    <p:cond delay="0"/>
                                  </p:stCondLst>
                                  <p:childTnLst>
                                    <p:set>
                                      <p:cBhvr>
                                        <p:cTn id="88" dur="1" fill="hold">
                                          <p:stCondLst>
                                            <p:cond delay="0"/>
                                          </p:stCondLst>
                                        </p:cTn>
                                        <p:tgtEl>
                                          <p:spTgt spid="213030"/>
                                        </p:tgtEl>
                                        <p:attrNameLst>
                                          <p:attrName>style.visibility</p:attrName>
                                        </p:attrNameLst>
                                      </p:cBhvr>
                                      <p:to>
                                        <p:strVal val="visible"/>
                                      </p:to>
                                    </p:set>
                                    <p:animEffect transition="in" filter="wipe(left)">
                                      <p:cBhvr>
                                        <p:cTn id="89" dur="500"/>
                                        <p:tgtEl>
                                          <p:spTgt spid="213030"/>
                                        </p:tgtEl>
                                      </p:cBhvr>
                                    </p:animEffect>
                                  </p:childTnLst>
                                </p:cTn>
                              </p:par>
                            </p:childTnLst>
                          </p:cTn>
                        </p:par>
                      </p:childTnLst>
                    </p:cTn>
                  </p:par>
                  <p:par>
                    <p:cTn id="90" fill="hold">
                      <p:stCondLst>
                        <p:cond delay="indefinite"/>
                      </p:stCondLst>
                      <p:childTnLst>
                        <p:par>
                          <p:cTn id="91" fill="hold">
                            <p:stCondLst>
                              <p:cond delay="0"/>
                            </p:stCondLst>
                            <p:childTnLst>
                              <p:par>
                                <p:cTn id="92" presetID="22" presetClass="entr" presetSubtype="1" fill="hold" grpId="0" nodeType="clickEffect">
                                  <p:stCondLst>
                                    <p:cond delay="0"/>
                                  </p:stCondLst>
                                  <p:childTnLst>
                                    <p:set>
                                      <p:cBhvr>
                                        <p:cTn id="93" dur="1" fill="hold">
                                          <p:stCondLst>
                                            <p:cond delay="0"/>
                                          </p:stCondLst>
                                        </p:cTn>
                                        <p:tgtEl>
                                          <p:spTgt spid="213022"/>
                                        </p:tgtEl>
                                        <p:attrNameLst>
                                          <p:attrName>style.visibility</p:attrName>
                                        </p:attrNameLst>
                                      </p:cBhvr>
                                      <p:to>
                                        <p:strVal val="visible"/>
                                      </p:to>
                                    </p:set>
                                    <p:animEffect transition="in" filter="wipe(up)">
                                      <p:cBhvr>
                                        <p:cTn id="94" dur="500"/>
                                        <p:tgtEl>
                                          <p:spTgt spid="213022"/>
                                        </p:tgtEl>
                                      </p:cBhvr>
                                    </p:animEffect>
                                  </p:childTnLst>
                                </p:cTn>
                              </p:par>
                            </p:childTnLst>
                          </p:cTn>
                        </p:par>
                        <p:par>
                          <p:cTn id="95" fill="hold">
                            <p:stCondLst>
                              <p:cond delay="500"/>
                            </p:stCondLst>
                            <p:childTnLst>
                              <p:par>
                                <p:cTn id="96" presetID="22" presetClass="entr" presetSubtype="8" fill="hold" nodeType="afterEffect">
                                  <p:stCondLst>
                                    <p:cond delay="0"/>
                                  </p:stCondLst>
                                  <p:childTnLst>
                                    <p:set>
                                      <p:cBhvr>
                                        <p:cTn id="97" dur="1" fill="hold">
                                          <p:stCondLst>
                                            <p:cond delay="0"/>
                                          </p:stCondLst>
                                        </p:cTn>
                                        <p:tgtEl>
                                          <p:spTgt spid="213042"/>
                                        </p:tgtEl>
                                        <p:attrNameLst>
                                          <p:attrName>style.visibility</p:attrName>
                                        </p:attrNameLst>
                                      </p:cBhvr>
                                      <p:to>
                                        <p:strVal val="visible"/>
                                      </p:to>
                                    </p:set>
                                    <p:animEffect transition="in" filter="wipe(left)">
                                      <p:cBhvr>
                                        <p:cTn id="98" dur="500"/>
                                        <p:tgtEl>
                                          <p:spTgt spid="213042"/>
                                        </p:tgtEl>
                                      </p:cBhvr>
                                    </p:animEffect>
                                  </p:childTnLst>
                                </p:cTn>
                              </p:par>
                            </p:childTnLst>
                          </p:cTn>
                        </p:par>
                        <p:par>
                          <p:cTn id="99" fill="hold">
                            <p:stCondLst>
                              <p:cond delay="1000"/>
                            </p:stCondLst>
                            <p:childTnLst>
                              <p:par>
                                <p:cTn id="100" presetID="22" presetClass="entr" presetSubtype="1" fill="hold" grpId="0" nodeType="afterEffect">
                                  <p:stCondLst>
                                    <p:cond delay="0"/>
                                  </p:stCondLst>
                                  <p:childTnLst>
                                    <p:set>
                                      <p:cBhvr>
                                        <p:cTn id="101" dur="1" fill="hold">
                                          <p:stCondLst>
                                            <p:cond delay="0"/>
                                          </p:stCondLst>
                                        </p:cTn>
                                        <p:tgtEl>
                                          <p:spTgt spid="213028"/>
                                        </p:tgtEl>
                                        <p:attrNameLst>
                                          <p:attrName>style.visibility</p:attrName>
                                        </p:attrNameLst>
                                      </p:cBhvr>
                                      <p:to>
                                        <p:strVal val="visible"/>
                                      </p:to>
                                    </p:set>
                                    <p:animEffect transition="in" filter="wipe(up)">
                                      <p:cBhvr>
                                        <p:cTn id="102" dur="500"/>
                                        <p:tgtEl>
                                          <p:spTgt spid="213028"/>
                                        </p:tgtEl>
                                      </p:cBhvr>
                                    </p:animEffect>
                                  </p:childTnLst>
                                </p:cTn>
                              </p:par>
                            </p:childTnLst>
                          </p:cTn>
                        </p:par>
                      </p:childTnLst>
                    </p:cTn>
                  </p:par>
                  <p:par>
                    <p:cTn id="103" fill="hold">
                      <p:stCondLst>
                        <p:cond delay="indefinite"/>
                      </p:stCondLst>
                      <p:childTnLst>
                        <p:par>
                          <p:cTn id="104" fill="hold">
                            <p:stCondLst>
                              <p:cond delay="0"/>
                            </p:stCondLst>
                            <p:childTnLst>
                              <p:par>
                                <p:cTn id="105" presetID="22" presetClass="entr" presetSubtype="4" fill="hold" grpId="0" nodeType="clickEffect">
                                  <p:stCondLst>
                                    <p:cond delay="0"/>
                                  </p:stCondLst>
                                  <p:childTnLst>
                                    <p:set>
                                      <p:cBhvr>
                                        <p:cTn id="106" dur="1" fill="hold">
                                          <p:stCondLst>
                                            <p:cond delay="0"/>
                                          </p:stCondLst>
                                        </p:cTn>
                                        <p:tgtEl>
                                          <p:spTgt spid="213023"/>
                                        </p:tgtEl>
                                        <p:attrNameLst>
                                          <p:attrName>style.visibility</p:attrName>
                                        </p:attrNameLst>
                                      </p:cBhvr>
                                      <p:to>
                                        <p:strVal val="visible"/>
                                      </p:to>
                                    </p:set>
                                    <p:animEffect transition="in" filter="wipe(down)">
                                      <p:cBhvr>
                                        <p:cTn id="107" dur="500"/>
                                        <p:tgtEl>
                                          <p:spTgt spid="213023"/>
                                        </p:tgtEl>
                                      </p:cBhvr>
                                    </p:animEffect>
                                  </p:childTnLst>
                                </p:cTn>
                              </p:par>
                            </p:childTnLst>
                          </p:cTn>
                        </p:par>
                        <p:par>
                          <p:cTn id="108" fill="hold">
                            <p:stCondLst>
                              <p:cond delay="500"/>
                            </p:stCondLst>
                            <p:childTnLst>
                              <p:par>
                                <p:cTn id="109" presetID="22" presetClass="entr" presetSubtype="8" fill="hold" nodeType="afterEffect">
                                  <p:stCondLst>
                                    <p:cond delay="0"/>
                                  </p:stCondLst>
                                  <p:childTnLst>
                                    <p:set>
                                      <p:cBhvr>
                                        <p:cTn id="110" dur="1" fill="hold">
                                          <p:stCondLst>
                                            <p:cond delay="0"/>
                                          </p:stCondLst>
                                        </p:cTn>
                                        <p:tgtEl>
                                          <p:spTgt spid="213024"/>
                                        </p:tgtEl>
                                        <p:attrNameLst>
                                          <p:attrName>style.visibility</p:attrName>
                                        </p:attrNameLst>
                                      </p:cBhvr>
                                      <p:to>
                                        <p:strVal val="visible"/>
                                      </p:to>
                                    </p:set>
                                    <p:animEffect transition="in" filter="wipe(left)">
                                      <p:cBhvr>
                                        <p:cTn id="111" dur="500"/>
                                        <p:tgtEl>
                                          <p:spTgt spid="213024"/>
                                        </p:tgtEl>
                                      </p:cBhvr>
                                    </p:animEffect>
                                  </p:childTnLst>
                                </p:cTn>
                              </p:par>
                            </p:childTnLst>
                          </p:cTn>
                        </p:par>
                      </p:childTnLst>
                    </p:cTn>
                  </p:par>
                  <p:par>
                    <p:cTn id="112" fill="hold">
                      <p:stCondLst>
                        <p:cond delay="indefinite"/>
                      </p:stCondLst>
                      <p:childTnLst>
                        <p:par>
                          <p:cTn id="113" fill="hold">
                            <p:stCondLst>
                              <p:cond delay="0"/>
                            </p:stCondLst>
                            <p:childTnLst>
                              <p:par>
                                <p:cTn id="114" presetID="22" presetClass="entr" presetSubtype="8" fill="hold" grpId="0" nodeType="clickEffect">
                                  <p:stCondLst>
                                    <p:cond delay="0"/>
                                  </p:stCondLst>
                                  <p:childTnLst>
                                    <p:set>
                                      <p:cBhvr>
                                        <p:cTn id="115" dur="1" fill="hold">
                                          <p:stCondLst>
                                            <p:cond delay="0"/>
                                          </p:stCondLst>
                                        </p:cTn>
                                        <p:tgtEl>
                                          <p:spTgt spid="213020"/>
                                        </p:tgtEl>
                                        <p:attrNameLst>
                                          <p:attrName>style.visibility</p:attrName>
                                        </p:attrNameLst>
                                      </p:cBhvr>
                                      <p:to>
                                        <p:strVal val="visible"/>
                                      </p:to>
                                    </p:set>
                                    <p:animEffect transition="in" filter="wipe(left)">
                                      <p:cBhvr>
                                        <p:cTn id="116" dur="500"/>
                                        <p:tgtEl>
                                          <p:spTgt spid="213020"/>
                                        </p:tgtEl>
                                      </p:cBhvr>
                                    </p:animEffect>
                                  </p:childTnLst>
                                </p:cTn>
                              </p:par>
                            </p:childTnLst>
                          </p:cTn>
                        </p:par>
                        <p:par>
                          <p:cTn id="117" fill="hold">
                            <p:stCondLst>
                              <p:cond delay="500"/>
                            </p:stCondLst>
                            <p:childTnLst>
                              <p:par>
                                <p:cTn id="118" presetID="22" presetClass="entr" presetSubtype="8" fill="hold" grpId="0" nodeType="afterEffect">
                                  <p:stCondLst>
                                    <p:cond delay="0"/>
                                  </p:stCondLst>
                                  <p:childTnLst>
                                    <p:set>
                                      <p:cBhvr>
                                        <p:cTn id="119" dur="1" fill="hold">
                                          <p:stCondLst>
                                            <p:cond delay="0"/>
                                          </p:stCondLst>
                                        </p:cTn>
                                        <p:tgtEl>
                                          <p:spTgt spid="213015"/>
                                        </p:tgtEl>
                                        <p:attrNameLst>
                                          <p:attrName>style.visibility</p:attrName>
                                        </p:attrNameLst>
                                      </p:cBhvr>
                                      <p:to>
                                        <p:strVal val="visible"/>
                                      </p:to>
                                    </p:set>
                                    <p:animEffect transition="in" filter="wipe(left)">
                                      <p:cBhvr>
                                        <p:cTn id="120" dur="500"/>
                                        <p:tgtEl>
                                          <p:spTgt spid="213015"/>
                                        </p:tgtEl>
                                      </p:cBhvr>
                                    </p:animEffect>
                                  </p:childTnLst>
                                </p:cTn>
                              </p:par>
                            </p:childTnLst>
                          </p:cTn>
                        </p:par>
                        <p:par>
                          <p:cTn id="121" fill="hold">
                            <p:stCondLst>
                              <p:cond delay="1000"/>
                            </p:stCondLst>
                            <p:childTnLst>
                              <p:par>
                                <p:cTn id="122" presetID="22" presetClass="entr" presetSubtype="4" fill="hold" grpId="0" nodeType="afterEffect">
                                  <p:stCondLst>
                                    <p:cond delay="0"/>
                                  </p:stCondLst>
                                  <p:childTnLst>
                                    <p:set>
                                      <p:cBhvr>
                                        <p:cTn id="123" dur="1" fill="hold">
                                          <p:stCondLst>
                                            <p:cond delay="0"/>
                                          </p:stCondLst>
                                        </p:cTn>
                                        <p:tgtEl>
                                          <p:spTgt spid="213021"/>
                                        </p:tgtEl>
                                        <p:attrNameLst>
                                          <p:attrName>style.visibility</p:attrName>
                                        </p:attrNameLst>
                                      </p:cBhvr>
                                      <p:to>
                                        <p:strVal val="visible"/>
                                      </p:to>
                                    </p:set>
                                    <p:animEffect transition="in" filter="wipe(down)">
                                      <p:cBhvr>
                                        <p:cTn id="124" dur="500"/>
                                        <p:tgtEl>
                                          <p:spTgt spid="213021"/>
                                        </p:tgtEl>
                                      </p:cBhvr>
                                    </p:animEffect>
                                  </p:childTnLst>
                                </p:cTn>
                              </p:par>
                            </p:childTnLst>
                          </p:cTn>
                        </p:par>
                        <p:par>
                          <p:cTn id="125" fill="hold">
                            <p:stCondLst>
                              <p:cond delay="1500"/>
                            </p:stCondLst>
                            <p:childTnLst>
                              <p:par>
                                <p:cTn id="126" presetID="22" presetClass="entr" presetSubtype="8" fill="hold" grpId="0" nodeType="afterEffect">
                                  <p:stCondLst>
                                    <p:cond delay="0"/>
                                  </p:stCondLst>
                                  <p:childTnLst>
                                    <p:set>
                                      <p:cBhvr>
                                        <p:cTn id="127" dur="1" fill="hold">
                                          <p:stCondLst>
                                            <p:cond delay="0"/>
                                          </p:stCondLst>
                                        </p:cTn>
                                        <p:tgtEl>
                                          <p:spTgt spid="213014"/>
                                        </p:tgtEl>
                                        <p:attrNameLst>
                                          <p:attrName>style.visibility</p:attrName>
                                        </p:attrNameLst>
                                      </p:cBhvr>
                                      <p:to>
                                        <p:strVal val="visible"/>
                                      </p:to>
                                    </p:set>
                                    <p:animEffect transition="in" filter="wipe(left)">
                                      <p:cBhvr>
                                        <p:cTn id="128" dur="500"/>
                                        <p:tgtEl>
                                          <p:spTgt spid="213014"/>
                                        </p:tgtEl>
                                      </p:cBhvr>
                                    </p:animEffect>
                                  </p:childTnLst>
                                </p:cTn>
                              </p:par>
                            </p:childTnLst>
                          </p:cTn>
                        </p:par>
                      </p:childTnLst>
                    </p:cTn>
                  </p:par>
                  <p:par>
                    <p:cTn id="129" fill="hold">
                      <p:stCondLst>
                        <p:cond delay="indefinite"/>
                      </p:stCondLst>
                      <p:childTnLst>
                        <p:par>
                          <p:cTn id="130" fill="hold">
                            <p:stCondLst>
                              <p:cond delay="0"/>
                            </p:stCondLst>
                            <p:childTnLst>
                              <p:par>
                                <p:cTn id="131" presetID="22" presetClass="entr" presetSubtype="4" fill="hold" grpId="0" nodeType="clickEffect">
                                  <p:stCondLst>
                                    <p:cond delay="0"/>
                                  </p:stCondLst>
                                  <p:childTnLst>
                                    <p:set>
                                      <p:cBhvr>
                                        <p:cTn id="132" dur="1" fill="hold">
                                          <p:stCondLst>
                                            <p:cond delay="0"/>
                                          </p:stCondLst>
                                        </p:cTn>
                                        <p:tgtEl>
                                          <p:spTgt spid="213025"/>
                                        </p:tgtEl>
                                        <p:attrNameLst>
                                          <p:attrName>style.visibility</p:attrName>
                                        </p:attrNameLst>
                                      </p:cBhvr>
                                      <p:to>
                                        <p:strVal val="visible"/>
                                      </p:to>
                                    </p:set>
                                    <p:animEffect transition="in" filter="wipe(down)">
                                      <p:cBhvr>
                                        <p:cTn id="133" dur="500"/>
                                        <p:tgtEl>
                                          <p:spTgt spid="213025"/>
                                        </p:tgtEl>
                                      </p:cBhvr>
                                    </p:animEffect>
                                  </p:childTnLst>
                                </p:cTn>
                              </p:par>
                            </p:childTnLst>
                          </p:cTn>
                        </p:par>
                        <p:par>
                          <p:cTn id="134" fill="hold">
                            <p:stCondLst>
                              <p:cond delay="500"/>
                            </p:stCondLst>
                            <p:childTnLst>
                              <p:par>
                                <p:cTn id="135" presetID="22" presetClass="entr" presetSubtype="8" fill="hold" nodeType="afterEffect">
                                  <p:stCondLst>
                                    <p:cond delay="0"/>
                                  </p:stCondLst>
                                  <p:childTnLst>
                                    <p:set>
                                      <p:cBhvr>
                                        <p:cTn id="136" dur="1" fill="hold">
                                          <p:stCondLst>
                                            <p:cond delay="0"/>
                                          </p:stCondLst>
                                        </p:cTn>
                                        <p:tgtEl>
                                          <p:spTgt spid="213026"/>
                                        </p:tgtEl>
                                        <p:attrNameLst>
                                          <p:attrName>style.visibility</p:attrName>
                                        </p:attrNameLst>
                                      </p:cBhvr>
                                      <p:to>
                                        <p:strVal val="visible"/>
                                      </p:to>
                                    </p:set>
                                    <p:animEffect transition="in" filter="wipe(left)">
                                      <p:cBhvr>
                                        <p:cTn id="137" dur="500"/>
                                        <p:tgtEl>
                                          <p:spTgt spid="213026"/>
                                        </p:tgtEl>
                                      </p:cBhvr>
                                    </p:animEffect>
                                  </p:childTnLst>
                                </p:cTn>
                              </p:par>
                            </p:childTnLst>
                          </p:cTn>
                        </p:par>
                      </p:childTnLst>
                    </p:cTn>
                  </p:par>
                  <p:par>
                    <p:cTn id="138" fill="hold">
                      <p:stCondLst>
                        <p:cond delay="indefinite"/>
                      </p:stCondLst>
                      <p:childTnLst>
                        <p:par>
                          <p:cTn id="139" fill="hold">
                            <p:stCondLst>
                              <p:cond delay="0"/>
                            </p:stCondLst>
                            <p:childTnLst>
                              <p:par>
                                <p:cTn id="140" presetID="23" presetClass="entr" presetSubtype="16" fill="hold" nodeType="clickEffect">
                                  <p:stCondLst>
                                    <p:cond delay="0"/>
                                  </p:stCondLst>
                                  <p:childTnLst>
                                    <p:set>
                                      <p:cBhvr>
                                        <p:cTn id="141" dur="1" fill="hold">
                                          <p:stCondLst>
                                            <p:cond delay="0"/>
                                          </p:stCondLst>
                                        </p:cTn>
                                        <p:tgtEl>
                                          <p:spTgt spid="213005"/>
                                        </p:tgtEl>
                                        <p:attrNameLst>
                                          <p:attrName>style.visibility</p:attrName>
                                        </p:attrNameLst>
                                      </p:cBhvr>
                                      <p:to>
                                        <p:strVal val="visible"/>
                                      </p:to>
                                    </p:set>
                                    <p:anim calcmode="lin" valueType="num">
                                      <p:cBhvr>
                                        <p:cTn id="142" dur="500" fill="hold"/>
                                        <p:tgtEl>
                                          <p:spTgt spid="213005"/>
                                        </p:tgtEl>
                                        <p:attrNameLst>
                                          <p:attrName>ppt_w</p:attrName>
                                        </p:attrNameLst>
                                      </p:cBhvr>
                                      <p:tavLst>
                                        <p:tav tm="0">
                                          <p:val>
                                            <p:fltVal val="0"/>
                                          </p:val>
                                        </p:tav>
                                        <p:tav tm="100000">
                                          <p:val>
                                            <p:strVal val="#ppt_w"/>
                                          </p:val>
                                        </p:tav>
                                      </p:tavLst>
                                    </p:anim>
                                    <p:anim calcmode="lin" valueType="num">
                                      <p:cBhvr>
                                        <p:cTn id="143" dur="500" fill="hold"/>
                                        <p:tgtEl>
                                          <p:spTgt spid="213005"/>
                                        </p:tgtEl>
                                        <p:attrNameLst>
                                          <p:attrName>ppt_h</p:attrName>
                                        </p:attrNameLst>
                                      </p:cBhvr>
                                      <p:tavLst>
                                        <p:tav tm="0">
                                          <p:val>
                                            <p:fltVal val="0"/>
                                          </p:val>
                                        </p:tav>
                                        <p:tav tm="100000">
                                          <p:val>
                                            <p:strVal val="#ppt_h"/>
                                          </p:val>
                                        </p:tav>
                                      </p:tavLst>
                                    </p:anim>
                                  </p:childTnLst>
                                </p:cTn>
                              </p:par>
                            </p:childTnLst>
                          </p:cTn>
                        </p:par>
                      </p:childTnLst>
                    </p:cTn>
                  </p:par>
                  <p:par>
                    <p:cTn id="144" fill="hold">
                      <p:stCondLst>
                        <p:cond delay="indefinite"/>
                      </p:stCondLst>
                      <p:childTnLst>
                        <p:par>
                          <p:cTn id="145" fill="hold">
                            <p:stCondLst>
                              <p:cond delay="0"/>
                            </p:stCondLst>
                            <p:childTnLst>
                              <p:par>
                                <p:cTn id="146" presetID="22" presetClass="entr" presetSubtype="8" fill="hold" grpId="0" nodeType="clickEffect">
                                  <p:stCondLst>
                                    <p:cond delay="0"/>
                                  </p:stCondLst>
                                  <p:childTnLst>
                                    <p:set>
                                      <p:cBhvr>
                                        <p:cTn id="147" dur="1" fill="hold">
                                          <p:stCondLst>
                                            <p:cond delay="0"/>
                                          </p:stCondLst>
                                        </p:cTn>
                                        <p:tgtEl>
                                          <p:spTgt spid="213031"/>
                                        </p:tgtEl>
                                        <p:attrNameLst>
                                          <p:attrName>style.visibility</p:attrName>
                                        </p:attrNameLst>
                                      </p:cBhvr>
                                      <p:to>
                                        <p:strVal val="visible"/>
                                      </p:to>
                                    </p:set>
                                    <p:animEffect transition="in" filter="wipe(left)">
                                      <p:cBhvr>
                                        <p:cTn id="148" dur="500"/>
                                        <p:tgtEl>
                                          <p:spTgt spid="213031"/>
                                        </p:tgtEl>
                                      </p:cBhvr>
                                    </p:animEffect>
                                  </p:childTnLst>
                                </p:cTn>
                              </p:par>
                            </p:childTnLst>
                          </p:cTn>
                        </p:par>
                      </p:childTnLst>
                    </p:cTn>
                  </p:par>
                  <p:par>
                    <p:cTn id="149" fill="hold">
                      <p:stCondLst>
                        <p:cond delay="indefinite"/>
                      </p:stCondLst>
                      <p:childTnLst>
                        <p:par>
                          <p:cTn id="150" fill="hold">
                            <p:stCondLst>
                              <p:cond delay="0"/>
                            </p:stCondLst>
                            <p:childTnLst>
                              <p:par>
                                <p:cTn id="151" presetID="23" presetClass="entr" presetSubtype="16" fill="hold" nodeType="clickEffect">
                                  <p:stCondLst>
                                    <p:cond delay="0"/>
                                  </p:stCondLst>
                                  <p:childTnLst>
                                    <p:set>
                                      <p:cBhvr>
                                        <p:cTn id="152" dur="1" fill="hold">
                                          <p:stCondLst>
                                            <p:cond delay="0"/>
                                          </p:stCondLst>
                                        </p:cTn>
                                        <p:tgtEl>
                                          <p:spTgt spid="213006"/>
                                        </p:tgtEl>
                                        <p:attrNameLst>
                                          <p:attrName>style.visibility</p:attrName>
                                        </p:attrNameLst>
                                      </p:cBhvr>
                                      <p:to>
                                        <p:strVal val="visible"/>
                                      </p:to>
                                    </p:set>
                                    <p:anim calcmode="lin" valueType="num">
                                      <p:cBhvr>
                                        <p:cTn id="153" dur="500" fill="hold"/>
                                        <p:tgtEl>
                                          <p:spTgt spid="213006"/>
                                        </p:tgtEl>
                                        <p:attrNameLst>
                                          <p:attrName>ppt_w</p:attrName>
                                        </p:attrNameLst>
                                      </p:cBhvr>
                                      <p:tavLst>
                                        <p:tav tm="0">
                                          <p:val>
                                            <p:fltVal val="0"/>
                                          </p:val>
                                        </p:tav>
                                        <p:tav tm="100000">
                                          <p:val>
                                            <p:strVal val="#ppt_w"/>
                                          </p:val>
                                        </p:tav>
                                      </p:tavLst>
                                    </p:anim>
                                    <p:anim calcmode="lin" valueType="num">
                                      <p:cBhvr>
                                        <p:cTn id="154" dur="500" fill="hold"/>
                                        <p:tgtEl>
                                          <p:spTgt spid="213006"/>
                                        </p:tgtEl>
                                        <p:attrNameLst>
                                          <p:attrName>ppt_h</p:attrName>
                                        </p:attrNameLst>
                                      </p:cBhvr>
                                      <p:tavLst>
                                        <p:tav tm="0">
                                          <p:val>
                                            <p:fltVal val="0"/>
                                          </p:val>
                                        </p:tav>
                                        <p:tav tm="100000">
                                          <p:val>
                                            <p:strVal val="#ppt_h"/>
                                          </p:val>
                                        </p:tav>
                                      </p:tavLst>
                                    </p:anim>
                                  </p:childTnLst>
                                </p:cTn>
                              </p:par>
                            </p:childTnLst>
                          </p:cTn>
                        </p:par>
                      </p:childTnLst>
                    </p:cTn>
                  </p:par>
                  <p:par>
                    <p:cTn id="155" fill="hold">
                      <p:stCondLst>
                        <p:cond delay="indefinite"/>
                      </p:stCondLst>
                      <p:childTnLst>
                        <p:par>
                          <p:cTn id="156" fill="hold">
                            <p:stCondLst>
                              <p:cond delay="0"/>
                            </p:stCondLst>
                            <p:childTnLst>
                              <p:par>
                                <p:cTn id="157" presetID="22" presetClass="entr" presetSubtype="8" fill="hold" grpId="0" nodeType="clickEffect">
                                  <p:stCondLst>
                                    <p:cond delay="0"/>
                                  </p:stCondLst>
                                  <p:childTnLst>
                                    <p:set>
                                      <p:cBhvr>
                                        <p:cTn id="158" dur="1" fill="hold">
                                          <p:stCondLst>
                                            <p:cond delay="0"/>
                                          </p:stCondLst>
                                        </p:cTn>
                                        <p:tgtEl>
                                          <p:spTgt spid="213032"/>
                                        </p:tgtEl>
                                        <p:attrNameLst>
                                          <p:attrName>style.visibility</p:attrName>
                                        </p:attrNameLst>
                                      </p:cBhvr>
                                      <p:to>
                                        <p:strVal val="visible"/>
                                      </p:to>
                                    </p:set>
                                    <p:animEffect transition="in" filter="wipe(left)">
                                      <p:cBhvr>
                                        <p:cTn id="159" dur="500"/>
                                        <p:tgtEl>
                                          <p:spTgt spid="213032"/>
                                        </p:tgtEl>
                                      </p:cBhvr>
                                    </p:animEffect>
                                  </p:childTnLst>
                                </p:cTn>
                              </p:par>
                            </p:childTnLst>
                          </p:cTn>
                        </p:par>
                      </p:childTnLst>
                    </p:cTn>
                  </p:par>
                  <p:par>
                    <p:cTn id="160" fill="hold">
                      <p:stCondLst>
                        <p:cond delay="indefinite"/>
                      </p:stCondLst>
                      <p:childTnLst>
                        <p:par>
                          <p:cTn id="161" fill="hold">
                            <p:stCondLst>
                              <p:cond delay="0"/>
                            </p:stCondLst>
                            <p:childTnLst>
                              <p:par>
                                <p:cTn id="162" presetID="23" presetClass="entr" presetSubtype="16" fill="hold" nodeType="clickEffect">
                                  <p:stCondLst>
                                    <p:cond delay="0"/>
                                  </p:stCondLst>
                                  <p:childTnLst>
                                    <p:set>
                                      <p:cBhvr>
                                        <p:cTn id="163" dur="1" fill="hold">
                                          <p:stCondLst>
                                            <p:cond delay="0"/>
                                          </p:stCondLst>
                                        </p:cTn>
                                        <p:tgtEl>
                                          <p:spTgt spid="213007"/>
                                        </p:tgtEl>
                                        <p:attrNameLst>
                                          <p:attrName>style.visibility</p:attrName>
                                        </p:attrNameLst>
                                      </p:cBhvr>
                                      <p:to>
                                        <p:strVal val="visible"/>
                                      </p:to>
                                    </p:set>
                                    <p:anim calcmode="lin" valueType="num">
                                      <p:cBhvr>
                                        <p:cTn id="164" dur="500" fill="hold"/>
                                        <p:tgtEl>
                                          <p:spTgt spid="213007"/>
                                        </p:tgtEl>
                                        <p:attrNameLst>
                                          <p:attrName>ppt_w</p:attrName>
                                        </p:attrNameLst>
                                      </p:cBhvr>
                                      <p:tavLst>
                                        <p:tav tm="0">
                                          <p:val>
                                            <p:fltVal val="0"/>
                                          </p:val>
                                        </p:tav>
                                        <p:tav tm="100000">
                                          <p:val>
                                            <p:strVal val="#ppt_w"/>
                                          </p:val>
                                        </p:tav>
                                      </p:tavLst>
                                    </p:anim>
                                    <p:anim calcmode="lin" valueType="num">
                                      <p:cBhvr>
                                        <p:cTn id="165" dur="500" fill="hold"/>
                                        <p:tgtEl>
                                          <p:spTgt spid="213007"/>
                                        </p:tgtEl>
                                        <p:attrNameLst>
                                          <p:attrName>ppt_h</p:attrName>
                                        </p:attrNameLst>
                                      </p:cBhvr>
                                      <p:tavLst>
                                        <p:tav tm="0">
                                          <p:val>
                                            <p:fltVal val="0"/>
                                          </p:val>
                                        </p:tav>
                                        <p:tav tm="100000">
                                          <p:val>
                                            <p:strVal val="#ppt_h"/>
                                          </p:val>
                                        </p:tav>
                                      </p:tavLst>
                                    </p:anim>
                                  </p:childTnLst>
                                </p:cTn>
                              </p:par>
                            </p:childTnLst>
                          </p:cTn>
                        </p:par>
                      </p:childTnLst>
                    </p:cTn>
                  </p:par>
                  <p:par>
                    <p:cTn id="166" fill="hold">
                      <p:stCondLst>
                        <p:cond delay="indefinite"/>
                      </p:stCondLst>
                      <p:childTnLst>
                        <p:par>
                          <p:cTn id="167" fill="hold">
                            <p:stCondLst>
                              <p:cond delay="0"/>
                            </p:stCondLst>
                            <p:childTnLst>
                              <p:par>
                                <p:cTn id="168" presetID="22" presetClass="entr" presetSubtype="8" fill="hold" nodeType="clickEffect">
                                  <p:stCondLst>
                                    <p:cond delay="0"/>
                                  </p:stCondLst>
                                  <p:childTnLst>
                                    <p:set>
                                      <p:cBhvr>
                                        <p:cTn id="169" dur="1" fill="hold">
                                          <p:stCondLst>
                                            <p:cond delay="0"/>
                                          </p:stCondLst>
                                        </p:cTn>
                                        <p:tgtEl>
                                          <p:spTgt spid="213004"/>
                                        </p:tgtEl>
                                        <p:attrNameLst>
                                          <p:attrName>style.visibility</p:attrName>
                                        </p:attrNameLst>
                                      </p:cBhvr>
                                      <p:to>
                                        <p:strVal val="visible"/>
                                      </p:to>
                                    </p:set>
                                    <p:animEffect transition="in" filter="wipe(left)">
                                      <p:cBhvr>
                                        <p:cTn id="170" dur="500"/>
                                        <p:tgtEl>
                                          <p:spTgt spid="213004"/>
                                        </p:tgtEl>
                                      </p:cBhvr>
                                    </p:animEffect>
                                  </p:childTnLst>
                                </p:cTn>
                              </p:par>
                            </p:childTnLst>
                          </p:cTn>
                        </p:par>
                      </p:childTnLst>
                    </p:cTn>
                  </p:par>
                  <p:par>
                    <p:cTn id="171" fill="hold">
                      <p:stCondLst>
                        <p:cond delay="indefinite"/>
                      </p:stCondLst>
                      <p:childTnLst>
                        <p:par>
                          <p:cTn id="172" fill="hold">
                            <p:stCondLst>
                              <p:cond delay="0"/>
                            </p:stCondLst>
                            <p:childTnLst>
                              <p:par>
                                <p:cTn id="173" presetID="23" presetClass="entr" presetSubtype="16" fill="hold" nodeType="clickEffect">
                                  <p:stCondLst>
                                    <p:cond delay="0"/>
                                  </p:stCondLst>
                                  <p:childTnLst>
                                    <p:set>
                                      <p:cBhvr>
                                        <p:cTn id="174" dur="1" fill="hold">
                                          <p:stCondLst>
                                            <p:cond delay="0"/>
                                          </p:stCondLst>
                                        </p:cTn>
                                        <p:tgtEl>
                                          <p:spTgt spid="213040"/>
                                        </p:tgtEl>
                                        <p:attrNameLst>
                                          <p:attrName>style.visibility</p:attrName>
                                        </p:attrNameLst>
                                      </p:cBhvr>
                                      <p:to>
                                        <p:strVal val="visible"/>
                                      </p:to>
                                    </p:set>
                                    <p:anim calcmode="lin" valueType="num">
                                      <p:cBhvr>
                                        <p:cTn id="175" dur="500" fill="hold"/>
                                        <p:tgtEl>
                                          <p:spTgt spid="213040"/>
                                        </p:tgtEl>
                                        <p:attrNameLst>
                                          <p:attrName>ppt_w</p:attrName>
                                        </p:attrNameLst>
                                      </p:cBhvr>
                                      <p:tavLst>
                                        <p:tav tm="0">
                                          <p:val>
                                            <p:fltVal val="0"/>
                                          </p:val>
                                        </p:tav>
                                        <p:tav tm="100000">
                                          <p:val>
                                            <p:strVal val="#ppt_w"/>
                                          </p:val>
                                        </p:tav>
                                      </p:tavLst>
                                    </p:anim>
                                    <p:anim calcmode="lin" valueType="num">
                                      <p:cBhvr>
                                        <p:cTn id="176" dur="500" fill="hold"/>
                                        <p:tgtEl>
                                          <p:spTgt spid="213040"/>
                                        </p:tgtEl>
                                        <p:attrNameLst>
                                          <p:attrName>ppt_h</p:attrName>
                                        </p:attrNameLst>
                                      </p:cBhvr>
                                      <p:tavLst>
                                        <p:tav tm="0">
                                          <p:val>
                                            <p:fltVal val="0"/>
                                          </p:val>
                                        </p:tav>
                                        <p:tav tm="100000">
                                          <p:val>
                                            <p:strVal val="#ppt_h"/>
                                          </p:val>
                                        </p:tav>
                                      </p:tavLst>
                                    </p:anim>
                                  </p:childTnLst>
                                </p:cTn>
                              </p:par>
                            </p:childTnLst>
                          </p:cTn>
                        </p:par>
                      </p:childTnLst>
                    </p:cTn>
                  </p:par>
                  <p:par>
                    <p:cTn id="177" fill="hold">
                      <p:stCondLst>
                        <p:cond delay="indefinite"/>
                      </p:stCondLst>
                      <p:childTnLst>
                        <p:par>
                          <p:cTn id="178" fill="hold">
                            <p:stCondLst>
                              <p:cond delay="0"/>
                            </p:stCondLst>
                            <p:childTnLst>
                              <p:par>
                                <p:cTn id="179" presetID="23" presetClass="entr" presetSubtype="16" fill="hold" nodeType="clickEffect">
                                  <p:stCondLst>
                                    <p:cond delay="0"/>
                                  </p:stCondLst>
                                  <p:childTnLst>
                                    <p:set>
                                      <p:cBhvr>
                                        <p:cTn id="180" dur="1" fill="hold">
                                          <p:stCondLst>
                                            <p:cond delay="0"/>
                                          </p:stCondLst>
                                        </p:cTn>
                                        <p:tgtEl>
                                          <p:spTgt spid="213041"/>
                                        </p:tgtEl>
                                        <p:attrNameLst>
                                          <p:attrName>style.visibility</p:attrName>
                                        </p:attrNameLst>
                                      </p:cBhvr>
                                      <p:to>
                                        <p:strVal val="visible"/>
                                      </p:to>
                                    </p:set>
                                    <p:anim calcmode="lin" valueType="num">
                                      <p:cBhvr>
                                        <p:cTn id="181" dur="500" fill="hold"/>
                                        <p:tgtEl>
                                          <p:spTgt spid="213041"/>
                                        </p:tgtEl>
                                        <p:attrNameLst>
                                          <p:attrName>ppt_w</p:attrName>
                                        </p:attrNameLst>
                                      </p:cBhvr>
                                      <p:tavLst>
                                        <p:tav tm="0">
                                          <p:val>
                                            <p:fltVal val="0"/>
                                          </p:val>
                                        </p:tav>
                                        <p:tav tm="100000">
                                          <p:val>
                                            <p:strVal val="#ppt_w"/>
                                          </p:val>
                                        </p:tav>
                                      </p:tavLst>
                                    </p:anim>
                                    <p:anim calcmode="lin" valueType="num">
                                      <p:cBhvr>
                                        <p:cTn id="182" dur="500" fill="hold"/>
                                        <p:tgtEl>
                                          <p:spTgt spid="213041"/>
                                        </p:tgtEl>
                                        <p:attrNameLst>
                                          <p:attrName>ppt_h</p:attrName>
                                        </p:attrNameLst>
                                      </p:cBhvr>
                                      <p:tavLst>
                                        <p:tav tm="0">
                                          <p:val>
                                            <p:fltVal val="0"/>
                                          </p:val>
                                        </p:tav>
                                        <p:tav tm="100000">
                                          <p:val>
                                            <p:strVal val="#ppt_h"/>
                                          </p:val>
                                        </p:tav>
                                      </p:tavLst>
                                    </p:anim>
                                  </p:childTnLst>
                                </p:cTn>
                              </p:par>
                            </p:childTnLst>
                          </p:cTn>
                        </p:par>
                      </p:childTnLst>
                    </p:cTn>
                  </p:par>
                  <p:par>
                    <p:cTn id="183" fill="hold">
                      <p:stCondLst>
                        <p:cond delay="indefinite"/>
                      </p:stCondLst>
                      <p:childTnLst>
                        <p:par>
                          <p:cTn id="184" fill="hold">
                            <p:stCondLst>
                              <p:cond delay="0"/>
                            </p:stCondLst>
                            <p:childTnLst>
                              <p:par>
                                <p:cTn id="185" presetID="22" presetClass="entr" presetSubtype="1" fill="hold" grpId="0" nodeType="clickEffect">
                                  <p:stCondLst>
                                    <p:cond delay="0"/>
                                  </p:stCondLst>
                                  <p:childTnLst>
                                    <p:set>
                                      <p:cBhvr>
                                        <p:cTn id="186" dur="1" fill="hold">
                                          <p:stCondLst>
                                            <p:cond delay="0"/>
                                          </p:stCondLst>
                                        </p:cTn>
                                        <p:tgtEl>
                                          <p:spTgt spid="213010"/>
                                        </p:tgtEl>
                                        <p:attrNameLst>
                                          <p:attrName>style.visibility</p:attrName>
                                        </p:attrNameLst>
                                      </p:cBhvr>
                                      <p:to>
                                        <p:strVal val="visible"/>
                                      </p:to>
                                    </p:set>
                                    <p:animEffect transition="in" filter="wipe(up)">
                                      <p:cBhvr>
                                        <p:cTn id="187" dur="500"/>
                                        <p:tgtEl>
                                          <p:spTgt spid="213010"/>
                                        </p:tgtEl>
                                      </p:cBhvr>
                                    </p:animEffect>
                                  </p:childTnLst>
                                </p:cTn>
                              </p:par>
                            </p:childTnLst>
                          </p:cTn>
                        </p:par>
                      </p:childTnLst>
                    </p:cTn>
                  </p:par>
                  <p:par>
                    <p:cTn id="188" fill="hold">
                      <p:stCondLst>
                        <p:cond delay="indefinite"/>
                      </p:stCondLst>
                      <p:childTnLst>
                        <p:par>
                          <p:cTn id="189" fill="hold">
                            <p:stCondLst>
                              <p:cond delay="0"/>
                            </p:stCondLst>
                            <p:childTnLst>
                              <p:par>
                                <p:cTn id="190" presetID="22" presetClass="entr" presetSubtype="8" fill="hold" nodeType="clickEffect">
                                  <p:stCondLst>
                                    <p:cond delay="0"/>
                                  </p:stCondLst>
                                  <p:childTnLst>
                                    <p:set>
                                      <p:cBhvr>
                                        <p:cTn id="191" dur="1" fill="hold">
                                          <p:stCondLst>
                                            <p:cond delay="0"/>
                                          </p:stCondLst>
                                        </p:cTn>
                                        <p:tgtEl>
                                          <p:spTgt spid="213008"/>
                                        </p:tgtEl>
                                        <p:attrNameLst>
                                          <p:attrName>style.visibility</p:attrName>
                                        </p:attrNameLst>
                                      </p:cBhvr>
                                      <p:to>
                                        <p:strVal val="visible"/>
                                      </p:to>
                                    </p:set>
                                    <p:animEffect transition="in" filter="wipe(left)">
                                      <p:cBhvr>
                                        <p:cTn id="192" dur="500"/>
                                        <p:tgtEl>
                                          <p:spTgt spid="213008"/>
                                        </p:tgtEl>
                                      </p:cBhvr>
                                    </p:animEffect>
                                  </p:childTnLst>
                                </p:cTn>
                              </p:par>
                            </p:childTnLst>
                          </p:cTn>
                        </p:par>
                      </p:childTnLst>
                    </p:cTn>
                  </p:par>
                  <p:par>
                    <p:cTn id="193" fill="hold">
                      <p:stCondLst>
                        <p:cond delay="indefinite"/>
                      </p:stCondLst>
                      <p:childTnLst>
                        <p:par>
                          <p:cTn id="194" fill="hold">
                            <p:stCondLst>
                              <p:cond delay="0"/>
                            </p:stCondLst>
                            <p:childTnLst>
                              <p:par>
                                <p:cTn id="195" presetID="22" presetClass="entr" presetSubtype="8" fill="hold" nodeType="clickEffect">
                                  <p:stCondLst>
                                    <p:cond delay="0"/>
                                  </p:stCondLst>
                                  <p:childTnLst>
                                    <p:set>
                                      <p:cBhvr>
                                        <p:cTn id="196" dur="1" fill="hold">
                                          <p:stCondLst>
                                            <p:cond delay="0"/>
                                          </p:stCondLst>
                                        </p:cTn>
                                        <p:tgtEl>
                                          <p:spTgt spid="213009"/>
                                        </p:tgtEl>
                                        <p:attrNameLst>
                                          <p:attrName>style.visibility</p:attrName>
                                        </p:attrNameLst>
                                      </p:cBhvr>
                                      <p:to>
                                        <p:strVal val="visible"/>
                                      </p:to>
                                    </p:set>
                                    <p:animEffect transition="in" filter="wipe(left)">
                                      <p:cBhvr>
                                        <p:cTn id="197" dur="500"/>
                                        <p:tgtEl>
                                          <p:spTgt spid="2130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2997" grpId="0" animBg="1"/>
      <p:bldP spid="213010" grpId="0" animBg="1" autoUpdateAnimBg="0"/>
      <p:bldP spid="213011" grpId="0" autoUpdateAnimBg="0"/>
      <p:bldP spid="213012" grpId="0" autoUpdateAnimBg="0"/>
      <p:bldP spid="213013" grpId="0" autoUpdateAnimBg="0"/>
      <p:bldP spid="213014" grpId="0" autoUpdateAnimBg="0"/>
      <p:bldP spid="213015" grpId="0" autoUpdateAnimBg="0"/>
      <p:bldP spid="213016" grpId="0" animBg="1"/>
      <p:bldP spid="213017" grpId="0" animBg="1"/>
      <p:bldP spid="213018" grpId="0" animBg="1" autoUpdateAnimBg="0"/>
      <p:bldP spid="213019" grpId="0" animBg="1"/>
      <p:bldP spid="213020" grpId="0" animBg="1"/>
      <p:bldP spid="213021" grpId="0" animBg="1"/>
      <p:bldP spid="213022" grpId="0" animBg="1"/>
      <p:bldP spid="213023" grpId="0" animBg="1"/>
      <p:bldP spid="213025" grpId="0" animBg="1"/>
      <p:bldP spid="213028" grpId="0" animBg="1"/>
      <p:bldP spid="213029" grpId="0" animBg="1"/>
      <p:bldP spid="213031" grpId="0" autoUpdateAnimBg="0"/>
      <p:bldP spid="213032" grpId="0" autoUpdateAnimBg="0"/>
      <p:bldP spid="213033" grpId="0" animBg="1"/>
      <p:bldP spid="213034" grpId="0" build="p" autoUpdateAnimBg="0"/>
      <p:bldP spid="213035" grpId="0" build="p" autoUpdateAnimBg="0"/>
      <p:bldP spid="213036" grpId="0" build="p"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141" name="Text Box 5"/>
          <p:cNvSpPr txBox="1">
            <a:spLocks noChangeArrowheads="1"/>
          </p:cNvSpPr>
          <p:nvPr/>
        </p:nvSpPr>
        <p:spPr bwMode="auto">
          <a:xfrm>
            <a:off x="206375" y="476250"/>
            <a:ext cx="609600" cy="457200"/>
          </a:xfrm>
          <a:prstGeom prst="rect">
            <a:avLst/>
          </a:prstGeom>
          <a:noFill/>
          <a:ln w="9525">
            <a:noFill/>
            <a:miter lim="800000"/>
            <a:headEnd/>
            <a:tailEnd/>
          </a:ln>
        </p:spPr>
        <p:txBody>
          <a:bodyPr>
            <a:spAutoFit/>
          </a:bodyPr>
          <a:lstStyle/>
          <a:p>
            <a:pPr>
              <a:lnSpc>
                <a:spcPct val="100000"/>
              </a:lnSpc>
            </a:pPr>
            <a:r>
              <a:rPr lang="zh-CN" altLang="en-US" sz="2400">
                <a:solidFill>
                  <a:srgbClr val="FF0000"/>
                </a:solidFill>
                <a:ea typeface="宋体" pitchFamily="2" charset="-122"/>
              </a:rPr>
              <a:t>例</a:t>
            </a:r>
          </a:p>
        </p:txBody>
      </p:sp>
      <p:grpSp>
        <p:nvGrpSpPr>
          <p:cNvPr id="2" name="Group 7"/>
          <p:cNvGrpSpPr>
            <a:grpSpLocks/>
          </p:cNvGrpSpPr>
          <p:nvPr/>
        </p:nvGrpSpPr>
        <p:grpSpPr bwMode="auto">
          <a:xfrm>
            <a:off x="701675" y="433388"/>
            <a:ext cx="8153400" cy="957262"/>
            <a:chOff x="442" y="273"/>
            <a:chExt cx="5136" cy="603"/>
          </a:xfrm>
        </p:grpSpPr>
        <p:sp>
          <p:nvSpPr>
            <p:cNvPr id="12322" name="Text Box 4"/>
            <p:cNvSpPr txBox="1">
              <a:spLocks noChangeArrowheads="1"/>
            </p:cNvSpPr>
            <p:nvPr/>
          </p:nvSpPr>
          <p:spPr bwMode="auto">
            <a:xfrm>
              <a:off x="442" y="273"/>
              <a:ext cx="5136" cy="588"/>
            </a:xfrm>
            <a:prstGeom prst="rect">
              <a:avLst/>
            </a:prstGeom>
            <a:noFill/>
            <a:ln w="9525">
              <a:noFill/>
              <a:miter lim="800000"/>
              <a:headEnd/>
              <a:tailEnd/>
            </a:ln>
          </p:spPr>
          <p:txBody>
            <a:bodyPr>
              <a:spAutoFit/>
            </a:bodyPr>
            <a:lstStyle/>
            <a:p>
              <a:pPr>
                <a:lnSpc>
                  <a:spcPct val="115000"/>
                </a:lnSpc>
                <a:spcBef>
                  <a:spcPct val="0"/>
                </a:spcBef>
              </a:pPr>
              <a:r>
                <a:rPr lang="zh-CN" altLang="en-US" sz="2400">
                  <a:ea typeface="宋体" pitchFamily="2" charset="-122"/>
                </a:rPr>
                <a:t>斜抛物体初速度大小为 </a:t>
              </a:r>
              <a:r>
                <a:rPr kumimoji="0" lang="en-US" altLang="zh-CN" sz="2400" i="1">
                  <a:solidFill>
                    <a:srgbClr val="FF6600"/>
                  </a:solidFill>
                  <a:latin typeface="Bookman Old Style" pitchFamily="18" charset="0"/>
                  <a:ea typeface="宋体" pitchFamily="2" charset="-122"/>
                </a:rPr>
                <a:t>v</a:t>
              </a:r>
              <a:r>
                <a:rPr kumimoji="0" lang="en-US" altLang="zh-CN" sz="2400" baseline="-25000">
                  <a:solidFill>
                    <a:srgbClr val="FF6600"/>
                  </a:solidFill>
                  <a:ea typeface="宋体" pitchFamily="2" charset="-122"/>
                </a:rPr>
                <a:t>0</a:t>
              </a:r>
              <a:r>
                <a:rPr lang="en-US" altLang="zh-CN" sz="2400">
                  <a:ea typeface="宋体" pitchFamily="2" charset="-122"/>
                </a:rPr>
                <a:t> </a:t>
              </a:r>
              <a:r>
                <a:rPr lang="zh-CN" altLang="en-US" sz="2400">
                  <a:ea typeface="宋体" pitchFamily="2" charset="-122"/>
                </a:rPr>
                <a:t>，方向与水平面夹角为 </a:t>
              </a:r>
              <a:r>
                <a:rPr kumimoji="0" lang="zh-CN" altLang="en-US" sz="2400" i="1">
                  <a:solidFill>
                    <a:srgbClr val="FF6600"/>
                  </a:solidFill>
                  <a:ea typeface="宋体" pitchFamily="2" charset="-122"/>
                  <a:sym typeface="Symbol" pitchFamily="18" charset="2"/>
                </a:rPr>
                <a:t> </a:t>
              </a:r>
              <a:r>
                <a:rPr lang="zh-CN" altLang="en-US" sz="2400">
                  <a:ea typeface="宋体" pitchFamily="2" charset="-122"/>
                </a:rPr>
                <a:t>，质量为 </a:t>
              </a:r>
              <a:r>
                <a:rPr kumimoji="0" lang="en-US" altLang="zh-CN" sz="2400" i="1">
                  <a:solidFill>
                    <a:srgbClr val="FF6600"/>
                  </a:solidFill>
                  <a:ea typeface="宋体" pitchFamily="2" charset="-122"/>
                </a:rPr>
                <a:t>m </a:t>
              </a:r>
              <a:r>
                <a:rPr lang="zh-CN" altLang="en-US" sz="2400">
                  <a:ea typeface="宋体" pitchFamily="2" charset="-122"/>
                </a:rPr>
                <a:t>，受到阻力                </a:t>
              </a:r>
            </a:p>
          </p:txBody>
        </p:sp>
        <p:graphicFrame>
          <p:nvGraphicFramePr>
            <p:cNvPr id="12302" name="Object 6"/>
            <p:cNvGraphicFramePr>
              <a:graphicFrameLocks noChangeAspect="1"/>
            </p:cNvGraphicFramePr>
            <p:nvPr/>
          </p:nvGraphicFramePr>
          <p:xfrm>
            <a:off x="1927" y="572"/>
            <a:ext cx="719" cy="304"/>
          </p:xfrm>
          <a:graphic>
            <a:graphicData uri="http://schemas.openxmlformats.org/presentationml/2006/ole">
              <p:oleObj spid="_x0000_s12302" name="公式" r:id="rId3" imgW="571320" imgH="241200" progId="Equation.3">
                <p:embed/>
              </p:oleObj>
            </a:graphicData>
          </a:graphic>
        </p:graphicFrame>
      </p:grpSp>
      <p:sp>
        <p:nvSpPr>
          <p:cNvPr id="219144" name="Rectangle 8"/>
          <p:cNvSpPr>
            <a:spLocks noChangeArrowheads="1"/>
          </p:cNvSpPr>
          <p:nvPr/>
        </p:nvSpPr>
        <p:spPr bwMode="auto">
          <a:xfrm>
            <a:off x="206375" y="1458913"/>
            <a:ext cx="836613" cy="457200"/>
          </a:xfrm>
          <a:prstGeom prst="rect">
            <a:avLst/>
          </a:prstGeom>
          <a:noFill/>
          <a:ln w="9525">
            <a:noFill/>
            <a:miter lim="800000"/>
            <a:headEnd/>
            <a:tailEnd/>
          </a:ln>
        </p:spPr>
        <p:txBody>
          <a:bodyPr>
            <a:spAutoFit/>
          </a:bodyPr>
          <a:lstStyle/>
          <a:p>
            <a:pPr>
              <a:lnSpc>
                <a:spcPct val="100000"/>
              </a:lnSpc>
              <a:spcBef>
                <a:spcPct val="0"/>
              </a:spcBef>
            </a:pPr>
            <a:r>
              <a:rPr lang="zh-CN" altLang="en-US" sz="2400">
                <a:solidFill>
                  <a:srgbClr val="FF0000"/>
                </a:solidFill>
                <a:latin typeface="宋体" pitchFamily="2" charset="-122"/>
                <a:ea typeface="宋体" pitchFamily="2" charset="-122"/>
              </a:rPr>
              <a:t>求</a:t>
            </a:r>
            <a:endParaRPr lang="zh-CN" altLang="en-US" sz="2400">
              <a:ea typeface="宋体" pitchFamily="2" charset="-122"/>
            </a:endParaRPr>
          </a:p>
        </p:txBody>
      </p:sp>
      <p:sp>
        <p:nvSpPr>
          <p:cNvPr id="219145" name="Rectangle 9"/>
          <p:cNvSpPr>
            <a:spLocks noChangeArrowheads="1"/>
          </p:cNvSpPr>
          <p:nvPr/>
        </p:nvSpPr>
        <p:spPr bwMode="auto">
          <a:xfrm>
            <a:off x="655638" y="1484313"/>
            <a:ext cx="3556000" cy="457200"/>
          </a:xfrm>
          <a:prstGeom prst="rect">
            <a:avLst/>
          </a:prstGeom>
          <a:noFill/>
          <a:ln w="9525">
            <a:noFill/>
            <a:miter lim="800000"/>
            <a:headEnd/>
            <a:tailEnd/>
          </a:ln>
        </p:spPr>
        <p:txBody>
          <a:bodyPr>
            <a:spAutoFit/>
          </a:bodyPr>
          <a:lstStyle/>
          <a:p>
            <a:pPr>
              <a:lnSpc>
                <a:spcPct val="100000"/>
              </a:lnSpc>
              <a:spcBef>
                <a:spcPct val="0"/>
              </a:spcBef>
            </a:pPr>
            <a:r>
              <a:rPr lang="zh-CN" altLang="en-US" sz="2400">
                <a:ea typeface="宋体" pitchFamily="2" charset="-122"/>
              </a:rPr>
              <a:t>抛体的轨迹方程</a:t>
            </a:r>
          </a:p>
        </p:txBody>
      </p:sp>
      <p:grpSp>
        <p:nvGrpSpPr>
          <p:cNvPr id="3" name="Group 10"/>
          <p:cNvGrpSpPr>
            <a:grpSpLocks/>
          </p:cNvGrpSpPr>
          <p:nvPr/>
        </p:nvGrpSpPr>
        <p:grpSpPr bwMode="auto">
          <a:xfrm>
            <a:off x="5435600" y="1054100"/>
            <a:ext cx="2971800" cy="2446338"/>
            <a:chOff x="3744" y="517"/>
            <a:chExt cx="1872" cy="1541"/>
          </a:xfrm>
        </p:grpSpPr>
        <p:grpSp>
          <p:nvGrpSpPr>
            <p:cNvPr id="12313" name="Group 11"/>
            <p:cNvGrpSpPr>
              <a:grpSpLocks/>
            </p:cNvGrpSpPr>
            <p:nvPr/>
          </p:nvGrpSpPr>
          <p:grpSpPr bwMode="auto">
            <a:xfrm>
              <a:off x="3988" y="528"/>
              <a:ext cx="1628" cy="1260"/>
              <a:chOff x="3408" y="1296"/>
              <a:chExt cx="1920" cy="1632"/>
            </a:xfrm>
          </p:grpSpPr>
          <p:sp>
            <p:nvSpPr>
              <p:cNvPr id="12320" name="Line 12"/>
              <p:cNvSpPr>
                <a:spLocks noChangeShapeType="1"/>
              </p:cNvSpPr>
              <p:nvPr/>
            </p:nvSpPr>
            <p:spPr bwMode="auto">
              <a:xfrm flipV="1">
                <a:off x="3408" y="1296"/>
                <a:ext cx="0" cy="1632"/>
              </a:xfrm>
              <a:prstGeom prst="line">
                <a:avLst/>
              </a:prstGeom>
              <a:noFill/>
              <a:ln w="38100">
                <a:solidFill>
                  <a:schemeClr val="accent2"/>
                </a:solidFill>
                <a:round/>
                <a:headEnd/>
                <a:tailEnd type="triangle" w="med" len="med"/>
              </a:ln>
            </p:spPr>
            <p:txBody>
              <a:bodyPr/>
              <a:lstStyle/>
              <a:p>
                <a:endParaRPr lang="zh-CN" altLang="en-US"/>
              </a:p>
            </p:txBody>
          </p:sp>
          <p:sp>
            <p:nvSpPr>
              <p:cNvPr id="12321" name="Line 13"/>
              <p:cNvSpPr>
                <a:spLocks noChangeShapeType="1"/>
              </p:cNvSpPr>
              <p:nvPr/>
            </p:nvSpPr>
            <p:spPr bwMode="auto">
              <a:xfrm>
                <a:off x="3408" y="2928"/>
                <a:ext cx="1920" cy="0"/>
              </a:xfrm>
              <a:prstGeom prst="line">
                <a:avLst/>
              </a:prstGeom>
              <a:noFill/>
              <a:ln w="38100">
                <a:solidFill>
                  <a:schemeClr val="accent2"/>
                </a:solidFill>
                <a:round/>
                <a:headEnd/>
                <a:tailEnd type="triangle" w="med" len="med"/>
              </a:ln>
            </p:spPr>
            <p:txBody>
              <a:bodyPr/>
              <a:lstStyle/>
              <a:p>
                <a:endParaRPr lang="zh-CN" altLang="en-US"/>
              </a:p>
            </p:txBody>
          </p:sp>
        </p:grpSp>
        <p:sp>
          <p:nvSpPr>
            <p:cNvPr id="12314" name="Freeform 14"/>
            <p:cNvSpPr>
              <a:spLocks/>
            </p:cNvSpPr>
            <p:nvPr/>
          </p:nvSpPr>
          <p:spPr bwMode="auto">
            <a:xfrm>
              <a:off x="3988" y="936"/>
              <a:ext cx="1384" cy="852"/>
            </a:xfrm>
            <a:custGeom>
              <a:avLst/>
              <a:gdLst>
                <a:gd name="T0" fmla="*/ 0 w 1344"/>
                <a:gd name="T1" fmla="*/ 997 h 728"/>
                <a:gd name="T2" fmla="*/ 407 w 1344"/>
                <a:gd name="T3" fmla="*/ 339 h 728"/>
                <a:gd name="T4" fmla="*/ 815 w 1344"/>
                <a:gd name="T5" fmla="*/ 11 h 728"/>
                <a:gd name="T6" fmla="*/ 1221 w 1344"/>
                <a:gd name="T7" fmla="*/ 274 h 728"/>
                <a:gd name="T8" fmla="*/ 1425 w 1344"/>
                <a:gd name="T9" fmla="*/ 799 h 728"/>
                <a:gd name="T10" fmla="*/ 0 60000 65536"/>
                <a:gd name="T11" fmla="*/ 0 60000 65536"/>
                <a:gd name="T12" fmla="*/ 0 60000 65536"/>
                <a:gd name="T13" fmla="*/ 0 60000 65536"/>
                <a:gd name="T14" fmla="*/ 0 60000 65536"/>
                <a:gd name="T15" fmla="*/ 0 w 1344"/>
                <a:gd name="T16" fmla="*/ 0 h 728"/>
                <a:gd name="T17" fmla="*/ 1344 w 1344"/>
                <a:gd name="T18" fmla="*/ 728 h 728"/>
              </a:gdLst>
              <a:ahLst/>
              <a:cxnLst>
                <a:cxn ang="T10">
                  <a:pos x="T0" y="T1"/>
                </a:cxn>
                <a:cxn ang="T11">
                  <a:pos x="T2" y="T3"/>
                </a:cxn>
                <a:cxn ang="T12">
                  <a:pos x="T4" y="T5"/>
                </a:cxn>
                <a:cxn ang="T13">
                  <a:pos x="T6" y="T7"/>
                </a:cxn>
                <a:cxn ang="T14">
                  <a:pos x="T8" y="T9"/>
                </a:cxn>
              </a:cxnLst>
              <a:rect l="T15" t="T16" r="T17" b="T18"/>
              <a:pathLst>
                <a:path w="1344" h="728">
                  <a:moveTo>
                    <a:pt x="0" y="728"/>
                  </a:moveTo>
                  <a:cubicBezTo>
                    <a:pt x="128" y="548"/>
                    <a:pt x="256" y="368"/>
                    <a:pt x="384" y="248"/>
                  </a:cubicBezTo>
                  <a:cubicBezTo>
                    <a:pt x="512" y="128"/>
                    <a:pt x="640" y="16"/>
                    <a:pt x="768" y="8"/>
                  </a:cubicBezTo>
                  <a:cubicBezTo>
                    <a:pt x="896" y="0"/>
                    <a:pt x="1056" y="104"/>
                    <a:pt x="1152" y="200"/>
                  </a:cubicBezTo>
                  <a:cubicBezTo>
                    <a:pt x="1248" y="296"/>
                    <a:pt x="1312" y="512"/>
                    <a:pt x="1344" y="584"/>
                  </a:cubicBezTo>
                </a:path>
              </a:pathLst>
            </a:custGeom>
            <a:noFill/>
            <a:ln w="38100">
              <a:solidFill>
                <a:srgbClr val="006600"/>
              </a:solidFill>
              <a:prstDash val="lgDash"/>
              <a:round/>
              <a:headEnd/>
              <a:tailEnd/>
            </a:ln>
          </p:spPr>
          <p:txBody>
            <a:bodyPr/>
            <a:lstStyle/>
            <a:p>
              <a:endParaRPr lang="zh-CN" altLang="en-US"/>
            </a:p>
          </p:txBody>
        </p:sp>
        <p:sp>
          <p:nvSpPr>
            <p:cNvPr id="12315" name="Line 15"/>
            <p:cNvSpPr>
              <a:spLocks noChangeShapeType="1"/>
            </p:cNvSpPr>
            <p:nvPr/>
          </p:nvSpPr>
          <p:spPr bwMode="auto">
            <a:xfrm flipV="1">
              <a:off x="3988" y="1269"/>
              <a:ext cx="244" cy="519"/>
            </a:xfrm>
            <a:prstGeom prst="line">
              <a:avLst/>
            </a:prstGeom>
            <a:noFill/>
            <a:ln w="38100">
              <a:solidFill>
                <a:srgbClr val="FF0000"/>
              </a:solidFill>
              <a:round/>
              <a:headEnd/>
              <a:tailEnd type="triangle" w="med" len="med"/>
            </a:ln>
          </p:spPr>
          <p:txBody>
            <a:bodyPr/>
            <a:lstStyle/>
            <a:p>
              <a:endParaRPr lang="zh-CN" altLang="en-US"/>
            </a:p>
          </p:txBody>
        </p:sp>
        <p:sp>
          <p:nvSpPr>
            <p:cNvPr id="12316" name="Rectangle 16"/>
            <p:cNvSpPr>
              <a:spLocks noChangeArrowheads="1"/>
            </p:cNvSpPr>
            <p:nvPr/>
          </p:nvSpPr>
          <p:spPr bwMode="auto">
            <a:xfrm rot="-2781111">
              <a:off x="4418" y="1044"/>
              <a:ext cx="203" cy="142"/>
            </a:xfrm>
            <a:prstGeom prst="rect">
              <a:avLst/>
            </a:prstGeom>
            <a:solidFill>
              <a:srgbClr val="FFCC00"/>
            </a:solidFill>
            <a:ln w="9525">
              <a:solidFill>
                <a:srgbClr val="FF0000"/>
              </a:solidFill>
              <a:miter lim="800000"/>
              <a:headEnd/>
              <a:tailEnd/>
            </a:ln>
          </p:spPr>
          <p:txBody>
            <a:bodyPr wrap="none" anchor="ctr"/>
            <a:lstStyle/>
            <a:p>
              <a:endParaRPr lang="zh-CN" altLang="en-US"/>
            </a:p>
          </p:txBody>
        </p:sp>
        <p:sp>
          <p:nvSpPr>
            <p:cNvPr id="12317" name="Line 17"/>
            <p:cNvSpPr>
              <a:spLocks noChangeShapeType="1"/>
            </p:cNvSpPr>
            <p:nvPr/>
          </p:nvSpPr>
          <p:spPr bwMode="auto">
            <a:xfrm flipH="1">
              <a:off x="4314" y="1121"/>
              <a:ext cx="203" cy="185"/>
            </a:xfrm>
            <a:prstGeom prst="line">
              <a:avLst/>
            </a:prstGeom>
            <a:noFill/>
            <a:ln w="38100">
              <a:solidFill>
                <a:srgbClr val="FF0000"/>
              </a:solidFill>
              <a:round/>
              <a:headEnd/>
              <a:tailEnd type="triangle" w="med" len="med"/>
            </a:ln>
          </p:spPr>
          <p:txBody>
            <a:bodyPr/>
            <a:lstStyle/>
            <a:p>
              <a:endParaRPr lang="zh-CN" altLang="en-US"/>
            </a:p>
          </p:txBody>
        </p:sp>
        <p:sp>
          <p:nvSpPr>
            <p:cNvPr id="12318" name="Line 18"/>
            <p:cNvSpPr>
              <a:spLocks noChangeShapeType="1"/>
            </p:cNvSpPr>
            <p:nvPr/>
          </p:nvSpPr>
          <p:spPr bwMode="auto">
            <a:xfrm>
              <a:off x="4517" y="1121"/>
              <a:ext cx="0" cy="259"/>
            </a:xfrm>
            <a:prstGeom prst="line">
              <a:avLst/>
            </a:prstGeom>
            <a:noFill/>
            <a:ln w="38100">
              <a:solidFill>
                <a:srgbClr val="FF0000"/>
              </a:solidFill>
              <a:round/>
              <a:headEnd/>
              <a:tailEnd type="triangle" w="med" len="med"/>
            </a:ln>
          </p:spPr>
          <p:txBody>
            <a:bodyPr/>
            <a:lstStyle/>
            <a:p>
              <a:endParaRPr lang="zh-CN" altLang="en-US"/>
            </a:p>
          </p:txBody>
        </p:sp>
        <p:sp>
          <p:nvSpPr>
            <p:cNvPr id="12319" name="Arc 19"/>
            <p:cNvSpPr>
              <a:spLocks/>
            </p:cNvSpPr>
            <p:nvPr/>
          </p:nvSpPr>
          <p:spPr bwMode="auto">
            <a:xfrm>
              <a:off x="4110" y="1639"/>
              <a:ext cx="82" cy="149"/>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accent1"/>
              </a:solidFill>
              <a:round/>
              <a:headEnd/>
              <a:tailEnd/>
            </a:ln>
          </p:spPr>
          <p:txBody>
            <a:bodyPr wrap="none" anchor="ctr"/>
            <a:lstStyle/>
            <a:p>
              <a:endParaRPr lang="zh-CN" altLang="en-US"/>
            </a:p>
          </p:txBody>
        </p:sp>
        <p:graphicFrame>
          <p:nvGraphicFramePr>
            <p:cNvPr id="12295" name="Object 20"/>
            <p:cNvGraphicFramePr>
              <a:graphicFrameLocks noChangeAspect="1"/>
            </p:cNvGraphicFramePr>
            <p:nvPr/>
          </p:nvGraphicFramePr>
          <p:xfrm>
            <a:off x="3888" y="1776"/>
            <a:ext cx="288" cy="282"/>
          </p:xfrm>
          <a:graphic>
            <a:graphicData uri="http://schemas.openxmlformats.org/presentationml/2006/ole">
              <p:oleObj spid="_x0000_s12295" name="Equation" r:id="rId4" imgW="164814" imgH="177492" progId="Equation.3">
                <p:embed/>
              </p:oleObj>
            </a:graphicData>
          </a:graphic>
        </p:graphicFrame>
        <p:graphicFrame>
          <p:nvGraphicFramePr>
            <p:cNvPr id="12296" name="Object 21"/>
            <p:cNvGraphicFramePr>
              <a:graphicFrameLocks noChangeAspect="1"/>
            </p:cNvGraphicFramePr>
            <p:nvPr/>
          </p:nvGraphicFramePr>
          <p:xfrm>
            <a:off x="5322" y="1788"/>
            <a:ext cx="246" cy="224"/>
          </p:xfrm>
          <a:graphic>
            <a:graphicData uri="http://schemas.openxmlformats.org/presentationml/2006/ole">
              <p:oleObj spid="_x0000_s12296" name="Equation" r:id="rId5" imgW="139700" imgH="139700" progId="Equation.3">
                <p:embed/>
              </p:oleObj>
            </a:graphicData>
          </a:graphic>
        </p:graphicFrame>
        <p:graphicFrame>
          <p:nvGraphicFramePr>
            <p:cNvPr id="12297" name="Object 22"/>
            <p:cNvGraphicFramePr>
              <a:graphicFrameLocks noChangeAspect="1"/>
            </p:cNvGraphicFramePr>
            <p:nvPr/>
          </p:nvGraphicFramePr>
          <p:xfrm>
            <a:off x="3744" y="517"/>
            <a:ext cx="234" cy="251"/>
          </p:xfrm>
          <a:graphic>
            <a:graphicData uri="http://schemas.openxmlformats.org/presentationml/2006/ole">
              <p:oleObj spid="_x0000_s12297" name="Equation" r:id="rId6" imgW="139579" imgH="164957" progId="Equation.3">
                <p:embed/>
              </p:oleObj>
            </a:graphicData>
          </a:graphic>
        </p:graphicFrame>
        <p:graphicFrame>
          <p:nvGraphicFramePr>
            <p:cNvPr id="12298" name="Object 23"/>
            <p:cNvGraphicFramePr>
              <a:graphicFrameLocks noChangeAspect="1"/>
            </p:cNvGraphicFramePr>
            <p:nvPr/>
          </p:nvGraphicFramePr>
          <p:xfrm>
            <a:off x="4183" y="1528"/>
            <a:ext cx="197" cy="229"/>
          </p:xfrm>
          <a:graphic>
            <a:graphicData uri="http://schemas.openxmlformats.org/presentationml/2006/ole">
              <p:oleObj spid="_x0000_s12298" name="Equation" r:id="rId7" imgW="139579" imgH="177646" progId="Equation.3">
                <p:embed/>
              </p:oleObj>
            </a:graphicData>
          </a:graphic>
        </p:graphicFrame>
        <p:graphicFrame>
          <p:nvGraphicFramePr>
            <p:cNvPr id="12299" name="Object 24"/>
            <p:cNvGraphicFramePr>
              <a:graphicFrameLocks noChangeAspect="1"/>
            </p:cNvGraphicFramePr>
            <p:nvPr/>
          </p:nvGraphicFramePr>
          <p:xfrm>
            <a:off x="4070" y="1035"/>
            <a:ext cx="236" cy="297"/>
          </p:xfrm>
          <a:graphic>
            <a:graphicData uri="http://schemas.openxmlformats.org/presentationml/2006/ole">
              <p:oleObj spid="_x0000_s12299" name="Equation" r:id="rId8" imgW="165028" imgH="228501" progId="Equation.3">
                <p:embed/>
              </p:oleObj>
            </a:graphicData>
          </a:graphic>
        </p:graphicFrame>
        <p:graphicFrame>
          <p:nvGraphicFramePr>
            <p:cNvPr id="12300" name="Object 25"/>
            <p:cNvGraphicFramePr>
              <a:graphicFrameLocks noChangeAspect="1"/>
            </p:cNvGraphicFramePr>
            <p:nvPr/>
          </p:nvGraphicFramePr>
          <p:xfrm>
            <a:off x="4251" y="948"/>
            <a:ext cx="261" cy="326"/>
          </p:xfrm>
          <a:graphic>
            <a:graphicData uri="http://schemas.openxmlformats.org/presentationml/2006/ole">
              <p:oleObj spid="_x0000_s12300" name="Equation" r:id="rId9" imgW="165028" imgH="228501" progId="Equation.3">
                <p:embed/>
              </p:oleObj>
            </a:graphicData>
          </a:graphic>
        </p:graphicFrame>
        <p:graphicFrame>
          <p:nvGraphicFramePr>
            <p:cNvPr id="12301" name="Object 26"/>
            <p:cNvGraphicFramePr>
              <a:graphicFrameLocks noChangeAspect="1"/>
            </p:cNvGraphicFramePr>
            <p:nvPr/>
          </p:nvGraphicFramePr>
          <p:xfrm>
            <a:off x="4550" y="1232"/>
            <a:ext cx="394" cy="304"/>
          </p:xfrm>
          <a:graphic>
            <a:graphicData uri="http://schemas.openxmlformats.org/presentationml/2006/ole">
              <p:oleObj spid="_x0000_s12301" name="Equation" r:id="rId10" imgW="253780" imgH="203024" progId="Equation.3">
                <p:embed/>
              </p:oleObj>
            </a:graphicData>
          </a:graphic>
        </p:graphicFrame>
      </p:grpSp>
      <p:sp>
        <p:nvSpPr>
          <p:cNvPr id="219163" name="Rectangle 27"/>
          <p:cNvSpPr>
            <a:spLocks noChangeArrowheads="1"/>
          </p:cNvSpPr>
          <p:nvPr/>
        </p:nvSpPr>
        <p:spPr bwMode="auto">
          <a:xfrm>
            <a:off x="179388" y="2108200"/>
            <a:ext cx="492125" cy="457200"/>
          </a:xfrm>
          <a:prstGeom prst="rect">
            <a:avLst/>
          </a:prstGeom>
          <a:noFill/>
          <a:ln w="9525">
            <a:noFill/>
            <a:miter lim="800000"/>
            <a:headEnd/>
            <a:tailEnd/>
          </a:ln>
        </p:spPr>
        <p:txBody>
          <a:bodyPr wrap="none">
            <a:spAutoFit/>
          </a:bodyPr>
          <a:lstStyle/>
          <a:p>
            <a:pPr algn="ctr">
              <a:lnSpc>
                <a:spcPct val="100000"/>
              </a:lnSpc>
              <a:spcBef>
                <a:spcPct val="0"/>
              </a:spcBef>
            </a:pPr>
            <a:r>
              <a:rPr lang="zh-CN" altLang="en-US" sz="2400">
                <a:solidFill>
                  <a:srgbClr val="FF0000"/>
                </a:solidFill>
                <a:ea typeface="宋体" pitchFamily="2" charset="-122"/>
              </a:rPr>
              <a:t>解</a:t>
            </a:r>
          </a:p>
        </p:txBody>
      </p:sp>
      <p:graphicFrame>
        <p:nvGraphicFramePr>
          <p:cNvPr id="219164" name="Object 28"/>
          <p:cNvGraphicFramePr>
            <a:graphicFrameLocks noChangeAspect="1"/>
          </p:cNvGraphicFramePr>
          <p:nvPr/>
        </p:nvGraphicFramePr>
        <p:xfrm>
          <a:off x="1619250" y="3068638"/>
          <a:ext cx="1230313" cy="508000"/>
        </p:xfrm>
        <a:graphic>
          <a:graphicData uri="http://schemas.openxmlformats.org/presentationml/2006/ole">
            <p:oleObj spid="_x0000_s12290" name="Equation" r:id="rId11" imgW="558720" imgH="253800" progId="Equation.DSMT4">
              <p:embed/>
            </p:oleObj>
          </a:graphicData>
        </a:graphic>
      </p:graphicFrame>
      <p:graphicFrame>
        <p:nvGraphicFramePr>
          <p:cNvPr id="219165" name="Object 29"/>
          <p:cNvGraphicFramePr>
            <a:graphicFrameLocks noChangeAspect="1"/>
          </p:cNvGraphicFramePr>
          <p:nvPr/>
        </p:nvGraphicFramePr>
        <p:xfrm>
          <a:off x="3203575" y="3113088"/>
          <a:ext cx="1266825" cy="431800"/>
        </p:xfrm>
        <a:graphic>
          <a:graphicData uri="http://schemas.openxmlformats.org/presentationml/2006/ole">
            <p:oleObj spid="_x0000_s12291" name="Equation" r:id="rId12" imgW="558558" imgH="215806" progId="Equation.DSMT4">
              <p:embed/>
            </p:oleObj>
          </a:graphicData>
        </a:graphic>
      </p:graphicFrame>
      <p:graphicFrame>
        <p:nvGraphicFramePr>
          <p:cNvPr id="219166" name="Object 30"/>
          <p:cNvGraphicFramePr>
            <a:graphicFrameLocks noChangeAspect="1"/>
          </p:cNvGraphicFramePr>
          <p:nvPr/>
        </p:nvGraphicFramePr>
        <p:xfrm>
          <a:off x="1692275" y="3789363"/>
          <a:ext cx="2314575" cy="457200"/>
        </p:xfrm>
        <a:graphic>
          <a:graphicData uri="http://schemas.openxmlformats.org/presentationml/2006/ole">
            <p:oleObj spid="_x0000_s12292" name="Equation" r:id="rId13" imgW="1155700" imgH="228600" progId="Equation.3">
              <p:embed/>
            </p:oleObj>
          </a:graphicData>
        </a:graphic>
      </p:graphicFrame>
      <p:sp>
        <p:nvSpPr>
          <p:cNvPr id="219167" name="Text Box 31"/>
          <p:cNvSpPr txBox="1">
            <a:spLocks noChangeArrowheads="1"/>
          </p:cNvSpPr>
          <p:nvPr/>
        </p:nvSpPr>
        <p:spPr bwMode="auto">
          <a:xfrm>
            <a:off x="206375" y="4464050"/>
            <a:ext cx="3289300" cy="457200"/>
          </a:xfrm>
          <a:prstGeom prst="rect">
            <a:avLst/>
          </a:prstGeom>
          <a:noFill/>
          <a:ln w="9525">
            <a:noFill/>
            <a:miter lim="800000"/>
            <a:headEnd/>
            <a:tailEnd/>
          </a:ln>
        </p:spPr>
        <p:txBody>
          <a:bodyPr lIns="90000" tIns="46800" rIns="90000" bIns="46800">
            <a:spAutoFit/>
          </a:bodyPr>
          <a:lstStyle/>
          <a:p>
            <a:pPr>
              <a:lnSpc>
                <a:spcPct val="100000"/>
              </a:lnSpc>
            </a:pPr>
            <a:r>
              <a:rPr lang="zh-CN" altLang="en-US" sz="2400">
                <a:ea typeface="宋体" pitchFamily="2" charset="-122"/>
              </a:rPr>
              <a:t>建立图示坐标系</a:t>
            </a:r>
          </a:p>
        </p:txBody>
      </p:sp>
      <p:sp>
        <p:nvSpPr>
          <p:cNvPr id="219168" name="Text Box 32"/>
          <p:cNvSpPr txBox="1">
            <a:spLocks noChangeArrowheads="1"/>
          </p:cNvSpPr>
          <p:nvPr/>
        </p:nvSpPr>
        <p:spPr bwMode="auto">
          <a:xfrm>
            <a:off x="1285875" y="5003800"/>
            <a:ext cx="1447800" cy="457200"/>
          </a:xfrm>
          <a:prstGeom prst="rect">
            <a:avLst/>
          </a:prstGeom>
          <a:noFill/>
          <a:ln w="9525">
            <a:noFill/>
            <a:miter lim="800000"/>
            <a:headEnd/>
            <a:tailEnd/>
          </a:ln>
        </p:spPr>
        <p:txBody>
          <a:bodyPr lIns="90000" tIns="46800" rIns="90000" bIns="46800">
            <a:spAutoFit/>
          </a:bodyPr>
          <a:lstStyle/>
          <a:p>
            <a:pPr>
              <a:lnSpc>
                <a:spcPct val="100000"/>
              </a:lnSpc>
            </a:pPr>
            <a:r>
              <a:rPr lang="en-US" altLang="zh-CN" sz="2400" i="1">
                <a:solidFill>
                  <a:srgbClr val="FF6600"/>
                </a:solidFill>
                <a:ea typeface="宋体" pitchFamily="2" charset="-122"/>
              </a:rPr>
              <a:t>x</a:t>
            </a:r>
            <a:r>
              <a:rPr lang="en-US" altLang="zh-CN" sz="2400" i="1">
                <a:ea typeface="宋体" pitchFamily="2" charset="-122"/>
              </a:rPr>
              <a:t> </a:t>
            </a:r>
            <a:r>
              <a:rPr lang="zh-CN" altLang="en-US" sz="2400">
                <a:ea typeface="宋体" pitchFamily="2" charset="-122"/>
              </a:rPr>
              <a:t>方向</a:t>
            </a:r>
          </a:p>
        </p:txBody>
      </p:sp>
      <p:graphicFrame>
        <p:nvGraphicFramePr>
          <p:cNvPr id="219169" name="Object 33"/>
          <p:cNvGraphicFramePr>
            <a:graphicFrameLocks noChangeAspect="1"/>
          </p:cNvGraphicFramePr>
          <p:nvPr/>
        </p:nvGraphicFramePr>
        <p:xfrm>
          <a:off x="2816225" y="4778375"/>
          <a:ext cx="3478213" cy="811213"/>
        </p:xfrm>
        <a:graphic>
          <a:graphicData uri="http://schemas.openxmlformats.org/presentationml/2006/ole">
            <p:oleObj spid="_x0000_s12293" name="Equation" r:id="rId14" imgW="1739880" imgH="406080" progId="Equation.DSMT4">
              <p:embed/>
            </p:oleObj>
          </a:graphicData>
        </a:graphic>
      </p:graphicFrame>
      <p:sp>
        <p:nvSpPr>
          <p:cNvPr id="219170" name="Text Box 34"/>
          <p:cNvSpPr txBox="1">
            <a:spLocks noChangeArrowheads="1"/>
          </p:cNvSpPr>
          <p:nvPr/>
        </p:nvSpPr>
        <p:spPr bwMode="auto">
          <a:xfrm>
            <a:off x="684213" y="2133600"/>
            <a:ext cx="4319587" cy="822325"/>
          </a:xfrm>
          <a:prstGeom prst="rect">
            <a:avLst/>
          </a:prstGeom>
          <a:noFill/>
          <a:ln w="9525">
            <a:noFill/>
            <a:miter lim="800000"/>
            <a:headEnd/>
            <a:tailEnd/>
          </a:ln>
        </p:spPr>
        <p:txBody>
          <a:bodyPr lIns="90000" tIns="46800" rIns="90000" bIns="46800">
            <a:spAutoFit/>
          </a:bodyPr>
          <a:lstStyle/>
          <a:p>
            <a:pPr>
              <a:lnSpc>
                <a:spcPct val="100000"/>
              </a:lnSpc>
            </a:pPr>
            <a:r>
              <a:rPr kumimoji="0" lang="zh-CN" altLang="en-US" sz="2400">
                <a:latin typeface="宋体" pitchFamily="2" charset="-122"/>
                <a:ea typeface="宋体" pitchFamily="2" charset="-122"/>
              </a:rPr>
              <a:t>取</a:t>
            </a:r>
            <a:r>
              <a:rPr kumimoji="0" lang="zh-CN" altLang="en-US" sz="2400">
                <a:solidFill>
                  <a:srgbClr val="FF6600"/>
                </a:solidFill>
                <a:ea typeface="宋体" pitchFamily="2" charset="-122"/>
              </a:rPr>
              <a:t> </a:t>
            </a:r>
            <a:r>
              <a:rPr kumimoji="0" lang="en-US" altLang="zh-CN" sz="2400" i="1">
                <a:solidFill>
                  <a:srgbClr val="FF6600"/>
                </a:solidFill>
                <a:ea typeface="宋体" pitchFamily="2" charset="-122"/>
              </a:rPr>
              <a:t>m</a:t>
            </a:r>
            <a:r>
              <a:rPr kumimoji="0" lang="en-US" altLang="zh-CN" sz="2400">
                <a:ea typeface="宋体" pitchFamily="2" charset="-122"/>
              </a:rPr>
              <a:t> </a:t>
            </a:r>
            <a:r>
              <a:rPr kumimoji="0" lang="zh-CN" altLang="en-US" sz="2400">
                <a:latin typeface="宋体" pitchFamily="2" charset="-122"/>
                <a:ea typeface="宋体" pitchFamily="2" charset="-122"/>
              </a:rPr>
              <a:t>为研究对象，取地面为参考系，受力分析如图。</a:t>
            </a:r>
          </a:p>
        </p:txBody>
      </p:sp>
      <p:sp>
        <p:nvSpPr>
          <p:cNvPr id="219171" name="Text Box 35"/>
          <p:cNvSpPr txBox="1">
            <a:spLocks noChangeArrowheads="1"/>
          </p:cNvSpPr>
          <p:nvPr/>
        </p:nvSpPr>
        <p:spPr bwMode="auto">
          <a:xfrm>
            <a:off x="1376363" y="5815013"/>
            <a:ext cx="1450975" cy="457200"/>
          </a:xfrm>
          <a:prstGeom prst="rect">
            <a:avLst/>
          </a:prstGeom>
          <a:noFill/>
          <a:ln w="9525">
            <a:noFill/>
            <a:miter lim="800000"/>
            <a:headEnd/>
            <a:tailEnd/>
          </a:ln>
        </p:spPr>
        <p:txBody>
          <a:bodyPr lIns="90000" tIns="46800" rIns="90000" bIns="46800">
            <a:spAutoFit/>
          </a:bodyPr>
          <a:lstStyle/>
          <a:p>
            <a:pPr>
              <a:lnSpc>
                <a:spcPct val="100000"/>
              </a:lnSpc>
            </a:pPr>
            <a:r>
              <a:rPr lang="en-US" altLang="zh-CN" sz="2400" i="1">
                <a:solidFill>
                  <a:srgbClr val="FF6600"/>
                </a:solidFill>
                <a:ea typeface="宋体" pitchFamily="2" charset="-122"/>
              </a:rPr>
              <a:t>y</a:t>
            </a:r>
            <a:r>
              <a:rPr lang="en-US" altLang="zh-CN" sz="2400" i="1">
                <a:ea typeface="宋体" pitchFamily="2" charset="-122"/>
              </a:rPr>
              <a:t> </a:t>
            </a:r>
            <a:r>
              <a:rPr lang="zh-CN" altLang="en-US" sz="2400">
                <a:ea typeface="宋体" pitchFamily="2" charset="-122"/>
              </a:rPr>
              <a:t>方向</a:t>
            </a:r>
          </a:p>
        </p:txBody>
      </p:sp>
      <p:graphicFrame>
        <p:nvGraphicFramePr>
          <p:cNvPr id="219172" name="Object 36"/>
          <p:cNvGraphicFramePr>
            <a:graphicFrameLocks noChangeAspect="1"/>
          </p:cNvGraphicFramePr>
          <p:nvPr/>
        </p:nvGraphicFramePr>
        <p:xfrm>
          <a:off x="2741613" y="5614988"/>
          <a:ext cx="3630612" cy="838200"/>
        </p:xfrm>
        <a:graphic>
          <a:graphicData uri="http://schemas.openxmlformats.org/presentationml/2006/ole">
            <p:oleObj spid="_x0000_s12294" name="Equation" r:id="rId15" imgW="1815840" imgH="419040" progId="Equation.DSMT4">
              <p:embed/>
            </p:oleObj>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19141"/>
                                        </p:tgtEl>
                                        <p:attrNameLst>
                                          <p:attrName>style.visibility</p:attrName>
                                        </p:attrNameLst>
                                      </p:cBhvr>
                                      <p:to>
                                        <p:strVal val="visible"/>
                                      </p:to>
                                    </p:set>
                                    <p:animEffect transition="in" filter="wipe(left)">
                                      <p:cBhvr>
                                        <p:cTn id="7" dur="1000"/>
                                        <p:tgtEl>
                                          <p:spTgt spid="219141"/>
                                        </p:tgtEl>
                                      </p:cBhvr>
                                    </p:animEffect>
                                  </p:childTnLst>
                                </p:cTn>
                              </p:par>
                            </p:childTnLst>
                          </p:cTn>
                        </p:par>
                        <p:par>
                          <p:cTn id="8" fill="hold">
                            <p:stCondLst>
                              <p:cond delay="1000"/>
                            </p:stCondLst>
                            <p:childTnLst>
                              <p:par>
                                <p:cTn id="9" presetID="22" presetClass="entr" presetSubtype="8"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wipe(left)">
                                      <p:cBhvr>
                                        <p:cTn id="11" dur="1000"/>
                                        <p:tgtEl>
                                          <p:spTgt spid="2"/>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wipe(left)">
                                      <p:cBhvr>
                                        <p:cTn id="16" dur="1000"/>
                                        <p:tgtEl>
                                          <p:spTgt spid="3"/>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219144"/>
                                        </p:tgtEl>
                                        <p:attrNameLst>
                                          <p:attrName>style.visibility</p:attrName>
                                        </p:attrNameLst>
                                      </p:cBhvr>
                                      <p:to>
                                        <p:strVal val="visible"/>
                                      </p:to>
                                    </p:set>
                                    <p:animEffect transition="in" filter="wipe(left)">
                                      <p:cBhvr>
                                        <p:cTn id="21" dur="1000"/>
                                        <p:tgtEl>
                                          <p:spTgt spid="219144"/>
                                        </p:tgtEl>
                                      </p:cBhvr>
                                    </p:animEffect>
                                  </p:childTnLst>
                                </p:cTn>
                              </p:par>
                            </p:childTnLst>
                          </p:cTn>
                        </p:par>
                        <p:par>
                          <p:cTn id="22" fill="hold">
                            <p:stCondLst>
                              <p:cond delay="1000"/>
                            </p:stCondLst>
                            <p:childTnLst>
                              <p:par>
                                <p:cTn id="23" presetID="22" presetClass="entr" presetSubtype="8" fill="hold" grpId="0" nodeType="afterEffect">
                                  <p:stCondLst>
                                    <p:cond delay="0"/>
                                  </p:stCondLst>
                                  <p:childTnLst>
                                    <p:set>
                                      <p:cBhvr>
                                        <p:cTn id="24" dur="1" fill="hold">
                                          <p:stCondLst>
                                            <p:cond delay="0"/>
                                          </p:stCondLst>
                                        </p:cTn>
                                        <p:tgtEl>
                                          <p:spTgt spid="219145"/>
                                        </p:tgtEl>
                                        <p:attrNameLst>
                                          <p:attrName>style.visibility</p:attrName>
                                        </p:attrNameLst>
                                      </p:cBhvr>
                                      <p:to>
                                        <p:strVal val="visible"/>
                                      </p:to>
                                    </p:set>
                                    <p:animEffect transition="in" filter="wipe(left)">
                                      <p:cBhvr>
                                        <p:cTn id="25" dur="1000"/>
                                        <p:tgtEl>
                                          <p:spTgt spid="219145"/>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219163"/>
                                        </p:tgtEl>
                                        <p:attrNameLst>
                                          <p:attrName>style.visibility</p:attrName>
                                        </p:attrNameLst>
                                      </p:cBhvr>
                                      <p:to>
                                        <p:strVal val="visible"/>
                                      </p:to>
                                    </p:set>
                                    <p:animEffect transition="in" filter="wipe(left)">
                                      <p:cBhvr>
                                        <p:cTn id="30" dur="1000"/>
                                        <p:tgtEl>
                                          <p:spTgt spid="219163"/>
                                        </p:tgtEl>
                                      </p:cBhvr>
                                    </p:animEffect>
                                  </p:childTnLst>
                                </p:cTn>
                              </p:par>
                            </p:childTnLst>
                          </p:cTn>
                        </p:par>
                      </p:childTnLst>
                    </p:cTn>
                  </p:par>
                  <p:par>
                    <p:cTn id="31" fill="hold">
                      <p:stCondLst>
                        <p:cond delay="indefinite"/>
                      </p:stCondLst>
                      <p:childTnLst>
                        <p:par>
                          <p:cTn id="32" fill="hold">
                            <p:stCondLst>
                              <p:cond delay="0"/>
                            </p:stCondLst>
                            <p:childTnLst>
                              <p:par>
                                <p:cTn id="33" presetID="4" presetClass="entr" presetSubtype="16" fill="hold" grpId="0" nodeType="clickEffect">
                                  <p:stCondLst>
                                    <p:cond delay="0"/>
                                  </p:stCondLst>
                                  <p:childTnLst>
                                    <p:set>
                                      <p:cBhvr>
                                        <p:cTn id="34" dur="1" fill="hold">
                                          <p:stCondLst>
                                            <p:cond delay="0"/>
                                          </p:stCondLst>
                                        </p:cTn>
                                        <p:tgtEl>
                                          <p:spTgt spid="219170"/>
                                        </p:tgtEl>
                                        <p:attrNameLst>
                                          <p:attrName>style.visibility</p:attrName>
                                        </p:attrNameLst>
                                      </p:cBhvr>
                                      <p:to>
                                        <p:strVal val="visible"/>
                                      </p:to>
                                    </p:set>
                                    <p:animEffect transition="in" filter="box(in)">
                                      <p:cBhvr>
                                        <p:cTn id="35" dur="500"/>
                                        <p:tgtEl>
                                          <p:spTgt spid="219170"/>
                                        </p:tgtEl>
                                      </p:cBhvr>
                                    </p:animEffec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nodeType="clickEffect">
                                  <p:stCondLst>
                                    <p:cond delay="0"/>
                                  </p:stCondLst>
                                  <p:iterate type="wd">
                                    <p:tmAbs val="300"/>
                                  </p:iterate>
                                  <p:childTnLst>
                                    <p:set>
                                      <p:cBhvr>
                                        <p:cTn id="39" dur="1" fill="hold">
                                          <p:stCondLst>
                                            <p:cond delay="299"/>
                                          </p:stCondLst>
                                        </p:cTn>
                                        <p:tgtEl>
                                          <p:spTgt spid="219164"/>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clickEffect">
                                  <p:stCondLst>
                                    <p:cond delay="0"/>
                                  </p:stCondLst>
                                  <p:iterate type="wd">
                                    <p:tmAbs val="300"/>
                                  </p:iterate>
                                  <p:childTnLst>
                                    <p:set>
                                      <p:cBhvr>
                                        <p:cTn id="43" dur="1" fill="hold">
                                          <p:stCondLst>
                                            <p:cond delay="299"/>
                                          </p:stCondLst>
                                        </p:cTn>
                                        <p:tgtEl>
                                          <p:spTgt spid="219165"/>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nodeType="clickEffect">
                                  <p:stCondLst>
                                    <p:cond delay="0"/>
                                  </p:stCondLst>
                                  <p:iterate type="wd">
                                    <p:tmAbs val="300"/>
                                  </p:iterate>
                                  <p:childTnLst>
                                    <p:set>
                                      <p:cBhvr>
                                        <p:cTn id="47" dur="1" fill="hold">
                                          <p:stCondLst>
                                            <p:cond delay="299"/>
                                          </p:stCondLst>
                                        </p:cTn>
                                        <p:tgtEl>
                                          <p:spTgt spid="219166"/>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grpId="0" nodeType="clickEffect">
                                  <p:stCondLst>
                                    <p:cond delay="0"/>
                                  </p:stCondLst>
                                  <p:childTnLst>
                                    <p:set>
                                      <p:cBhvr>
                                        <p:cTn id="51" dur="1" fill="hold">
                                          <p:stCondLst>
                                            <p:cond delay="499"/>
                                          </p:stCondLst>
                                        </p:cTn>
                                        <p:tgtEl>
                                          <p:spTgt spid="219167">
                                            <p:txEl>
                                              <p:pRg st="0" end="0"/>
                                            </p:txEl>
                                          </p:spTgt>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grpId="0" nodeType="clickEffect">
                                  <p:stCondLst>
                                    <p:cond delay="0"/>
                                  </p:stCondLst>
                                  <p:childTnLst>
                                    <p:set>
                                      <p:cBhvr>
                                        <p:cTn id="55" dur="1" fill="hold">
                                          <p:stCondLst>
                                            <p:cond delay="499"/>
                                          </p:stCondLst>
                                        </p:cTn>
                                        <p:tgtEl>
                                          <p:spTgt spid="219168">
                                            <p:txEl>
                                              <p:pRg st="0" end="0"/>
                                            </p:txEl>
                                          </p:spTgt>
                                        </p:tgtEl>
                                        <p:attrNameLst>
                                          <p:attrName>style.visibility</p:attrName>
                                        </p:attrNameLst>
                                      </p:cBhvr>
                                      <p:to>
                                        <p:strVal val="visible"/>
                                      </p:to>
                                    </p:set>
                                  </p:childTnLst>
                                </p:cTn>
                              </p:par>
                            </p:childTnLst>
                          </p:cTn>
                        </p:par>
                      </p:childTnLst>
                    </p:cTn>
                  </p:par>
                  <p:par>
                    <p:cTn id="56" fill="hold">
                      <p:stCondLst>
                        <p:cond delay="indefinite"/>
                      </p:stCondLst>
                      <p:childTnLst>
                        <p:par>
                          <p:cTn id="57" fill="hold">
                            <p:stCondLst>
                              <p:cond delay="0"/>
                            </p:stCondLst>
                            <p:childTnLst>
                              <p:par>
                                <p:cTn id="58" presetID="1" presetClass="entr" presetSubtype="0" fill="hold" nodeType="clickEffect">
                                  <p:stCondLst>
                                    <p:cond delay="0"/>
                                  </p:stCondLst>
                                  <p:iterate type="wd">
                                    <p:tmAbs val="300"/>
                                  </p:iterate>
                                  <p:childTnLst>
                                    <p:set>
                                      <p:cBhvr>
                                        <p:cTn id="59" dur="1" fill="hold">
                                          <p:stCondLst>
                                            <p:cond delay="299"/>
                                          </p:stCondLst>
                                        </p:cTn>
                                        <p:tgtEl>
                                          <p:spTgt spid="219169"/>
                                        </p:tgtEl>
                                        <p:attrNameLst>
                                          <p:attrName>style.visibility</p:attrName>
                                        </p:attrNameLst>
                                      </p:cBhvr>
                                      <p:to>
                                        <p:strVal val="visible"/>
                                      </p:to>
                                    </p:se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grpId="0" nodeType="clickEffect">
                                  <p:stCondLst>
                                    <p:cond delay="0"/>
                                  </p:stCondLst>
                                  <p:childTnLst>
                                    <p:set>
                                      <p:cBhvr>
                                        <p:cTn id="63" dur="1" fill="hold">
                                          <p:stCondLst>
                                            <p:cond delay="499"/>
                                          </p:stCondLst>
                                        </p:cTn>
                                        <p:tgtEl>
                                          <p:spTgt spid="219171">
                                            <p:txEl>
                                              <p:pRg st="0" end="0"/>
                                            </p:txEl>
                                          </p:spTgt>
                                        </p:tgtEl>
                                        <p:attrNameLst>
                                          <p:attrName>style.visibility</p:attrName>
                                        </p:attrNameLst>
                                      </p:cBhvr>
                                      <p:to>
                                        <p:strVal val="visible"/>
                                      </p:to>
                                    </p:set>
                                  </p:childTnLst>
                                </p:cTn>
                              </p:par>
                            </p:childTnLst>
                          </p:cTn>
                        </p:par>
                      </p:childTnLst>
                    </p:cTn>
                  </p:par>
                  <p:par>
                    <p:cTn id="64" fill="hold">
                      <p:stCondLst>
                        <p:cond delay="indefinite"/>
                      </p:stCondLst>
                      <p:childTnLst>
                        <p:par>
                          <p:cTn id="65" fill="hold">
                            <p:stCondLst>
                              <p:cond delay="0"/>
                            </p:stCondLst>
                            <p:childTnLst>
                              <p:par>
                                <p:cTn id="66" presetID="1" presetClass="entr" presetSubtype="0" fill="hold" nodeType="clickEffect">
                                  <p:stCondLst>
                                    <p:cond delay="0"/>
                                  </p:stCondLst>
                                  <p:iterate type="wd">
                                    <p:tmAbs val="300"/>
                                  </p:iterate>
                                  <p:childTnLst>
                                    <p:set>
                                      <p:cBhvr>
                                        <p:cTn id="67" dur="1" fill="hold">
                                          <p:stCondLst>
                                            <p:cond delay="299"/>
                                          </p:stCondLst>
                                        </p:cTn>
                                        <p:tgtEl>
                                          <p:spTgt spid="21917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9141" grpId="0"/>
      <p:bldP spid="219144" grpId="0"/>
      <p:bldP spid="219145" grpId="0"/>
      <p:bldP spid="219163" grpId="0"/>
      <p:bldP spid="219167" grpId="0" build="p" autoUpdateAnimBg="0"/>
      <p:bldP spid="219168" grpId="0" build="p" autoUpdateAnimBg="0"/>
      <p:bldP spid="219170" grpId="0" autoUpdateAnimBg="0"/>
      <p:bldP spid="219171" grpId="0" build="p"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65890" name="Object 2"/>
          <p:cNvGraphicFramePr>
            <a:graphicFrameLocks noChangeAspect="1"/>
          </p:cNvGraphicFramePr>
          <p:nvPr/>
        </p:nvGraphicFramePr>
        <p:xfrm>
          <a:off x="5148263" y="684213"/>
          <a:ext cx="2408237" cy="965200"/>
        </p:xfrm>
        <a:graphic>
          <a:graphicData uri="http://schemas.openxmlformats.org/presentationml/2006/ole">
            <p:oleObj spid="_x0000_s13314" name="Equation" r:id="rId3" imgW="1168200" imgH="482400" progId="Equation.DSMT4">
              <p:embed/>
            </p:oleObj>
          </a:graphicData>
        </a:graphic>
      </p:graphicFrame>
      <p:sp>
        <p:nvSpPr>
          <p:cNvPr id="165891" name="Rectangle 3"/>
          <p:cNvSpPr>
            <a:spLocks noChangeArrowheads="1"/>
          </p:cNvSpPr>
          <p:nvPr/>
        </p:nvSpPr>
        <p:spPr bwMode="auto">
          <a:xfrm>
            <a:off x="476250" y="1611313"/>
            <a:ext cx="3735388" cy="457200"/>
          </a:xfrm>
          <a:prstGeom prst="rect">
            <a:avLst/>
          </a:prstGeom>
          <a:noFill/>
          <a:ln w="9525">
            <a:noFill/>
            <a:miter lim="800000"/>
            <a:headEnd/>
            <a:tailEnd/>
          </a:ln>
        </p:spPr>
        <p:txBody>
          <a:bodyPr lIns="90000" tIns="46800" rIns="90000" bIns="46800">
            <a:spAutoFit/>
          </a:bodyPr>
          <a:lstStyle/>
          <a:p>
            <a:pPr>
              <a:lnSpc>
                <a:spcPct val="100000"/>
              </a:lnSpc>
              <a:spcBef>
                <a:spcPct val="0"/>
              </a:spcBef>
            </a:pPr>
            <a:r>
              <a:rPr lang="zh-CN" altLang="en-US" sz="2400">
                <a:ea typeface="宋体" pitchFamily="2" charset="-122"/>
              </a:rPr>
              <a:t>初始条件为：</a:t>
            </a:r>
          </a:p>
        </p:txBody>
      </p:sp>
      <p:graphicFrame>
        <p:nvGraphicFramePr>
          <p:cNvPr id="165892" name="Object 4"/>
          <p:cNvGraphicFramePr>
            <a:graphicFrameLocks noChangeAspect="1"/>
          </p:cNvGraphicFramePr>
          <p:nvPr/>
        </p:nvGraphicFramePr>
        <p:xfrm>
          <a:off x="1376363" y="2312988"/>
          <a:ext cx="1230312" cy="460375"/>
        </p:xfrm>
        <a:graphic>
          <a:graphicData uri="http://schemas.openxmlformats.org/presentationml/2006/ole">
            <p:oleObj spid="_x0000_s13315" name="Equation" r:id="rId4" imgW="2336800" imgH="241300" progId="Equation.DSMT4">
              <p:embed/>
            </p:oleObj>
          </a:graphicData>
        </a:graphic>
      </p:graphicFrame>
      <p:graphicFrame>
        <p:nvGraphicFramePr>
          <p:cNvPr id="165893" name="Object 5"/>
          <p:cNvGraphicFramePr>
            <a:graphicFrameLocks noChangeAspect="1"/>
          </p:cNvGraphicFramePr>
          <p:nvPr/>
        </p:nvGraphicFramePr>
        <p:xfrm>
          <a:off x="1365250" y="3060700"/>
          <a:ext cx="2127250" cy="863600"/>
        </p:xfrm>
        <a:graphic>
          <a:graphicData uri="http://schemas.openxmlformats.org/presentationml/2006/ole">
            <p:oleObj spid="_x0000_s13316" name="Equation" r:id="rId5" imgW="1143000" imgH="431640" progId="Equation.DSMT4">
              <p:embed/>
            </p:oleObj>
          </a:graphicData>
        </a:graphic>
      </p:graphicFrame>
      <p:graphicFrame>
        <p:nvGraphicFramePr>
          <p:cNvPr id="165894" name="Object 6"/>
          <p:cNvGraphicFramePr>
            <a:graphicFrameLocks noChangeAspect="1"/>
          </p:cNvGraphicFramePr>
          <p:nvPr/>
        </p:nvGraphicFramePr>
        <p:xfrm>
          <a:off x="4356100" y="2989263"/>
          <a:ext cx="2957513" cy="963612"/>
        </p:xfrm>
        <a:graphic>
          <a:graphicData uri="http://schemas.openxmlformats.org/presentationml/2006/ole">
            <p:oleObj spid="_x0000_s13317" name="Equation" r:id="rId6" imgW="1485720" imgH="482400" progId="Equation.DSMT4">
              <p:embed/>
            </p:oleObj>
          </a:graphicData>
        </a:graphic>
      </p:graphicFrame>
      <p:graphicFrame>
        <p:nvGraphicFramePr>
          <p:cNvPr id="165895" name="Object 7"/>
          <p:cNvGraphicFramePr>
            <a:graphicFrameLocks noChangeAspect="1"/>
          </p:cNvGraphicFramePr>
          <p:nvPr/>
        </p:nvGraphicFramePr>
        <p:xfrm>
          <a:off x="1293813" y="4319588"/>
          <a:ext cx="2198687" cy="684212"/>
        </p:xfrm>
        <a:graphic>
          <a:graphicData uri="http://schemas.openxmlformats.org/presentationml/2006/ole">
            <p:oleObj spid="_x0000_s13318" name="Equation" r:id="rId7" imgW="1155600" imgH="342720" progId="Equation.DSMT4">
              <p:embed/>
            </p:oleObj>
          </a:graphicData>
        </a:graphic>
      </p:graphicFrame>
      <p:graphicFrame>
        <p:nvGraphicFramePr>
          <p:cNvPr id="165896" name="Object 8"/>
          <p:cNvGraphicFramePr>
            <a:graphicFrameLocks noChangeAspect="1"/>
          </p:cNvGraphicFramePr>
          <p:nvPr/>
        </p:nvGraphicFramePr>
        <p:xfrm>
          <a:off x="4140200" y="4284663"/>
          <a:ext cx="3627438" cy="835025"/>
        </p:xfrm>
        <a:graphic>
          <a:graphicData uri="http://schemas.openxmlformats.org/presentationml/2006/ole">
            <p:oleObj spid="_x0000_s13319" name="Equation" r:id="rId8" imgW="1917360" imgH="419040" progId="Equation.DSMT4">
              <p:embed/>
            </p:oleObj>
          </a:graphicData>
        </a:graphic>
      </p:graphicFrame>
      <p:graphicFrame>
        <p:nvGraphicFramePr>
          <p:cNvPr id="165898" name="Object 10"/>
          <p:cNvGraphicFramePr>
            <a:graphicFrameLocks/>
          </p:cNvGraphicFramePr>
          <p:nvPr/>
        </p:nvGraphicFramePr>
        <p:xfrm>
          <a:off x="1587500" y="5454650"/>
          <a:ext cx="1039813" cy="782638"/>
        </p:xfrm>
        <a:graphic>
          <a:graphicData uri="http://schemas.openxmlformats.org/presentationml/2006/ole">
            <p:oleObj spid="_x0000_s13320" name="Equation" r:id="rId9" imgW="520560" imgH="393480" progId="Equation.DSMT4">
              <p:embed/>
            </p:oleObj>
          </a:graphicData>
        </a:graphic>
      </p:graphicFrame>
      <p:graphicFrame>
        <p:nvGraphicFramePr>
          <p:cNvPr id="165899" name="Object 11"/>
          <p:cNvGraphicFramePr>
            <a:graphicFrameLocks noChangeAspect="1"/>
          </p:cNvGraphicFramePr>
          <p:nvPr/>
        </p:nvGraphicFramePr>
        <p:xfrm>
          <a:off x="5233988" y="5391150"/>
          <a:ext cx="1068387" cy="812800"/>
        </p:xfrm>
        <a:graphic>
          <a:graphicData uri="http://schemas.openxmlformats.org/presentationml/2006/ole">
            <p:oleObj spid="_x0000_s13321" name="Equation" r:id="rId10" imgW="533160" imgH="406080" progId="Equation.DSMT4">
              <p:embed/>
            </p:oleObj>
          </a:graphicData>
        </a:graphic>
      </p:graphicFrame>
      <p:graphicFrame>
        <p:nvGraphicFramePr>
          <p:cNvPr id="165900" name="Object 12"/>
          <p:cNvGraphicFramePr>
            <a:graphicFrameLocks noChangeAspect="1"/>
          </p:cNvGraphicFramePr>
          <p:nvPr/>
        </p:nvGraphicFramePr>
        <p:xfrm>
          <a:off x="2840038" y="762000"/>
          <a:ext cx="1612900" cy="858838"/>
        </p:xfrm>
        <a:graphic>
          <a:graphicData uri="http://schemas.openxmlformats.org/presentationml/2006/ole">
            <p:oleObj spid="_x0000_s13322" name="Equation" r:id="rId11" imgW="1777680" imgH="431640" progId="Equation.DSMT4">
              <p:embed/>
            </p:oleObj>
          </a:graphicData>
        </a:graphic>
      </p:graphicFrame>
      <p:graphicFrame>
        <p:nvGraphicFramePr>
          <p:cNvPr id="165902" name="Object 14"/>
          <p:cNvGraphicFramePr>
            <a:graphicFrameLocks noChangeAspect="1"/>
          </p:cNvGraphicFramePr>
          <p:nvPr/>
        </p:nvGraphicFramePr>
        <p:xfrm>
          <a:off x="3132138" y="2265363"/>
          <a:ext cx="3894137" cy="508000"/>
        </p:xfrm>
        <a:graphic>
          <a:graphicData uri="http://schemas.openxmlformats.org/presentationml/2006/ole">
            <p:oleObj spid="_x0000_s13323" name="Equation" r:id="rId12" imgW="1777680" imgH="253800" progId="Equation.DSMT4">
              <p:embed/>
            </p:oleObj>
          </a:graphicData>
        </a:graphic>
      </p:graphicFrame>
      <p:sp>
        <p:nvSpPr>
          <p:cNvPr id="165903" name="Rectangle 15"/>
          <p:cNvSpPr>
            <a:spLocks noChangeArrowheads="1"/>
          </p:cNvSpPr>
          <p:nvPr/>
        </p:nvSpPr>
        <p:spPr bwMode="auto">
          <a:xfrm>
            <a:off x="468313" y="836613"/>
            <a:ext cx="3735387" cy="457200"/>
          </a:xfrm>
          <a:prstGeom prst="rect">
            <a:avLst/>
          </a:prstGeom>
          <a:noFill/>
          <a:ln w="9525">
            <a:noFill/>
            <a:miter lim="800000"/>
            <a:headEnd/>
            <a:tailEnd/>
          </a:ln>
        </p:spPr>
        <p:txBody>
          <a:bodyPr lIns="90000" tIns="46800" rIns="90000" bIns="46800">
            <a:spAutoFit/>
          </a:bodyPr>
          <a:lstStyle/>
          <a:p>
            <a:pPr>
              <a:lnSpc>
                <a:spcPct val="100000"/>
              </a:lnSpc>
              <a:spcBef>
                <a:spcPct val="0"/>
              </a:spcBef>
            </a:pPr>
            <a:r>
              <a:rPr lang="zh-CN" altLang="en-US" sz="2400">
                <a:ea typeface="宋体" pitchFamily="2" charset="-122"/>
              </a:rPr>
              <a:t>由</a:t>
            </a:r>
            <a:r>
              <a:rPr lang="en-US" altLang="zh-CN" sz="2400">
                <a:solidFill>
                  <a:srgbClr val="FF6600"/>
                </a:solidFill>
                <a:ea typeface="宋体" pitchFamily="2" charset="-122"/>
              </a:rPr>
              <a:t>(1)</a:t>
            </a:r>
            <a:r>
              <a:rPr lang="zh-CN" altLang="en-US" sz="2400">
                <a:ea typeface="宋体" pitchFamily="2" charset="-122"/>
              </a:rPr>
              <a:t>、</a:t>
            </a:r>
            <a:r>
              <a:rPr lang="en-US" altLang="zh-CN" sz="2400">
                <a:solidFill>
                  <a:srgbClr val="FF6600"/>
                </a:solidFill>
                <a:ea typeface="宋体" pitchFamily="2" charset="-122"/>
              </a:rPr>
              <a:t>(2)</a:t>
            </a:r>
            <a:r>
              <a:rPr lang="zh-CN" altLang="en-US" sz="2400">
                <a:ea typeface="宋体" pitchFamily="2" charset="-122"/>
              </a:rPr>
              <a:t>式得：</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6590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iterate type="wd">
                                    <p:tmAbs val="300"/>
                                  </p:iterate>
                                  <p:childTnLst>
                                    <p:set>
                                      <p:cBhvr>
                                        <p:cTn id="10" dur="1" fill="hold">
                                          <p:stCondLst>
                                            <p:cond delay="299"/>
                                          </p:stCondLst>
                                        </p:cTn>
                                        <p:tgtEl>
                                          <p:spTgt spid="16590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iterate type="wd">
                                    <p:tmAbs val="300"/>
                                  </p:iterate>
                                  <p:childTnLst>
                                    <p:set>
                                      <p:cBhvr>
                                        <p:cTn id="14" dur="1" fill="hold">
                                          <p:stCondLst>
                                            <p:cond delay="299"/>
                                          </p:stCondLst>
                                        </p:cTn>
                                        <p:tgtEl>
                                          <p:spTgt spid="16589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165891">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iterate type="wd">
                                    <p:tmAbs val="300"/>
                                  </p:iterate>
                                  <p:childTnLst>
                                    <p:set>
                                      <p:cBhvr>
                                        <p:cTn id="22" dur="1" fill="hold">
                                          <p:stCondLst>
                                            <p:cond delay="299"/>
                                          </p:stCondLst>
                                        </p:cTn>
                                        <p:tgtEl>
                                          <p:spTgt spid="16589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65902"/>
                                        </p:tgtEl>
                                        <p:attrNameLst>
                                          <p:attrName>style.visibility</p:attrName>
                                        </p:attrNameLst>
                                      </p:cBhvr>
                                      <p:to>
                                        <p:strVal val="visible"/>
                                      </p:to>
                                    </p:set>
                                    <p:animEffect transition="in" filter="wipe(left)">
                                      <p:cBhvr>
                                        <p:cTn id="27" dur="1000"/>
                                        <p:tgtEl>
                                          <p:spTgt spid="165902"/>
                                        </p:tgtEl>
                                      </p:cBhvr>
                                    </p:animEffec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iterate type="wd">
                                    <p:tmAbs val="300"/>
                                  </p:iterate>
                                  <p:childTnLst>
                                    <p:set>
                                      <p:cBhvr>
                                        <p:cTn id="31" dur="1" fill="hold">
                                          <p:stCondLst>
                                            <p:cond delay="299"/>
                                          </p:stCondLst>
                                        </p:cTn>
                                        <p:tgtEl>
                                          <p:spTgt spid="165893"/>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nodeType="clickEffect">
                                  <p:stCondLst>
                                    <p:cond delay="0"/>
                                  </p:stCondLst>
                                  <p:iterate type="wd">
                                    <p:tmAbs val="300"/>
                                  </p:iterate>
                                  <p:childTnLst>
                                    <p:set>
                                      <p:cBhvr>
                                        <p:cTn id="35" dur="1" fill="hold">
                                          <p:stCondLst>
                                            <p:cond delay="299"/>
                                          </p:stCondLst>
                                        </p:cTn>
                                        <p:tgtEl>
                                          <p:spTgt spid="165894"/>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nodeType="clickEffect">
                                  <p:stCondLst>
                                    <p:cond delay="0"/>
                                  </p:stCondLst>
                                  <p:iterate type="wd">
                                    <p:tmAbs val="300"/>
                                  </p:iterate>
                                  <p:childTnLst>
                                    <p:set>
                                      <p:cBhvr>
                                        <p:cTn id="39" dur="1" fill="hold">
                                          <p:stCondLst>
                                            <p:cond delay="299"/>
                                          </p:stCondLst>
                                        </p:cTn>
                                        <p:tgtEl>
                                          <p:spTgt spid="165895"/>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clickEffect">
                                  <p:stCondLst>
                                    <p:cond delay="0"/>
                                  </p:stCondLst>
                                  <p:iterate type="wd">
                                    <p:tmAbs val="300"/>
                                  </p:iterate>
                                  <p:childTnLst>
                                    <p:set>
                                      <p:cBhvr>
                                        <p:cTn id="43" dur="1" fill="hold">
                                          <p:stCondLst>
                                            <p:cond delay="299"/>
                                          </p:stCondLst>
                                        </p:cTn>
                                        <p:tgtEl>
                                          <p:spTgt spid="165896"/>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nodeType="clickEffect">
                                  <p:stCondLst>
                                    <p:cond delay="0"/>
                                  </p:stCondLst>
                                  <p:iterate type="wd">
                                    <p:tmAbs val="300"/>
                                  </p:iterate>
                                  <p:childTnLst>
                                    <p:set>
                                      <p:cBhvr>
                                        <p:cTn id="47" dur="1" fill="hold">
                                          <p:stCondLst>
                                            <p:cond delay="299"/>
                                          </p:stCondLst>
                                        </p:cTn>
                                        <p:tgtEl>
                                          <p:spTgt spid="165898"/>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8" presetClass="entr" presetSubtype="32" fill="hold" nodeType="clickEffect">
                                  <p:stCondLst>
                                    <p:cond delay="0"/>
                                  </p:stCondLst>
                                  <p:childTnLst>
                                    <p:set>
                                      <p:cBhvr>
                                        <p:cTn id="51" dur="1" fill="hold">
                                          <p:stCondLst>
                                            <p:cond delay="0"/>
                                          </p:stCondLst>
                                        </p:cTn>
                                        <p:tgtEl>
                                          <p:spTgt spid="165899"/>
                                        </p:tgtEl>
                                        <p:attrNameLst>
                                          <p:attrName>style.visibility</p:attrName>
                                        </p:attrNameLst>
                                      </p:cBhvr>
                                      <p:to>
                                        <p:strVal val="visible"/>
                                      </p:to>
                                    </p:set>
                                    <p:animEffect transition="in" filter="diamond(out)">
                                      <p:cBhvr>
                                        <p:cTn id="52" dur="500"/>
                                        <p:tgtEl>
                                          <p:spTgt spid="1658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5891" grpId="0" build="p" autoUpdateAnimBg="0"/>
      <p:bldP spid="165903" grpId="0" build="p"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Rectangle 2"/>
          <p:cNvSpPr>
            <a:spLocks noChangeArrowheads="1"/>
          </p:cNvSpPr>
          <p:nvPr/>
        </p:nvSpPr>
        <p:spPr bwMode="auto">
          <a:xfrm>
            <a:off x="431800" y="1649413"/>
            <a:ext cx="2819400" cy="457200"/>
          </a:xfrm>
          <a:prstGeom prst="rect">
            <a:avLst/>
          </a:prstGeom>
          <a:noFill/>
          <a:ln w="9525">
            <a:noFill/>
            <a:miter lim="800000"/>
            <a:headEnd/>
            <a:tailEnd/>
          </a:ln>
        </p:spPr>
        <p:txBody>
          <a:bodyPr lIns="90000" tIns="46800" rIns="90000" bIns="46800">
            <a:spAutoFit/>
          </a:bodyPr>
          <a:lstStyle/>
          <a:p>
            <a:pPr algn="just">
              <a:lnSpc>
                <a:spcPct val="100000"/>
              </a:lnSpc>
              <a:spcBef>
                <a:spcPct val="0"/>
              </a:spcBef>
            </a:pPr>
            <a:r>
              <a:rPr lang="zh-CN" altLang="en-US" sz="2400">
                <a:ea typeface="宋体" pitchFamily="2" charset="-122"/>
              </a:rPr>
              <a:t>作定积分，得</a:t>
            </a:r>
          </a:p>
        </p:txBody>
      </p:sp>
      <p:graphicFrame>
        <p:nvGraphicFramePr>
          <p:cNvPr id="166915" name="Object 3"/>
          <p:cNvGraphicFramePr>
            <a:graphicFrameLocks noChangeAspect="1"/>
          </p:cNvGraphicFramePr>
          <p:nvPr/>
        </p:nvGraphicFramePr>
        <p:xfrm>
          <a:off x="3340100" y="1347788"/>
          <a:ext cx="2900363" cy="838200"/>
        </p:xfrm>
        <a:graphic>
          <a:graphicData uri="http://schemas.openxmlformats.org/presentationml/2006/ole">
            <p:oleObj spid="_x0000_s14338" name="Equation" r:id="rId3" imgW="1447560" imgH="419040" progId="Equation.DSMT4">
              <p:embed/>
            </p:oleObj>
          </a:graphicData>
        </a:graphic>
      </p:graphicFrame>
      <p:sp>
        <p:nvSpPr>
          <p:cNvPr id="166916" name="Rectangle 4"/>
          <p:cNvSpPr>
            <a:spLocks noChangeArrowheads="1"/>
          </p:cNvSpPr>
          <p:nvPr/>
        </p:nvSpPr>
        <p:spPr bwMode="auto">
          <a:xfrm>
            <a:off x="385763" y="3898900"/>
            <a:ext cx="4983162" cy="457200"/>
          </a:xfrm>
          <a:prstGeom prst="rect">
            <a:avLst/>
          </a:prstGeom>
          <a:noFill/>
          <a:ln w="9525">
            <a:noFill/>
            <a:miter lim="800000"/>
            <a:headEnd/>
            <a:tailEnd/>
          </a:ln>
        </p:spPr>
        <p:txBody>
          <a:bodyPr lIns="90000" tIns="46800" rIns="90000" bIns="46800">
            <a:spAutoFit/>
          </a:bodyPr>
          <a:lstStyle/>
          <a:p>
            <a:pPr>
              <a:lnSpc>
                <a:spcPct val="100000"/>
              </a:lnSpc>
              <a:spcBef>
                <a:spcPct val="0"/>
              </a:spcBef>
            </a:pPr>
            <a:r>
              <a:rPr lang="zh-CN" altLang="en-US" sz="2400">
                <a:ea typeface="宋体" pitchFamily="2" charset="-122"/>
              </a:rPr>
              <a:t>方程消去参数</a:t>
            </a:r>
            <a:r>
              <a:rPr lang="zh-CN" altLang="en-US" sz="2400">
                <a:solidFill>
                  <a:srgbClr val="FF6600"/>
                </a:solidFill>
                <a:ea typeface="宋体" pitchFamily="2" charset="-122"/>
              </a:rPr>
              <a:t> </a:t>
            </a:r>
            <a:r>
              <a:rPr lang="en-US" altLang="zh-CN" sz="2400" i="1">
                <a:solidFill>
                  <a:srgbClr val="FF6600"/>
                </a:solidFill>
                <a:ea typeface="宋体" pitchFamily="2" charset="-122"/>
              </a:rPr>
              <a:t>t</a:t>
            </a:r>
            <a:r>
              <a:rPr lang="en-US" altLang="zh-CN" sz="2400" i="1">
                <a:ea typeface="宋体" pitchFamily="2" charset="-122"/>
              </a:rPr>
              <a:t> </a:t>
            </a:r>
            <a:r>
              <a:rPr lang="zh-CN" altLang="en-US" sz="2400">
                <a:ea typeface="宋体" pitchFamily="2" charset="-122"/>
              </a:rPr>
              <a:t>，得轨道为 </a:t>
            </a:r>
          </a:p>
        </p:txBody>
      </p:sp>
      <p:sp>
        <p:nvSpPr>
          <p:cNvPr id="166917" name="Rectangle 5"/>
          <p:cNvSpPr>
            <a:spLocks noChangeArrowheads="1"/>
          </p:cNvSpPr>
          <p:nvPr/>
        </p:nvSpPr>
        <p:spPr bwMode="auto">
          <a:xfrm>
            <a:off x="431800" y="5924550"/>
            <a:ext cx="5630863" cy="457200"/>
          </a:xfrm>
          <a:prstGeom prst="rect">
            <a:avLst/>
          </a:prstGeom>
          <a:noFill/>
          <a:ln w="9525">
            <a:noFill/>
            <a:miter lim="800000"/>
            <a:headEnd/>
            <a:tailEnd/>
          </a:ln>
        </p:spPr>
        <p:txBody>
          <a:bodyPr lIns="90000" tIns="46800" rIns="90000" bIns="46800">
            <a:spAutoFit/>
          </a:bodyPr>
          <a:lstStyle/>
          <a:p>
            <a:pPr>
              <a:lnSpc>
                <a:spcPct val="100000"/>
              </a:lnSpc>
              <a:spcBef>
                <a:spcPct val="0"/>
              </a:spcBef>
            </a:pPr>
            <a:r>
              <a:rPr lang="zh-CN" altLang="en-US" sz="2400">
                <a:ea typeface="宋体" pitchFamily="2" charset="-122"/>
              </a:rPr>
              <a:t>考虑风速等影响，还要复杂些。 </a:t>
            </a:r>
          </a:p>
        </p:txBody>
      </p:sp>
      <p:graphicFrame>
        <p:nvGraphicFramePr>
          <p:cNvPr id="166918" name="Object 6"/>
          <p:cNvGraphicFramePr>
            <a:graphicFrameLocks noChangeAspect="1"/>
          </p:cNvGraphicFramePr>
          <p:nvPr/>
        </p:nvGraphicFramePr>
        <p:xfrm>
          <a:off x="1062038" y="4659313"/>
          <a:ext cx="5862637" cy="914400"/>
        </p:xfrm>
        <a:graphic>
          <a:graphicData uri="http://schemas.openxmlformats.org/presentationml/2006/ole">
            <p:oleObj spid="_x0000_s14339" name="Equation" r:id="rId4" imgW="2933640" imgH="457200" progId="Equation.DSMT4">
              <p:embed/>
            </p:oleObj>
          </a:graphicData>
        </a:graphic>
      </p:graphicFrame>
      <p:graphicFrame>
        <p:nvGraphicFramePr>
          <p:cNvPr id="166919" name="Object 7"/>
          <p:cNvGraphicFramePr>
            <a:graphicFrameLocks noChangeAspect="1"/>
          </p:cNvGraphicFramePr>
          <p:nvPr/>
        </p:nvGraphicFramePr>
        <p:xfrm>
          <a:off x="1625600" y="2414588"/>
          <a:ext cx="4843463" cy="965200"/>
        </p:xfrm>
        <a:graphic>
          <a:graphicData uri="http://schemas.openxmlformats.org/presentationml/2006/ole">
            <p:oleObj spid="_x0000_s14340" name="Equation" r:id="rId5" imgW="2425680" imgH="482400" progId="Equation.DSMT4">
              <p:embed/>
            </p:oleObj>
          </a:graphicData>
        </a:graphic>
      </p:graphicFrame>
      <p:sp>
        <p:nvSpPr>
          <p:cNvPr id="166920" name="Rectangle 8"/>
          <p:cNvSpPr>
            <a:spLocks noChangeArrowheads="1"/>
          </p:cNvSpPr>
          <p:nvPr/>
        </p:nvSpPr>
        <p:spPr bwMode="auto">
          <a:xfrm>
            <a:off x="385763" y="703263"/>
            <a:ext cx="3375025" cy="457200"/>
          </a:xfrm>
          <a:prstGeom prst="rect">
            <a:avLst/>
          </a:prstGeom>
          <a:noFill/>
          <a:ln w="9525">
            <a:noFill/>
            <a:miter lim="800000"/>
            <a:headEnd/>
            <a:tailEnd/>
          </a:ln>
        </p:spPr>
        <p:txBody>
          <a:bodyPr lIns="90000" tIns="46800" rIns="90000" bIns="46800">
            <a:spAutoFit/>
          </a:bodyPr>
          <a:lstStyle/>
          <a:p>
            <a:pPr>
              <a:lnSpc>
                <a:spcPct val="100000"/>
              </a:lnSpc>
              <a:spcBef>
                <a:spcPct val="0"/>
              </a:spcBef>
            </a:pPr>
            <a:r>
              <a:rPr lang="zh-CN" altLang="en-US" sz="2400">
                <a:ea typeface="宋体" pitchFamily="2" charset="-122"/>
              </a:rPr>
              <a:t>代入初始条件，</a:t>
            </a:r>
          </a:p>
        </p:txBody>
      </p:sp>
      <p:graphicFrame>
        <p:nvGraphicFramePr>
          <p:cNvPr id="166921" name="Object 9"/>
          <p:cNvGraphicFramePr>
            <a:graphicFrameLocks noChangeAspect="1"/>
          </p:cNvGraphicFramePr>
          <p:nvPr/>
        </p:nvGraphicFramePr>
        <p:xfrm>
          <a:off x="3671888" y="703263"/>
          <a:ext cx="2613025" cy="457200"/>
        </p:xfrm>
        <a:graphic>
          <a:graphicData uri="http://schemas.openxmlformats.org/presentationml/2006/ole">
            <p:oleObj spid="_x0000_s14341" name="Equation" r:id="rId6" imgW="1308100" imgH="228600" progId="Equation.3">
              <p:embed/>
            </p:oleObj>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6692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iterate type="wd">
                                    <p:tmAbs val="300"/>
                                  </p:iterate>
                                  <p:childTnLst>
                                    <p:set>
                                      <p:cBhvr>
                                        <p:cTn id="10" dur="1" fill="hold">
                                          <p:stCondLst>
                                            <p:cond delay="299"/>
                                          </p:stCondLst>
                                        </p:cTn>
                                        <p:tgtEl>
                                          <p:spTgt spid="16692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166914">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iterate type="wd">
                                    <p:tmAbs val="300"/>
                                  </p:iterate>
                                  <p:childTnLst>
                                    <p:set>
                                      <p:cBhvr>
                                        <p:cTn id="18" dur="1" fill="hold">
                                          <p:stCondLst>
                                            <p:cond delay="299"/>
                                          </p:stCondLst>
                                        </p:cTn>
                                        <p:tgtEl>
                                          <p:spTgt spid="16691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iterate type="wd">
                                    <p:tmAbs val="300"/>
                                  </p:iterate>
                                  <p:childTnLst>
                                    <p:set>
                                      <p:cBhvr>
                                        <p:cTn id="22" dur="1" fill="hold">
                                          <p:stCondLst>
                                            <p:cond delay="299"/>
                                          </p:stCondLst>
                                        </p:cTn>
                                        <p:tgtEl>
                                          <p:spTgt spid="16691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166916">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iterate type="wd">
                                    <p:tmAbs val="300"/>
                                  </p:iterate>
                                  <p:childTnLst>
                                    <p:set>
                                      <p:cBhvr>
                                        <p:cTn id="30" dur="1" fill="hold">
                                          <p:stCondLst>
                                            <p:cond delay="299"/>
                                          </p:stCondLst>
                                        </p:cTn>
                                        <p:tgtEl>
                                          <p:spTgt spid="16691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499"/>
                                          </p:stCondLst>
                                        </p:cTn>
                                        <p:tgtEl>
                                          <p:spTgt spid="166917">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6914" grpId="0" build="p" autoUpdateAnimBg="0"/>
      <p:bldP spid="166916" grpId="0" build="p" autoUpdateAnimBg="0"/>
      <p:bldP spid="166917" grpId="0" build="p" autoUpdateAnimBg="0"/>
      <p:bldP spid="166920" grpId="0" build="p"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p:cNvGrpSpPr>
          <p:nvPr/>
        </p:nvGrpSpPr>
        <p:grpSpPr bwMode="auto">
          <a:xfrm>
            <a:off x="6704013" y="3217863"/>
            <a:ext cx="2044700" cy="2298700"/>
            <a:chOff x="4342" y="1789"/>
            <a:chExt cx="1288" cy="1448"/>
          </a:xfrm>
        </p:grpSpPr>
        <p:sp>
          <p:nvSpPr>
            <p:cNvPr id="15388" name="AutoShape 3" descr="画布"/>
            <p:cNvSpPr>
              <a:spLocks noChangeArrowheads="1"/>
            </p:cNvSpPr>
            <p:nvPr/>
          </p:nvSpPr>
          <p:spPr bwMode="auto">
            <a:xfrm>
              <a:off x="4342" y="2726"/>
              <a:ext cx="1288" cy="511"/>
            </a:xfrm>
            <a:prstGeom prst="parallelogram">
              <a:avLst>
                <a:gd name="adj" fmla="val 63014"/>
              </a:avLst>
            </a:prstGeom>
            <a:blipFill dpi="0" rotWithShape="1">
              <a:blip r:embed="rId3"/>
              <a:srcRect/>
              <a:tile tx="0" ty="0" sx="100000" sy="100000" flip="none" algn="tl"/>
            </a:blipFill>
            <a:ln w="9525">
              <a:noFill/>
              <a:miter lim="800000"/>
              <a:headEnd/>
              <a:tailEnd/>
            </a:ln>
          </p:spPr>
          <p:txBody>
            <a:bodyPr wrap="none" anchor="ctr"/>
            <a:lstStyle/>
            <a:p>
              <a:endParaRPr lang="zh-CN" altLang="en-US"/>
            </a:p>
          </p:txBody>
        </p:sp>
        <p:sp>
          <p:nvSpPr>
            <p:cNvPr id="15389" name="Freeform 4"/>
            <p:cNvSpPr>
              <a:spLocks/>
            </p:cNvSpPr>
            <p:nvPr/>
          </p:nvSpPr>
          <p:spPr bwMode="auto">
            <a:xfrm>
              <a:off x="4782" y="1789"/>
              <a:ext cx="412" cy="1336"/>
            </a:xfrm>
            <a:custGeom>
              <a:avLst/>
              <a:gdLst>
                <a:gd name="T0" fmla="*/ 135 w 454"/>
                <a:gd name="T1" fmla="*/ 1336 h 1336"/>
                <a:gd name="T2" fmla="*/ 18 w 454"/>
                <a:gd name="T3" fmla="*/ 1252 h 1336"/>
                <a:gd name="T4" fmla="*/ 25 w 454"/>
                <a:gd name="T5" fmla="*/ 1119 h 1336"/>
                <a:gd name="T6" fmla="*/ 142 w 454"/>
                <a:gd name="T7" fmla="*/ 1044 h 1336"/>
                <a:gd name="T8" fmla="*/ 341 w 454"/>
                <a:gd name="T9" fmla="*/ 1127 h 1336"/>
                <a:gd name="T10" fmla="*/ 341 w 454"/>
                <a:gd name="T11" fmla="*/ 1227 h 1336"/>
                <a:gd name="T12" fmla="*/ 259 w 454"/>
                <a:gd name="T13" fmla="*/ 1269 h 1336"/>
                <a:gd name="T14" fmla="*/ 138 w 454"/>
                <a:gd name="T15" fmla="*/ 1282 h 1336"/>
                <a:gd name="T16" fmla="*/ 59 w 454"/>
                <a:gd name="T17" fmla="*/ 1211 h 1336"/>
                <a:gd name="T18" fmla="*/ 74 w 454"/>
                <a:gd name="T19" fmla="*/ 1144 h 1336"/>
                <a:gd name="T20" fmla="*/ 138 w 454"/>
                <a:gd name="T21" fmla="*/ 1096 h 1336"/>
                <a:gd name="T22" fmla="*/ 252 w 454"/>
                <a:gd name="T23" fmla="*/ 1119 h 1336"/>
                <a:gd name="T24" fmla="*/ 299 w 454"/>
                <a:gd name="T25" fmla="*/ 1169 h 1336"/>
                <a:gd name="T26" fmla="*/ 252 w 454"/>
                <a:gd name="T27" fmla="*/ 1211 h 1336"/>
                <a:gd name="T28" fmla="*/ 148 w 454"/>
                <a:gd name="T29" fmla="*/ 1211 h 1336"/>
                <a:gd name="T30" fmla="*/ 114 w 454"/>
                <a:gd name="T31" fmla="*/ 1177 h 1336"/>
                <a:gd name="T32" fmla="*/ 138 w 454"/>
                <a:gd name="T33" fmla="*/ 1149 h 1336"/>
                <a:gd name="T34" fmla="*/ 182 w 454"/>
                <a:gd name="T35" fmla="*/ 1144 h 1336"/>
                <a:gd name="T36" fmla="*/ 182 w 454"/>
                <a:gd name="T37" fmla="*/ 944 h 1336"/>
                <a:gd name="T38" fmla="*/ 185 w 454"/>
                <a:gd name="T39" fmla="*/ 699 h 1336"/>
                <a:gd name="T40" fmla="*/ 182 w 454"/>
                <a:gd name="T41" fmla="*/ 0 h 13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454"/>
                <a:gd name="T64" fmla="*/ 0 h 1336"/>
                <a:gd name="T65" fmla="*/ 454 w 454"/>
                <a:gd name="T66" fmla="*/ 1336 h 13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454" h="1336">
                  <a:moveTo>
                    <a:pt x="164" y="1336"/>
                  </a:moveTo>
                  <a:cubicBezTo>
                    <a:pt x="140" y="1322"/>
                    <a:pt x="44" y="1288"/>
                    <a:pt x="22" y="1252"/>
                  </a:cubicBezTo>
                  <a:cubicBezTo>
                    <a:pt x="0" y="1216"/>
                    <a:pt x="5" y="1154"/>
                    <a:pt x="30" y="1119"/>
                  </a:cubicBezTo>
                  <a:cubicBezTo>
                    <a:pt x="55" y="1084"/>
                    <a:pt x="108" y="1043"/>
                    <a:pt x="172" y="1044"/>
                  </a:cubicBezTo>
                  <a:cubicBezTo>
                    <a:pt x="236" y="1045"/>
                    <a:pt x="374" y="1097"/>
                    <a:pt x="414" y="1127"/>
                  </a:cubicBezTo>
                  <a:cubicBezTo>
                    <a:pt x="454" y="1157"/>
                    <a:pt x="431" y="1203"/>
                    <a:pt x="414" y="1227"/>
                  </a:cubicBezTo>
                  <a:cubicBezTo>
                    <a:pt x="397" y="1251"/>
                    <a:pt x="355" y="1260"/>
                    <a:pt x="314" y="1269"/>
                  </a:cubicBezTo>
                  <a:cubicBezTo>
                    <a:pt x="273" y="1278"/>
                    <a:pt x="208" y="1292"/>
                    <a:pt x="168" y="1282"/>
                  </a:cubicBezTo>
                  <a:cubicBezTo>
                    <a:pt x="128" y="1272"/>
                    <a:pt x="85" y="1234"/>
                    <a:pt x="72" y="1211"/>
                  </a:cubicBezTo>
                  <a:cubicBezTo>
                    <a:pt x="59" y="1188"/>
                    <a:pt x="73" y="1163"/>
                    <a:pt x="89" y="1144"/>
                  </a:cubicBezTo>
                  <a:cubicBezTo>
                    <a:pt x="105" y="1125"/>
                    <a:pt x="132" y="1100"/>
                    <a:pt x="168" y="1096"/>
                  </a:cubicBezTo>
                  <a:cubicBezTo>
                    <a:pt x="204" y="1092"/>
                    <a:pt x="273" y="1107"/>
                    <a:pt x="306" y="1119"/>
                  </a:cubicBezTo>
                  <a:cubicBezTo>
                    <a:pt x="339" y="1131"/>
                    <a:pt x="364" y="1154"/>
                    <a:pt x="364" y="1169"/>
                  </a:cubicBezTo>
                  <a:cubicBezTo>
                    <a:pt x="364" y="1184"/>
                    <a:pt x="337" y="1204"/>
                    <a:pt x="306" y="1211"/>
                  </a:cubicBezTo>
                  <a:cubicBezTo>
                    <a:pt x="275" y="1218"/>
                    <a:pt x="208" y="1217"/>
                    <a:pt x="180" y="1211"/>
                  </a:cubicBezTo>
                  <a:cubicBezTo>
                    <a:pt x="152" y="1205"/>
                    <a:pt x="141" y="1187"/>
                    <a:pt x="139" y="1177"/>
                  </a:cubicBezTo>
                  <a:cubicBezTo>
                    <a:pt x="137" y="1167"/>
                    <a:pt x="154" y="1154"/>
                    <a:pt x="168" y="1149"/>
                  </a:cubicBezTo>
                  <a:cubicBezTo>
                    <a:pt x="182" y="1144"/>
                    <a:pt x="213" y="1178"/>
                    <a:pt x="222" y="1144"/>
                  </a:cubicBezTo>
                  <a:cubicBezTo>
                    <a:pt x="231" y="1110"/>
                    <a:pt x="222" y="1018"/>
                    <a:pt x="222" y="944"/>
                  </a:cubicBezTo>
                  <a:cubicBezTo>
                    <a:pt x="222" y="870"/>
                    <a:pt x="225" y="856"/>
                    <a:pt x="225" y="699"/>
                  </a:cubicBezTo>
                  <a:cubicBezTo>
                    <a:pt x="225" y="542"/>
                    <a:pt x="223" y="146"/>
                    <a:pt x="222" y="0"/>
                  </a:cubicBezTo>
                </a:path>
              </a:pathLst>
            </a:custGeom>
            <a:noFill/>
            <a:ln w="50800">
              <a:pattFill prst="trellis">
                <a:fgClr>
                  <a:srgbClr val="A50021"/>
                </a:fgClr>
                <a:bgClr>
                  <a:srgbClr val="FFCC00"/>
                </a:bgClr>
              </a:pattFill>
              <a:round/>
              <a:headEnd/>
              <a:tailEnd/>
            </a:ln>
          </p:spPr>
          <p:txBody>
            <a:bodyPr/>
            <a:lstStyle/>
            <a:p>
              <a:endParaRPr lang="zh-CN" altLang="en-US"/>
            </a:p>
          </p:txBody>
        </p:sp>
      </p:grpSp>
      <p:grpSp>
        <p:nvGrpSpPr>
          <p:cNvPr id="3" name="Group 5"/>
          <p:cNvGrpSpPr>
            <a:grpSpLocks/>
          </p:cNvGrpSpPr>
          <p:nvPr/>
        </p:nvGrpSpPr>
        <p:grpSpPr bwMode="auto">
          <a:xfrm>
            <a:off x="7513638" y="2276475"/>
            <a:ext cx="979487" cy="2932113"/>
            <a:chOff x="4909" y="1196"/>
            <a:chExt cx="617" cy="1847"/>
          </a:xfrm>
        </p:grpSpPr>
        <p:sp>
          <p:nvSpPr>
            <p:cNvPr id="15382" name="Line 6"/>
            <p:cNvSpPr>
              <a:spLocks noChangeShapeType="1"/>
            </p:cNvSpPr>
            <p:nvPr/>
          </p:nvSpPr>
          <p:spPr bwMode="auto">
            <a:xfrm>
              <a:off x="4986" y="2953"/>
              <a:ext cx="361" cy="0"/>
            </a:xfrm>
            <a:prstGeom prst="line">
              <a:avLst/>
            </a:prstGeom>
            <a:noFill/>
            <a:ln w="19050">
              <a:solidFill>
                <a:schemeClr val="accent2"/>
              </a:solidFill>
              <a:round/>
              <a:headEnd/>
              <a:tailEnd/>
            </a:ln>
          </p:spPr>
          <p:txBody>
            <a:bodyPr/>
            <a:lstStyle/>
            <a:p>
              <a:endParaRPr lang="zh-CN" altLang="en-US"/>
            </a:p>
          </p:txBody>
        </p:sp>
        <p:sp>
          <p:nvSpPr>
            <p:cNvPr id="15383" name="Line 7"/>
            <p:cNvSpPr>
              <a:spLocks noChangeShapeType="1"/>
            </p:cNvSpPr>
            <p:nvPr/>
          </p:nvSpPr>
          <p:spPr bwMode="auto">
            <a:xfrm>
              <a:off x="4909" y="1791"/>
              <a:ext cx="438" cy="0"/>
            </a:xfrm>
            <a:prstGeom prst="line">
              <a:avLst/>
            </a:prstGeom>
            <a:noFill/>
            <a:ln w="19050">
              <a:solidFill>
                <a:schemeClr val="accent2"/>
              </a:solidFill>
              <a:round/>
              <a:headEnd/>
              <a:tailEnd/>
            </a:ln>
          </p:spPr>
          <p:txBody>
            <a:bodyPr/>
            <a:lstStyle/>
            <a:p>
              <a:endParaRPr lang="zh-CN" altLang="en-US"/>
            </a:p>
          </p:txBody>
        </p:sp>
        <p:sp>
          <p:nvSpPr>
            <p:cNvPr id="15384" name="Line 8"/>
            <p:cNvSpPr>
              <a:spLocks noChangeShapeType="1"/>
            </p:cNvSpPr>
            <p:nvPr/>
          </p:nvSpPr>
          <p:spPr bwMode="auto">
            <a:xfrm flipV="1">
              <a:off x="5347" y="1309"/>
              <a:ext cx="0" cy="1644"/>
            </a:xfrm>
            <a:prstGeom prst="line">
              <a:avLst/>
            </a:prstGeom>
            <a:noFill/>
            <a:ln w="28575">
              <a:solidFill>
                <a:schemeClr val="accent2"/>
              </a:solidFill>
              <a:round/>
              <a:headEnd/>
              <a:tailEnd type="stealth" w="med" len="lg"/>
            </a:ln>
          </p:spPr>
          <p:txBody>
            <a:bodyPr/>
            <a:lstStyle/>
            <a:p>
              <a:endParaRPr lang="zh-CN" altLang="en-US"/>
            </a:p>
          </p:txBody>
        </p:sp>
        <p:sp>
          <p:nvSpPr>
            <p:cNvPr id="15385" name="Text Box 9"/>
            <p:cNvSpPr txBox="1">
              <a:spLocks noChangeArrowheads="1"/>
            </p:cNvSpPr>
            <p:nvPr/>
          </p:nvSpPr>
          <p:spPr bwMode="auto">
            <a:xfrm>
              <a:off x="5320" y="2755"/>
              <a:ext cx="206" cy="288"/>
            </a:xfrm>
            <a:prstGeom prst="rect">
              <a:avLst/>
            </a:prstGeom>
            <a:noFill/>
            <a:ln w="50800" algn="ctr">
              <a:noFill/>
              <a:miter lim="800000"/>
              <a:headEnd/>
              <a:tailEnd/>
            </a:ln>
          </p:spPr>
          <p:txBody>
            <a:bodyPr>
              <a:spAutoFit/>
            </a:bodyPr>
            <a:lstStyle/>
            <a:p>
              <a:pPr algn="ctr">
                <a:lnSpc>
                  <a:spcPct val="100000"/>
                </a:lnSpc>
              </a:pPr>
              <a:r>
                <a:rPr lang="en-US" altLang="zh-CN" sz="2400" i="1">
                  <a:solidFill>
                    <a:schemeClr val="accent2"/>
                  </a:solidFill>
                  <a:ea typeface="宋体" pitchFamily="2" charset="-122"/>
                </a:rPr>
                <a:t>o</a:t>
              </a:r>
            </a:p>
          </p:txBody>
        </p:sp>
        <p:sp>
          <p:nvSpPr>
            <p:cNvPr id="15386" name="Text Box 10"/>
            <p:cNvSpPr txBox="1">
              <a:spLocks noChangeArrowheads="1"/>
            </p:cNvSpPr>
            <p:nvPr/>
          </p:nvSpPr>
          <p:spPr bwMode="auto">
            <a:xfrm>
              <a:off x="5140" y="1196"/>
              <a:ext cx="207" cy="288"/>
            </a:xfrm>
            <a:prstGeom prst="rect">
              <a:avLst/>
            </a:prstGeom>
            <a:noFill/>
            <a:ln w="50800" algn="ctr">
              <a:noFill/>
              <a:miter lim="800000"/>
              <a:headEnd/>
              <a:tailEnd/>
            </a:ln>
          </p:spPr>
          <p:txBody>
            <a:bodyPr>
              <a:spAutoFit/>
            </a:bodyPr>
            <a:lstStyle/>
            <a:p>
              <a:pPr algn="ctr">
                <a:lnSpc>
                  <a:spcPct val="100000"/>
                </a:lnSpc>
              </a:pPr>
              <a:r>
                <a:rPr lang="en-US" altLang="zh-CN" sz="2400" i="1">
                  <a:solidFill>
                    <a:schemeClr val="accent2"/>
                  </a:solidFill>
                  <a:ea typeface="宋体" pitchFamily="2" charset="-122"/>
                </a:rPr>
                <a:t>y</a:t>
              </a:r>
            </a:p>
          </p:txBody>
        </p:sp>
        <p:sp>
          <p:nvSpPr>
            <p:cNvPr id="15387" name="Text Box 11"/>
            <p:cNvSpPr txBox="1">
              <a:spLocks noChangeArrowheads="1"/>
            </p:cNvSpPr>
            <p:nvPr/>
          </p:nvSpPr>
          <p:spPr bwMode="auto">
            <a:xfrm>
              <a:off x="5320" y="1621"/>
              <a:ext cx="206" cy="288"/>
            </a:xfrm>
            <a:prstGeom prst="rect">
              <a:avLst/>
            </a:prstGeom>
            <a:noFill/>
            <a:ln w="50800" algn="ctr">
              <a:noFill/>
              <a:miter lim="800000"/>
              <a:headEnd/>
              <a:tailEnd/>
            </a:ln>
          </p:spPr>
          <p:txBody>
            <a:bodyPr>
              <a:spAutoFit/>
            </a:bodyPr>
            <a:lstStyle/>
            <a:p>
              <a:pPr algn="ctr">
                <a:lnSpc>
                  <a:spcPct val="100000"/>
                </a:lnSpc>
              </a:pPr>
              <a:r>
                <a:rPr lang="en-US" altLang="zh-CN" sz="2400" i="1">
                  <a:solidFill>
                    <a:schemeClr val="accent2"/>
                  </a:solidFill>
                  <a:ea typeface="宋体" pitchFamily="2" charset="-122"/>
                </a:rPr>
                <a:t>y</a:t>
              </a:r>
            </a:p>
          </p:txBody>
        </p:sp>
      </p:grpSp>
      <p:sp>
        <p:nvSpPr>
          <p:cNvPr id="169996" name="Line 12"/>
          <p:cNvSpPr>
            <a:spLocks noChangeShapeType="1"/>
          </p:cNvSpPr>
          <p:nvPr/>
        </p:nvSpPr>
        <p:spPr bwMode="auto">
          <a:xfrm flipV="1">
            <a:off x="6588125" y="3355975"/>
            <a:ext cx="0" cy="1800225"/>
          </a:xfrm>
          <a:prstGeom prst="line">
            <a:avLst/>
          </a:prstGeom>
          <a:noFill/>
          <a:ln w="50800">
            <a:pattFill prst="trellis">
              <a:fgClr>
                <a:srgbClr val="A50021"/>
              </a:fgClr>
              <a:bgClr>
                <a:srgbClr val="FFCC00"/>
              </a:bgClr>
            </a:pattFill>
            <a:round/>
            <a:headEnd/>
            <a:tailEnd/>
          </a:ln>
        </p:spPr>
        <p:txBody>
          <a:bodyPr/>
          <a:lstStyle/>
          <a:p>
            <a:endParaRPr lang="zh-CN" altLang="en-US"/>
          </a:p>
        </p:txBody>
      </p:sp>
      <p:sp>
        <p:nvSpPr>
          <p:cNvPr id="169997" name="Text Box 13"/>
          <p:cNvSpPr txBox="1">
            <a:spLocks noChangeArrowheads="1"/>
          </p:cNvSpPr>
          <p:nvPr/>
        </p:nvSpPr>
        <p:spPr bwMode="auto">
          <a:xfrm>
            <a:off x="522288" y="444500"/>
            <a:ext cx="8621712" cy="968375"/>
          </a:xfrm>
          <a:prstGeom prst="rect">
            <a:avLst/>
          </a:prstGeom>
          <a:noFill/>
          <a:ln w="50800" algn="ctr">
            <a:noFill/>
            <a:miter lim="800000"/>
            <a:headEnd/>
            <a:tailEnd/>
          </a:ln>
        </p:spPr>
        <p:txBody>
          <a:bodyPr>
            <a:spAutoFit/>
          </a:bodyPr>
          <a:lstStyle/>
          <a:p>
            <a:r>
              <a:rPr lang="zh-CN" altLang="en-US" sz="2400">
                <a:ea typeface="宋体" pitchFamily="2" charset="-122"/>
              </a:rPr>
              <a:t>长为</a:t>
            </a:r>
            <a:r>
              <a:rPr lang="en-US" altLang="zh-CN" sz="2400" i="1">
                <a:solidFill>
                  <a:srgbClr val="FF6600"/>
                </a:solidFill>
                <a:ea typeface="宋体" pitchFamily="2" charset="-122"/>
              </a:rPr>
              <a:t>L</a:t>
            </a:r>
            <a:r>
              <a:rPr lang="zh-CN" altLang="en-US" sz="2400">
                <a:ea typeface="宋体" pitchFamily="2" charset="-122"/>
              </a:rPr>
              <a:t>质量为</a:t>
            </a:r>
            <a:r>
              <a:rPr lang="en-US" altLang="zh-CN" sz="2400" i="1">
                <a:solidFill>
                  <a:srgbClr val="FF6600"/>
                </a:solidFill>
                <a:ea typeface="宋体" pitchFamily="2" charset="-122"/>
              </a:rPr>
              <a:t>M </a:t>
            </a:r>
            <a:r>
              <a:rPr lang="zh-CN" altLang="en-US" sz="2400">
                <a:ea typeface="宋体" pitchFamily="2" charset="-122"/>
              </a:rPr>
              <a:t>的匀质柔绳，盘绕在光滑水平面上，现从静止开始，以恒定的加速度</a:t>
            </a:r>
            <a:r>
              <a:rPr lang="en-US" altLang="zh-CN" sz="2400" i="1">
                <a:solidFill>
                  <a:srgbClr val="FF6600"/>
                </a:solidFill>
                <a:ea typeface="宋体" pitchFamily="2" charset="-122"/>
              </a:rPr>
              <a:t>a </a:t>
            </a:r>
            <a:r>
              <a:rPr lang="zh-CN" altLang="en-US" sz="2400">
                <a:ea typeface="宋体" pitchFamily="2" charset="-122"/>
              </a:rPr>
              <a:t>竖直向上提绳，当提起的高度为 </a:t>
            </a:r>
            <a:r>
              <a:rPr lang="en-US" altLang="zh-CN" sz="2400" i="1">
                <a:solidFill>
                  <a:srgbClr val="FF6600"/>
                </a:solidFill>
                <a:ea typeface="宋体" pitchFamily="2" charset="-122"/>
              </a:rPr>
              <a:t>l </a:t>
            </a:r>
            <a:r>
              <a:rPr lang="zh-CN" altLang="en-US" sz="2400">
                <a:ea typeface="宋体" pitchFamily="2" charset="-122"/>
              </a:rPr>
              <a:t>时，</a:t>
            </a:r>
          </a:p>
        </p:txBody>
      </p:sp>
      <p:sp>
        <p:nvSpPr>
          <p:cNvPr id="169998" name="Text Box 14"/>
          <p:cNvSpPr txBox="1">
            <a:spLocks noChangeArrowheads="1"/>
          </p:cNvSpPr>
          <p:nvPr/>
        </p:nvSpPr>
        <p:spPr bwMode="auto">
          <a:xfrm>
            <a:off x="47625" y="450850"/>
            <a:ext cx="609600" cy="457200"/>
          </a:xfrm>
          <a:prstGeom prst="rect">
            <a:avLst/>
          </a:prstGeom>
          <a:noFill/>
          <a:ln w="9525">
            <a:noFill/>
            <a:miter lim="800000"/>
            <a:headEnd/>
            <a:tailEnd/>
          </a:ln>
        </p:spPr>
        <p:txBody>
          <a:bodyPr>
            <a:spAutoFit/>
          </a:bodyPr>
          <a:lstStyle/>
          <a:p>
            <a:pPr>
              <a:lnSpc>
                <a:spcPct val="100000"/>
              </a:lnSpc>
            </a:pPr>
            <a:r>
              <a:rPr lang="zh-CN" altLang="en-US" sz="2400">
                <a:solidFill>
                  <a:srgbClr val="FF0000"/>
                </a:solidFill>
                <a:ea typeface="宋体" pitchFamily="2" charset="-122"/>
              </a:rPr>
              <a:t>例</a:t>
            </a:r>
          </a:p>
        </p:txBody>
      </p:sp>
      <p:sp>
        <p:nvSpPr>
          <p:cNvPr id="169999" name="Rectangle 15"/>
          <p:cNvSpPr>
            <a:spLocks noChangeArrowheads="1"/>
          </p:cNvSpPr>
          <p:nvPr/>
        </p:nvSpPr>
        <p:spPr bwMode="auto">
          <a:xfrm>
            <a:off x="71438" y="1363663"/>
            <a:ext cx="492125" cy="457200"/>
          </a:xfrm>
          <a:prstGeom prst="rect">
            <a:avLst/>
          </a:prstGeom>
          <a:noFill/>
          <a:ln w="9525">
            <a:noFill/>
            <a:miter lim="800000"/>
            <a:headEnd/>
            <a:tailEnd/>
          </a:ln>
        </p:spPr>
        <p:txBody>
          <a:bodyPr wrap="none">
            <a:spAutoFit/>
          </a:bodyPr>
          <a:lstStyle/>
          <a:p>
            <a:pPr algn="ctr">
              <a:lnSpc>
                <a:spcPct val="100000"/>
              </a:lnSpc>
              <a:spcBef>
                <a:spcPct val="0"/>
              </a:spcBef>
            </a:pPr>
            <a:r>
              <a:rPr lang="zh-CN" altLang="en-US" sz="2400">
                <a:solidFill>
                  <a:srgbClr val="FF0000"/>
                </a:solidFill>
                <a:latin typeface="宋体" pitchFamily="2" charset="-122"/>
                <a:ea typeface="宋体" pitchFamily="2" charset="-122"/>
              </a:rPr>
              <a:t>求</a:t>
            </a:r>
          </a:p>
        </p:txBody>
      </p:sp>
      <p:sp>
        <p:nvSpPr>
          <p:cNvPr id="170000" name="Rectangle 16"/>
          <p:cNvSpPr>
            <a:spLocks noChangeArrowheads="1"/>
          </p:cNvSpPr>
          <p:nvPr/>
        </p:nvSpPr>
        <p:spPr bwMode="auto">
          <a:xfrm>
            <a:off x="57150" y="2273300"/>
            <a:ext cx="644525" cy="457200"/>
          </a:xfrm>
          <a:prstGeom prst="rect">
            <a:avLst/>
          </a:prstGeom>
          <a:noFill/>
          <a:ln w="9525">
            <a:noFill/>
            <a:miter lim="800000"/>
            <a:headEnd/>
            <a:tailEnd/>
          </a:ln>
        </p:spPr>
        <p:txBody>
          <a:bodyPr wrap="none">
            <a:spAutoFit/>
          </a:bodyPr>
          <a:lstStyle/>
          <a:p>
            <a:pPr algn="ctr">
              <a:lnSpc>
                <a:spcPct val="100000"/>
              </a:lnSpc>
              <a:spcBef>
                <a:spcPct val="0"/>
              </a:spcBef>
            </a:pPr>
            <a:r>
              <a:rPr lang="zh-CN" altLang="en-US" sz="2400">
                <a:solidFill>
                  <a:srgbClr val="FF0000"/>
                </a:solidFill>
                <a:latin typeface="宋体" pitchFamily="2" charset="-122"/>
                <a:ea typeface="宋体" pitchFamily="2" charset="-122"/>
              </a:rPr>
              <a:t>解 </a:t>
            </a:r>
          </a:p>
        </p:txBody>
      </p:sp>
      <p:sp>
        <p:nvSpPr>
          <p:cNvPr id="170001" name="Text Box 17"/>
          <p:cNvSpPr txBox="1">
            <a:spLocks noChangeArrowheads="1"/>
          </p:cNvSpPr>
          <p:nvPr/>
        </p:nvSpPr>
        <p:spPr bwMode="auto">
          <a:xfrm>
            <a:off x="522288" y="1357313"/>
            <a:ext cx="8621712" cy="968375"/>
          </a:xfrm>
          <a:prstGeom prst="rect">
            <a:avLst/>
          </a:prstGeom>
          <a:noFill/>
          <a:ln w="50800" algn="ctr">
            <a:noFill/>
            <a:miter lim="800000"/>
            <a:headEnd/>
            <a:tailEnd/>
          </a:ln>
        </p:spPr>
        <p:txBody>
          <a:bodyPr>
            <a:spAutoFit/>
          </a:bodyPr>
          <a:lstStyle/>
          <a:p>
            <a:r>
              <a:rPr lang="zh-CN" altLang="en-US" sz="2400">
                <a:ea typeface="宋体" pitchFamily="2" charset="-122"/>
              </a:rPr>
              <a:t>作用在绳端力的大小是多少？若以恒定的速度 </a:t>
            </a:r>
            <a:r>
              <a:rPr lang="en-US" altLang="zh-CN" sz="2400" i="1">
                <a:solidFill>
                  <a:srgbClr val="FF6600"/>
                </a:solidFill>
                <a:latin typeface="Bookman Old Style" pitchFamily="18" charset="0"/>
                <a:ea typeface="宋体" pitchFamily="2" charset="-122"/>
              </a:rPr>
              <a:t>v</a:t>
            </a:r>
            <a:r>
              <a:rPr lang="en-US" altLang="zh-CN" sz="2400" i="1">
                <a:solidFill>
                  <a:srgbClr val="FF6600"/>
                </a:solidFill>
                <a:ea typeface="宋体" pitchFamily="2" charset="-122"/>
              </a:rPr>
              <a:t>  </a:t>
            </a:r>
            <a:r>
              <a:rPr lang="zh-CN" altLang="en-US" sz="2400">
                <a:ea typeface="宋体" pitchFamily="2" charset="-122"/>
              </a:rPr>
              <a:t>竖直向上提绳，提起的高度仍为 </a:t>
            </a:r>
            <a:r>
              <a:rPr lang="en-US" altLang="zh-CN" sz="2400" i="1">
                <a:solidFill>
                  <a:srgbClr val="FF6600"/>
                </a:solidFill>
                <a:ea typeface="宋体" pitchFamily="2" charset="-122"/>
              </a:rPr>
              <a:t>l </a:t>
            </a:r>
            <a:r>
              <a:rPr lang="zh-CN" altLang="en-US" sz="2400">
                <a:ea typeface="宋体" pitchFamily="2" charset="-122"/>
              </a:rPr>
              <a:t>时，作用在绳端力的大小又是多少？ </a:t>
            </a:r>
          </a:p>
        </p:txBody>
      </p:sp>
      <p:sp>
        <p:nvSpPr>
          <p:cNvPr id="170002" name="Text Box 18"/>
          <p:cNvSpPr txBox="1">
            <a:spLocks noChangeArrowheads="1"/>
          </p:cNvSpPr>
          <p:nvPr/>
        </p:nvSpPr>
        <p:spPr bwMode="auto">
          <a:xfrm>
            <a:off x="476250" y="2262188"/>
            <a:ext cx="6024563" cy="1684337"/>
          </a:xfrm>
          <a:prstGeom prst="rect">
            <a:avLst/>
          </a:prstGeom>
          <a:noFill/>
          <a:ln w="50800" algn="ctr">
            <a:noFill/>
            <a:miter lim="800000"/>
            <a:headEnd/>
            <a:tailEnd/>
          </a:ln>
        </p:spPr>
        <p:txBody>
          <a:bodyPr>
            <a:spAutoFit/>
          </a:bodyPr>
          <a:lstStyle/>
          <a:p>
            <a:pPr algn="just">
              <a:lnSpc>
                <a:spcPct val="150000"/>
              </a:lnSpc>
            </a:pPr>
            <a:r>
              <a:rPr lang="zh-CN" altLang="en-US" sz="2400">
                <a:ea typeface="宋体" pitchFamily="2" charset="-122"/>
              </a:rPr>
              <a:t>以被提起的一段绳为研究对象，建立如图坐标，设 </a:t>
            </a:r>
            <a:r>
              <a:rPr lang="en-US" altLang="zh-CN" sz="2400" i="1">
                <a:solidFill>
                  <a:srgbClr val="FF6600"/>
                </a:solidFill>
                <a:ea typeface="宋体" pitchFamily="2" charset="-122"/>
              </a:rPr>
              <a:t>t </a:t>
            </a:r>
            <a:r>
              <a:rPr lang="en-US" altLang="zh-CN" sz="2400">
                <a:solidFill>
                  <a:srgbClr val="FF6600"/>
                </a:solidFill>
                <a:ea typeface="宋体" pitchFamily="2" charset="-122"/>
              </a:rPr>
              <a:t>= 0 </a:t>
            </a:r>
            <a:r>
              <a:rPr lang="zh-CN" altLang="en-US" sz="2400">
                <a:ea typeface="宋体" pitchFamily="2" charset="-122"/>
              </a:rPr>
              <a:t>时，被提起的绳端坐标为</a:t>
            </a:r>
            <a:r>
              <a:rPr lang="en-US" altLang="zh-CN" sz="2400" i="1">
                <a:solidFill>
                  <a:srgbClr val="FF6600"/>
                </a:solidFill>
                <a:ea typeface="宋体" pitchFamily="2" charset="-122"/>
              </a:rPr>
              <a:t>y</a:t>
            </a:r>
            <a:r>
              <a:rPr lang="en-US" altLang="zh-CN" sz="2400" baseline="-25000">
                <a:solidFill>
                  <a:srgbClr val="FF6600"/>
                </a:solidFill>
                <a:ea typeface="宋体" pitchFamily="2" charset="-122"/>
              </a:rPr>
              <a:t>0 </a:t>
            </a:r>
            <a:r>
              <a:rPr lang="en-US" altLang="zh-CN" sz="2400">
                <a:solidFill>
                  <a:srgbClr val="FF6600"/>
                </a:solidFill>
                <a:ea typeface="宋体" pitchFamily="2" charset="-122"/>
              </a:rPr>
              <a:t>= 0</a:t>
            </a:r>
            <a:r>
              <a:rPr lang="zh-CN" altLang="en-US" sz="2400">
                <a:ea typeface="宋体" pitchFamily="2" charset="-122"/>
              </a:rPr>
              <a:t>， </a:t>
            </a:r>
            <a:r>
              <a:rPr lang="en-US" altLang="zh-CN" sz="2400" i="1">
                <a:solidFill>
                  <a:srgbClr val="FF6600"/>
                </a:solidFill>
                <a:ea typeface="宋体" pitchFamily="2" charset="-122"/>
              </a:rPr>
              <a:t>t </a:t>
            </a:r>
            <a:r>
              <a:rPr lang="zh-CN" altLang="en-US" sz="2400">
                <a:ea typeface="宋体" pitchFamily="2" charset="-122"/>
              </a:rPr>
              <a:t>时刻，被提起的绳端坐标为 </a:t>
            </a:r>
            <a:r>
              <a:rPr lang="en-US" altLang="zh-CN" sz="2400" i="1">
                <a:solidFill>
                  <a:srgbClr val="FF6600"/>
                </a:solidFill>
                <a:ea typeface="宋体" pitchFamily="2" charset="-122"/>
              </a:rPr>
              <a:t>y </a:t>
            </a:r>
            <a:r>
              <a:rPr lang="zh-CN" altLang="en-US" sz="2400">
                <a:ea typeface="宋体" pitchFamily="2" charset="-122"/>
              </a:rPr>
              <a:t>，则有</a:t>
            </a:r>
          </a:p>
        </p:txBody>
      </p:sp>
      <p:grpSp>
        <p:nvGrpSpPr>
          <p:cNvPr id="4" name="Group 19"/>
          <p:cNvGrpSpPr>
            <a:grpSpLocks/>
          </p:cNvGrpSpPr>
          <p:nvPr/>
        </p:nvGrpSpPr>
        <p:grpSpPr bwMode="auto">
          <a:xfrm>
            <a:off x="6588125" y="2590800"/>
            <a:ext cx="400050" cy="765175"/>
            <a:chOff x="4326" y="1338"/>
            <a:chExt cx="252" cy="482"/>
          </a:xfrm>
        </p:grpSpPr>
        <p:sp>
          <p:nvSpPr>
            <p:cNvPr id="15381" name="Line 20"/>
            <p:cNvSpPr>
              <a:spLocks noChangeShapeType="1"/>
            </p:cNvSpPr>
            <p:nvPr/>
          </p:nvSpPr>
          <p:spPr bwMode="auto">
            <a:xfrm flipV="1">
              <a:off x="4326" y="1395"/>
              <a:ext cx="0" cy="425"/>
            </a:xfrm>
            <a:prstGeom prst="line">
              <a:avLst/>
            </a:prstGeom>
            <a:noFill/>
            <a:ln w="38100">
              <a:solidFill>
                <a:schemeClr val="accent2"/>
              </a:solidFill>
              <a:round/>
              <a:headEnd/>
              <a:tailEnd type="stealth" w="med" len="lg"/>
            </a:ln>
          </p:spPr>
          <p:txBody>
            <a:bodyPr/>
            <a:lstStyle/>
            <a:p>
              <a:endParaRPr lang="zh-CN" altLang="en-US"/>
            </a:p>
          </p:txBody>
        </p:sp>
        <p:graphicFrame>
          <p:nvGraphicFramePr>
            <p:cNvPr id="15366" name="Object 21"/>
            <p:cNvGraphicFramePr>
              <a:graphicFrameLocks noChangeAspect="1"/>
            </p:cNvGraphicFramePr>
            <p:nvPr/>
          </p:nvGraphicFramePr>
          <p:xfrm>
            <a:off x="4354" y="1338"/>
            <a:ext cx="224" cy="258"/>
          </p:xfrm>
          <a:graphic>
            <a:graphicData uri="http://schemas.openxmlformats.org/presentationml/2006/ole">
              <p:oleObj spid="_x0000_s15366" name="公式" r:id="rId4" imgW="164880" imgH="190440" progId="Equation.3">
                <p:embed/>
              </p:oleObj>
            </a:graphicData>
          </a:graphic>
        </p:graphicFrame>
      </p:grpSp>
      <p:grpSp>
        <p:nvGrpSpPr>
          <p:cNvPr id="5" name="Group 22"/>
          <p:cNvGrpSpPr>
            <a:grpSpLocks/>
          </p:cNvGrpSpPr>
          <p:nvPr/>
        </p:nvGrpSpPr>
        <p:grpSpPr bwMode="auto">
          <a:xfrm>
            <a:off x="6588125" y="4795838"/>
            <a:ext cx="704850" cy="765175"/>
            <a:chOff x="4326" y="2755"/>
            <a:chExt cx="444" cy="482"/>
          </a:xfrm>
        </p:grpSpPr>
        <p:sp>
          <p:nvSpPr>
            <p:cNvPr id="15380" name="Line 23"/>
            <p:cNvSpPr>
              <a:spLocks noChangeShapeType="1"/>
            </p:cNvSpPr>
            <p:nvPr/>
          </p:nvSpPr>
          <p:spPr bwMode="auto">
            <a:xfrm>
              <a:off x="4326" y="2954"/>
              <a:ext cx="0" cy="283"/>
            </a:xfrm>
            <a:prstGeom prst="line">
              <a:avLst/>
            </a:prstGeom>
            <a:noFill/>
            <a:ln w="38100">
              <a:solidFill>
                <a:schemeClr val="accent2"/>
              </a:solidFill>
              <a:round/>
              <a:headEnd/>
              <a:tailEnd type="stealth" w="med" len="lg"/>
            </a:ln>
          </p:spPr>
          <p:txBody>
            <a:bodyPr/>
            <a:lstStyle/>
            <a:p>
              <a:endParaRPr lang="zh-CN" altLang="en-US"/>
            </a:p>
          </p:txBody>
        </p:sp>
        <p:graphicFrame>
          <p:nvGraphicFramePr>
            <p:cNvPr id="15365" name="Object 24"/>
            <p:cNvGraphicFramePr>
              <a:graphicFrameLocks noChangeAspect="1"/>
            </p:cNvGraphicFramePr>
            <p:nvPr/>
          </p:nvGraphicFramePr>
          <p:xfrm>
            <a:off x="4383" y="2755"/>
            <a:ext cx="387" cy="464"/>
          </p:xfrm>
          <a:graphic>
            <a:graphicData uri="http://schemas.openxmlformats.org/presentationml/2006/ole">
              <p:oleObj spid="_x0000_s15365" name="公式" r:id="rId5" imgW="419040" imgH="393480" progId="Equation.3">
                <p:embed/>
              </p:oleObj>
            </a:graphicData>
          </a:graphic>
        </p:graphicFrame>
      </p:grpSp>
      <p:graphicFrame>
        <p:nvGraphicFramePr>
          <p:cNvPr id="170009" name="Object 25"/>
          <p:cNvGraphicFramePr>
            <a:graphicFrameLocks noChangeAspect="1"/>
          </p:cNvGraphicFramePr>
          <p:nvPr/>
        </p:nvGraphicFramePr>
        <p:xfrm>
          <a:off x="1847850" y="3919538"/>
          <a:ext cx="2825750" cy="1381125"/>
        </p:xfrm>
        <a:graphic>
          <a:graphicData uri="http://schemas.openxmlformats.org/presentationml/2006/ole">
            <p:oleObj spid="_x0000_s15362" name="Equation" r:id="rId6" imgW="1409400" imgH="609480" progId="Equation.DSMT4">
              <p:embed/>
            </p:oleObj>
          </a:graphicData>
        </a:graphic>
      </p:graphicFrame>
      <p:sp>
        <p:nvSpPr>
          <p:cNvPr id="170010" name="Text Box 26"/>
          <p:cNvSpPr txBox="1">
            <a:spLocks noChangeArrowheads="1"/>
          </p:cNvSpPr>
          <p:nvPr/>
        </p:nvSpPr>
        <p:spPr bwMode="auto">
          <a:xfrm>
            <a:off x="323850" y="5013325"/>
            <a:ext cx="495300" cy="457200"/>
          </a:xfrm>
          <a:prstGeom prst="rect">
            <a:avLst/>
          </a:prstGeom>
          <a:noFill/>
          <a:ln w="50800" algn="ctr">
            <a:noFill/>
            <a:miter lim="800000"/>
            <a:headEnd/>
            <a:tailEnd/>
          </a:ln>
        </p:spPr>
        <p:txBody>
          <a:bodyPr>
            <a:spAutoFit/>
          </a:bodyPr>
          <a:lstStyle/>
          <a:p>
            <a:pPr algn="ctr">
              <a:lnSpc>
                <a:spcPct val="100000"/>
              </a:lnSpc>
              <a:defRPr/>
            </a:pPr>
            <a:r>
              <a:rPr lang="zh-CN" altLang="en-US" sz="2400" dirty="0">
                <a:latin typeface="+mn-ea"/>
                <a:ea typeface="+mn-ea"/>
              </a:rPr>
              <a:t>即</a:t>
            </a:r>
          </a:p>
        </p:txBody>
      </p:sp>
      <p:graphicFrame>
        <p:nvGraphicFramePr>
          <p:cNvPr id="170011" name="Object 27"/>
          <p:cNvGraphicFramePr>
            <a:graphicFrameLocks noChangeAspect="1"/>
          </p:cNvGraphicFramePr>
          <p:nvPr/>
        </p:nvGraphicFramePr>
        <p:xfrm>
          <a:off x="849313" y="5524500"/>
          <a:ext cx="3217862" cy="784225"/>
        </p:xfrm>
        <a:graphic>
          <a:graphicData uri="http://schemas.openxmlformats.org/presentationml/2006/ole">
            <p:oleObj spid="_x0000_s15363" name="Equation" r:id="rId7" imgW="1612800" imgH="393480" progId="Equation.DSMT4">
              <p:embed/>
            </p:oleObj>
          </a:graphicData>
        </a:graphic>
      </p:graphicFrame>
      <p:graphicFrame>
        <p:nvGraphicFramePr>
          <p:cNvPr id="170012" name="Object 28"/>
          <p:cNvGraphicFramePr>
            <a:graphicFrameLocks noChangeAspect="1"/>
          </p:cNvGraphicFramePr>
          <p:nvPr/>
        </p:nvGraphicFramePr>
        <p:xfrm>
          <a:off x="5364163" y="5597525"/>
          <a:ext cx="2609850" cy="784225"/>
        </p:xfrm>
        <a:graphic>
          <a:graphicData uri="http://schemas.openxmlformats.org/presentationml/2006/ole">
            <p:oleObj spid="_x0000_s15364" name="Equation" r:id="rId8" imgW="1307880" imgH="393480" progId="Equation.DSMT4">
              <p:embed/>
            </p:oleObj>
          </a:graphicData>
        </a:graphic>
      </p:graphicFrame>
      <p:sp>
        <p:nvSpPr>
          <p:cNvPr id="170013" name="AutoShape 29"/>
          <p:cNvSpPr>
            <a:spLocks noChangeArrowheads="1"/>
          </p:cNvSpPr>
          <p:nvPr/>
        </p:nvSpPr>
        <p:spPr bwMode="auto">
          <a:xfrm>
            <a:off x="4302125" y="5821363"/>
            <a:ext cx="855663" cy="271462"/>
          </a:xfrm>
          <a:prstGeom prst="rightArrow">
            <a:avLst>
              <a:gd name="adj1" fmla="val 50000"/>
              <a:gd name="adj2" fmla="val 78801"/>
            </a:avLst>
          </a:prstGeom>
          <a:solidFill>
            <a:srgbClr val="CCFFFF"/>
          </a:solidFill>
          <a:ln w="50800" algn="ctr">
            <a:solidFill>
              <a:srgbClr val="00FFFF"/>
            </a:solidFill>
            <a:miter lim="800000"/>
            <a:headEnd/>
            <a:tailEnd/>
          </a:ln>
        </p:spPr>
        <p:txBody>
          <a:bodyPr wrap="none" anchor="ct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9998"/>
                                        </p:tgtEl>
                                        <p:attrNameLst>
                                          <p:attrName>style.visibility</p:attrName>
                                        </p:attrNameLst>
                                      </p:cBhvr>
                                      <p:to>
                                        <p:strVal val="visible"/>
                                      </p:to>
                                    </p:set>
                                    <p:animEffect transition="in" filter="wipe(left)">
                                      <p:cBhvr>
                                        <p:cTn id="7" dur="1000"/>
                                        <p:tgtEl>
                                          <p:spTgt spid="16999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69997"/>
                                        </p:tgtEl>
                                        <p:attrNameLst>
                                          <p:attrName>style.visibility</p:attrName>
                                        </p:attrNameLst>
                                      </p:cBhvr>
                                      <p:to>
                                        <p:strVal val="visible"/>
                                      </p:to>
                                    </p:set>
                                    <p:animEffect transition="in" filter="wipe(left)">
                                      <p:cBhvr>
                                        <p:cTn id="12" dur="1000"/>
                                        <p:tgtEl>
                                          <p:spTgt spid="16999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69999"/>
                                        </p:tgtEl>
                                        <p:attrNameLst>
                                          <p:attrName>style.visibility</p:attrName>
                                        </p:attrNameLst>
                                      </p:cBhvr>
                                      <p:to>
                                        <p:strVal val="visible"/>
                                      </p:to>
                                    </p:set>
                                    <p:animEffect transition="in" filter="wipe(left)">
                                      <p:cBhvr>
                                        <p:cTn id="17" dur="1000"/>
                                        <p:tgtEl>
                                          <p:spTgt spid="16999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70001"/>
                                        </p:tgtEl>
                                        <p:attrNameLst>
                                          <p:attrName>style.visibility</p:attrName>
                                        </p:attrNameLst>
                                      </p:cBhvr>
                                      <p:to>
                                        <p:strVal val="visible"/>
                                      </p:to>
                                    </p:set>
                                    <p:animEffect transition="in" filter="wipe(left)">
                                      <p:cBhvr>
                                        <p:cTn id="22" dur="1000"/>
                                        <p:tgtEl>
                                          <p:spTgt spid="170001"/>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32"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box(out)">
                                      <p:cBhvr>
                                        <p:cTn id="27" dur="1000"/>
                                        <p:tgtEl>
                                          <p:spTgt spid="2"/>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70000"/>
                                        </p:tgtEl>
                                        <p:attrNameLst>
                                          <p:attrName>style.visibility</p:attrName>
                                        </p:attrNameLst>
                                      </p:cBhvr>
                                      <p:to>
                                        <p:strVal val="visible"/>
                                      </p:to>
                                    </p:set>
                                    <p:animEffect transition="in" filter="wipe(left)">
                                      <p:cBhvr>
                                        <p:cTn id="32" dur="1000"/>
                                        <p:tgtEl>
                                          <p:spTgt spid="170000"/>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70002"/>
                                        </p:tgtEl>
                                        <p:attrNameLst>
                                          <p:attrName>style.visibility</p:attrName>
                                        </p:attrNameLst>
                                      </p:cBhvr>
                                      <p:to>
                                        <p:strVal val="visible"/>
                                      </p:to>
                                    </p:set>
                                    <p:animEffect transition="in" filter="wipe(left)">
                                      <p:cBhvr>
                                        <p:cTn id="37" dur="1000"/>
                                        <p:tgtEl>
                                          <p:spTgt spid="170002"/>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nodeType="clickEffect">
                                  <p:stCondLst>
                                    <p:cond delay="0"/>
                                  </p:stCondLst>
                                  <p:childTnLst>
                                    <p:set>
                                      <p:cBhvr>
                                        <p:cTn id="41" dur="1" fill="hold">
                                          <p:stCondLst>
                                            <p:cond delay="0"/>
                                          </p:stCondLst>
                                        </p:cTn>
                                        <p:tgtEl>
                                          <p:spTgt spid="3"/>
                                        </p:tgtEl>
                                        <p:attrNameLst>
                                          <p:attrName>style.visibility</p:attrName>
                                        </p:attrNameLst>
                                      </p:cBhvr>
                                      <p:to>
                                        <p:strVal val="visible"/>
                                      </p:to>
                                    </p:set>
                                    <p:animEffect transition="in" filter="wipe(down)">
                                      <p:cBhvr>
                                        <p:cTn id="42" dur="1000"/>
                                        <p:tgtEl>
                                          <p:spTgt spid="3"/>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69996"/>
                                        </p:tgtEl>
                                        <p:attrNameLst>
                                          <p:attrName>style.visibility</p:attrName>
                                        </p:attrNameLst>
                                      </p:cBhvr>
                                      <p:to>
                                        <p:strVal val="visible"/>
                                      </p:to>
                                    </p:set>
                                    <p:animEffect transition="in" filter="wipe(left)">
                                      <p:cBhvr>
                                        <p:cTn id="47" dur="1000"/>
                                        <p:tgtEl>
                                          <p:spTgt spid="169996"/>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4" fill="hold" nodeType="clickEffect">
                                  <p:stCondLst>
                                    <p:cond delay="0"/>
                                  </p:stCondLst>
                                  <p:childTnLst>
                                    <p:set>
                                      <p:cBhvr>
                                        <p:cTn id="51" dur="1" fill="hold">
                                          <p:stCondLst>
                                            <p:cond delay="0"/>
                                          </p:stCondLst>
                                        </p:cTn>
                                        <p:tgtEl>
                                          <p:spTgt spid="4"/>
                                        </p:tgtEl>
                                        <p:attrNameLst>
                                          <p:attrName>style.visibility</p:attrName>
                                        </p:attrNameLst>
                                      </p:cBhvr>
                                      <p:to>
                                        <p:strVal val="visible"/>
                                      </p:to>
                                    </p:set>
                                    <p:animEffect transition="in" filter="wipe(down)">
                                      <p:cBhvr>
                                        <p:cTn id="52" dur="1000"/>
                                        <p:tgtEl>
                                          <p:spTgt spid="4"/>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1" fill="hold" nodeType="clickEffect">
                                  <p:stCondLst>
                                    <p:cond delay="0"/>
                                  </p:stCondLst>
                                  <p:childTnLst>
                                    <p:set>
                                      <p:cBhvr>
                                        <p:cTn id="56" dur="1" fill="hold">
                                          <p:stCondLst>
                                            <p:cond delay="0"/>
                                          </p:stCondLst>
                                        </p:cTn>
                                        <p:tgtEl>
                                          <p:spTgt spid="5"/>
                                        </p:tgtEl>
                                        <p:attrNameLst>
                                          <p:attrName>style.visibility</p:attrName>
                                        </p:attrNameLst>
                                      </p:cBhvr>
                                      <p:to>
                                        <p:strVal val="visible"/>
                                      </p:to>
                                    </p:set>
                                    <p:animEffect transition="in" filter="wipe(up)">
                                      <p:cBhvr>
                                        <p:cTn id="57" dur="1000"/>
                                        <p:tgtEl>
                                          <p:spTgt spid="5"/>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nodeType="clickEffect">
                                  <p:stCondLst>
                                    <p:cond delay="0"/>
                                  </p:stCondLst>
                                  <p:childTnLst>
                                    <p:set>
                                      <p:cBhvr>
                                        <p:cTn id="61" dur="1" fill="hold">
                                          <p:stCondLst>
                                            <p:cond delay="0"/>
                                          </p:stCondLst>
                                        </p:cTn>
                                        <p:tgtEl>
                                          <p:spTgt spid="170009"/>
                                        </p:tgtEl>
                                        <p:attrNameLst>
                                          <p:attrName>style.visibility</p:attrName>
                                        </p:attrNameLst>
                                      </p:cBhvr>
                                      <p:to>
                                        <p:strVal val="visible"/>
                                      </p:to>
                                    </p:set>
                                    <p:animEffect transition="in" filter="wipe(left)">
                                      <p:cBhvr>
                                        <p:cTn id="62" dur="1000"/>
                                        <p:tgtEl>
                                          <p:spTgt spid="170009"/>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170010"/>
                                        </p:tgtEl>
                                        <p:attrNameLst>
                                          <p:attrName>style.visibility</p:attrName>
                                        </p:attrNameLst>
                                      </p:cBhvr>
                                      <p:to>
                                        <p:strVal val="visible"/>
                                      </p:to>
                                    </p:set>
                                    <p:animEffect transition="in" filter="wipe(left)">
                                      <p:cBhvr>
                                        <p:cTn id="67" dur="1000"/>
                                        <p:tgtEl>
                                          <p:spTgt spid="170010"/>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nodeType="clickEffect">
                                  <p:stCondLst>
                                    <p:cond delay="0"/>
                                  </p:stCondLst>
                                  <p:childTnLst>
                                    <p:set>
                                      <p:cBhvr>
                                        <p:cTn id="71" dur="1" fill="hold">
                                          <p:stCondLst>
                                            <p:cond delay="0"/>
                                          </p:stCondLst>
                                        </p:cTn>
                                        <p:tgtEl>
                                          <p:spTgt spid="170011"/>
                                        </p:tgtEl>
                                        <p:attrNameLst>
                                          <p:attrName>style.visibility</p:attrName>
                                        </p:attrNameLst>
                                      </p:cBhvr>
                                      <p:to>
                                        <p:strVal val="visible"/>
                                      </p:to>
                                    </p:set>
                                    <p:animEffect transition="in" filter="wipe(left)">
                                      <p:cBhvr>
                                        <p:cTn id="72" dur="1000"/>
                                        <p:tgtEl>
                                          <p:spTgt spid="170011"/>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8" fill="hold" grpId="0" nodeType="clickEffect">
                                  <p:stCondLst>
                                    <p:cond delay="0"/>
                                  </p:stCondLst>
                                  <p:childTnLst>
                                    <p:set>
                                      <p:cBhvr>
                                        <p:cTn id="76" dur="1" fill="hold">
                                          <p:stCondLst>
                                            <p:cond delay="0"/>
                                          </p:stCondLst>
                                        </p:cTn>
                                        <p:tgtEl>
                                          <p:spTgt spid="170013"/>
                                        </p:tgtEl>
                                        <p:attrNameLst>
                                          <p:attrName>style.visibility</p:attrName>
                                        </p:attrNameLst>
                                      </p:cBhvr>
                                      <p:to>
                                        <p:strVal val="visible"/>
                                      </p:to>
                                    </p:set>
                                    <p:animEffect transition="in" filter="wipe(left)">
                                      <p:cBhvr>
                                        <p:cTn id="77" dur="1000"/>
                                        <p:tgtEl>
                                          <p:spTgt spid="170013"/>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8" fill="hold" nodeType="clickEffect">
                                  <p:stCondLst>
                                    <p:cond delay="0"/>
                                  </p:stCondLst>
                                  <p:childTnLst>
                                    <p:set>
                                      <p:cBhvr>
                                        <p:cTn id="81" dur="1" fill="hold">
                                          <p:stCondLst>
                                            <p:cond delay="0"/>
                                          </p:stCondLst>
                                        </p:cTn>
                                        <p:tgtEl>
                                          <p:spTgt spid="170012"/>
                                        </p:tgtEl>
                                        <p:attrNameLst>
                                          <p:attrName>style.visibility</p:attrName>
                                        </p:attrNameLst>
                                      </p:cBhvr>
                                      <p:to>
                                        <p:strVal val="visible"/>
                                      </p:to>
                                    </p:set>
                                    <p:animEffect transition="in" filter="wipe(left)">
                                      <p:cBhvr>
                                        <p:cTn id="82" dur="1000"/>
                                        <p:tgtEl>
                                          <p:spTgt spid="1700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9996" grpId="0" animBg="1"/>
      <p:bldP spid="169997" grpId="0"/>
      <p:bldP spid="169998" grpId="0"/>
      <p:bldP spid="169999" grpId="0"/>
      <p:bldP spid="170000" grpId="0"/>
      <p:bldP spid="170001" grpId="0"/>
      <p:bldP spid="170002" grpId="0"/>
      <p:bldP spid="170010" grpId="0"/>
      <p:bldP spid="170013"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392" name="Group 2"/>
          <p:cNvGrpSpPr>
            <a:grpSpLocks/>
          </p:cNvGrpSpPr>
          <p:nvPr/>
        </p:nvGrpSpPr>
        <p:grpSpPr bwMode="auto">
          <a:xfrm>
            <a:off x="2771775" y="615950"/>
            <a:ext cx="2970213" cy="868363"/>
            <a:chOff x="3589" y="261"/>
            <a:chExt cx="1871" cy="547"/>
          </a:xfrm>
        </p:grpSpPr>
        <p:graphicFrame>
          <p:nvGraphicFramePr>
            <p:cNvPr id="16391" name="Object 3"/>
            <p:cNvGraphicFramePr>
              <a:graphicFrameLocks noChangeAspect="1"/>
            </p:cNvGraphicFramePr>
            <p:nvPr/>
          </p:nvGraphicFramePr>
          <p:xfrm>
            <a:off x="3788" y="289"/>
            <a:ext cx="1528" cy="519"/>
          </p:xfrm>
          <a:graphic>
            <a:graphicData uri="http://schemas.openxmlformats.org/presentationml/2006/ole">
              <p:oleObj spid="_x0000_s16391" name="Equation" r:id="rId3" imgW="1307880" imgH="393480" progId="Equation.DSMT4">
                <p:embed/>
              </p:oleObj>
            </a:graphicData>
          </a:graphic>
        </p:graphicFrame>
        <p:sp>
          <p:nvSpPr>
            <p:cNvPr id="16399" name="Oval 4"/>
            <p:cNvSpPr>
              <a:spLocks noChangeArrowheads="1"/>
            </p:cNvSpPr>
            <p:nvPr/>
          </p:nvSpPr>
          <p:spPr bwMode="auto">
            <a:xfrm>
              <a:off x="3589" y="261"/>
              <a:ext cx="1871" cy="538"/>
            </a:xfrm>
            <a:prstGeom prst="ellipse">
              <a:avLst/>
            </a:prstGeom>
            <a:noFill/>
            <a:ln w="50800" algn="ctr">
              <a:solidFill>
                <a:srgbClr val="66FFFF"/>
              </a:solidFill>
              <a:round/>
              <a:headEnd/>
              <a:tailEnd/>
            </a:ln>
          </p:spPr>
          <p:txBody>
            <a:bodyPr wrap="none" anchor="ctr"/>
            <a:lstStyle/>
            <a:p>
              <a:endParaRPr lang="zh-CN" altLang="en-US"/>
            </a:p>
          </p:txBody>
        </p:sp>
      </p:grpSp>
      <p:sp>
        <p:nvSpPr>
          <p:cNvPr id="171013" name="Text Box 5"/>
          <p:cNvSpPr txBox="1">
            <a:spLocks noChangeArrowheads="1"/>
          </p:cNvSpPr>
          <p:nvPr/>
        </p:nvSpPr>
        <p:spPr bwMode="auto">
          <a:xfrm>
            <a:off x="395288" y="1747838"/>
            <a:ext cx="5768975" cy="457200"/>
          </a:xfrm>
          <a:prstGeom prst="rect">
            <a:avLst/>
          </a:prstGeom>
          <a:noFill/>
          <a:ln w="50800" algn="ctr">
            <a:noFill/>
            <a:miter lim="800000"/>
            <a:headEnd/>
            <a:tailEnd/>
          </a:ln>
        </p:spPr>
        <p:txBody>
          <a:bodyPr>
            <a:spAutoFit/>
          </a:bodyPr>
          <a:lstStyle/>
          <a:p>
            <a:pPr>
              <a:lnSpc>
                <a:spcPct val="100000"/>
              </a:lnSpc>
            </a:pPr>
            <a:r>
              <a:rPr lang="zh-CN" altLang="en-US" sz="2400">
                <a:ea typeface="宋体" pitchFamily="2" charset="-122"/>
              </a:rPr>
              <a:t>若以恒定的加速度</a:t>
            </a:r>
            <a:r>
              <a:rPr lang="en-US" altLang="zh-CN" sz="2400" i="1">
                <a:solidFill>
                  <a:srgbClr val="FF6600"/>
                </a:solidFill>
                <a:ea typeface="宋体" pitchFamily="2" charset="-122"/>
              </a:rPr>
              <a:t>a </a:t>
            </a:r>
            <a:r>
              <a:rPr lang="zh-CN" altLang="en-US" sz="2400">
                <a:ea typeface="宋体" pitchFamily="2" charset="-122"/>
              </a:rPr>
              <a:t>竖直向上提绳，则有</a:t>
            </a:r>
          </a:p>
        </p:txBody>
      </p:sp>
      <p:graphicFrame>
        <p:nvGraphicFramePr>
          <p:cNvPr id="171014" name="Object 6"/>
          <p:cNvGraphicFramePr>
            <a:graphicFrameLocks/>
          </p:cNvGraphicFramePr>
          <p:nvPr/>
        </p:nvGraphicFramePr>
        <p:xfrm>
          <a:off x="1627188" y="2586038"/>
          <a:ext cx="1144587" cy="482600"/>
        </p:xfrm>
        <a:graphic>
          <a:graphicData uri="http://schemas.openxmlformats.org/presentationml/2006/ole">
            <p:oleObj spid="_x0000_s16386" name="Equation" r:id="rId4" imgW="571320" imgH="241200" progId="Equation.DSMT4">
              <p:embed/>
            </p:oleObj>
          </a:graphicData>
        </a:graphic>
      </p:graphicFrame>
      <p:graphicFrame>
        <p:nvGraphicFramePr>
          <p:cNvPr id="171015" name="Object 7"/>
          <p:cNvGraphicFramePr>
            <a:graphicFrameLocks noChangeAspect="1"/>
          </p:cNvGraphicFramePr>
          <p:nvPr/>
        </p:nvGraphicFramePr>
        <p:xfrm>
          <a:off x="3886200" y="2382838"/>
          <a:ext cx="2257425" cy="915987"/>
        </p:xfrm>
        <a:graphic>
          <a:graphicData uri="http://schemas.openxmlformats.org/presentationml/2006/ole">
            <p:oleObj spid="_x0000_s16387" name="公式" r:id="rId5" imgW="1130040" imgH="406080" progId="Equation.3">
              <p:embed/>
            </p:oleObj>
          </a:graphicData>
        </a:graphic>
      </p:graphicFrame>
      <p:sp>
        <p:nvSpPr>
          <p:cNvPr id="171016" name="AutoShape 8"/>
          <p:cNvSpPr>
            <a:spLocks noChangeArrowheads="1"/>
          </p:cNvSpPr>
          <p:nvPr/>
        </p:nvSpPr>
        <p:spPr bwMode="auto">
          <a:xfrm>
            <a:off x="2978150" y="2690813"/>
            <a:ext cx="900113" cy="269875"/>
          </a:xfrm>
          <a:prstGeom prst="rightArrow">
            <a:avLst>
              <a:gd name="adj1" fmla="val 50000"/>
              <a:gd name="adj2" fmla="val 83382"/>
            </a:avLst>
          </a:prstGeom>
          <a:solidFill>
            <a:srgbClr val="CCFFFF"/>
          </a:solidFill>
          <a:ln w="50800" algn="ctr">
            <a:solidFill>
              <a:srgbClr val="00FFFF"/>
            </a:solidFill>
            <a:miter lim="800000"/>
            <a:headEnd/>
            <a:tailEnd/>
          </a:ln>
        </p:spPr>
        <p:txBody>
          <a:bodyPr wrap="none" anchor="ctr"/>
          <a:lstStyle/>
          <a:p>
            <a:endParaRPr lang="zh-CN" altLang="en-US"/>
          </a:p>
        </p:txBody>
      </p:sp>
      <p:sp>
        <p:nvSpPr>
          <p:cNvPr id="171017" name="Text Box 9"/>
          <p:cNvSpPr txBox="1">
            <a:spLocks noChangeArrowheads="1"/>
          </p:cNvSpPr>
          <p:nvPr/>
        </p:nvSpPr>
        <p:spPr bwMode="auto">
          <a:xfrm>
            <a:off x="468313" y="3403600"/>
            <a:ext cx="2655887" cy="457200"/>
          </a:xfrm>
          <a:prstGeom prst="rect">
            <a:avLst/>
          </a:prstGeom>
          <a:noFill/>
          <a:ln w="50800" algn="ctr">
            <a:noFill/>
            <a:miter lim="800000"/>
            <a:headEnd/>
            <a:tailEnd/>
          </a:ln>
        </p:spPr>
        <p:txBody>
          <a:bodyPr>
            <a:spAutoFit/>
          </a:bodyPr>
          <a:lstStyle/>
          <a:p>
            <a:pPr>
              <a:lnSpc>
                <a:spcPct val="100000"/>
              </a:lnSpc>
            </a:pPr>
            <a:r>
              <a:rPr lang="zh-CN" altLang="en-US" sz="2400">
                <a:ea typeface="宋体" pitchFamily="2" charset="-122"/>
              </a:rPr>
              <a:t>当</a:t>
            </a:r>
            <a:r>
              <a:rPr lang="en-US" altLang="zh-CN" sz="2400" i="1">
                <a:solidFill>
                  <a:srgbClr val="FF6600"/>
                </a:solidFill>
                <a:ea typeface="宋体" pitchFamily="2" charset="-122"/>
              </a:rPr>
              <a:t>y  </a:t>
            </a:r>
            <a:r>
              <a:rPr lang="en-US" altLang="zh-CN" sz="2400">
                <a:solidFill>
                  <a:srgbClr val="FF6600"/>
                </a:solidFill>
                <a:ea typeface="宋体" pitchFamily="2" charset="-122"/>
              </a:rPr>
              <a:t>= </a:t>
            </a:r>
            <a:r>
              <a:rPr lang="en-US" altLang="zh-CN" sz="2400" i="1">
                <a:solidFill>
                  <a:srgbClr val="FF6600"/>
                </a:solidFill>
                <a:ea typeface="宋体" pitchFamily="2" charset="-122"/>
              </a:rPr>
              <a:t>l </a:t>
            </a:r>
            <a:r>
              <a:rPr lang="zh-CN" altLang="en-US" sz="2400">
                <a:ea typeface="宋体" pitchFamily="2" charset="-122"/>
              </a:rPr>
              <a:t>时，有</a:t>
            </a:r>
          </a:p>
        </p:txBody>
      </p:sp>
      <p:graphicFrame>
        <p:nvGraphicFramePr>
          <p:cNvPr id="171018" name="Object 10"/>
          <p:cNvGraphicFramePr>
            <a:graphicFrameLocks/>
          </p:cNvGraphicFramePr>
          <p:nvPr/>
        </p:nvGraphicFramePr>
        <p:xfrm>
          <a:off x="2987675" y="3292475"/>
          <a:ext cx="2105025" cy="784225"/>
        </p:xfrm>
        <a:graphic>
          <a:graphicData uri="http://schemas.openxmlformats.org/presentationml/2006/ole">
            <p:oleObj spid="_x0000_s16388" name="公式" r:id="rId6" imgW="1054080" imgH="393480" progId="Equation.3">
              <p:embed/>
            </p:oleObj>
          </a:graphicData>
        </a:graphic>
      </p:graphicFrame>
      <p:sp>
        <p:nvSpPr>
          <p:cNvPr id="171019" name="Text Box 11"/>
          <p:cNvSpPr txBox="1">
            <a:spLocks noChangeArrowheads="1"/>
          </p:cNvSpPr>
          <p:nvPr/>
        </p:nvSpPr>
        <p:spPr bwMode="auto">
          <a:xfrm>
            <a:off x="431800" y="4124325"/>
            <a:ext cx="6480175" cy="457200"/>
          </a:xfrm>
          <a:prstGeom prst="rect">
            <a:avLst/>
          </a:prstGeom>
          <a:noFill/>
          <a:ln w="50800" algn="ctr">
            <a:noFill/>
            <a:miter lim="800000"/>
            <a:headEnd/>
            <a:tailEnd/>
          </a:ln>
        </p:spPr>
        <p:txBody>
          <a:bodyPr>
            <a:spAutoFit/>
          </a:bodyPr>
          <a:lstStyle/>
          <a:p>
            <a:pPr>
              <a:lnSpc>
                <a:spcPct val="100000"/>
              </a:lnSpc>
            </a:pPr>
            <a:r>
              <a:rPr lang="zh-CN" altLang="en-US" sz="2400">
                <a:ea typeface="宋体" pitchFamily="2" charset="-122"/>
              </a:rPr>
              <a:t>若以恒定的速度</a:t>
            </a:r>
            <a:r>
              <a:rPr lang="en-US" altLang="zh-CN" sz="2400" i="1">
                <a:solidFill>
                  <a:srgbClr val="FF6600"/>
                </a:solidFill>
                <a:ea typeface="宋体" pitchFamily="2" charset="-122"/>
              </a:rPr>
              <a:t>v </a:t>
            </a:r>
            <a:r>
              <a:rPr lang="zh-CN" altLang="en-US" sz="2400">
                <a:ea typeface="宋体" pitchFamily="2" charset="-122"/>
              </a:rPr>
              <a:t>竖直向上提绳，则 </a:t>
            </a:r>
            <a:r>
              <a:rPr lang="en-US" altLang="zh-CN" sz="2400" i="1">
                <a:solidFill>
                  <a:srgbClr val="FF6600"/>
                </a:solidFill>
                <a:ea typeface="宋体" pitchFamily="2" charset="-122"/>
              </a:rPr>
              <a:t>a </a:t>
            </a:r>
            <a:r>
              <a:rPr lang="en-US" altLang="zh-CN" sz="2400">
                <a:solidFill>
                  <a:srgbClr val="FF6600"/>
                </a:solidFill>
                <a:ea typeface="宋体" pitchFamily="2" charset="-122"/>
              </a:rPr>
              <a:t>= 0 </a:t>
            </a:r>
            <a:r>
              <a:rPr lang="zh-CN" altLang="en-US" sz="2400">
                <a:ea typeface="宋体" pitchFamily="2" charset="-122"/>
              </a:rPr>
              <a:t>，有</a:t>
            </a:r>
          </a:p>
        </p:txBody>
      </p:sp>
      <p:graphicFrame>
        <p:nvGraphicFramePr>
          <p:cNvPr id="171020" name="Object 12"/>
          <p:cNvGraphicFramePr>
            <a:graphicFrameLocks/>
          </p:cNvGraphicFramePr>
          <p:nvPr/>
        </p:nvGraphicFramePr>
        <p:xfrm>
          <a:off x="3059113" y="4589463"/>
          <a:ext cx="2054225" cy="784225"/>
        </p:xfrm>
        <a:graphic>
          <a:graphicData uri="http://schemas.openxmlformats.org/presentationml/2006/ole">
            <p:oleObj spid="_x0000_s16389" name="Equation" r:id="rId7" imgW="1028520" imgH="393480" progId="Equation.DSMT4">
              <p:embed/>
            </p:oleObj>
          </a:graphicData>
        </a:graphic>
      </p:graphicFrame>
      <p:sp>
        <p:nvSpPr>
          <p:cNvPr id="171021" name="Text Box 13"/>
          <p:cNvSpPr txBox="1">
            <a:spLocks noChangeArrowheads="1"/>
          </p:cNvSpPr>
          <p:nvPr/>
        </p:nvSpPr>
        <p:spPr bwMode="auto">
          <a:xfrm>
            <a:off x="468313" y="5780088"/>
            <a:ext cx="2655887" cy="457200"/>
          </a:xfrm>
          <a:prstGeom prst="rect">
            <a:avLst/>
          </a:prstGeom>
          <a:noFill/>
          <a:ln w="50800" algn="ctr">
            <a:noFill/>
            <a:miter lim="800000"/>
            <a:headEnd/>
            <a:tailEnd/>
          </a:ln>
        </p:spPr>
        <p:txBody>
          <a:bodyPr>
            <a:spAutoFit/>
          </a:bodyPr>
          <a:lstStyle/>
          <a:p>
            <a:pPr>
              <a:lnSpc>
                <a:spcPct val="100000"/>
              </a:lnSpc>
            </a:pPr>
            <a:r>
              <a:rPr lang="zh-CN" altLang="en-US" sz="2400">
                <a:ea typeface="宋体" pitchFamily="2" charset="-122"/>
              </a:rPr>
              <a:t>当 </a:t>
            </a:r>
            <a:r>
              <a:rPr lang="en-US" altLang="zh-CN" sz="2400" i="1">
                <a:solidFill>
                  <a:srgbClr val="FF6600"/>
                </a:solidFill>
                <a:ea typeface="宋体" pitchFamily="2" charset="-122"/>
              </a:rPr>
              <a:t>y  </a:t>
            </a:r>
            <a:r>
              <a:rPr lang="en-US" altLang="zh-CN" sz="2400">
                <a:solidFill>
                  <a:srgbClr val="FF6600"/>
                </a:solidFill>
                <a:ea typeface="宋体" pitchFamily="2" charset="-122"/>
              </a:rPr>
              <a:t>= </a:t>
            </a:r>
            <a:r>
              <a:rPr lang="en-US" altLang="zh-CN" sz="2400" i="1">
                <a:solidFill>
                  <a:srgbClr val="FF6600"/>
                </a:solidFill>
                <a:ea typeface="宋体" pitchFamily="2" charset="-122"/>
              </a:rPr>
              <a:t>l </a:t>
            </a:r>
            <a:r>
              <a:rPr lang="zh-CN" altLang="en-US" sz="2400">
                <a:ea typeface="宋体" pitchFamily="2" charset="-122"/>
              </a:rPr>
              <a:t>时，有</a:t>
            </a:r>
          </a:p>
        </p:txBody>
      </p:sp>
      <p:graphicFrame>
        <p:nvGraphicFramePr>
          <p:cNvPr id="171022" name="Object 14"/>
          <p:cNvGraphicFramePr>
            <a:graphicFrameLocks/>
          </p:cNvGraphicFramePr>
          <p:nvPr/>
        </p:nvGraphicFramePr>
        <p:xfrm>
          <a:off x="3038475" y="5661025"/>
          <a:ext cx="1749425" cy="784225"/>
        </p:xfrm>
        <a:graphic>
          <a:graphicData uri="http://schemas.openxmlformats.org/presentationml/2006/ole">
            <p:oleObj spid="_x0000_s16390" name="Equation" r:id="rId8" imgW="990360" imgH="393480" progId="Equation.DSMT4">
              <p:embed/>
            </p:oleObj>
          </a:graphicData>
        </a:graphic>
      </p:graphicFrame>
      <p:sp>
        <p:nvSpPr>
          <p:cNvPr id="171023" name="AutoShape 15">
            <a:hlinkClick r:id="rId9" action="ppaction://hlinksldjump" highlightClick="1"/>
          </p:cNvPr>
          <p:cNvSpPr>
            <a:spLocks noChangeAspect="1" noChangeArrowheads="1"/>
          </p:cNvSpPr>
          <p:nvPr/>
        </p:nvSpPr>
        <p:spPr bwMode="auto">
          <a:xfrm>
            <a:off x="8720138" y="6280150"/>
            <a:ext cx="244475" cy="244475"/>
          </a:xfrm>
          <a:prstGeom prst="actionButtonBeginning">
            <a:avLst/>
          </a:prstGeom>
          <a:solidFill>
            <a:srgbClr val="99CCFF"/>
          </a:solidFill>
          <a:ln w="19050">
            <a:noFill/>
            <a:miter lim="800000"/>
            <a:headEnd/>
            <a:tailEnd/>
          </a:ln>
        </p:spPr>
        <p:txBody>
          <a:bodyPr wrap="none" anchor="ct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71013"/>
                                        </p:tgtEl>
                                        <p:attrNameLst>
                                          <p:attrName>style.visibility</p:attrName>
                                        </p:attrNameLst>
                                      </p:cBhvr>
                                      <p:to>
                                        <p:strVal val="visible"/>
                                      </p:to>
                                    </p:set>
                                    <p:animEffect transition="in" filter="wipe(left)">
                                      <p:cBhvr>
                                        <p:cTn id="7" dur="1000"/>
                                        <p:tgtEl>
                                          <p:spTgt spid="17101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71014"/>
                                        </p:tgtEl>
                                        <p:attrNameLst>
                                          <p:attrName>style.visibility</p:attrName>
                                        </p:attrNameLst>
                                      </p:cBhvr>
                                      <p:to>
                                        <p:strVal val="visible"/>
                                      </p:to>
                                    </p:set>
                                    <p:animEffect transition="in" filter="wipe(left)">
                                      <p:cBhvr>
                                        <p:cTn id="12" dur="1000"/>
                                        <p:tgtEl>
                                          <p:spTgt spid="17101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71016"/>
                                        </p:tgtEl>
                                        <p:attrNameLst>
                                          <p:attrName>style.visibility</p:attrName>
                                        </p:attrNameLst>
                                      </p:cBhvr>
                                      <p:to>
                                        <p:strVal val="visible"/>
                                      </p:to>
                                    </p:set>
                                    <p:animEffect transition="in" filter="wipe(left)">
                                      <p:cBhvr>
                                        <p:cTn id="17" dur="1000"/>
                                        <p:tgtEl>
                                          <p:spTgt spid="17101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71015"/>
                                        </p:tgtEl>
                                        <p:attrNameLst>
                                          <p:attrName>style.visibility</p:attrName>
                                        </p:attrNameLst>
                                      </p:cBhvr>
                                      <p:to>
                                        <p:strVal val="visible"/>
                                      </p:to>
                                    </p:set>
                                    <p:animEffect transition="in" filter="wipe(left)">
                                      <p:cBhvr>
                                        <p:cTn id="22" dur="1000"/>
                                        <p:tgtEl>
                                          <p:spTgt spid="17101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71017"/>
                                        </p:tgtEl>
                                        <p:attrNameLst>
                                          <p:attrName>style.visibility</p:attrName>
                                        </p:attrNameLst>
                                      </p:cBhvr>
                                      <p:to>
                                        <p:strVal val="visible"/>
                                      </p:to>
                                    </p:set>
                                    <p:animEffect transition="in" filter="wipe(left)">
                                      <p:cBhvr>
                                        <p:cTn id="27" dur="1000"/>
                                        <p:tgtEl>
                                          <p:spTgt spid="171017"/>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171018"/>
                                        </p:tgtEl>
                                        <p:attrNameLst>
                                          <p:attrName>style.visibility</p:attrName>
                                        </p:attrNameLst>
                                      </p:cBhvr>
                                      <p:to>
                                        <p:strVal val="visible"/>
                                      </p:to>
                                    </p:set>
                                    <p:animEffect transition="in" filter="wipe(left)">
                                      <p:cBhvr>
                                        <p:cTn id="32" dur="1000"/>
                                        <p:tgtEl>
                                          <p:spTgt spid="171018"/>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71019"/>
                                        </p:tgtEl>
                                        <p:attrNameLst>
                                          <p:attrName>style.visibility</p:attrName>
                                        </p:attrNameLst>
                                      </p:cBhvr>
                                      <p:to>
                                        <p:strVal val="visible"/>
                                      </p:to>
                                    </p:set>
                                    <p:animEffect transition="in" filter="wipe(left)">
                                      <p:cBhvr>
                                        <p:cTn id="37" dur="1000"/>
                                        <p:tgtEl>
                                          <p:spTgt spid="171019"/>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171020"/>
                                        </p:tgtEl>
                                        <p:attrNameLst>
                                          <p:attrName>style.visibility</p:attrName>
                                        </p:attrNameLst>
                                      </p:cBhvr>
                                      <p:to>
                                        <p:strVal val="visible"/>
                                      </p:to>
                                    </p:set>
                                    <p:animEffect transition="in" filter="wipe(left)">
                                      <p:cBhvr>
                                        <p:cTn id="42" dur="1000"/>
                                        <p:tgtEl>
                                          <p:spTgt spid="171020"/>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71021"/>
                                        </p:tgtEl>
                                        <p:attrNameLst>
                                          <p:attrName>style.visibility</p:attrName>
                                        </p:attrNameLst>
                                      </p:cBhvr>
                                      <p:to>
                                        <p:strVal val="visible"/>
                                      </p:to>
                                    </p:set>
                                    <p:animEffect transition="in" filter="wipe(left)">
                                      <p:cBhvr>
                                        <p:cTn id="47" dur="1000"/>
                                        <p:tgtEl>
                                          <p:spTgt spid="171021"/>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171022"/>
                                        </p:tgtEl>
                                        <p:attrNameLst>
                                          <p:attrName>style.visibility</p:attrName>
                                        </p:attrNameLst>
                                      </p:cBhvr>
                                      <p:to>
                                        <p:strVal val="visible"/>
                                      </p:to>
                                    </p:set>
                                    <p:animEffect transition="in" filter="wipe(left)">
                                      <p:cBhvr>
                                        <p:cTn id="52" dur="1000"/>
                                        <p:tgtEl>
                                          <p:spTgt spid="171022"/>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171023"/>
                                        </p:tgtEl>
                                        <p:attrNameLst>
                                          <p:attrName>style.visibility</p:attrName>
                                        </p:attrNameLst>
                                      </p:cBhvr>
                                      <p:to>
                                        <p:strVal val="visible"/>
                                      </p:to>
                                    </p:set>
                                    <p:animEffect transition="in" filter="wipe(left)">
                                      <p:cBhvr>
                                        <p:cTn id="57" dur="500"/>
                                        <p:tgtEl>
                                          <p:spTgt spid="1710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1013" grpId="0"/>
      <p:bldP spid="171016" grpId="0" animBg="1"/>
      <p:bldP spid="171017" grpId="0"/>
      <p:bldP spid="171019" grpId="0"/>
      <p:bldP spid="171021" grpId="0"/>
      <p:bldP spid="171023"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330" name="Text Box 2"/>
          <p:cNvSpPr txBox="1">
            <a:spLocks noChangeArrowheads="1"/>
          </p:cNvSpPr>
          <p:nvPr/>
        </p:nvSpPr>
        <p:spPr bwMode="auto">
          <a:xfrm>
            <a:off x="323850" y="533400"/>
            <a:ext cx="7699375" cy="519113"/>
          </a:xfrm>
          <a:prstGeom prst="rect">
            <a:avLst/>
          </a:prstGeom>
          <a:noFill/>
          <a:ln w="12700" cap="sq">
            <a:noFill/>
            <a:miter lim="800000"/>
            <a:headEnd type="none" w="sm" len="sm"/>
            <a:tailEnd type="none" w="sm" len="sm"/>
          </a:ln>
        </p:spPr>
        <p:txBody>
          <a:bodyPr>
            <a:spAutoFit/>
          </a:bodyPr>
          <a:lstStyle/>
          <a:p>
            <a:pPr algn="ctr">
              <a:lnSpc>
                <a:spcPct val="100000"/>
              </a:lnSpc>
              <a:spcBef>
                <a:spcPct val="0"/>
              </a:spcBef>
            </a:pPr>
            <a:r>
              <a:rPr lang="en-US" altLang="zh-CN" sz="2800">
                <a:solidFill>
                  <a:srgbClr val="002060"/>
                </a:solidFill>
                <a:ea typeface="黑体" pitchFamily="49" charset="-122"/>
              </a:rPr>
              <a:t>§2.2    </a:t>
            </a:r>
            <a:r>
              <a:rPr lang="zh-CN" altLang="en-US" sz="2800">
                <a:solidFill>
                  <a:srgbClr val="002060"/>
                </a:solidFill>
                <a:ea typeface="黑体" pitchFamily="49" charset="-122"/>
              </a:rPr>
              <a:t>力学相对性原理 </a:t>
            </a:r>
          </a:p>
        </p:txBody>
      </p:sp>
      <p:sp>
        <p:nvSpPr>
          <p:cNvPr id="227331" name="Text Box 3"/>
          <p:cNvSpPr txBox="1">
            <a:spLocks noChangeArrowheads="1"/>
          </p:cNvSpPr>
          <p:nvPr/>
        </p:nvSpPr>
        <p:spPr bwMode="auto">
          <a:xfrm>
            <a:off x="144463" y="1316038"/>
            <a:ext cx="4283075" cy="457200"/>
          </a:xfrm>
          <a:prstGeom prst="rect">
            <a:avLst/>
          </a:prstGeom>
          <a:noFill/>
          <a:ln w="9525" algn="ctr">
            <a:noFill/>
            <a:miter lim="800000"/>
            <a:headEnd type="none" w="sm" len="sm"/>
            <a:tailEnd type="none" w="sm" len="sm"/>
          </a:ln>
        </p:spPr>
        <p:txBody>
          <a:bodyPr>
            <a:spAutoFit/>
          </a:bodyPr>
          <a:lstStyle/>
          <a:p>
            <a:pPr>
              <a:lnSpc>
                <a:spcPct val="100000"/>
              </a:lnSpc>
            </a:pPr>
            <a:r>
              <a:rPr lang="en-US" altLang="zh-CN" sz="2400">
                <a:solidFill>
                  <a:srgbClr val="0000FF"/>
                </a:solidFill>
                <a:ea typeface="宋体" pitchFamily="2" charset="-122"/>
              </a:rPr>
              <a:t>2.2.1  </a:t>
            </a:r>
            <a:r>
              <a:rPr lang="zh-CN" altLang="en-US" sz="2400">
                <a:solidFill>
                  <a:srgbClr val="0000FF"/>
                </a:solidFill>
                <a:ea typeface="宋体" pitchFamily="2" charset="-122"/>
              </a:rPr>
              <a:t>伽利略变换  经典时空观</a:t>
            </a:r>
          </a:p>
        </p:txBody>
      </p:sp>
      <p:sp>
        <p:nvSpPr>
          <p:cNvPr id="227332" name="Rectangle 4"/>
          <p:cNvSpPr>
            <a:spLocks noChangeArrowheads="1"/>
          </p:cNvSpPr>
          <p:nvPr/>
        </p:nvSpPr>
        <p:spPr bwMode="auto">
          <a:xfrm>
            <a:off x="250825" y="1892300"/>
            <a:ext cx="3032125" cy="457200"/>
          </a:xfrm>
          <a:prstGeom prst="rect">
            <a:avLst/>
          </a:prstGeom>
          <a:noFill/>
          <a:ln w="9525">
            <a:noFill/>
            <a:miter lim="800000"/>
            <a:headEnd/>
            <a:tailEnd/>
          </a:ln>
        </p:spPr>
        <p:txBody>
          <a:bodyPr>
            <a:spAutoFit/>
          </a:bodyPr>
          <a:lstStyle/>
          <a:p>
            <a:pPr>
              <a:lnSpc>
                <a:spcPct val="100000"/>
              </a:lnSpc>
              <a:spcBef>
                <a:spcPct val="0"/>
              </a:spcBef>
            </a:pPr>
            <a:r>
              <a:rPr lang="en-US" altLang="zh-CN" sz="2400">
                <a:solidFill>
                  <a:srgbClr val="FF0000"/>
                </a:solidFill>
                <a:ea typeface="宋体" pitchFamily="2" charset="-122"/>
              </a:rPr>
              <a:t>(1) </a:t>
            </a:r>
            <a:r>
              <a:rPr lang="zh-CN" altLang="en-US" sz="2400">
                <a:solidFill>
                  <a:srgbClr val="FF0000"/>
                </a:solidFill>
                <a:ea typeface="宋体" pitchFamily="2" charset="-122"/>
              </a:rPr>
              <a:t>惯性参考系</a:t>
            </a:r>
            <a:endParaRPr lang="zh-CN" altLang="en-US" sz="2400">
              <a:solidFill>
                <a:srgbClr val="FF0000"/>
              </a:solidFill>
              <a:ea typeface="仿宋_GB2312" pitchFamily="49" charset="-122"/>
            </a:endParaRPr>
          </a:p>
        </p:txBody>
      </p:sp>
      <p:sp>
        <p:nvSpPr>
          <p:cNvPr id="227333" name="Rectangle 5"/>
          <p:cNvSpPr>
            <a:spLocks noChangeArrowheads="1"/>
          </p:cNvSpPr>
          <p:nvPr/>
        </p:nvSpPr>
        <p:spPr bwMode="auto">
          <a:xfrm>
            <a:off x="3505200" y="2740025"/>
            <a:ext cx="2971800" cy="1524000"/>
          </a:xfrm>
          <a:prstGeom prst="rect">
            <a:avLst/>
          </a:prstGeom>
          <a:solidFill>
            <a:srgbClr val="CCFFCC"/>
          </a:solidFill>
          <a:ln w="31750">
            <a:solidFill>
              <a:srgbClr val="0033CC"/>
            </a:solidFill>
            <a:miter lim="800000"/>
            <a:headEnd/>
            <a:tailEnd/>
          </a:ln>
        </p:spPr>
        <p:txBody>
          <a:bodyPr wrap="none" anchor="ctr"/>
          <a:lstStyle/>
          <a:p>
            <a:endParaRPr lang="zh-CN" altLang="en-US"/>
          </a:p>
        </p:txBody>
      </p:sp>
      <p:grpSp>
        <p:nvGrpSpPr>
          <p:cNvPr id="2" name="Group 6"/>
          <p:cNvGrpSpPr>
            <a:grpSpLocks/>
          </p:cNvGrpSpPr>
          <p:nvPr/>
        </p:nvGrpSpPr>
        <p:grpSpPr bwMode="auto">
          <a:xfrm>
            <a:off x="4859338" y="3430588"/>
            <a:ext cx="1635125" cy="231775"/>
            <a:chOff x="4922" y="690"/>
            <a:chExt cx="589" cy="245"/>
          </a:xfrm>
        </p:grpSpPr>
        <p:grpSp>
          <p:nvGrpSpPr>
            <p:cNvPr id="17448" name="Group 7"/>
            <p:cNvGrpSpPr>
              <a:grpSpLocks/>
            </p:cNvGrpSpPr>
            <p:nvPr/>
          </p:nvGrpSpPr>
          <p:grpSpPr bwMode="auto">
            <a:xfrm>
              <a:off x="4922" y="690"/>
              <a:ext cx="485" cy="245"/>
              <a:chOff x="1295" y="484"/>
              <a:chExt cx="485" cy="245"/>
            </a:xfrm>
          </p:grpSpPr>
          <p:sp>
            <p:nvSpPr>
              <p:cNvPr id="17451" name="Line 8"/>
              <p:cNvSpPr>
                <a:spLocks noChangeShapeType="1"/>
              </p:cNvSpPr>
              <p:nvPr/>
            </p:nvSpPr>
            <p:spPr bwMode="auto">
              <a:xfrm rot="-60891">
                <a:off x="1295" y="620"/>
                <a:ext cx="78" cy="0"/>
              </a:xfrm>
              <a:prstGeom prst="line">
                <a:avLst/>
              </a:prstGeom>
              <a:noFill/>
              <a:ln w="76200">
                <a:solidFill>
                  <a:srgbClr val="008000"/>
                </a:solidFill>
                <a:round/>
                <a:headEnd/>
                <a:tailEnd/>
              </a:ln>
            </p:spPr>
            <p:txBody>
              <a:bodyPr/>
              <a:lstStyle/>
              <a:p>
                <a:endParaRPr lang="zh-CN" altLang="en-US"/>
              </a:p>
            </p:txBody>
          </p:sp>
          <p:sp>
            <p:nvSpPr>
              <p:cNvPr id="17452" name="Line 9"/>
              <p:cNvSpPr>
                <a:spLocks noChangeShapeType="1"/>
              </p:cNvSpPr>
              <p:nvPr/>
            </p:nvSpPr>
            <p:spPr bwMode="auto">
              <a:xfrm rot="21539109" flipV="1">
                <a:off x="1363" y="487"/>
                <a:ext cx="61" cy="132"/>
              </a:xfrm>
              <a:prstGeom prst="line">
                <a:avLst/>
              </a:prstGeom>
              <a:noFill/>
              <a:ln w="76200">
                <a:solidFill>
                  <a:srgbClr val="008000"/>
                </a:solidFill>
                <a:round/>
                <a:headEnd/>
                <a:tailEnd/>
              </a:ln>
            </p:spPr>
            <p:txBody>
              <a:bodyPr/>
              <a:lstStyle/>
              <a:p>
                <a:endParaRPr lang="zh-CN" altLang="en-US"/>
              </a:p>
            </p:txBody>
          </p:sp>
          <p:grpSp>
            <p:nvGrpSpPr>
              <p:cNvPr id="17453" name="Group 10"/>
              <p:cNvGrpSpPr>
                <a:grpSpLocks/>
              </p:cNvGrpSpPr>
              <p:nvPr/>
            </p:nvGrpSpPr>
            <p:grpSpPr bwMode="auto">
              <a:xfrm rot="-60891">
                <a:off x="1425" y="484"/>
                <a:ext cx="355" cy="245"/>
                <a:chOff x="4660" y="5340"/>
                <a:chExt cx="820" cy="260"/>
              </a:xfrm>
            </p:grpSpPr>
            <p:sp>
              <p:nvSpPr>
                <p:cNvPr id="17454" name="Line 11"/>
                <p:cNvSpPr>
                  <a:spLocks noChangeShapeType="1"/>
                </p:cNvSpPr>
                <p:nvPr/>
              </p:nvSpPr>
              <p:spPr bwMode="auto">
                <a:xfrm>
                  <a:off x="4660" y="5340"/>
                  <a:ext cx="80" cy="260"/>
                </a:xfrm>
                <a:prstGeom prst="line">
                  <a:avLst/>
                </a:prstGeom>
                <a:noFill/>
                <a:ln w="76200">
                  <a:solidFill>
                    <a:srgbClr val="008000"/>
                  </a:solidFill>
                  <a:round/>
                  <a:headEnd/>
                  <a:tailEnd/>
                </a:ln>
              </p:spPr>
              <p:txBody>
                <a:bodyPr/>
                <a:lstStyle/>
                <a:p>
                  <a:endParaRPr lang="zh-CN" altLang="en-US"/>
                </a:p>
              </p:txBody>
            </p:sp>
            <p:sp>
              <p:nvSpPr>
                <p:cNvPr id="17455" name="Line 12"/>
                <p:cNvSpPr>
                  <a:spLocks noChangeShapeType="1"/>
                </p:cNvSpPr>
                <p:nvPr/>
              </p:nvSpPr>
              <p:spPr bwMode="auto">
                <a:xfrm flipV="1">
                  <a:off x="4740" y="5360"/>
                  <a:ext cx="120" cy="240"/>
                </a:xfrm>
                <a:prstGeom prst="line">
                  <a:avLst/>
                </a:prstGeom>
                <a:noFill/>
                <a:ln w="76200">
                  <a:solidFill>
                    <a:srgbClr val="008000"/>
                  </a:solidFill>
                  <a:round/>
                  <a:headEnd/>
                  <a:tailEnd/>
                </a:ln>
              </p:spPr>
              <p:txBody>
                <a:bodyPr/>
                <a:lstStyle/>
                <a:p>
                  <a:endParaRPr lang="zh-CN" altLang="en-US"/>
                </a:p>
              </p:txBody>
            </p:sp>
            <p:sp>
              <p:nvSpPr>
                <p:cNvPr id="17456" name="Line 13"/>
                <p:cNvSpPr>
                  <a:spLocks noChangeShapeType="1"/>
                </p:cNvSpPr>
                <p:nvPr/>
              </p:nvSpPr>
              <p:spPr bwMode="auto">
                <a:xfrm>
                  <a:off x="4880" y="5360"/>
                  <a:ext cx="80" cy="240"/>
                </a:xfrm>
                <a:prstGeom prst="line">
                  <a:avLst/>
                </a:prstGeom>
                <a:noFill/>
                <a:ln w="76200">
                  <a:solidFill>
                    <a:srgbClr val="008000"/>
                  </a:solidFill>
                  <a:round/>
                  <a:headEnd/>
                  <a:tailEnd/>
                </a:ln>
              </p:spPr>
              <p:txBody>
                <a:bodyPr/>
                <a:lstStyle/>
                <a:p>
                  <a:endParaRPr lang="zh-CN" altLang="en-US"/>
                </a:p>
              </p:txBody>
            </p:sp>
            <p:sp>
              <p:nvSpPr>
                <p:cNvPr id="17457" name="Line 14"/>
                <p:cNvSpPr>
                  <a:spLocks noChangeShapeType="1"/>
                </p:cNvSpPr>
                <p:nvPr/>
              </p:nvSpPr>
              <p:spPr bwMode="auto">
                <a:xfrm>
                  <a:off x="5060" y="5340"/>
                  <a:ext cx="80" cy="260"/>
                </a:xfrm>
                <a:prstGeom prst="line">
                  <a:avLst/>
                </a:prstGeom>
                <a:noFill/>
                <a:ln w="76200">
                  <a:solidFill>
                    <a:srgbClr val="008000"/>
                  </a:solidFill>
                  <a:round/>
                  <a:headEnd/>
                  <a:tailEnd/>
                </a:ln>
              </p:spPr>
              <p:txBody>
                <a:bodyPr/>
                <a:lstStyle/>
                <a:p>
                  <a:endParaRPr lang="zh-CN" altLang="en-US"/>
                </a:p>
              </p:txBody>
            </p:sp>
            <p:sp>
              <p:nvSpPr>
                <p:cNvPr id="17458" name="Line 15"/>
                <p:cNvSpPr>
                  <a:spLocks noChangeShapeType="1"/>
                </p:cNvSpPr>
                <p:nvPr/>
              </p:nvSpPr>
              <p:spPr bwMode="auto">
                <a:xfrm flipV="1">
                  <a:off x="5140" y="5360"/>
                  <a:ext cx="120" cy="240"/>
                </a:xfrm>
                <a:prstGeom prst="line">
                  <a:avLst/>
                </a:prstGeom>
                <a:noFill/>
                <a:ln w="76200">
                  <a:solidFill>
                    <a:srgbClr val="008000"/>
                  </a:solidFill>
                  <a:round/>
                  <a:headEnd/>
                  <a:tailEnd/>
                </a:ln>
              </p:spPr>
              <p:txBody>
                <a:bodyPr/>
                <a:lstStyle/>
                <a:p>
                  <a:endParaRPr lang="zh-CN" altLang="en-US"/>
                </a:p>
              </p:txBody>
            </p:sp>
            <p:sp>
              <p:nvSpPr>
                <p:cNvPr id="17459" name="Line 16"/>
                <p:cNvSpPr>
                  <a:spLocks noChangeShapeType="1"/>
                </p:cNvSpPr>
                <p:nvPr/>
              </p:nvSpPr>
              <p:spPr bwMode="auto">
                <a:xfrm>
                  <a:off x="5280" y="5360"/>
                  <a:ext cx="80" cy="240"/>
                </a:xfrm>
                <a:prstGeom prst="line">
                  <a:avLst/>
                </a:prstGeom>
                <a:noFill/>
                <a:ln w="76200">
                  <a:solidFill>
                    <a:srgbClr val="008000"/>
                  </a:solidFill>
                  <a:round/>
                  <a:headEnd/>
                  <a:tailEnd/>
                </a:ln>
              </p:spPr>
              <p:txBody>
                <a:bodyPr/>
                <a:lstStyle/>
                <a:p>
                  <a:endParaRPr lang="zh-CN" altLang="en-US"/>
                </a:p>
              </p:txBody>
            </p:sp>
            <p:sp>
              <p:nvSpPr>
                <p:cNvPr id="17460" name="Line 17"/>
                <p:cNvSpPr>
                  <a:spLocks noChangeShapeType="1"/>
                </p:cNvSpPr>
                <p:nvPr/>
              </p:nvSpPr>
              <p:spPr bwMode="auto">
                <a:xfrm flipV="1">
                  <a:off x="4960" y="5360"/>
                  <a:ext cx="100" cy="240"/>
                </a:xfrm>
                <a:prstGeom prst="line">
                  <a:avLst/>
                </a:prstGeom>
                <a:noFill/>
                <a:ln w="76200">
                  <a:solidFill>
                    <a:srgbClr val="008000"/>
                  </a:solidFill>
                  <a:round/>
                  <a:headEnd/>
                  <a:tailEnd/>
                </a:ln>
              </p:spPr>
              <p:txBody>
                <a:bodyPr/>
                <a:lstStyle/>
                <a:p>
                  <a:endParaRPr lang="zh-CN" altLang="en-US"/>
                </a:p>
              </p:txBody>
            </p:sp>
            <p:sp>
              <p:nvSpPr>
                <p:cNvPr id="17461" name="Line 18"/>
                <p:cNvSpPr>
                  <a:spLocks noChangeShapeType="1"/>
                </p:cNvSpPr>
                <p:nvPr/>
              </p:nvSpPr>
              <p:spPr bwMode="auto">
                <a:xfrm flipV="1">
                  <a:off x="5360" y="5360"/>
                  <a:ext cx="120" cy="240"/>
                </a:xfrm>
                <a:prstGeom prst="line">
                  <a:avLst/>
                </a:prstGeom>
                <a:noFill/>
                <a:ln w="76200">
                  <a:solidFill>
                    <a:srgbClr val="008000"/>
                  </a:solidFill>
                  <a:round/>
                  <a:headEnd/>
                  <a:tailEnd/>
                </a:ln>
              </p:spPr>
              <p:txBody>
                <a:bodyPr/>
                <a:lstStyle/>
                <a:p>
                  <a:endParaRPr lang="zh-CN" altLang="en-US"/>
                </a:p>
              </p:txBody>
            </p:sp>
          </p:grpSp>
        </p:grpSp>
        <p:sp>
          <p:nvSpPr>
            <p:cNvPr id="17449" name="Line 19"/>
            <p:cNvSpPr>
              <a:spLocks noChangeShapeType="1"/>
            </p:cNvSpPr>
            <p:nvPr/>
          </p:nvSpPr>
          <p:spPr bwMode="auto">
            <a:xfrm rot="-60891">
              <a:off x="5402" y="714"/>
              <a:ext cx="15" cy="179"/>
            </a:xfrm>
            <a:prstGeom prst="line">
              <a:avLst/>
            </a:prstGeom>
            <a:noFill/>
            <a:ln w="76200">
              <a:solidFill>
                <a:srgbClr val="008000"/>
              </a:solidFill>
              <a:round/>
              <a:headEnd/>
              <a:tailEnd/>
            </a:ln>
          </p:spPr>
          <p:txBody>
            <a:bodyPr/>
            <a:lstStyle/>
            <a:p>
              <a:endParaRPr lang="zh-CN" altLang="en-US"/>
            </a:p>
          </p:txBody>
        </p:sp>
        <p:sp>
          <p:nvSpPr>
            <p:cNvPr id="17450" name="Line 20"/>
            <p:cNvSpPr>
              <a:spLocks noChangeShapeType="1"/>
            </p:cNvSpPr>
            <p:nvPr/>
          </p:nvSpPr>
          <p:spPr bwMode="auto">
            <a:xfrm rot="-60891">
              <a:off x="5408" y="879"/>
              <a:ext cx="103" cy="0"/>
            </a:xfrm>
            <a:prstGeom prst="line">
              <a:avLst/>
            </a:prstGeom>
            <a:noFill/>
            <a:ln w="76200">
              <a:solidFill>
                <a:srgbClr val="008000"/>
              </a:solidFill>
              <a:round/>
              <a:headEnd/>
              <a:tailEnd/>
            </a:ln>
          </p:spPr>
          <p:txBody>
            <a:bodyPr/>
            <a:lstStyle/>
            <a:p>
              <a:endParaRPr lang="zh-CN" altLang="en-US"/>
            </a:p>
          </p:txBody>
        </p:sp>
      </p:grpSp>
      <p:sp>
        <p:nvSpPr>
          <p:cNvPr id="227349" name="Rectangle 21"/>
          <p:cNvSpPr>
            <a:spLocks noChangeArrowheads="1"/>
          </p:cNvSpPr>
          <p:nvPr/>
        </p:nvSpPr>
        <p:spPr bwMode="auto">
          <a:xfrm>
            <a:off x="5283200" y="5921375"/>
            <a:ext cx="571500" cy="461963"/>
          </a:xfrm>
          <a:prstGeom prst="rect">
            <a:avLst/>
          </a:prstGeom>
          <a:noFill/>
          <a:ln w="9525">
            <a:noFill/>
            <a:miter lim="800000"/>
            <a:headEnd/>
            <a:tailEnd/>
          </a:ln>
        </p:spPr>
        <p:txBody>
          <a:bodyPr wrap="none">
            <a:spAutoFit/>
          </a:bodyPr>
          <a:lstStyle/>
          <a:p>
            <a:pPr algn="ctr">
              <a:lnSpc>
                <a:spcPct val="100000"/>
              </a:lnSpc>
              <a:spcBef>
                <a:spcPct val="0"/>
              </a:spcBef>
            </a:pPr>
            <a:r>
              <a:rPr lang="en-US" altLang="zh-CN" sz="2400">
                <a:ea typeface="宋体" pitchFamily="2" charset="-122"/>
              </a:rPr>
              <a:t> </a:t>
            </a:r>
            <a:r>
              <a:rPr lang="zh-CN" altLang="en-US" sz="2400">
                <a:ea typeface="宋体" pitchFamily="2" charset="-122"/>
              </a:rPr>
              <a:t>即</a:t>
            </a:r>
          </a:p>
        </p:txBody>
      </p:sp>
      <p:sp>
        <p:nvSpPr>
          <p:cNvPr id="227350" name="Oval 22"/>
          <p:cNvSpPr>
            <a:spLocks noChangeArrowheads="1"/>
          </p:cNvSpPr>
          <p:nvPr/>
        </p:nvSpPr>
        <p:spPr bwMode="auto">
          <a:xfrm>
            <a:off x="3962400" y="4111625"/>
            <a:ext cx="457200" cy="457200"/>
          </a:xfrm>
          <a:prstGeom prst="ellipse">
            <a:avLst/>
          </a:prstGeom>
          <a:solidFill>
            <a:srgbClr val="FF9900"/>
          </a:solidFill>
          <a:ln w="9525">
            <a:solidFill>
              <a:schemeClr val="tx1"/>
            </a:solidFill>
            <a:round/>
            <a:headEnd/>
            <a:tailEnd/>
          </a:ln>
        </p:spPr>
        <p:txBody>
          <a:bodyPr wrap="none" anchor="ctr"/>
          <a:lstStyle/>
          <a:p>
            <a:endParaRPr lang="zh-CN" altLang="en-US"/>
          </a:p>
        </p:txBody>
      </p:sp>
      <p:sp>
        <p:nvSpPr>
          <p:cNvPr id="227351" name="Oval 23"/>
          <p:cNvSpPr>
            <a:spLocks noChangeArrowheads="1"/>
          </p:cNvSpPr>
          <p:nvPr/>
        </p:nvSpPr>
        <p:spPr bwMode="auto">
          <a:xfrm>
            <a:off x="5486400" y="4111625"/>
            <a:ext cx="457200" cy="457200"/>
          </a:xfrm>
          <a:prstGeom prst="ellipse">
            <a:avLst/>
          </a:prstGeom>
          <a:solidFill>
            <a:srgbClr val="FF9900"/>
          </a:solidFill>
          <a:ln w="9525">
            <a:solidFill>
              <a:schemeClr val="tx1"/>
            </a:solidFill>
            <a:round/>
            <a:headEnd/>
            <a:tailEnd/>
          </a:ln>
        </p:spPr>
        <p:txBody>
          <a:bodyPr wrap="none" anchor="ctr"/>
          <a:lstStyle/>
          <a:p>
            <a:endParaRPr lang="zh-CN" altLang="en-US"/>
          </a:p>
        </p:txBody>
      </p:sp>
      <p:sp>
        <p:nvSpPr>
          <p:cNvPr id="227352" name="Oval 24"/>
          <p:cNvSpPr>
            <a:spLocks noChangeArrowheads="1"/>
          </p:cNvSpPr>
          <p:nvPr/>
        </p:nvSpPr>
        <p:spPr bwMode="auto">
          <a:xfrm>
            <a:off x="4576763" y="3425825"/>
            <a:ext cx="304800" cy="304800"/>
          </a:xfrm>
          <a:prstGeom prst="ellipse">
            <a:avLst/>
          </a:prstGeom>
          <a:solidFill>
            <a:srgbClr val="CC0099"/>
          </a:solidFill>
          <a:ln w="9525">
            <a:solidFill>
              <a:srgbClr val="008000"/>
            </a:solidFill>
            <a:round/>
            <a:headEnd/>
            <a:tailEnd/>
          </a:ln>
        </p:spPr>
        <p:txBody>
          <a:bodyPr wrap="none" anchor="ctr"/>
          <a:lstStyle/>
          <a:p>
            <a:endParaRPr lang="zh-CN" altLang="en-US"/>
          </a:p>
        </p:txBody>
      </p:sp>
      <p:sp>
        <p:nvSpPr>
          <p:cNvPr id="227353" name="Line 25"/>
          <p:cNvSpPr>
            <a:spLocks noChangeShapeType="1"/>
          </p:cNvSpPr>
          <p:nvPr/>
        </p:nvSpPr>
        <p:spPr bwMode="auto">
          <a:xfrm>
            <a:off x="1905000" y="4581525"/>
            <a:ext cx="5762625" cy="0"/>
          </a:xfrm>
          <a:prstGeom prst="line">
            <a:avLst/>
          </a:prstGeom>
          <a:noFill/>
          <a:ln w="31750">
            <a:solidFill>
              <a:srgbClr val="0033CC"/>
            </a:solidFill>
            <a:round/>
            <a:headEnd/>
            <a:tailEnd/>
          </a:ln>
        </p:spPr>
        <p:txBody>
          <a:bodyPr wrap="none" anchor="ctr"/>
          <a:lstStyle/>
          <a:p>
            <a:endParaRPr lang="zh-CN" altLang="en-US"/>
          </a:p>
        </p:txBody>
      </p:sp>
      <p:sp>
        <p:nvSpPr>
          <p:cNvPr id="227354" name="Line 26"/>
          <p:cNvSpPr>
            <a:spLocks noChangeShapeType="1"/>
          </p:cNvSpPr>
          <p:nvPr/>
        </p:nvSpPr>
        <p:spPr bwMode="auto">
          <a:xfrm>
            <a:off x="6477000" y="3425825"/>
            <a:ext cx="838200" cy="0"/>
          </a:xfrm>
          <a:prstGeom prst="line">
            <a:avLst/>
          </a:prstGeom>
          <a:noFill/>
          <a:ln w="28575">
            <a:solidFill>
              <a:srgbClr val="008000"/>
            </a:solidFill>
            <a:round/>
            <a:headEnd/>
            <a:tailEnd type="triangle" w="med" len="med"/>
          </a:ln>
        </p:spPr>
        <p:txBody>
          <a:bodyPr wrap="none" anchor="ctr"/>
          <a:lstStyle/>
          <a:p>
            <a:endParaRPr lang="zh-CN" altLang="en-US"/>
          </a:p>
        </p:txBody>
      </p:sp>
      <p:graphicFrame>
        <p:nvGraphicFramePr>
          <p:cNvPr id="227355" name="Object 27"/>
          <p:cNvGraphicFramePr>
            <a:graphicFrameLocks noChangeAspect="1"/>
          </p:cNvGraphicFramePr>
          <p:nvPr/>
        </p:nvGraphicFramePr>
        <p:xfrm>
          <a:off x="3581400" y="2968625"/>
          <a:ext cx="623888" cy="1084263"/>
        </p:xfrm>
        <a:graphic>
          <a:graphicData uri="http://schemas.openxmlformats.org/presentationml/2006/ole">
            <p:oleObj spid="_x0000_s17410" name="剪辑" r:id="rId4" imgW="1857600" imgH="3995640" progId="MS_ClipArt_Gallery.2">
              <p:embed/>
            </p:oleObj>
          </a:graphicData>
        </a:graphic>
      </p:graphicFrame>
      <p:graphicFrame>
        <p:nvGraphicFramePr>
          <p:cNvPr id="227356" name="Object 28"/>
          <p:cNvGraphicFramePr>
            <a:graphicFrameLocks noChangeAspect="1"/>
          </p:cNvGraphicFramePr>
          <p:nvPr/>
        </p:nvGraphicFramePr>
        <p:xfrm>
          <a:off x="2286000" y="3044825"/>
          <a:ext cx="685800" cy="1524000"/>
        </p:xfrm>
        <a:graphic>
          <a:graphicData uri="http://schemas.openxmlformats.org/presentationml/2006/ole">
            <p:oleObj spid="_x0000_s17411" name="剪辑" r:id="rId5" imgW="1295640" imgH="3934080" progId="MS_ClipArt_Gallery.2">
              <p:embed/>
            </p:oleObj>
          </a:graphicData>
        </a:graphic>
      </p:graphicFrame>
      <p:sp>
        <p:nvSpPr>
          <p:cNvPr id="227357" name="Text Box 29"/>
          <p:cNvSpPr txBox="1">
            <a:spLocks noChangeArrowheads="1"/>
          </p:cNvSpPr>
          <p:nvPr/>
        </p:nvSpPr>
        <p:spPr bwMode="auto">
          <a:xfrm>
            <a:off x="1676400" y="3630613"/>
            <a:ext cx="490538" cy="457200"/>
          </a:xfrm>
          <a:prstGeom prst="rect">
            <a:avLst/>
          </a:prstGeom>
          <a:noFill/>
          <a:ln w="9525">
            <a:noFill/>
            <a:miter lim="800000"/>
            <a:headEnd/>
            <a:tailEnd/>
          </a:ln>
        </p:spPr>
        <p:txBody>
          <a:bodyPr wrap="none">
            <a:spAutoFit/>
          </a:bodyPr>
          <a:lstStyle/>
          <a:p>
            <a:pPr>
              <a:lnSpc>
                <a:spcPct val="100000"/>
              </a:lnSpc>
              <a:spcBef>
                <a:spcPct val="0"/>
              </a:spcBef>
            </a:pPr>
            <a:r>
              <a:rPr lang="zh-CN" altLang="en-US" sz="2400">
                <a:solidFill>
                  <a:srgbClr val="003300"/>
                </a:solidFill>
                <a:ea typeface="宋体" pitchFamily="2" charset="-122"/>
              </a:rPr>
              <a:t>甲</a:t>
            </a:r>
          </a:p>
        </p:txBody>
      </p:sp>
      <p:sp>
        <p:nvSpPr>
          <p:cNvPr id="227358" name="Text Box 30"/>
          <p:cNvSpPr txBox="1">
            <a:spLocks noChangeArrowheads="1"/>
          </p:cNvSpPr>
          <p:nvPr/>
        </p:nvSpPr>
        <p:spPr bwMode="auto">
          <a:xfrm>
            <a:off x="4114800" y="2792413"/>
            <a:ext cx="490538" cy="457200"/>
          </a:xfrm>
          <a:prstGeom prst="rect">
            <a:avLst/>
          </a:prstGeom>
          <a:noFill/>
          <a:ln w="9525">
            <a:noFill/>
            <a:miter lim="800000"/>
            <a:headEnd/>
            <a:tailEnd/>
          </a:ln>
        </p:spPr>
        <p:txBody>
          <a:bodyPr wrap="none">
            <a:spAutoFit/>
          </a:bodyPr>
          <a:lstStyle/>
          <a:p>
            <a:pPr>
              <a:lnSpc>
                <a:spcPct val="100000"/>
              </a:lnSpc>
              <a:spcBef>
                <a:spcPct val="0"/>
              </a:spcBef>
            </a:pPr>
            <a:r>
              <a:rPr lang="zh-CN" altLang="en-US" sz="2400">
                <a:solidFill>
                  <a:srgbClr val="663300"/>
                </a:solidFill>
                <a:ea typeface="宋体" pitchFamily="2" charset="-122"/>
              </a:rPr>
              <a:t>乙</a:t>
            </a:r>
          </a:p>
        </p:txBody>
      </p:sp>
      <p:sp>
        <p:nvSpPr>
          <p:cNvPr id="227359" name="Text Box 31"/>
          <p:cNvSpPr txBox="1">
            <a:spLocks noChangeArrowheads="1"/>
          </p:cNvSpPr>
          <p:nvPr/>
        </p:nvSpPr>
        <p:spPr bwMode="auto">
          <a:xfrm>
            <a:off x="4591050" y="3019425"/>
            <a:ext cx="420688" cy="457200"/>
          </a:xfrm>
          <a:prstGeom prst="rect">
            <a:avLst/>
          </a:prstGeom>
          <a:noFill/>
          <a:ln w="9525">
            <a:noFill/>
            <a:miter lim="800000"/>
            <a:headEnd/>
            <a:tailEnd/>
          </a:ln>
        </p:spPr>
        <p:txBody>
          <a:bodyPr wrap="none">
            <a:spAutoFit/>
          </a:bodyPr>
          <a:lstStyle/>
          <a:p>
            <a:pPr>
              <a:lnSpc>
                <a:spcPct val="100000"/>
              </a:lnSpc>
              <a:spcBef>
                <a:spcPct val="0"/>
              </a:spcBef>
            </a:pPr>
            <a:r>
              <a:rPr lang="en-US" altLang="zh-CN" sz="2400" i="1">
                <a:solidFill>
                  <a:srgbClr val="660066"/>
                </a:solidFill>
                <a:ea typeface="宋体" pitchFamily="2" charset="-122"/>
              </a:rPr>
              <a:t>m</a:t>
            </a:r>
            <a:endParaRPr lang="en-US" altLang="zh-CN" sz="2400" b="0">
              <a:solidFill>
                <a:srgbClr val="660066"/>
              </a:solidFill>
              <a:ea typeface="宋体" pitchFamily="2" charset="-122"/>
            </a:endParaRPr>
          </a:p>
        </p:txBody>
      </p:sp>
      <p:sp>
        <p:nvSpPr>
          <p:cNvPr id="227360" name="Line 32"/>
          <p:cNvSpPr>
            <a:spLocks noChangeShapeType="1"/>
          </p:cNvSpPr>
          <p:nvPr/>
        </p:nvSpPr>
        <p:spPr bwMode="auto">
          <a:xfrm>
            <a:off x="4427538" y="3717925"/>
            <a:ext cx="2049462" cy="12700"/>
          </a:xfrm>
          <a:prstGeom prst="line">
            <a:avLst/>
          </a:prstGeom>
          <a:noFill/>
          <a:ln w="25400">
            <a:solidFill>
              <a:srgbClr val="0033CC"/>
            </a:solidFill>
            <a:round/>
            <a:headEnd/>
            <a:tailEnd/>
          </a:ln>
        </p:spPr>
        <p:txBody>
          <a:bodyPr wrap="none" anchor="ctr"/>
          <a:lstStyle/>
          <a:p>
            <a:endParaRPr lang="zh-CN" altLang="en-US"/>
          </a:p>
        </p:txBody>
      </p:sp>
      <p:sp>
        <p:nvSpPr>
          <p:cNvPr id="227361" name="Line 33"/>
          <p:cNvSpPr>
            <a:spLocks noChangeShapeType="1"/>
          </p:cNvSpPr>
          <p:nvPr/>
        </p:nvSpPr>
        <p:spPr bwMode="auto">
          <a:xfrm>
            <a:off x="4876800" y="3730625"/>
            <a:ext cx="0" cy="533400"/>
          </a:xfrm>
          <a:prstGeom prst="line">
            <a:avLst/>
          </a:prstGeom>
          <a:noFill/>
          <a:ln w="28575">
            <a:solidFill>
              <a:srgbClr val="0033CC"/>
            </a:solidFill>
            <a:round/>
            <a:headEnd/>
            <a:tailEnd/>
          </a:ln>
        </p:spPr>
        <p:txBody>
          <a:bodyPr wrap="none" anchor="ctr"/>
          <a:lstStyle/>
          <a:p>
            <a:endParaRPr lang="zh-CN" altLang="en-US"/>
          </a:p>
        </p:txBody>
      </p:sp>
      <p:sp>
        <p:nvSpPr>
          <p:cNvPr id="227363" name="Text Box 35"/>
          <p:cNvSpPr txBox="1">
            <a:spLocks noChangeArrowheads="1"/>
          </p:cNvSpPr>
          <p:nvPr/>
        </p:nvSpPr>
        <p:spPr bwMode="auto">
          <a:xfrm>
            <a:off x="2255838" y="5135563"/>
            <a:ext cx="1550987" cy="461962"/>
          </a:xfrm>
          <a:prstGeom prst="rect">
            <a:avLst/>
          </a:prstGeom>
          <a:noFill/>
          <a:ln w="9525">
            <a:noFill/>
            <a:miter lim="800000"/>
            <a:headEnd/>
            <a:tailEnd/>
          </a:ln>
        </p:spPr>
        <p:txBody>
          <a:bodyPr>
            <a:spAutoFit/>
          </a:bodyPr>
          <a:lstStyle/>
          <a:p>
            <a:pPr>
              <a:lnSpc>
                <a:spcPct val="100000"/>
              </a:lnSpc>
              <a:spcBef>
                <a:spcPct val="0"/>
              </a:spcBef>
            </a:pPr>
            <a:r>
              <a:rPr lang="zh-CN" altLang="en-US" sz="2400">
                <a:ea typeface="宋体" pitchFamily="2" charset="-122"/>
              </a:rPr>
              <a:t>有力</a:t>
            </a:r>
          </a:p>
        </p:txBody>
      </p:sp>
      <p:graphicFrame>
        <p:nvGraphicFramePr>
          <p:cNvPr id="227364" name="Object 36"/>
          <p:cNvGraphicFramePr>
            <a:graphicFrameLocks noChangeAspect="1"/>
          </p:cNvGraphicFramePr>
          <p:nvPr/>
        </p:nvGraphicFramePr>
        <p:xfrm>
          <a:off x="5516563" y="5148263"/>
          <a:ext cx="960437" cy="388937"/>
        </p:xfrm>
        <a:graphic>
          <a:graphicData uri="http://schemas.openxmlformats.org/presentationml/2006/ole">
            <p:oleObj spid="_x0000_s17412" name="公式" r:id="rId6" imgW="533160" imgH="215640" progId="Equation.3">
              <p:embed/>
            </p:oleObj>
          </a:graphicData>
        </a:graphic>
      </p:graphicFrame>
      <p:sp>
        <p:nvSpPr>
          <p:cNvPr id="227365" name="Text Box 37"/>
          <p:cNvSpPr txBox="1">
            <a:spLocks noChangeArrowheads="1"/>
          </p:cNvSpPr>
          <p:nvPr/>
        </p:nvSpPr>
        <p:spPr bwMode="auto">
          <a:xfrm>
            <a:off x="693738" y="5135563"/>
            <a:ext cx="2078037" cy="461962"/>
          </a:xfrm>
          <a:prstGeom prst="rect">
            <a:avLst/>
          </a:prstGeom>
          <a:noFill/>
          <a:ln w="9525">
            <a:noFill/>
            <a:miter lim="800000"/>
            <a:headEnd/>
            <a:tailEnd/>
          </a:ln>
        </p:spPr>
        <p:txBody>
          <a:bodyPr>
            <a:spAutoFit/>
          </a:bodyPr>
          <a:lstStyle/>
          <a:p>
            <a:pPr>
              <a:lnSpc>
                <a:spcPct val="100000"/>
              </a:lnSpc>
              <a:spcBef>
                <a:spcPct val="0"/>
              </a:spcBef>
            </a:pPr>
            <a:r>
              <a:rPr lang="zh-CN" altLang="en-US" sz="2400">
                <a:ea typeface="宋体" pitchFamily="2" charset="-122"/>
              </a:rPr>
              <a:t>观察者</a:t>
            </a:r>
            <a:r>
              <a:rPr lang="zh-CN" altLang="en-US" sz="2400">
                <a:solidFill>
                  <a:srgbClr val="FF3300"/>
                </a:solidFill>
                <a:ea typeface="宋体" pitchFamily="2" charset="-122"/>
              </a:rPr>
              <a:t>甲</a:t>
            </a:r>
            <a:r>
              <a:rPr lang="zh-CN" altLang="en-US" sz="2400">
                <a:ea typeface="宋体" pitchFamily="2" charset="-122"/>
              </a:rPr>
              <a:t>：</a:t>
            </a:r>
            <a:endParaRPr lang="zh-CN" altLang="en-US" sz="2400" b="0">
              <a:ea typeface="宋体" pitchFamily="2" charset="-122"/>
            </a:endParaRPr>
          </a:p>
        </p:txBody>
      </p:sp>
      <p:graphicFrame>
        <p:nvGraphicFramePr>
          <p:cNvPr id="227366" name="Object 38"/>
          <p:cNvGraphicFramePr>
            <a:graphicFrameLocks noChangeAspect="1"/>
          </p:cNvGraphicFramePr>
          <p:nvPr/>
        </p:nvGraphicFramePr>
        <p:xfrm>
          <a:off x="2997200" y="5186363"/>
          <a:ext cx="434975" cy="366712"/>
        </p:xfrm>
        <a:graphic>
          <a:graphicData uri="http://schemas.openxmlformats.org/presentationml/2006/ole">
            <p:oleObj spid="_x0000_s17413" name="公式" r:id="rId7" imgW="241200" imgH="203040" progId="Equation.3">
              <p:embed/>
            </p:oleObj>
          </a:graphicData>
        </a:graphic>
      </p:graphicFrame>
      <p:graphicFrame>
        <p:nvGraphicFramePr>
          <p:cNvPr id="227367" name="Object 39"/>
          <p:cNvGraphicFramePr>
            <a:graphicFrameLocks noChangeAspect="1"/>
          </p:cNvGraphicFramePr>
          <p:nvPr/>
        </p:nvGraphicFramePr>
        <p:xfrm>
          <a:off x="4592638" y="5232400"/>
          <a:ext cx="233362" cy="320675"/>
        </p:xfrm>
        <a:graphic>
          <a:graphicData uri="http://schemas.openxmlformats.org/presentationml/2006/ole">
            <p:oleObj spid="_x0000_s17414" name="公式" r:id="rId8" imgW="126720" imgH="177480" progId="Equation.3">
              <p:embed/>
            </p:oleObj>
          </a:graphicData>
        </a:graphic>
      </p:graphicFrame>
      <p:graphicFrame>
        <p:nvGraphicFramePr>
          <p:cNvPr id="227368" name="Object 40"/>
          <p:cNvGraphicFramePr>
            <a:graphicFrameLocks noChangeAspect="1"/>
          </p:cNvGraphicFramePr>
          <p:nvPr/>
        </p:nvGraphicFramePr>
        <p:xfrm>
          <a:off x="5875338" y="5880100"/>
          <a:ext cx="1666875" cy="434975"/>
        </p:xfrm>
        <a:graphic>
          <a:graphicData uri="http://schemas.openxmlformats.org/presentationml/2006/ole">
            <p:oleObj spid="_x0000_s17415" name="公式" r:id="rId9" imgW="952200" imgH="241200" progId="Equation.3">
              <p:embed/>
            </p:oleObj>
          </a:graphicData>
        </a:graphic>
      </p:graphicFrame>
      <p:sp>
        <p:nvSpPr>
          <p:cNvPr id="227369" name="Rectangle 41"/>
          <p:cNvSpPr>
            <a:spLocks noChangeArrowheads="1"/>
          </p:cNvSpPr>
          <p:nvPr/>
        </p:nvSpPr>
        <p:spPr bwMode="auto">
          <a:xfrm>
            <a:off x="684213" y="5876925"/>
            <a:ext cx="2627312" cy="461963"/>
          </a:xfrm>
          <a:prstGeom prst="rect">
            <a:avLst/>
          </a:prstGeom>
          <a:noFill/>
          <a:ln w="9525">
            <a:noFill/>
            <a:miter lim="800000"/>
            <a:headEnd/>
            <a:tailEnd/>
          </a:ln>
        </p:spPr>
        <p:txBody>
          <a:bodyPr>
            <a:spAutoFit/>
          </a:bodyPr>
          <a:lstStyle/>
          <a:p>
            <a:pPr>
              <a:lnSpc>
                <a:spcPct val="100000"/>
              </a:lnSpc>
              <a:spcBef>
                <a:spcPct val="0"/>
              </a:spcBef>
            </a:pPr>
            <a:r>
              <a:rPr lang="zh-CN" altLang="en-US" sz="2400">
                <a:ea typeface="宋体" pitchFamily="2" charset="-122"/>
              </a:rPr>
              <a:t>观察者</a:t>
            </a:r>
            <a:r>
              <a:rPr lang="zh-CN" altLang="en-US" sz="2400">
                <a:solidFill>
                  <a:srgbClr val="FF3300"/>
                </a:solidFill>
                <a:ea typeface="宋体" pitchFamily="2" charset="-122"/>
              </a:rPr>
              <a:t>乙</a:t>
            </a:r>
            <a:r>
              <a:rPr lang="zh-CN" altLang="en-US" sz="2400">
                <a:ea typeface="宋体" pitchFamily="2" charset="-122"/>
              </a:rPr>
              <a:t>：</a:t>
            </a:r>
          </a:p>
        </p:txBody>
      </p:sp>
      <p:sp>
        <p:nvSpPr>
          <p:cNvPr id="227370" name="Rectangle 42"/>
          <p:cNvSpPr>
            <a:spLocks noChangeArrowheads="1"/>
          </p:cNvSpPr>
          <p:nvPr/>
        </p:nvSpPr>
        <p:spPr bwMode="auto">
          <a:xfrm>
            <a:off x="2276475" y="5856288"/>
            <a:ext cx="1530350" cy="461962"/>
          </a:xfrm>
          <a:prstGeom prst="rect">
            <a:avLst/>
          </a:prstGeom>
          <a:noFill/>
          <a:ln w="9525">
            <a:noFill/>
            <a:miter lim="800000"/>
            <a:headEnd/>
            <a:tailEnd/>
          </a:ln>
        </p:spPr>
        <p:txBody>
          <a:bodyPr>
            <a:spAutoFit/>
          </a:bodyPr>
          <a:lstStyle/>
          <a:p>
            <a:pPr>
              <a:lnSpc>
                <a:spcPct val="100000"/>
              </a:lnSpc>
              <a:spcBef>
                <a:spcPct val="0"/>
              </a:spcBef>
            </a:pPr>
            <a:r>
              <a:rPr lang="zh-CN" altLang="en-US" sz="2400">
                <a:ea typeface="宋体" pitchFamily="2" charset="-122"/>
              </a:rPr>
              <a:t>有力</a:t>
            </a:r>
          </a:p>
        </p:txBody>
      </p:sp>
      <p:graphicFrame>
        <p:nvGraphicFramePr>
          <p:cNvPr id="227371" name="Object 43"/>
          <p:cNvGraphicFramePr>
            <a:graphicFrameLocks noChangeAspect="1"/>
          </p:cNvGraphicFramePr>
          <p:nvPr/>
        </p:nvGraphicFramePr>
        <p:xfrm>
          <a:off x="2997200" y="5924550"/>
          <a:ext cx="434975" cy="366713"/>
        </p:xfrm>
        <a:graphic>
          <a:graphicData uri="http://schemas.openxmlformats.org/presentationml/2006/ole">
            <p:oleObj spid="_x0000_s17416" name="公式" r:id="rId10" imgW="241200" imgH="203040" progId="Equation.3">
              <p:embed/>
            </p:oleObj>
          </a:graphicData>
        </a:graphic>
      </p:graphicFrame>
      <p:graphicFrame>
        <p:nvGraphicFramePr>
          <p:cNvPr id="227372" name="Object 44"/>
          <p:cNvGraphicFramePr>
            <a:graphicFrameLocks noChangeAspect="1"/>
          </p:cNvGraphicFramePr>
          <p:nvPr/>
        </p:nvGraphicFramePr>
        <p:xfrm>
          <a:off x="5157788" y="5965825"/>
          <a:ext cx="230187" cy="319088"/>
        </p:xfrm>
        <a:graphic>
          <a:graphicData uri="http://schemas.openxmlformats.org/presentationml/2006/ole">
            <p:oleObj spid="_x0000_s17417" name="公式" r:id="rId11" imgW="126720" imgH="177480" progId="Equation.3">
              <p:embed/>
            </p:oleObj>
          </a:graphicData>
        </a:graphic>
      </p:graphicFrame>
      <p:sp>
        <p:nvSpPr>
          <p:cNvPr id="227373" name="Rectangle 45"/>
          <p:cNvSpPr>
            <a:spLocks noChangeArrowheads="1"/>
          </p:cNvSpPr>
          <p:nvPr/>
        </p:nvSpPr>
        <p:spPr bwMode="auto">
          <a:xfrm>
            <a:off x="3252788" y="5135563"/>
            <a:ext cx="1858962" cy="461962"/>
          </a:xfrm>
          <a:prstGeom prst="rect">
            <a:avLst/>
          </a:prstGeom>
          <a:noFill/>
          <a:ln w="9525">
            <a:noFill/>
            <a:miter lim="800000"/>
            <a:headEnd/>
            <a:tailEnd/>
          </a:ln>
        </p:spPr>
        <p:txBody>
          <a:bodyPr>
            <a:spAutoFit/>
          </a:bodyPr>
          <a:lstStyle/>
          <a:p>
            <a:pPr>
              <a:lnSpc>
                <a:spcPct val="100000"/>
              </a:lnSpc>
              <a:spcBef>
                <a:spcPct val="0"/>
              </a:spcBef>
            </a:pPr>
            <a:r>
              <a:rPr lang="zh-CN" altLang="en-US" sz="2400">
                <a:ea typeface="宋体" pitchFamily="2" charset="-122"/>
              </a:rPr>
              <a:t>和加速度</a:t>
            </a:r>
          </a:p>
        </p:txBody>
      </p:sp>
      <p:sp>
        <p:nvSpPr>
          <p:cNvPr id="227374" name="Rectangle 46"/>
          <p:cNvSpPr>
            <a:spLocks noChangeArrowheads="1"/>
          </p:cNvSpPr>
          <p:nvPr/>
        </p:nvSpPr>
        <p:spPr bwMode="auto">
          <a:xfrm>
            <a:off x="4783138" y="5162550"/>
            <a:ext cx="493712" cy="461963"/>
          </a:xfrm>
          <a:prstGeom prst="rect">
            <a:avLst/>
          </a:prstGeom>
          <a:noFill/>
          <a:ln w="9525">
            <a:noFill/>
            <a:miter lim="800000"/>
            <a:headEnd/>
            <a:tailEnd/>
          </a:ln>
        </p:spPr>
        <p:txBody>
          <a:bodyPr wrap="none">
            <a:spAutoFit/>
          </a:bodyPr>
          <a:lstStyle/>
          <a:p>
            <a:pPr algn="ctr">
              <a:lnSpc>
                <a:spcPct val="100000"/>
              </a:lnSpc>
              <a:spcBef>
                <a:spcPct val="0"/>
              </a:spcBef>
            </a:pPr>
            <a:r>
              <a:rPr lang="zh-CN" altLang="en-US" sz="2400">
                <a:ea typeface="宋体" pitchFamily="2" charset="-122"/>
              </a:rPr>
              <a:t>即</a:t>
            </a:r>
          </a:p>
        </p:txBody>
      </p:sp>
      <p:sp>
        <p:nvSpPr>
          <p:cNvPr id="227375" name="Rectangle 47"/>
          <p:cNvSpPr>
            <a:spLocks noChangeArrowheads="1"/>
          </p:cNvSpPr>
          <p:nvPr/>
        </p:nvSpPr>
        <p:spPr bwMode="auto">
          <a:xfrm>
            <a:off x="3176588" y="5876925"/>
            <a:ext cx="2790825" cy="461963"/>
          </a:xfrm>
          <a:prstGeom prst="rect">
            <a:avLst/>
          </a:prstGeom>
          <a:noFill/>
          <a:ln w="9525">
            <a:noFill/>
            <a:miter lim="800000"/>
            <a:headEnd/>
            <a:tailEnd/>
          </a:ln>
        </p:spPr>
        <p:txBody>
          <a:bodyPr>
            <a:spAutoFit/>
          </a:bodyPr>
          <a:lstStyle/>
          <a:p>
            <a:pPr>
              <a:lnSpc>
                <a:spcPct val="100000"/>
              </a:lnSpc>
              <a:spcBef>
                <a:spcPct val="0"/>
              </a:spcBef>
            </a:pPr>
            <a:r>
              <a:rPr lang="zh-CN" altLang="en-US" sz="2400">
                <a:ea typeface="宋体" pitchFamily="2" charset="-122"/>
              </a:rPr>
              <a:t>但没有加速度</a:t>
            </a:r>
          </a:p>
        </p:txBody>
      </p:sp>
      <p:sp>
        <p:nvSpPr>
          <p:cNvPr id="227376" name="Oval 48"/>
          <p:cNvSpPr>
            <a:spLocks noChangeArrowheads="1"/>
          </p:cNvSpPr>
          <p:nvPr/>
        </p:nvSpPr>
        <p:spPr bwMode="auto">
          <a:xfrm flipH="1">
            <a:off x="5484813" y="3513138"/>
            <a:ext cx="95250" cy="95250"/>
          </a:xfrm>
          <a:prstGeom prst="ellipse">
            <a:avLst/>
          </a:prstGeom>
          <a:solidFill>
            <a:srgbClr val="FF66FF"/>
          </a:solidFill>
          <a:ln w="9525">
            <a:solidFill>
              <a:srgbClr val="FF3300"/>
            </a:solidFill>
            <a:round/>
            <a:headEnd/>
            <a:tailEnd/>
          </a:ln>
        </p:spPr>
        <p:txBody>
          <a:bodyPr wrap="none" anchor="ctr"/>
          <a:lstStyle/>
          <a:p>
            <a:endParaRPr lang="zh-CN" altLang="en-US"/>
          </a:p>
        </p:txBody>
      </p:sp>
      <p:sp>
        <p:nvSpPr>
          <p:cNvPr id="227377" name="Line 49"/>
          <p:cNvSpPr>
            <a:spLocks noChangeShapeType="1"/>
          </p:cNvSpPr>
          <p:nvPr/>
        </p:nvSpPr>
        <p:spPr bwMode="auto">
          <a:xfrm>
            <a:off x="4727575" y="3556000"/>
            <a:ext cx="685800" cy="0"/>
          </a:xfrm>
          <a:prstGeom prst="line">
            <a:avLst/>
          </a:prstGeom>
          <a:noFill/>
          <a:ln w="38100">
            <a:solidFill>
              <a:schemeClr val="tx2"/>
            </a:solidFill>
            <a:round/>
            <a:headEnd/>
            <a:tailEnd type="triangle" w="med" len="med"/>
          </a:ln>
        </p:spPr>
        <p:txBody>
          <a:bodyPr wrap="none" anchor="ctr"/>
          <a:lstStyle/>
          <a:p>
            <a:endParaRPr lang="zh-CN" altLang="en-US"/>
          </a:p>
        </p:txBody>
      </p:sp>
      <p:sp>
        <p:nvSpPr>
          <p:cNvPr id="227378" name="Line 50"/>
          <p:cNvSpPr>
            <a:spLocks noChangeShapeType="1"/>
          </p:cNvSpPr>
          <p:nvPr/>
        </p:nvSpPr>
        <p:spPr bwMode="auto">
          <a:xfrm>
            <a:off x="5530850" y="3573463"/>
            <a:ext cx="0" cy="433387"/>
          </a:xfrm>
          <a:prstGeom prst="line">
            <a:avLst/>
          </a:prstGeom>
          <a:noFill/>
          <a:ln w="19050">
            <a:solidFill>
              <a:srgbClr val="0033CC"/>
            </a:solidFill>
            <a:prstDash val="dash"/>
            <a:round/>
            <a:headEnd/>
            <a:tailEnd/>
          </a:ln>
        </p:spPr>
        <p:txBody>
          <a:bodyPr wrap="none" anchor="ctr"/>
          <a:lstStyle/>
          <a:p>
            <a:endParaRPr lang="zh-CN" altLang="en-US"/>
          </a:p>
        </p:txBody>
      </p:sp>
      <p:sp>
        <p:nvSpPr>
          <p:cNvPr id="227379" name="Line 51"/>
          <p:cNvSpPr>
            <a:spLocks noChangeShapeType="1"/>
          </p:cNvSpPr>
          <p:nvPr/>
        </p:nvSpPr>
        <p:spPr bwMode="auto">
          <a:xfrm>
            <a:off x="5541963" y="3881438"/>
            <a:ext cx="901700" cy="4762"/>
          </a:xfrm>
          <a:prstGeom prst="line">
            <a:avLst/>
          </a:prstGeom>
          <a:noFill/>
          <a:ln w="25400">
            <a:solidFill>
              <a:srgbClr val="0033CC"/>
            </a:solidFill>
            <a:round/>
            <a:headEnd type="triangle" w="med" len="med"/>
            <a:tailEnd type="triangle" w="med" len="med"/>
          </a:ln>
        </p:spPr>
        <p:txBody>
          <a:bodyPr wrap="none" anchor="ctr"/>
          <a:lstStyle/>
          <a:p>
            <a:endParaRPr lang="zh-CN" altLang="en-US"/>
          </a:p>
        </p:txBody>
      </p:sp>
      <p:sp>
        <p:nvSpPr>
          <p:cNvPr id="227380" name="Text Box 52"/>
          <p:cNvSpPr txBox="1">
            <a:spLocks noChangeArrowheads="1"/>
          </p:cNvSpPr>
          <p:nvPr/>
        </p:nvSpPr>
        <p:spPr bwMode="auto">
          <a:xfrm>
            <a:off x="5867400" y="3781425"/>
            <a:ext cx="336550" cy="396875"/>
          </a:xfrm>
          <a:prstGeom prst="rect">
            <a:avLst/>
          </a:prstGeom>
          <a:solidFill>
            <a:srgbClr val="CCFFCC"/>
          </a:solidFill>
          <a:ln w="9525">
            <a:noFill/>
            <a:miter lim="800000"/>
            <a:headEnd/>
            <a:tailEnd/>
          </a:ln>
        </p:spPr>
        <p:txBody>
          <a:bodyPr wrap="none">
            <a:spAutoFit/>
          </a:bodyPr>
          <a:lstStyle/>
          <a:p>
            <a:pPr>
              <a:lnSpc>
                <a:spcPct val="100000"/>
              </a:lnSpc>
              <a:spcBef>
                <a:spcPct val="0"/>
              </a:spcBef>
            </a:pPr>
            <a:r>
              <a:rPr lang="en-US" altLang="zh-CN" sz="2000" i="1">
                <a:solidFill>
                  <a:srgbClr val="0033CC"/>
                </a:solidFill>
                <a:ea typeface="宋体" pitchFamily="2" charset="-122"/>
              </a:rPr>
              <a:t>l</a:t>
            </a:r>
            <a:r>
              <a:rPr lang="en-US" altLang="zh-CN" sz="2000" baseline="-25000">
                <a:solidFill>
                  <a:srgbClr val="0033CC"/>
                </a:solidFill>
                <a:ea typeface="宋体" pitchFamily="2" charset="-122"/>
              </a:rPr>
              <a:t>0</a:t>
            </a:r>
          </a:p>
        </p:txBody>
      </p:sp>
      <p:graphicFrame>
        <p:nvGraphicFramePr>
          <p:cNvPr id="227382" name="Object 54"/>
          <p:cNvGraphicFramePr>
            <a:graphicFrameLocks noChangeAspect="1"/>
          </p:cNvGraphicFramePr>
          <p:nvPr/>
        </p:nvGraphicFramePr>
        <p:xfrm>
          <a:off x="6777038" y="2981325"/>
          <a:ext cx="230187" cy="322263"/>
        </p:xfrm>
        <a:graphic>
          <a:graphicData uri="http://schemas.openxmlformats.org/presentationml/2006/ole">
            <p:oleObj spid="_x0000_s17418" name="公式" r:id="rId12" imgW="126720" imgH="177480" progId="Equation.3">
              <p:embed/>
            </p:oleObj>
          </a:graphicData>
        </a:graphic>
      </p:graphicFrame>
      <p:graphicFrame>
        <p:nvGraphicFramePr>
          <p:cNvPr id="227383" name="Object 55"/>
          <p:cNvGraphicFramePr>
            <a:graphicFrameLocks noChangeAspect="1"/>
          </p:cNvGraphicFramePr>
          <p:nvPr/>
        </p:nvGraphicFramePr>
        <p:xfrm>
          <a:off x="5021263" y="3033713"/>
          <a:ext cx="298450" cy="368300"/>
        </p:xfrm>
        <a:graphic>
          <a:graphicData uri="http://schemas.openxmlformats.org/presentationml/2006/ole">
            <p:oleObj spid="_x0000_s17419" name="公式" r:id="rId13" imgW="164880" imgH="203040" progId="Equation.3">
              <p:embed/>
            </p:oleObj>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27330"/>
                                        </p:tgtEl>
                                        <p:attrNameLst>
                                          <p:attrName>style.visibility</p:attrName>
                                        </p:attrNameLst>
                                      </p:cBhvr>
                                      <p:to>
                                        <p:strVal val="visible"/>
                                      </p:to>
                                    </p:set>
                                    <p:animEffect transition="in" filter="wipe(left)">
                                      <p:cBhvr>
                                        <p:cTn id="7" dur="1000"/>
                                        <p:tgtEl>
                                          <p:spTgt spid="22733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27331"/>
                                        </p:tgtEl>
                                        <p:attrNameLst>
                                          <p:attrName>style.visibility</p:attrName>
                                        </p:attrNameLst>
                                      </p:cBhvr>
                                      <p:to>
                                        <p:strVal val="visible"/>
                                      </p:to>
                                    </p:set>
                                    <p:animEffect transition="in" filter="wipe(left)">
                                      <p:cBhvr>
                                        <p:cTn id="12" dur="1000"/>
                                        <p:tgtEl>
                                          <p:spTgt spid="22733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27332"/>
                                        </p:tgtEl>
                                        <p:attrNameLst>
                                          <p:attrName>style.visibility</p:attrName>
                                        </p:attrNameLst>
                                      </p:cBhvr>
                                      <p:to>
                                        <p:strVal val="visible"/>
                                      </p:to>
                                    </p:set>
                                    <p:animEffect transition="in" filter="wipe(left)">
                                      <p:cBhvr>
                                        <p:cTn id="17" dur="1000"/>
                                        <p:tgtEl>
                                          <p:spTgt spid="22733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27353"/>
                                        </p:tgtEl>
                                        <p:attrNameLst>
                                          <p:attrName>style.visibility</p:attrName>
                                        </p:attrNameLst>
                                      </p:cBhvr>
                                      <p:to>
                                        <p:strVal val="visible"/>
                                      </p:to>
                                    </p:set>
                                    <p:animEffect transition="in" filter="wipe(left)">
                                      <p:cBhvr>
                                        <p:cTn id="22" dur="500"/>
                                        <p:tgtEl>
                                          <p:spTgt spid="22735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27333"/>
                                        </p:tgtEl>
                                        <p:attrNameLst>
                                          <p:attrName>style.visibility</p:attrName>
                                        </p:attrNameLst>
                                      </p:cBhvr>
                                      <p:to>
                                        <p:strVal val="visible"/>
                                      </p:to>
                                    </p:set>
                                    <p:animEffect transition="in" filter="wipe(left)">
                                      <p:cBhvr>
                                        <p:cTn id="27" dur="500"/>
                                        <p:tgtEl>
                                          <p:spTgt spid="227333"/>
                                        </p:tgtEl>
                                      </p:cBhvr>
                                    </p:animEffect>
                                  </p:childTnLst>
                                </p:cTn>
                              </p:par>
                            </p:childTnLst>
                          </p:cTn>
                        </p:par>
                        <p:par>
                          <p:cTn id="28" fill="hold">
                            <p:stCondLst>
                              <p:cond delay="500"/>
                            </p:stCondLst>
                            <p:childTnLst>
                              <p:par>
                                <p:cTn id="29" presetID="22" presetClass="entr" presetSubtype="8" fill="hold" grpId="0" nodeType="afterEffect">
                                  <p:stCondLst>
                                    <p:cond delay="0"/>
                                  </p:stCondLst>
                                  <p:childTnLst>
                                    <p:set>
                                      <p:cBhvr>
                                        <p:cTn id="30" dur="1" fill="hold">
                                          <p:stCondLst>
                                            <p:cond delay="0"/>
                                          </p:stCondLst>
                                        </p:cTn>
                                        <p:tgtEl>
                                          <p:spTgt spid="227350"/>
                                        </p:tgtEl>
                                        <p:attrNameLst>
                                          <p:attrName>style.visibility</p:attrName>
                                        </p:attrNameLst>
                                      </p:cBhvr>
                                      <p:to>
                                        <p:strVal val="visible"/>
                                      </p:to>
                                    </p:set>
                                    <p:animEffect transition="in" filter="wipe(left)">
                                      <p:cBhvr>
                                        <p:cTn id="31" dur="500"/>
                                        <p:tgtEl>
                                          <p:spTgt spid="227350"/>
                                        </p:tgtEl>
                                      </p:cBhvr>
                                    </p:animEffect>
                                  </p:childTnLst>
                                </p:cTn>
                              </p:par>
                            </p:childTnLst>
                          </p:cTn>
                        </p:par>
                        <p:par>
                          <p:cTn id="32" fill="hold">
                            <p:stCondLst>
                              <p:cond delay="1000"/>
                            </p:stCondLst>
                            <p:childTnLst>
                              <p:par>
                                <p:cTn id="33" presetID="22" presetClass="entr" presetSubtype="8" fill="hold" grpId="0" nodeType="afterEffect">
                                  <p:stCondLst>
                                    <p:cond delay="0"/>
                                  </p:stCondLst>
                                  <p:childTnLst>
                                    <p:set>
                                      <p:cBhvr>
                                        <p:cTn id="34" dur="1" fill="hold">
                                          <p:stCondLst>
                                            <p:cond delay="0"/>
                                          </p:stCondLst>
                                        </p:cTn>
                                        <p:tgtEl>
                                          <p:spTgt spid="227351"/>
                                        </p:tgtEl>
                                        <p:attrNameLst>
                                          <p:attrName>style.visibility</p:attrName>
                                        </p:attrNameLst>
                                      </p:cBhvr>
                                      <p:to>
                                        <p:strVal val="visible"/>
                                      </p:to>
                                    </p:set>
                                    <p:animEffect transition="in" filter="wipe(left)">
                                      <p:cBhvr>
                                        <p:cTn id="35" dur="500"/>
                                        <p:tgtEl>
                                          <p:spTgt spid="227351"/>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227354"/>
                                        </p:tgtEl>
                                        <p:attrNameLst>
                                          <p:attrName>style.visibility</p:attrName>
                                        </p:attrNameLst>
                                      </p:cBhvr>
                                      <p:to>
                                        <p:strVal val="visible"/>
                                      </p:to>
                                    </p:set>
                                    <p:animEffect transition="in" filter="wipe(left)">
                                      <p:cBhvr>
                                        <p:cTn id="40" dur="500"/>
                                        <p:tgtEl>
                                          <p:spTgt spid="227354"/>
                                        </p:tgtEl>
                                      </p:cBhvr>
                                    </p:animEffect>
                                  </p:childTnLst>
                                </p:cTn>
                              </p:par>
                            </p:childTnLst>
                          </p:cTn>
                        </p:par>
                        <p:par>
                          <p:cTn id="41" fill="hold">
                            <p:stCondLst>
                              <p:cond delay="500"/>
                            </p:stCondLst>
                            <p:childTnLst>
                              <p:par>
                                <p:cTn id="42" presetID="22" presetClass="entr" presetSubtype="8" fill="hold" nodeType="afterEffect">
                                  <p:stCondLst>
                                    <p:cond delay="0"/>
                                  </p:stCondLst>
                                  <p:childTnLst>
                                    <p:set>
                                      <p:cBhvr>
                                        <p:cTn id="43" dur="1" fill="hold">
                                          <p:stCondLst>
                                            <p:cond delay="0"/>
                                          </p:stCondLst>
                                        </p:cTn>
                                        <p:tgtEl>
                                          <p:spTgt spid="227382"/>
                                        </p:tgtEl>
                                        <p:attrNameLst>
                                          <p:attrName>style.visibility</p:attrName>
                                        </p:attrNameLst>
                                      </p:cBhvr>
                                      <p:to>
                                        <p:strVal val="visible"/>
                                      </p:to>
                                    </p:set>
                                    <p:animEffect transition="in" filter="wipe(left)">
                                      <p:cBhvr>
                                        <p:cTn id="44" dur="500"/>
                                        <p:tgtEl>
                                          <p:spTgt spid="227382"/>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grpId="0" nodeType="clickEffect">
                                  <p:stCondLst>
                                    <p:cond delay="0"/>
                                  </p:stCondLst>
                                  <p:childTnLst>
                                    <p:set>
                                      <p:cBhvr>
                                        <p:cTn id="48" dur="1" fill="hold">
                                          <p:stCondLst>
                                            <p:cond delay="0"/>
                                          </p:stCondLst>
                                        </p:cTn>
                                        <p:tgtEl>
                                          <p:spTgt spid="227360"/>
                                        </p:tgtEl>
                                        <p:attrNameLst>
                                          <p:attrName>style.visibility</p:attrName>
                                        </p:attrNameLst>
                                      </p:cBhvr>
                                      <p:to>
                                        <p:strVal val="visible"/>
                                      </p:to>
                                    </p:set>
                                    <p:animEffect transition="in" filter="wipe(left)">
                                      <p:cBhvr>
                                        <p:cTn id="49" dur="500"/>
                                        <p:tgtEl>
                                          <p:spTgt spid="227360"/>
                                        </p:tgtEl>
                                      </p:cBhvr>
                                    </p:animEffect>
                                  </p:childTnLst>
                                </p:cTn>
                              </p:par>
                            </p:childTnLst>
                          </p:cTn>
                        </p:par>
                        <p:par>
                          <p:cTn id="50" fill="hold">
                            <p:stCondLst>
                              <p:cond delay="500"/>
                            </p:stCondLst>
                            <p:childTnLst>
                              <p:par>
                                <p:cTn id="51" presetID="22" presetClass="entr" presetSubtype="1" fill="hold" grpId="0" nodeType="afterEffect">
                                  <p:stCondLst>
                                    <p:cond delay="0"/>
                                  </p:stCondLst>
                                  <p:childTnLst>
                                    <p:set>
                                      <p:cBhvr>
                                        <p:cTn id="52" dur="1" fill="hold">
                                          <p:stCondLst>
                                            <p:cond delay="0"/>
                                          </p:stCondLst>
                                        </p:cTn>
                                        <p:tgtEl>
                                          <p:spTgt spid="227361"/>
                                        </p:tgtEl>
                                        <p:attrNameLst>
                                          <p:attrName>style.visibility</p:attrName>
                                        </p:attrNameLst>
                                      </p:cBhvr>
                                      <p:to>
                                        <p:strVal val="visible"/>
                                      </p:to>
                                    </p:set>
                                    <p:animEffect transition="in" filter="wipe(up)">
                                      <p:cBhvr>
                                        <p:cTn id="53" dur="500"/>
                                        <p:tgtEl>
                                          <p:spTgt spid="227361"/>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8" fill="hold" grpId="0" nodeType="clickEffect">
                                  <p:stCondLst>
                                    <p:cond delay="0"/>
                                  </p:stCondLst>
                                  <p:childTnLst>
                                    <p:set>
                                      <p:cBhvr>
                                        <p:cTn id="57" dur="1" fill="hold">
                                          <p:stCondLst>
                                            <p:cond delay="0"/>
                                          </p:stCondLst>
                                        </p:cTn>
                                        <p:tgtEl>
                                          <p:spTgt spid="227352"/>
                                        </p:tgtEl>
                                        <p:attrNameLst>
                                          <p:attrName>style.visibility</p:attrName>
                                        </p:attrNameLst>
                                      </p:cBhvr>
                                      <p:to>
                                        <p:strVal val="visible"/>
                                      </p:to>
                                    </p:set>
                                    <p:animEffect transition="in" filter="wipe(left)">
                                      <p:cBhvr>
                                        <p:cTn id="58" dur="500"/>
                                        <p:tgtEl>
                                          <p:spTgt spid="227352"/>
                                        </p:tgtEl>
                                      </p:cBhvr>
                                    </p:animEffect>
                                  </p:childTnLst>
                                </p:cTn>
                              </p:par>
                            </p:childTnLst>
                          </p:cTn>
                        </p:par>
                        <p:par>
                          <p:cTn id="59" fill="hold">
                            <p:stCondLst>
                              <p:cond delay="500"/>
                            </p:stCondLst>
                            <p:childTnLst>
                              <p:par>
                                <p:cTn id="60" presetID="22" presetClass="entr" presetSubtype="8" fill="hold" grpId="0" nodeType="afterEffect">
                                  <p:stCondLst>
                                    <p:cond delay="0"/>
                                  </p:stCondLst>
                                  <p:childTnLst>
                                    <p:set>
                                      <p:cBhvr>
                                        <p:cTn id="61" dur="1" fill="hold">
                                          <p:stCondLst>
                                            <p:cond delay="0"/>
                                          </p:stCondLst>
                                        </p:cTn>
                                        <p:tgtEl>
                                          <p:spTgt spid="227359"/>
                                        </p:tgtEl>
                                        <p:attrNameLst>
                                          <p:attrName>style.visibility</p:attrName>
                                        </p:attrNameLst>
                                      </p:cBhvr>
                                      <p:to>
                                        <p:strVal val="visible"/>
                                      </p:to>
                                    </p:set>
                                    <p:animEffect transition="in" filter="wipe(left)">
                                      <p:cBhvr>
                                        <p:cTn id="62" dur="500"/>
                                        <p:tgtEl>
                                          <p:spTgt spid="227359"/>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2" fill="hold" nodeType="clickEffect">
                                  <p:stCondLst>
                                    <p:cond delay="0"/>
                                  </p:stCondLst>
                                  <p:childTnLst>
                                    <p:set>
                                      <p:cBhvr>
                                        <p:cTn id="66" dur="1" fill="hold">
                                          <p:stCondLst>
                                            <p:cond delay="0"/>
                                          </p:stCondLst>
                                        </p:cTn>
                                        <p:tgtEl>
                                          <p:spTgt spid="2"/>
                                        </p:tgtEl>
                                        <p:attrNameLst>
                                          <p:attrName>style.visibility</p:attrName>
                                        </p:attrNameLst>
                                      </p:cBhvr>
                                      <p:to>
                                        <p:strVal val="visible"/>
                                      </p:to>
                                    </p:set>
                                    <p:animEffect transition="in" filter="wipe(right)">
                                      <p:cBhvr>
                                        <p:cTn id="67" dur="1000"/>
                                        <p:tgtEl>
                                          <p:spTgt spid="2"/>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1" fill="hold" grpId="0" nodeType="clickEffect">
                                  <p:stCondLst>
                                    <p:cond delay="0"/>
                                  </p:stCondLst>
                                  <p:childTnLst>
                                    <p:set>
                                      <p:cBhvr>
                                        <p:cTn id="71" dur="1" fill="hold">
                                          <p:stCondLst>
                                            <p:cond delay="0"/>
                                          </p:stCondLst>
                                        </p:cTn>
                                        <p:tgtEl>
                                          <p:spTgt spid="227376"/>
                                        </p:tgtEl>
                                        <p:attrNameLst>
                                          <p:attrName>style.visibility</p:attrName>
                                        </p:attrNameLst>
                                      </p:cBhvr>
                                      <p:to>
                                        <p:strVal val="visible"/>
                                      </p:to>
                                    </p:set>
                                    <p:animEffect transition="in" filter="wipe(up)">
                                      <p:cBhvr>
                                        <p:cTn id="72" dur="500"/>
                                        <p:tgtEl>
                                          <p:spTgt spid="227376"/>
                                        </p:tgtEl>
                                      </p:cBhvr>
                                    </p:animEffect>
                                  </p:childTnLst>
                                </p:cTn>
                              </p:par>
                              <p:par>
                                <p:cTn id="73" presetID="22" presetClass="entr" presetSubtype="1" fill="hold" grpId="0" nodeType="withEffect">
                                  <p:stCondLst>
                                    <p:cond delay="0"/>
                                  </p:stCondLst>
                                  <p:childTnLst>
                                    <p:set>
                                      <p:cBhvr>
                                        <p:cTn id="74" dur="1" fill="hold">
                                          <p:stCondLst>
                                            <p:cond delay="0"/>
                                          </p:stCondLst>
                                        </p:cTn>
                                        <p:tgtEl>
                                          <p:spTgt spid="227378"/>
                                        </p:tgtEl>
                                        <p:attrNameLst>
                                          <p:attrName>style.visibility</p:attrName>
                                        </p:attrNameLst>
                                      </p:cBhvr>
                                      <p:to>
                                        <p:strVal val="visible"/>
                                      </p:to>
                                    </p:set>
                                    <p:animEffect transition="in" filter="wipe(up)">
                                      <p:cBhvr>
                                        <p:cTn id="75" dur="500"/>
                                        <p:tgtEl>
                                          <p:spTgt spid="227378"/>
                                        </p:tgtEl>
                                      </p:cBhvr>
                                    </p:animEffect>
                                  </p:childTnLst>
                                </p:cTn>
                              </p:par>
                              <p:par>
                                <p:cTn id="76" presetID="22" presetClass="entr" presetSubtype="1" fill="hold" grpId="0" nodeType="withEffect">
                                  <p:stCondLst>
                                    <p:cond delay="0"/>
                                  </p:stCondLst>
                                  <p:childTnLst>
                                    <p:set>
                                      <p:cBhvr>
                                        <p:cTn id="77" dur="1" fill="hold">
                                          <p:stCondLst>
                                            <p:cond delay="0"/>
                                          </p:stCondLst>
                                        </p:cTn>
                                        <p:tgtEl>
                                          <p:spTgt spid="227379"/>
                                        </p:tgtEl>
                                        <p:attrNameLst>
                                          <p:attrName>style.visibility</p:attrName>
                                        </p:attrNameLst>
                                      </p:cBhvr>
                                      <p:to>
                                        <p:strVal val="visible"/>
                                      </p:to>
                                    </p:set>
                                    <p:animEffect transition="in" filter="wipe(up)">
                                      <p:cBhvr>
                                        <p:cTn id="78" dur="500"/>
                                        <p:tgtEl>
                                          <p:spTgt spid="227379"/>
                                        </p:tgtEl>
                                      </p:cBhvr>
                                    </p:animEffect>
                                  </p:childTnLst>
                                </p:cTn>
                              </p:par>
                              <p:par>
                                <p:cTn id="79" presetID="22" presetClass="entr" presetSubtype="1" fill="hold" grpId="0" nodeType="withEffect">
                                  <p:stCondLst>
                                    <p:cond delay="0"/>
                                  </p:stCondLst>
                                  <p:childTnLst>
                                    <p:set>
                                      <p:cBhvr>
                                        <p:cTn id="80" dur="1" fill="hold">
                                          <p:stCondLst>
                                            <p:cond delay="0"/>
                                          </p:stCondLst>
                                        </p:cTn>
                                        <p:tgtEl>
                                          <p:spTgt spid="227380"/>
                                        </p:tgtEl>
                                        <p:attrNameLst>
                                          <p:attrName>style.visibility</p:attrName>
                                        </p:attrNameLst>
                                      </p:cBhvr>
                                      <p:to>
                                        <p:strVal val="visible"/>
                                      </p:to>
                                    </p:set>
                                    <p:animEffect transition="in" filter="wipe(up)">
                                      <p:cBhvr>
                                        <p:cTn id="81" dur="500"/>
                                        <p:tgtEl>
                                          <p:spTgt spid="227380"/>
                                        </p:tgtEl>
                                      </p:cBhvr>
                                    </p:animEffect>
                                  </p:childTnLst>
                                </p:cTn>
                              </p:par>
                            </p:childTnLst>
                          </p:cTn>
                        </p:par>
                      </p:childTnLst>
                    </p:cTn>
                  </p:par>
                  <p:par>
                    <p:cTn id="82" fill="hold">
                      <p:stCondLst>
                        <p:cond delay="indefinite"/>
                      </p:stCondLst>
                      <p:childTnLst>
                        <p:par>
                          <p:cTn id="83" fill="hold">
                            <p:stCondLst>
                              <p:cond delay="0"/>
                            </p:stCondLst>
                            <p:childTnLst>
                              <p:par>
                                <p:cTn id="84" presetID="22" presetClass="entr" presetSubtype="8" fill="hold" grpId="0" nodeType="clickEffect">
                                  <p:stCondLst>
                                    <p:cond delay="0"/>
                                  </p:stCondLst>
                                  <p:childTnLst>
                                    <p:set>
                                      <p:cBhvr>
                                        <p:cTn id="85" dur="1" fill="hold">
                                          <p:stCondLst>
                                            <p:cond delay="0"/>
                                          </p:stCondLst>
                                        </p:cTn>
                                        <p:tgtEl>
                                          <p:spTgt spid="227377"/>
                                        </p:tgtEl>
                                        <p:attrNameLst>
                                          <p:attrName>style.visibility</p:attrName>
                                        </p:attrNameLst>
                                      </p:cBhvr>
                                      <p:to>
                                        <p:strVal val="visible"/>
                                      </p:to>
                                    </p:set>
                                    <p:animEffect transition="in" filter="wipe(left)">
                                      <p:cBhvr>
                                        <p:cTn id="86" dur="500"/>
                                        <p:tgtEl>
                                          <p:spTgt spid="227377"/>
                                        </p:tgtEl>
                                      </p:cBhvr>
                                    </p:animEffect>
                                  </p:childTnLst>
                                </p:cTn>
                              </p:par>
                            </p:childTnLst>
                          </p:cTn>
                        </p:par>
                        <p:par>
                          <p:cTn id="87" fill="hold">
                            <p:stCondLst>
                              <p:cond delay="500"/>
                            </p:stCondLst>
                            <p:childTnLst>
                              <p:par>
                                <p:cTn id="88" presetID="22" presetClass="entr" presetSubtype="8" fill="hold" nodeType="afterEffect">
                                  <p:stCondLst>
                                    <p:cond delay="0"/>
                                  </p:stCondLst>
                                  <p:childTnLst>
                                    <p:set>
                                      <p:cBhvr>
                                        <p:cTn id="89" dur="1" fill="hold">
                                          <p:stCondLst>
                                            <p:cond delay="0"/>
                                          </p:stCondLst>
                                        </p:cTn>
                                        <p:tgtEl>
                                          <p:spTgt spid="227383"/>
                                        </p:tgtEl>
                                        <p:attrNameLst>
                                          <p:attrName>style.visibility</p:attrName>
                                        </p:attrNameLst>
                                      </p:cBhvr>
                                      <p:to>
                                        <p:strVal val="visible"/>
                                      </p:to>
                                    </p:set>
                                    <p:animEffect transition="in" filter="wipe(left)">
                                      <p:cBhvr>
                                        <p:cTn id="90" dur="500"/>
                                        <p:tgtEl>
                                          <p:spTgt spid="227383"/>
                                        </p:tgtEl>
                                      </p:cBhvr>
                                    </p:animEffect>
                                  </p:childTnLst>
                                </p:cTn>
                              </p:par>
                            </p:childTnLst>
                          </p:cTn>
                        </p:par>
                      </p:childTnLst>
                    </p:cTn>
                  </p:par>
                  <p:par>
                    <p:cTn id="91" fill="hold">
                      <p:stCondLst>
                        <p:cond delay="indefinite"/>
                      </p:stCondLst>
                      <p:childTnLst>
                        <p:par>
                          <p:cTn id="92" fill="hold">
                            <p:stCondLst>
                              <p:cond delay="0"/>
                            </p:stCondLst>
                            <p:childTnLst>
                              <p:par>
                                <p:cTn id="93" presetID="22" presetClass="entr" presetSubtype="8" fill="hold" grpId="0" nodeType="clickEffect">
                                  <p:stCondLst>
                                    <p:cond delay="0"/>
                                  </p:stCondLst>
                                  <p:childTnLst>
                                    <p:set>
                                      <p:cBhvr>
                                        <p:cTn id="94" dur="1" fill="hold">
                                          <p:stCondLst>
                                            <p:cond delay="0"/>
                                          </p:stCondLst>
                                        </p:cTn>
                                        <p:tgtEl>
                                          <p:spTgt spid="227365"/>
                                        </p:tgtEl>
                                        <p:attrNameLst>
                                          <p:attrName>style.visibility</p:attrName>
                                        </p:attrNameLst>
                                      </p:cBhvr>
                                      <p:to>
                                        <p:strVal val="visible"/>
                                      </p:to>
                                    </p:set>
                                    <p:animEffect transition="in" filter="wipe(left)">
                                      <p:cBhvr>
                                        <p:cTn id="95" dur="500"/>
                                        <p:tgtEl>
                                          <p:spTgt spid="227365"/>
                                        </p:tgtEl>
                                      </p:cBhvr>
                                    </p:animEffect>
                                  </p:childTnLst>
                                </p:cTn>
                              </p:par>
                            </p:childTnLst>
                          </p:cTn>
                        </p:par>
                        <p:par>
                          <p:cTn id="96" fill="hold">
                            <p:stCondLst>
                              <p:cond delay="500"/>
                            </p:stCondLst>
                            <p:childTnLst>
                              <p:par>
                                <p:cTn id="97" presetID="22" presetClass="entr" presetSubtype="4" fill="hold" nodeType="afterEffect">
                                  <p:stCondLst>
                                    <p:cond delay="0"/>
                                  </p:stCondLst>
                                  <p:childTnLst>
                                    <p:set>
                                      <p:cBhvr>
                                        <p:cTn id="98" dur="1" fill="hold">
                                          <p:stCondLst>
                                            <p:cond delay="0"/>
                                          </p:stCondLst>
                                        </p:cTn>
                                        <p:tgtEl>
                                          <p:spTgt spid="227356"/>
                                        </p:tgtEl>
                                        <p:attrNameLst>
                                          <p:attrName>style.visibility</p:attrName>
                                        </p:attrNameLst>
                                      </p:cBhvr>
                                      <p:to>
                                        <p:strVal val="visible"/>
                                      </p:to>
                                    </p:set>
                                    <p:animEffect transition="in" filter="wipe(down)">
                                      <p:cBhvr>
                                        <p:cTn id="99" dur="500"/>
                                        <p:tgtEl>
                                          <p:spTgt spid="227356"/>
                                        </p:tgtEl>
                                      </p:cBhvr>
                                    </p:animEffect>
                                  </p:childTnLst>
                                </p:cTn>
                              </p:par>
                            </p:childTnLst>
                          </p:cTn>
                        </p:par>
                        <p:par>
                          <p:cTn id="100" fill="hold">
                            <p:stCondLst>
                              <p:cond delay="1000"/>
                            </p:stCondLst>
                            <p:childTnLst>
                              <p:par>
                                <p:cTn id="101" presetID="22" presetClass="entr" presetSubtype="8" fill="hold" grpId="0" nodeType="afterEffect">
                                  <p:stCondLst>
                                    <p:cond delay="0"/>
                                  </p:stCondLst>
                                  <p:childTnLst>
                                    <p:set>
                                      <p:cBhvr>
                                        <p:cTn id="102" dur="1" fill="hold">
                                          <p:stCondLst>
                                            <p:cond delay="0"/>
                                          </p:stCondLst>
                                        </p:cTn>
                                        <p:tgtEl>
                                          <p:spTgt spid="227357"/>
                                        </p:tgtEl>
                                        <p:attrNameLst>
                                          <p:attrName>style.visibility</p:attrName>
                                        </p:attrNameLst>
                                      </p:cBhvr>
                                      <p:to>
                                        <p:strVal val="visible"/>
                                      </p:to>
                                    </p:set>
                                    <p:animEffect transition="in" filter="wipe(left)">
                                      <p:cBhvr>
                                        <p:cTn id="103" dur="500"/>
                                        <p:tgtEl>
                                          <p:spTgt spid="227357"/>
                                        </p:tgtEl>
                                      </p:cBhvr>
                                    </p:animEffect>
                                  </p:childTnLst>
                                </p:cTn>
                              </p:par>
                            </p:childTnLst>
                          </p:cTn>
                        </p:par>
                      </p:childTnLst>
                    </p:cTn>
                  </p:par>
                  <p:par>
                    <p:cTn id="104" fill="hold">
                      <p:stCondLst>
                        <p:cond delay="indefinite"/>
                      </p:stCondLst>
                      <p:childTnLst>
                        <p:par>
                          <p:cTn id="105" fill="hold">
                            <p:stCondLst>
                              <p:cond delay="0"/>
                            </p:stCondLst>
                            <p:childTnLst>
                              <p:par>
                                <p:cTn id="106" presetID="22" presetClass="entr" presetSubtype="8" fill="hold" grpId="0" nodeType="clickEffect">
                                  <p:stCondLst>
                                    <p:cond delay="0"/>
                                  </p:stCondLst>
                                  <p:childTnLst>
                                    <p:set>
                                      <p:cBhvr>
                                        <p:cTn id="107" dur="1" fill="hold">
                                          <p:stCondLst>
                                            <p:cond delay="0"/>
                                          </p:stCondLst>
                                        </p:cTn>
                                        <p:tgtEl>
                                          <p:spTgt spid="227363"/>
                                        </p:tgtEl>
                                        <p:attrNameLst>
                                          <p:attrName>style.visibility</p:attrName>
                                        </p:attrNameLst>
                                      </p:cBhvr>
                                      <p:to>
                                        <p:strVal val="visible"/>
                                      </p:to>
                                    </p:set>
                                    <p:animEffect transition="in" filter="wipe(left)">
                                      <p:cBhvr>
                                        <p:cTn id="108" dur="500"/>
                                        <p:tgtEl>
                                          <p:spTgt spid="227363"/>
                                        </p:tgtEl>
                                      </p:cBhvr>
                                    </p:animEffect>
                                  </p:childTnLst>
                                </p:cTn>
                              </p:par>
                            </p:childTnLst>
                          </p:cTn>
                        </p:par>
                        <p:par>
                          <p:cTn id="109" fill="hold">
                            <p:stCondLst>
                              <p:cond delay="500"/>
                            </p:stCondLst>
                            <p:childTnLst>
                              <p:par>
                                <p:cTn id="110" presetID="22" presetClass="entr" presetSubtype="8" fill="hold" nodeType="afterEffect">
                                  <p:stCondLst>
                                    <p:cond delay="0"/>
                                  </p:stCondLst>
                                  <p:childTnLst>
                                    <p:set>
                                      <p:cBhvr>
                                        <p:cTn id="111" dur="1" fill="hold">
                                          <p:stCondLst>
                                            <p:cond delay="0"/>
                                          </p:stCondLst>
                                        </p:cTn>
                                        <p:tgtEl>
                                          <p:spTgt spid="227366"/>
                                        </p:tgtEl>
                                        <p:attrNameLst>
                                          <p:attrName>style.visibility</p:attrName>
                                        </p:attrNameLst>
                                      </p:cBhvr>
                                      <p:to>
                                        <p:strVal val="visible"/>
                                      </p:to>
                                    </p:set>
                                    <p:animEffect transition="in" filter="wipe(left)">
                                      <p:cBhvr>
                                        <p:cTn id="112" dur="500"/>
                                        <p:tgtEl>
                                          <p:spTgt spid="227366"/>
                                        </p:tgtEl>
                                      </p:cBhvr>
                                    </p:animEffect>
                                  </p:childTnLst>
                                </p:cTn>
                              </p:par>
                            </p:childTnLst>
                          </p:cTn>
                        </p:par>
                      </p:childTnLst>
                    </p:cTn>
                  </p:par>
                  <p:par>
                    <p:cTn id="113" fill="hold">
                      <p:stCondLst>
                        <p:cond delay="indefinite"/>
                      </p:stCondLst>
                      <p:childTnLst>
                        <p:par>
                          <p:cTn id="114" fill="hold">
                            <p:stCondLst>
                              <p:cond delay="0"/>
                            </p:stCondLst>
                            <p:childTnLst>
                              <p:par>
                                <p:cTn id="115" presetID="22" presetClass="entr" presetSubtype="8" fill="hold" grpId="0" nodeType="clickEffect">
                                  <p:stCondLst>
                                    <p:cond delay="0"/>
                                  </p:stCondLst>
                                  <p:childTnLst>
                                    <p:set>
                                      <p:cBhvr>
                                        <p:cTn id="116" dur="1" fill="hold">
                                          <p:stCondLst>
                                            <p:cond delay="0"/>
                                          </p:stCondLst>
                                        </p:cTn>
                                        <p:tgtEl>
                                          <p:spTgt spid="227373">
                                            <p:txEl>
                                              <p:pRg st="0" end="0"/>
                                            </p:txEl>
                                          </p:spTgt>
                                        </p:tgtEl>
                                        <p:attrNameLst>
                                          <p:attrName>style.visibility</p:attrName>
                                        </p:attrNameLst>
                                      </p:cBhvr>
                                      <p:to>
                                        <p:strVal val="visible"/>
                                      </p:to>
                                    </p:set>
                                    <p:animEffect transition="in" filter="wipe(left)">
                                      <p:cBhvr>
                                        <p:cTn id="117" dur="500"/>
                                        <p:tgtEl>
                                          <p:spTgt spid="227373">
                                            <p:txEl>
                                              <p:pRg st="0" end="0"/>
                                            </p:txEl>
                                          </p:spTgt>
                                        </p:tgtEl>
                                      </p:cBhvr>
                                    </p:animEffect>
                                  </p:childTnLst>
                                </p:cTn>
                              </p:par>
                            </p:childTnLst>
                          </p:cTn>
                        </p:par>
                        <p:par>
                          <p:cTn id="118" fill="hold">
                            <p:stCondLst>
                              <p:cond delay="500"/>
                            </p:stCondLst>
                            <p:childTnLst>
                              <p:par>
                                <p:cTn id="119" presetID="22" presetClass="entr" presetSubtype="8" fill="hold" nodeType="afterEffect">
                                  <p:stCondLst>
                                    <p:cond delay="0"/>
                                  </p:stCondLst>
                                  <p:childTnLst>
                                    <p:set>
                                      <p:cBhvr>
                                        <p:cTn id="120" dur="1" fill="hold">
                                          <p:stCondLst>
                                            <p:cond delay="0"/>
                                          </p:stCondLst>
                                        </p:cTn>
                                        <p:tgtEl>
                                          <p:spTgt spid="227367"/>
                                        </p:tgtEl>
                                        <p:attrNameLst>
                                          <p:attrName>style.visibility</p:attrName>
                                        </p:attrNameLst>
                                      </p:cBhvr>
                                      <p:to>
                                        <p:strVal val="visible"/>
                                      </p:to>
                                    </p:set>
                                    <p:animEffect transition="in" filter="wipe(left)">
                                      <p:cBhvr>
                                        <p:cTn id="121" dur="500"/>
                                        <p:tgtEl>
                                          <p:spTgt spid="227367"/>
                                        </p:tgtEl>
                                      </p:cBhvr>
                                    </p:animEffect>
                                  </p:childTnLst>
                                </p:cTn>
                              </p:par>
                            </p:childTnLst>
                          </p:cTn>
                        </p:par>
                      </p:childTnLst>
                    </p:cTn>
                  </p:par>
                  <p:par>
                    <p:cTn id="122" fill="hold">
                      <p:stCondLst>
                        <p:cond delay="indefinite"/>
                      </p:stCondLst>
                      <p:childTnLst>
                        <p:par>
                          <p:cTn id="123" fill="hold">
                            <p:stCondLst>
                              <p:cond delay="0"/>
                            </p:stCondLst>
                            <p:childTnLst>
                              <p:par>
                                <p:cTn id="124" presetID="22" presetClass="entr" presetSubtype="8" fill="hold" grpId="0" nodeType="clickEffect">
                                  <p:stCondLst>
                                    <p:cond delay="0"/>
                                  </p:stCondLst>
                                  <p:childTnLst>
                                    <p:set>
                                      <p:cBhvr>
                                        <p:cTn id="125" dur="1" fill="hold">
                                          <p:stCondLst>
                                            <p:cond delay="0"/>
                                          </p:stCondLst>
                                        </p:cTn>
                                        <p:tgtEl>
                                          <p:spTgt spid="227374">
                                            <p:txEl>
                                              <p:pRg st="0" end="0"/>
                                            </p:txEl>
                                          </p:spTgt>
                                        </p:tgtEl>
                                        <p:attrNameLst>
                                          <p:attrName>style.visibility</p:attrName>
                                        </p:attrNameLst>
                                      </p:cBhvr>
                                      <p:to>
                                        <p:strVal val="visible"/>
                                      </p:to>
                                    </p:set>
                                    <p:animEffect transition="in" filter="wipe(left)">
                                      <p:cBhvr>
                                        <p:cTn id="126" dur="500"/>
                                        <p:tgtEl>
                                          <p:spTgt spid="227374">
                                            <p:txEl>
                                              <p:pRg st="0" end="0"/>
                                            </p:txEl>
                                          </p:spTgt>
                                        </p:tgtEl>
                                      </p:cBhvr>
                                    </p:animEffect>
                                  </p:childTnLst>
                                </p:cTn>
                              </p:par>
                            </p:childTnLst>
                          </p:cTn>
                        </p:par>
                        <p:par>
                          <p:cTn id="127" fill="hold">
                            <p:stCondLst>
                              <p:cond delay="500"/>
                            </p:stCondLst>
                            <p:childTnLst>
                              <p:par>
                                <p:cTn id="128" presetID="22" presetClass="entr" presetSubtype="8" fill="hold" nodeType="afterEffect">
                                  <p:stCondLst>
                                    <p:cond delay="0"/>
                                  </p:stCondLst>
                                  <p:childTnLst>
                                    <p:set>
                                      <p:cBhvr>
                                        <p:cTn id="129" dur="1" fill="hold">
                                          <p:stCondLst>
                                            <p:cond delay="0"/>
                                          </p:stCondLst>
                                        </p:cTn>
                                        <p:tgtEl>
                                          <p:spTgt spid="227364"/>
                                        </p:tgtEl>
                                        <p:attrNameLst>
                                          <p:attrName>style.visibility</p:attrName>
                                        </p:attrNameLst>
                                      </p:cBhvr>
                                      <p:to>
                                        <p:strVal val="visible"/>
                                      </p:to>
                                    </p:set>
                                    <p:animEffect transition="in" filter="wipe(left)">
                                      <p:cBhvr>
                                        <p:cTn id="130" dur="500"/>
                                        <p:tgtEl>
                                          <p:spTgt spid="227364"/>
                                        </p:tgtEl>
                                      </p:cBhvr>
                                    </p:animEffect>
                                  </p:childTnLst>
                                </p:cTn>
                              </p:par>
                            </p:childTnLst>
                          </p:cTn>
                        </p:par>
                      </p:childTnLst>
                    </p:cTn>
                  </p:par>
                  <p:par>
                    <p:cTn id="131" fill="hold">
                      <p:stCondLst>
                        <p:cond delay="indefinite"/>
                      </p:stCondLst>
                      <p:childTnLst>
                        <p:par>
                          <p:cTn id="132" fill="hold">
                            <p:stCondLst>
                              <p:cond delay="0"/>
                            </p:stCondLst>
                            <p:childTnLst>
                              <p:par>
                                <p:cTn id="133" presetID="22" presetClass="entr" presetSubtype="8" fill="hold" grpId="0" nodeType="clickEffect">
                                  <p:stCondLst>
                                    <p:cond delay="0"/>
                                  </p:stCondLst>
                                  <p:childTnLst>
                                    <p:set>
                                      <p:cBhvr>
                                        <p:cTn id="134" dur="1" fill="hold">
                                          <p:stCondLst>
                                            <p:cond delay="0"/>
                                          </p:stCondLst>
                                        </p:cTn>
                                        <p:tgtEl>
                                          <p:spTgt spid="227369"/>
                                        </p:tgtEl>
                                        <p:attrNameLst>
                                          <p:attrName>style.visibility</p:attrName>
                                        </p:attrNameLst>
                                      </p:cBhvr>
                                      <p:to>
                                        <p:strVal val="visible"/>
                                      </p:to>
                                    </p:set>
                                    <p:animEffect transition="in" filter="wipe(left)">
                                      <p:cBhvr>
                                        <p:cTn id="135" dur="500"/>
                                        <p:tgtEl>
                                          <p:spTgt spid="227369"/>
                                        </p:tgtEl>
                                      </p:cBhvr>
                                    </p:animEffect>
                                  </p:childTnLst>
                                </p:cTn>
                              </p:par>
                            </p:childTnLst>
                          </p:cTn>
                        </p:par>
                        <p:par>
                          <p:cTn id="136" fill="hold">
                            <p:stCondLst>
                              <p:cond delay="500"/>
                            </p:stCondLst>
                            <p:childTnLst>
                              <p:par>
                                <p:cTn id="137" presetID="22" presetClass="entr" presetSubtype="4" fill="hold" nodeType="afterEffect">
                                  <p:stCondLst>
                                    <p:cond delay="0"/>
                                  </p:stCondLst>
                                  <p:childTnLst>
                                    <p:set>
                                      <p:cBhvr>
                                        <p:cTn id="138" dur="1" fill="hold">
                                          <p:stCondLst>
                                            <p:cond delay="0"/>
                                          </p:stCondLst>
                                        </p:cTn>
                                        <p:tgtEl>
                                          <p:spTgt spid="227355"/>
                                        </p:tgtEl>
                                        <p:attrNameLst>
                                          <p:attrName>style.visibility</p:attrName>
                                        </p:attrNameLst>
                                      </p:cBhvr>
                                      <p:to>
                                        <p:strVal val="visible"/>
                                      </p:to>
                                    </p:set>
                                    <p:animEffect transition="in" filter="wipe(down)">
                                      <p:cBhvr>
                                        <p:cTn id="139" dur="500"/>
                                        <p:tgtEl>
                                          <p:spTgt spid="227355"/>
                                        </p:tgtEl>
                                      </p:cBhvr>
                                    </p:animEffect>
                                  </p:childTnLst>
                                </p:cTn>
                              </p:par>
                            </p:childTnLst>
                          </p:cTn>
                        </p:par>
                        <p:par>
                          <p:cTn id="140" fill="hold">
                            <p:stCondLst>
                              <p:cond delay="1000"/>
                            </p:stCondLst>
                            <p:childTnLst>
                              <p:par>
                                <p:cTn id="141" presetID="22" presetClass="entr" presetSubtype="8" fill="hold" grpId="0" nodeType="afterEffect">
                                  <p:stCondLst>
                                    <p:cond delay="0"/>
                                  </p:stCondLst>
                                  <p:childTnLst>
                                    <p:set>
                                      <p:cBhvr>
                                        <p:cTn id="142" dur="1" fill="hold">
                                          <p:stCondLst>
                                            <p:cond delay="0"/>
                                          </p:stCondLst>
                                        </p:cTn>
                                        <p:tgtEl>
                                          <p:spTgt spid="227358"/>
                                        </p:tgtEl>
                                        <p:attrNameLst>
                                          <p:attrName>style.visibility</p:attrName>
                                        </p:attrNameLst>
                                      </p:cBhvr>
                                      <p:to>
                                        <p:strVal val="visible"/>
                                      </p:to>
                                    </p:set>
                                    <p:animEffect transition="in" filter="wipe(left)">
                                      <p:cBhvr>
                                        <p:cTn id="143" dur="500"/>
                                        <p:tgtEl>
                                          <p:spTgt spid="227358"/>
                                        </p:tgtEl>
                                      </p:cBhvr>
                                    </p:animEffect>
                                  </p:childTnLst>
                                </p:cTn>
                              </p:par>
                            </p:childTnLst>
                          </p:cTn>
                        </p:par>
                      </p:childTnLst>
                    </p:cTn>
                  </p:par>
                  <p:par>
                    <p:cTn id="144" fill="hold">
                      <p:stCondLst>
                        <p:cond delay="indefinite"/>
                      </p:stCondLst>
                      <p:childTnLst>
                        <p:par>
                          <p:cTn id="145" fill="hold">
                            <p:stCondLst>
                              <p:cond delay="0"/>
                            </p:stCondLst>
                            <p:childTnLst>
                              <p:par>
                                <p:cTn id="146" presetID="22" presetClass="entr" presetSubtype="8" fill="hold" grpId="0" nodeType="clickEffect">
                                  <p:stCondLst>
                                    <p:cond delay="0"/>
                                  </p:stCondLst>
                                  <p:childTnLst>
                                    <p:set>
                                      <p:cBhvr>
                                        <p:cTn id="147" dur="1" fill="hold">
                                          <p:stCondLst>
                                            <p:cond delay="0"/>
                                          </p:stCondLst>
                                        </p:cTn>
                                        <p:tgtEl>
                                          <p:spTgt spid="227370"/>
                                        </p:tgtEl>
                                        <p:attrNameLst>
                                          <p:attrName>style.visibility</p:attrName>
                                        </p:attrNameLst>
                                      </p:cBhvr>
                                      <p:to>
                                        <p:strVal val="visible"/>
                                      </p:to>
                                    </p:set>
                                    <p:animEffect transition="in" filter="wipe(left)">
                                      <p:cBhvr>
                                        <p:cTn id="148" dur="500"/>
                                        <p:tgtEl>
                                          <p:spTgt spid="227370"/>
                                        </p:tgtEl>
                                      </p:cBhvr>
                                    </p:animEffect>
                                  </p:childTnLst>
                                </p:cTn>
                              </p:par>
                            </p:childTnLst>
                          </p:cTn>
                        </p:par>
                        <p:par>
                          <p:cTn id="149" fill="hold">
                            <p:stCondLst>
                              <p:cond delay="500"/>
                            </p:stCondLst>
                            <p:childTnLst>
                              <p:par>
                                <p:cTn id="150" presetID="22" presetClass="entr" presetSubtype="8" fill="hold" nodeType="afterEffect">
                                  <p:stCondLst>
                                    <p:cond delay="0"/>
                                  </p:stCondLst>
                                  <p:childTnLst>
                                    <p:set>
                                      <p:cBhvr>
                                        <p:cTn id="151" dur="1" fill="hold">
                                          <p:stCondLst>
                                            <p:cond delay="0"/>
                                          </p:stCondLst>
                                        </p:cTn>
                                        <p:tgtEl>
                                          <p:spTgt spid="227371"/>
                                        </p:tgtEl>
                                        <p:attrNameLst>
                                          <p:attrName>style.visibility</p:attrName>
                                        </p:attrNameLst>
                                      </p:cBhvr>
                                      <p:to>
                                        <p:strVal val="visible"/>
                                      </p:to>
                                    </p:set>
                                    <p:animEffect transition="in" filter="wipe(left)">
                                      <p:cBhvr>
                                        <p:cTn id="152" dur="500"/>
                                        <p:tgtEl>
                                          <p:spTgt spid="227371"/>
                                        </p:tgtEl>
                                      </p:cBhvr>
                                    </p:animEffect>
                                  </p:childTnLst>
                                </p:cTn>
                              </p:par>
                            </p:childTnLst>
                          </p:cTn>
                        </p:par>
                      </p:childTnLst>
                    </p:cTn>
                  </p:par>
                  <p:par>
                    <p:cTn id="153" fill="hold">
                      <p:stCondLst>
                        <p:cond delay="indefinite"/>
                      </p:stCondLst>
                      <p:childTnLst>
                        <p:par>
                          <p:cTn id="154" fill="hold">
                            <p:stCondLst>
                              <p:cond delay="0"/>
                            </p:stCondLst>
                            <p:childTnLst>
                              <p:par>
                                <p:cTn id="155" presetID="22" presetClass="entr" presetSubtype="8" fill="hold" grpId="0" nodeType="clickEffect">
                                  <p:stCondLst>
                                    <p:cond delay="0"/>
                                  </p:stCondLst>
                                  <p:childTnLst>
                                    <p:set>
                                      <p:cBhvr>
                                        <p:cTn id="156" dur="1" fill="hold">
                                          <p:stCondLst>
                                            <p:cond delay="0"/>
                                          </p:stCondLst>
                                        </p:cTn>
                                        <p:tgtEl>
                                          <p:spTgt spid="227375">
                                            <p:txEl>
                                              <p:pRg st="0" end="0"/>
                                            </p:txEl>
                                          </p:spTgt>
                                        </p:tgtEl>
                                        <p:attrNameLst>
                                          <p:attrName>style.visibility</p:attrName>
                                        </p:attrNameLst>
                                      </p:cBhvr>
                                      <p:to>
                                        <p:strVal val="visible"/>
                                      </p:to>
                                    </p:set>
                                    <p:animEffect transition="in" filter="wipe(left)">
                                      <p:cBhvr>
                                        <p:cTn id="157" dur="500"/>
                                        <p:tgtEl>
                                          <p:spTgt spid="227375">
                                            <p:txEl>
                                              <p:pRg st="0" end="0"/>
                                            </p:txEl>
                                          </p:spTgt>
                                        </p:tgtEl>
                                      </p:cBhvr>
                                    </p:animEffect>
                                  </p:childTnLst>
                                </p:cTn>
                              </p:par>
                            </p:childTnLst>
                          </p:cTn>
                        </p:par>
                        <p:par>
                          <p:cTn id="158" fill="hold">
                            <p:stCondLst>
                              <p:cond delay="500"/>
                            </p:stCondLst>
                            <p:childTnLst>
                              <p:par>
                                <p:cTn id="159" presetID="22" presetClass="entr" presetSubtype="8" fill="hold" nodeType="afterEffect">
                                  <p:stCondLst>
                                    <p:cond delay="0"/>
                                  </p:stCondLst>
                                  <p:childTnLst>
                                    <p:set>
                                      <p:cBhvr>
                                        <p:cTn id="160" dur="1" fill="hold">
                                          <p:stCondLst>
                                            <p:cond delay="0"/>
                                          </p:stCondLst>
                                        </p:cTn>
                                        <p:tgtEl>
                                          <p:spTgt spid="227372"/>
                                        </p:tgtEl>
                                        <p:attrNameLst>
                                          <p:attrName>style.visibility</p:attrName>
                                        </p:attrNameLst>
                                      </p:cBhvr>
                                      <p:to>
                                        <p:strVal val="visible"/>
                                      </p:to>
                                    </p:set>
                                    <p:animEffect transition="in" filter="wipe(left)">
                                      <p:cBhvr>
                                        <p:cTn id="161" dur="500"/>
                                        <p:tgtEl>
                                          <p:spTgt spid="227372"/>
                                        </p:tgtEl>
                                      </p:cBhvr>
                                    </p:animEffect>
                                  </p:childTnLst>
                                </p:cTn>
                              </p:par>
                            </p:childTnLst>
                          </p:cTn>
                        </p:par>
                      </p:childTnLst>
                    </p:cTn>
                  </p:par>
                  <p:par>
                    <p:cTn id="162" fill="hold">
                      <p:stCondLst>
                        <p:cond delay="indefinite"/>
                      </p:stCondLst>
                      <p:childTnLst>
                        <p:par>
                          <p:cTn id="163" fill="hold">
                            <p:stCondLst>
                              <p:cond delay="0"/>
                            </p:stCondLst>
                            <p:childTnLst>
                              <p:par>
                                <p:cTn id="164" presetID="22" presetClass="entr" presetSubtype="8" fill="hold" grpId="0" nodeType="clickEffect">
                                  <p:stCondLst>
                                    <p:cond delay="0"/>
                                  </p:stCondLst>
                                  <p:childTnLst>
                                    <p:set>
                                      <p:cBhvr>
                                        <p:cTn id="165" dur="1" fill="hold">
                                          <p:stCondLst>
                                            <p:cond delay="0"/>
                                          </p:stCondLst>
                                        </p:cTn>
                                        <p:tgtEl>
                                          <p:spTgt spid="227349">
                                            <p:txEl>
                                              <p:pRg st="0" end="0"/>
                                            </p:txEl>
                                          </p:spTgt>
                                        </p:tgtEl>
                                        <p:attrNameLst>
                                          <p:attrName>style.visibility</p:attrName>
                                        </p:attrNameLst>
                                      </p:cBhvr>
                                      <p:to>
                                        <p:strVal val="visible"/>
                                      </p:to>
                                    </p:set>
                                    <p:animEffect transition="in" filter="wipe(left)">
                                      <p:cBhvr>
                                        <p:cTn id="166" dur="500"/>
                                        <p:tgtEl>
                                          <p:spTgt spid="227349">
                                            <p:txEl>
                                              <p:pRg st="0" end="0"/>
                                            </p:txEl>
                                          </p:spTgt>
                                        </p:tgtEl>
                                      </p:cBhvr>
                                    </p:animEffect>
                                  </p:childTnLst>
                                </p:cTn>
                              </p:par>
                            </p:childTnLst>
                          </p:cTn>
                        </p:par>
                        <p:par>
                          <p:cTn id="167" fill="hold">
                            <p:stCondLst>
                              <p:cond delay="500"/>
                            </p:stCondLst>
                            <p:childTnLst>
                              <p:par>
                                <p:cTn id="168" presetID="22" presetClass="entr" presetSubtype="8" fill="hold" nodeType="afterEffect">
                                  <p:stCondLst>
                                    <p:cond delay="0"/>
                                  </p:stCondLst>
                                  <p:childTnLst>
                                    <p:set>
                                      <p:cBhvr>
                                        <p:cTn id="169" dur="1" fill="hold">
                                          <p:stCondLst>
                                            <p:cond delay="0"/>
                                          </p:stCondLst>
                                        </p:cTn>
                                        <p:tgtEl>
                                          <p:spTgt spid="227368"/>
                                        </p:tgtEl>
                                        <p:attrNameLst>
                                          <p:attrName>style.visibility</p:attrName>
                                        </p:attrNameLst>
                                      </p:cBhvr>
                                      <p:to>
                                        <p:strVal val="visible"/>
                                      </p:to>
                                    </p:set>
                                    <p:animEffect transition="in" filter="wipe(left)">
                                      <p:cBhvr>
                                        <p:cTn id="170" dur="500"/>
                                        <p:tgtEl>
                                          <p:spTgt spid="2273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7330" grpId="0"/>
      <p:bldP spid="227331" grpId="0"/>
      <p:bldP spid="227332" grpId="0"/>
      <p:bldP spid="227333" grpId="0" animBg="1"/>
      <p:bldP spid="227349" grpId="0" build="p" autoUpdateAnimBg="0"/>
      <p:bldP spid="227350" grpId="0" animBg="1"/>
      <p:bldP spid="227351" grpId="0" animBg="1"/>
      <p:bldP spid="227352" grpId="0" animBg="1"/>
      <p:bldP spid="227353" grpId="0" animBg="1"/>
      <p:bldP spid="227354" grpId="0" animBg="1"/>
      <p:bldP spid="227357" grpId="0" autoUpdateAnimBg="0"/>
      <p:bldP spid="227358" grpId="0" autoUpdateAnimBg="0"/>
      <p:bldP spid="227359" grpId="0" autoUpdateAnimBg="0"/>
      <p:bldP spid="227360" grpId="0" animBg="1"/>
      <p:bldP spid="227361" grpId="0" animBg="1"/>
      <p:bldP spid="227363" grpId="0" autoUpdateAnimBg="0"/>
      <p:bldP spid="227365" grpId="0" autoUpdateAnimBg="0"/>
      <p:bldP spid="227369" grpId="0" autoUpdateAnimBg="0"/>
      <p:bldP spid="227370" grpId="0" autoUpdateAnimBg="0"/>
      <p:bldP spid="227373" grpId="0" build="p" autoUpdateAnimBg="0"/>
      <p:bldP spid="227374" grpId="0" build="p" autoUpdateAnimBg="0"/>
      <p:bldP spid="227375" grpId="0" build="p" autoUpdateAnimBg="0"/>
      <p:bldP spid="227376" grpId="0" animBg="1"/>
      <p:bldP spid="227377" grpId="0" animBg="1"/>
      <p:bldP spid="227378" grpId="0" animBg="1"/>
      <p:bldP spid="227379" grpId="0" animBg="1"/>
      <p:bldP spid="227380"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10"/>
          <p:cNvGrpSpPr>
            <a:grpSpLocks/>
          </p:cNvGrpSpPr>
          <p:nvPr/>
        </p:nvGrpSpPr>
        <p:grpSpPr bwMode="auto">
          <a:xfrm>
            <a:off x="2124075" y="476250"/>
            <a:ext cx="6335713" cy="2160588"/>
            <a:chOff x="1338" y="889"/>
            <a:chExt cx="3991" cy="1361"/>
          </a:xfrm>
        </p:grpSpPr>
        <p:grpSp>
          <p:nvGrpSpPr>
            <p:cNvPr id="18467" name="Group 111"/>
            <p:cNvGrpSpPr>
              <a:grpSpLocks/>
            </p:cNvGrpSpPr>
            <p:nvPr/>
          </p:nvGrpSpPr>
          <p:grpSpPr bwMode="auto">
            <a:xfrm>
              <a:off x="1338" y="1162"/>
              <a:ext cx="3480" cy="1088"/>
              <a:chOff x="1383" y="2614"/>
              <a:chExt cx="3480" cy="1088"/>
            </a:xfrm>
          </p:grpSpPr>
          <p:sp>
            <p:nvSpPr>
              <p:cNvPr id="18481" name="Freeform 112" descr="再生纸"/>
              <p:cNvSpPr>
                <a:spLocks/>
              </p:cNvSpPr>
              <p:nvPr/>
            </p:nvSpPr>
            <p:spPr bwMode="auto">
              <a:xfrm flipH="1">
                <a:off x="3742" y="2614"/>
                <a:ext cx="1121" cy="859"/>
              </a:xfrm>
              <a:custGeom>
                <a:avLst/>
                <a:gdLst>
                  <a:gd name="T0" fmla="*/ 1979 w 635"/>
                  <a:gd name="T1" fmla="*/ 0 h 544"/>
                  <a:gd name="T2" fmla="*/ 1412 w 635"/>
                  <a:gd name="T3" fmla="*/ 0 h 544"/>
                  <a:gd name="T4" fmla="*/ 847 w 635"/>
                  <a:gd name="T5" fmla="*/ 679 h 544"/>
                  <a:gd name="T6" fmla="*/ 0 w 635"/>
                  <a:gd name="T7" fmla="*/ 679 h 544"/>
                  <a:gd name="T8" fmla="*/ 0 w 635"/>
                  <a:gd name="T9" fmla="*/ 1356 h 544"/>
                  <a:gd name="T10" fmla="*/ 1979 w 635"/>
                  <a:gd name="T11" fmla="*/ 1356 h 544"/>
                  <a:gd name="T12" fmla="*/ 1979 w 635"/>
                  <a:gd name="T13" fmla="*/ 0 h 544"/>
                  <a:gd name="T14" fmla="*/ 0 60000 65536"/>
                  <a:gd name="T15" fmla="*/ 0 60000 65536"/>
                  <a:gd name="T16" fmla="*/ 0 60000 65536"/>
                  <a:gd name="T17" fmla="*/ 0 60000 65536"/>
                  <a:gd name="T18" fmla="*/ 0 60000 65536"/>
                  <a:gd name="T19" fmla="*/ 0 60000 65536"/>
                  <a:gd name="T20" fmla="*/ 0 60000 65536"/>
                  <a:gd name="T21" fmla="*/ 0 w 635"/>
                  <a:gd name="T22" fmla="*/ 0 h 544"/>
                  <a:gd name="T23" fmla="*/ 635 w 635"/>
                  <a:gd name="T24" fmla="*/ 544 h 54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35" h="544">
                    <a:moveTo>
                      <a:pt x="635" y="0"/>
                    </a:moveTo>
                    <a:lnTo>
                      <a:pt x="453" y="0"/>
                    </a:lnTo>
                    <a:lnTo>
                      <a:pt x="272" y="272"/>
                    </a:lnTo>
                    <a:lnTo>
                      <a:pt x="0" y="272"/>
                    </a:lnTo>
                    <a:lnTo>
                      <a:pt x="0" y="544"/>
                    </a:lnTo>
                    <a:lnTo>
                      <a:pt x="635" y="544"/>
                    </a:lnTo>
                    <a:lnTo>
                      <a:pt x="635" y="0"/>
                    </a:lnTo>
                    <a:close/>
                  </a:path>
                </a:pathLst>
              </a:custGeom>
              <a:blipFill dpi="0" rotWithShape="1">
                <a:blip r:embed="rId5"/>
                <a:srcRect/>
                <a:tile tx="0" ty="0" sx="100000" sy="100000" flip="none" algn="tl"/>
              </a:blipFill>
              <a:ln w="9525">
                <a:solidFill>
                  <a:schemeClr val="tx1"/>
                </a:solidFill>
                <a:round/>
                <a:headEnd/>
                <a:tailEnd/>
              </a:ln>
            </p:spPr>
            <p:txBody>
              <a:bodyPr/>
              <a:lstStyle/>
              <a:p>
                <a:endParaRPr lang="zh-CN" altLang="en-US"/>
              </a:p>
            </p:txBody>
          </p:sp>
          <p:sp>
            <p:nvSpPr>
              <p:cNvPr id="18482" name="Rectangle 113" descr="信纸"/>
              <p:cNvSpPr>
                <a:spLocks noChangeArrowheads="1"/>
              </p:cNvSpPr>
              <p:nvPr/>
            </p:nvSpPr>
            <p:spPr bwMode="auto">
              <a:xfrm flipH="1">
                <a:off x="1383" y="3294"/>
                <a:ext cx="2372" cy="183"/>
              </a:xfrm>
              <a:prstGeom prst="rect">
                <a:avLst/>
              </a:prstGeom>
              <a:blipFill dpi="0" rotWithShape="1">
                <a:blip r:embed="rId6"/>
                <a:srcRect/>
                <a:tile tx="0" ty="0" sx="100000" sy="100000" flip="none" algn="tl"/>
              </a:blipFill>
              <a:ln w="9525">
                <a:solidFill>
                  <a:srgbClr val="006666"/>
                </a:solidFill>
                <a:miter lim="800000"/>
                <a:headEnd/>
                <a:tailEnd/>
              </a:ln>
            </p:spPr>
            <p:txBody>
              <a:bodyPr wrap="none" anchor="ctr"/>
              <a:lstStyle/>
              <a:p>
                <a:pPr algn="ctr">
                  <a:lnSpc>
                    <a:spcPct val="100000"/>
                  </a:lnSpc>
                  <a:spcBef>
                    <a:spcPct val="0"/>
                  </a:spcBef>
                </a:pPr>
                <a:endParaRPr lang="zh-CN" altLang="zh-CN" sz="2400" b="0">
                  <a:latin typeface="宋体" pitchFamily="2" charset="-122"/>
                  <a:ea typeface="宋体" pitchFamily="2" charset="-122"/>
                </a:endParaRPr>
              </a:p>
            </p:txBody>
          </p:sp>
          <p:sp>
            <p:nvSpPr>
              <p:cNvPr id="18483" name="Rectangle 114"/>
              <p:cNvSpPr>
                <a:spLocks noChangeArrowheads="1"/>
              </p:cNvSpPr>
              <p:nvPr/>
            </p:nvSpPr>
            <p:spPr bwMode="auto">
              <a:xfrm flipH="1">
                <a:off x="3850" y="2769"/>
                <a:ext cx="254" cy="234"/>
              </a:xfrm>
              <a:prstGeom prst="rect">
                <a:avLst/>
              </a:prstGeom>
              <a:solidFill>
                <a:srgbClr val="66CCFF"/>
              </a:solidFill>
              <a:ln w="9525">
                <a:solidFill>
                  <a:srgbClr val="006666"/>
                </a:solidFill>
                <a:miter lim="800000"/>
                <a:headEnd/>
                <a:tailEnd/>
              </a:ln>
            </p:spPr>
            <p:txBody>
              <a:bodyPr wrap="none" anchor="ctr"/>
              <a:lstStyle/>
              <a:p>
                <a:endParaRPr lang="zh-CN" altLang="en-US"/>
              </a:p>
            </p:txBody>
          </p:sp>
          <p:sp>
            <p:nvSpPr>
              <p:cNvPr id="18484" name="Oval 115"/>
              <p:cNvSpPr>
                <a:spLocks noChangeArrowheads="1"/>
              </p:cNvSpPr>
              <p:nvPr/>
            </p:nvSpPr>
            <p:spPr bwMode="auto">
              <a:xfrm flipH="1">
                <a:off x="4019" y="3313"/>
                <a:ext cx="423" cy="389"/>
              </a:xfrm>
              <a:prstGeom prst="ellipse">
                <a:avLst/>
              </a:prstGeom>
              <a:gradFill rotWithShape="1">
                <a:gsLst>
                  <a:gs pos="0">
                    <a:srgbClr val="FFFF99"/>
                  </a:gs>
                  <a:gs pos="100000">
                    <a:srgbClr val="4D4D4D"/>
                  </a:gs>
                </a:gsLst>
                <a:path path="shape">
                  <a:fillToRect l="50000" t="50000" r="50000" b="50000"/>
                </a:path>
              </a:gradFill>
              <a:ln w="9525">
                <a:solidFill>
                  <a:srgbClr val="006666"/>
                </a:solidFill>
                <a:round/>
                <a:headEnd/>
                <a:tailEnd/>
              </a:ln>
            </p:spPr>
            <p:txBody>
              <a:bodyPr wrap="none" anchor="ctr"/>
              <a:lstStyle/>
              <a:p>
                <a:endParaRPr lang="zh-CN" altLang="en-US"/>
              </a:p>
            </p:txBody>
          </p:sp>
          <p:sp>
            <p:nvSpPr>
              <p:cNvPr id="18485" name="Oval 116"/>
              <p:cNvSpPr>
                <a:spLocks noChangeArrowheads="1"/>
              </p:cNvSpPr>
              <p:nvPr/>
            </p:nvSpPr>
            <p:spPr bwMode="auto">
              <a:xfrm flipH="1">
                <a:off x="2243" y="3324"/>
                <a:ext cx="423" cy="378"/>
              </a:xfrm>
              <a:prstGeom prst="ellipse">
                <a:avLst/>
              </a:prstGeom>
              <a:gradFill rotWithShape="1">
                <a:gsLst>
                  <a:gs pos="0">
                    <a:srgbClr val="FFFF99"/>
                  </a:gs>
                  <a:gs pos="100000">
                    <a:srgbClr val="4D4D4D"/>
                  </a:gs>
                </a:gsLst>
                <a:path path="shape">
                  <a:fillToRect l="50000" t="50000" r="50000" b="50000"/>
                </a:path>
              </a:gradFill>
              <a:ln w="9525">
                <a:solidFill>
                  <a:schemeClr val="tx1"/>
                </a:solidFill>
                <a:round/>
                <a:headEnd/>
                <a:tailEnd/>
              </a:ln>
            </p:spPr>
            <p:txBody>
              <a:bodyPr wrap="none" anchor="ctr"/>
              <a:lstStyle/>
              <a:p>
                <a:endParaRPr lang="zh-CN" altLang="en-US"/>
              </a:p>
            </p:txBody>
          </p:sp>
        </p:grpSp>
        <p:graphicFrame>
          <p:nvGraphicFramePr>
            <p:cNvPr id="18435" name="Object 117"/>
            <p:cNvGraphicFramePr>
              <a:graphicFrameLocks noChangeAspect="1"/>
            </p:cNvGraphicFramePr>
            <p:nvPr/>
          </p:nvGraphicFramePr>
          <p:xfrm>
            <a:off x="1520" y="1116"/>
            <a:ext cx="627" cy="725"/>
          </p:xfrm>
          <a:graphic>
            <a:graphicData uri="http://schemas.openxmlformats.org/presentationml/2006/ole">
              <p:oleObj spid="_x0000_s18435" name="剪辑" r:id="rId7" imgW="1996560" imgH="2302920" progId="MS_ClipArt_Gallery.2">
                <p:embed/>
              </p:oleObj>
            </a:graphicData>
          </a:graphic>
        </p:graphicFrame>
        <p:grpSp>
          <p:nvGrpSpPr>
            <p:cNvPr id="18468" name="Group 118"/>
            <p:cNvGrpSpPr>
              <a:grpSpLocks/>
            </p:cNvGrpSpPr>
            <p:nvPr/>
          </p:nvGrpSpPr>
          <p:grpSpPr bwMode="auto">
            <a:xfrm>
              <a:off x="2291" y="1524"/>
              <a:ext cx="1406" cy="318"/>
              <a:chOff x="431" y="1933"/>
              <a:chExt cx="1406" cy="408"/>
            </a:xfrm>
          </p:grpSpPr>
          <p:sp>
            <p:nvSpPr>
              <p:cNvPr id="18478" name="Rectangle 119" descr="深色木质"/>
              <p:cNvSpPr>
                <a:spLocks noChangeArrowheads="1"/>
              </p:cNvSpPr>
              <p:nvPr/>
            </p:nvSpPr>
            <p:spPr bwMode="auto">
              <a:xfrm>
                <a:off x="431" y="1933"/>
                <a:ext cx="1406" cy="91"/>
              </a:xfrm>
              <a:prstGeom prst="rect">
                <a:avLst/>
              </a:prstGeom>
              <a:blipFill dpi="0" rotWithShape="1">
                <a:blip r:embed="rId8"/>
                <a:srcRect/>
                <a:tile tx="0" ty="0" sx="100000" sy="100000" flip="none" algn="tl"/>
              </a:blipFill>
              <a:ln w="9525">
                <a:noFill/>
                <a:miter lim="800000"/>
                <a:headEnd/>
                <a:tailEnd/>
              </a:ln>
            </p:spPr>
            <p:txBody>
              <a:bodyPr wrap="none" anchor="ctr"/>
              <a:lstStyle/>
              <a:p>
                <a:endParaRPr lang="zh-CN" altLang="en-US"/>
              </a:p>
            </p:txBody>
          </p:sp>
          <p:sp>
            <p:nvSpPr>
              <p:cNvPr id="18479" name="Rectangle 120" descr="深色木质"/>
              <p:cNvSpPr>
                <a:spLocks noChangeArrowheads="1"/>
              </p:cNvSpPr>
              <p:nvPr/>
            </p:nvSpPr>
            <p:spPr bwMode="auto">
              <a:xfrm>
                <a:off x="703" y="2024"/>
                <a:ext cx="91" cy="317"/>
              </a:xfrm>
              <a:prstGeom prst="rect">
                <a:avLst/>
              </a:prstGeom>
              <a:blipFill dpi="0" rotWithShape="1">
                <a:blip r:embed="rId8"/>
                <a:srcRect/>
                <a:tile tx="0" ty="0" sx="100000" sy="100000" flip="none" algn="tl"/>
              </a:blipFill>
              <a:ln w="9525">
                <a:noFill/>
                <a:miter lim="800000"/>
                <a:headEnd/>
                <a:tailEnd/>
              </a:ln>
            </p:spPr>
            <p:txBody>
              <a:bodyPr wrap="none" anchor="ctr"/>
              <a:lstStyle/>
              <a:p>
                <a:endParaRPr lang="zh-CN" altLang="en-US"/>
              </a:p>
            </p:txBody>
          </p:sp>
          <p:sp>
            <p:nvSpPr>
              <p:cNvPr id="18480" name="Rectangle 121" descr="深色木质"/>
              <p:cNvSpPr>
                <a:spLocks noChangeArrowheads="1"/>
              </p:cNvSpPr>
              <p:nvPr/>
            </p:nvSpPr>
            <p:spPr bwMode="auto">
              <a:xfrm>
                <a:off x="1474" y="2024"/>
                <a:ext cx="91" cy="317"/>
              </a:xfrm>
              <a:prstGeom prst="rect">
                <a:avLst/>
              </a:prstGeom>
              <a:blipFill dpi="0" rotWithShape="1">
                <a:blip r:embed="rId8"/>
                <a:srcRect/>
                <a:tile tx="0" ty="0" sx="100000" sy="100000" flip="none" algn="tl"/>
              </a:blipFill>
              <a:ln w="9525">
                <a:noFill/>
                <a:miter lim="800000"/>
                <a:headEnd/>
                <a:tailEnd/>
              </a:ln>
            </p:spPr>
            <p:txBody>
              <a:bodyPr wrap="none" anchor="ctr"/>
              <a:lstStyle/>
              <a:p>
                <a:endParaRPr lang="zh-CN" altLang="en-US"/>
              </a:p>
            </p:txBody>
          </p:sp>
        </p:grpSp>
        <p:sp>
          <p:nvSpPr>
            <p:cNvPr id="18469" name="Oval 122"/>
            <p:cNvSpPr>
              <a:spLocks noChangeArrowheads="1"/>
            </p:cNvSpPr>
            <p:nvPr/>
          </p:nvSpPr>
          <p:spPr bwMode="auto">
            <a:xfrm>
              <a:off x="3016" y="1298"/>
              <a:ext cx="226" cy="226"/>
            </a:xfrm>
            <a:prstGeom prst="ellipse">
              <a:avLst/>
            </a:prstGeom>
            <a:gradFill rotWithShape="1">
              <a:gsLst>
                <a:gs pos="0">
                  <a:srgbClr val="FFFFFF"/>
                </a:gs>
                <a:gs pos="100000">
                  <a:srgbClr val="FF0000"/>
                </a:gs>
              </a:gsLst>
              <a:path path="shape">
                <a:fillToRect l="50000" t="50000" r="50000" b="50000"/>
              </a:path>
            </a:gradFill>
            <a:ln w="9525">
              <a:solidFill>
                <a:srgbClr val="FF0000"/>
              </a:solidFill>
              <a:round/>
              <a:headEnd/>
              <a:tailEnd/>
            </a:ln>
          </p:spPr>
          <p:txBody>
            <a:bodyPr wrap="none" anchor="ctr"/>
            <a:lstStyle/>
            <a:p>
              <a:endParaRPr lang="zh-CN" altLang="en-US"/>
            </a:p>
          </p:txBody>
        </p:sp>
        <p:grpSp>
          <p:nvGrpSpPr>
            <p:cNvPr id="18470" name="Group 123"/>
            <p:cNvGrpSpPr>
              <a:grpSpLocks/>
            </p:cNvGrpSpPr>
            <p:nvPr/>
          </p:nvGrpSpPr>
          <p:grpSpPr bwMode="auto">
            <a:xfrm>
              <a:off x="3425" y="889"/>
              <a:ext cx="272" cy="671"/>
              <a:chOff x="3470" y="2341"/>
              <a:chExt cx="272" cy="671"/>
            </a:xfrm>
          </p:grpSpPr>
          <p:grpSp>
            <p:nvGrpSpPr>
              <p:cNvPr id="18473" name="Group 124"/>
              <p:cNvGrpSpPr>
                <a:grpSpLocks/>
              </p:cNvGrpSpPr>
              <p:nvPr/>
            </p:nvGrpSpPr>
            <p:grpSpPr bwMode="auto">
              <a:xfrm>
                <a:off x="3515" y="2341"/>
                <a:ext cx="227" cy="671"/>
                <a:chOff x="476" y="1807"/>
                <a:chExt cx="227" cy="534"/>
              </a:xfrm>
            </p:grpSpPr>
            <p:sp>
              <p:nvSpPr>
                <p:cNvPr id="18476" name="Freeform 125"/>
                <p:cNvSpPr>
                  <a:spLocks/>
                </p:cNvSpPr>
                <p:nvPr/>
              </p:nvSpPr>
              <p:spPr bwMode="auto">
                <a:xfrm>
                  <a:off x="476" y="1807"/>
                  <a:ext cx="227" cy="81"/>
                </a:xfrm>
                <a:custGeom>
                  <a:avLst/>
                  <a:gdLst>
                    <a:gd name="T0" fmla="*/ 0 w 363"/>
                    <a:gd name="T1" fmla="*/ 79 h 82"/>
                    <a:gd name="T2" fmla="*/ 31 w 363"/>
                    <a:gd name="T3" fmla="*/ 17 h 82"/>
                    <a:gd name="T4" fmla="*/ 72 w 363"/>
                    <a:gd name="T5" fmla="*/ 0 h 82"/>
                    <a:gd name="T6" fmla="*/ 113 w 363"/>
                    <a:gd name="T7" fmla="*/ 17 h 82"/>
                    <a:gd name="T8" fmla="*/ 142 w 363"/>
                    <a:gd name="T9" fmla="*/ 80 h 82"/>
                    <a:gd name="T10" fmla="*/ 0 60000 65536"/>
                    <a:gd name="T11" fmla="*/ 0 60000 65536"/>
                    <a:gd name="T12" fmla="*/ 0 60000 65536"/>
                    <a:gd name="T13" fmla="*/ 0 60000 65536"/>
                    <a:gd name="T14" fmla="*/ 0 60000 65536"/>
                    <a:gd name="T15" fmla="*/ 0 w 363"/>
                    <a:gd name="T16" fmla="*/ 0 h 82"/>
                    <a:gd name="T17" fmla="*/ 363 w 363"/>
                    <a:gd name="T18" fmla="*/ 82 h 82"/>
                  </a:gdLst>
                  <a:ahLst/>
                  <a:cxnLst>
                    <a:cxn ang="T10">
                      <a:pos x="T0" y="T1"/>
                    </a:cxn>
                    <a:cxn ang="T11">
                      <a:pos x="T2" y="T3"/>
                    </a:cxn>
                    <a:cxn ang="T12">
                      <a:pos x="T4" y="T5"/>
                    </a:cxn>
                    <a:cxn ang="T13">
                      <a:pos x="T6" y="T7"/>
                    </a:cxn>
                    <a:cxn ang="T14">
                      <a:pos x="T8" y="T9"/>
                    </a:cxn>
                  </a:cxnLst>
                  <a:rect l="T15" t="T16" r="T17" b="T18"/>
                  <a:pathLst>
                    <a:path w="363" h="82">
                      <a:moveTo>
                        <a:pt x="0" y="81"/>
                      </a:moveTo>
                      <a:lnTo>
                        <a:pt x="79" y="17"/>
                      </a:lnTo>
                      <a:lnTo>
                        <a:pt x="184" y="0"/>
                      </a:lnTo>
                      <a:lnTo>
                        <a:pt x="288" y="17"/>
                      </a:lnTo>
                      <a:lnTo>
                        <a:pt x="363" y="82"/>
                      </a:lnTo>
                    </a:path>
                  </a:pathLst>
                </a:custGeom>
                <a:noFill/>
                <a:ln w="38100">
                  <a:solidFill>
                    <a:srgbClr val="FF0000"/>
                  </a:solidFill>
                  <a:round/>
                  <a:headEnd/>
                  <a:tailEnd/>
                </a:ln>
              </p:spPr>
              <p:txBody>
                <a:bodyPr/>
                <a:lstStyle/>
                <a:p>
                  <a:endParaRPr lang="zh-CN" altLang="en-US"/>
                </a:p>
              </p:txBody>
            </p:sp>
            <p:sp>
              <p:nvSpPr>
                <p:cNvPr id="18477" name="Line 126"/>
                <p:cNvSpPr>
                  <a:spLocks noChangeShapeType="1"/>
                </p:cNvSpPr>
                <p:nvPr/>
              </p:nvSpPr>
              <p:spPr bwMode="auto">
                <a:xfrm>
                  <a:off x="703" y="1888"/>
                  <a:ext cx="0" cy="453"/>
                </a:xfrm>
                <a:prstGeom prst="line">
                  <a:avLst/>
                </a:prstGeom>
                <a:noFill/>
                <a:ln w="38100">
                  <a:solidFill>
                    <a:srgbClr val="FF0000"/>
                  </a:solidFill>
                  <a:round/>
                  <a:headEnd/>
                  <a:tailEnd/>
                </a:ln>
              </p:spPr>
              <p:txBody>
                <a:bodyPr/>
                <a:lstStyle/>
                <a:p>
                  <a:endParaRPr lang="zh-CN" altLang="en-US"/>
                </a:p>
              </p:txBody>
            </p:sp>
          </p:grpSp>
          <p:sp>
            <p:nvSpPr>
              <p:cNvPr id="18474" name="Line 127"/>
              <p:cNvSpPr>
                <a:spLocks noChangeShapeType="1"/>
              </p:cNvSpPr>
              <p:nvPr/>
            </p:nvSpPr>
            <p:spPr bwMode="auto">
              <a:xfrm>
                <a:off x="3515" y="2432"/>
                <a:ext cx="0" cy="318"/>
              </a:xfrm>
              <a:prstGeom prst="line">
                <a:avLst/>
              </a:prstGeom>
              <a:noFill/>
              <a:ln w="19050">
                <a:solidFill>
                  <a:srgbClr val="FF0000"/>
                </a:solidFill>
                <a:round/>
                <a:headEnd/>
                <a:tailEnd/>
              </a:ln>
            </p:spPr>
            <p:txBody>
              <a:bodyPr/>
              <a:lstStyle/>
              <a:p>
                <a:endParaRPr lang="zh-CN" altLang="en-US"/>
              </a:p>
            </p:txBody>
          </p:sp>
          <p:sp>
            <p:nvSpPr>
              <p:cNvPr id="18475" name="Oval 128"/>
              <p:cNvSpPr>
                <a:spLocks noChangeArrowheads="1"/>
              </p:cNvSpPr>
              <p:nvPr/>
            </p:nvSpPr>
            <p:spPr bwMode="auto">
              <a:xfrm>
                <a:off x="3470" y="2750"/>
                <a:ext cx="91" cy="91"/>
              </a:xfrm>
              <a:prstGeom prst="ellipse">
                <a:avLst/>
              </a:prstGeom>
              <a:gradFill rotWithShape="1">
                <a:gsLst>
                  <a:gs pos="0">
                    <a:srgbClr val="FFFFFF"/>
                  </a:gs>
                  <a:gs pos="100000">
                    <a:srgbClr val="FF0000"/>
                  </a:gs>
                </a:gsLst>
                <a:path path="shape">
                  <a:fillToRect l="50000" t="50000" r="50000" b="50000"/>
                </a:path>
              </a:gradFill>
              <a:ln w="9525">
                <a:solidFill>
                  <a:srgbClr val="FF0000"/>
                </a:solidFill>
                <a:round/>
                <a:headEnd/>
                <a:tailEnd/>
              </a:ln>
            </p:spPr>
            <p:txBody>
              <a:bodyPr wrap="none" anchor="ctr"/>
              <a:lstStyle/>
              <a:p>
                <a:endParaRPr lang="zh-CN" altLang="en-US"/>
              </a:p>
            </p:txBody>
          </p:sp>
        </p:grpSp>
        <p:sp>
          <p:nvSpPr>
            <p:cNvPr id="18471" name="Line 129"/>
            <p:cNvSpPr>
              <a:spLocks noChangeShapeType="1"/>
            </p:cNvSpPr>
            <p:nvPr/>
          </p:nvSpPr>
          <p:spPr bwMode="auto">
            <a:xfrm>
              <a:off x="4830" y="1792"/>
              <a:ext cx="408" cy="0"/>
            </a:xfrm>
            <a:prstGeom prst="line">
              <a:avLst/>
            </a:prstGeom>
            <a:noFill/>
            <a:ln w="28575">
              <a:solidFill>
                <a:srgbClr val="FF0000"/>
              </a:solidFill>
              <a:round/>
              <a:headEnd/>
              <a:tailEnd type="stealth" w="med" len="lg"/>
            </a:ln>
          </p:spPr>
          <p:txBody>
            <a:bodyPr/>
            <a:lstStyle/>
            <a:p>
              <a:endParaRPr lang="zh-CN" altLang="en-US"/>
            </a:p>
          </p:txBody>
        </p:sp>
        <p:sp>
          <p:nvSpPr>
            <p:cNvPr id="18472" name="Text Box 130"/>
            <p:cNvSpPr txBox="1">
              <a:spLocks noChangeArrowheads="1"/>
            </p:cNvSpPr>
            <p:nvPr/>
          </p:nvSpPr>
          <p:spPr bwMode="auto">
            <a:xfrm>
              <a:off x="5193" y="1480"/>
              <a:ext cx="136" cy="323"/>
            </a:xfrm>
            <a:prstGeom prst="rect">
              <a:avLst/>
            </a:prstGeom>
            <a:noFill/>
            <a:ln w="9525">
              <a:noFill/>
              <a:miter lim="800000"/>
              <a:headEnd/>
              <a:tailEnd/>
            </a:ln>
          </p:spPr>
          <p:txBody>
            <a:bodyPr lIns="0" tIns="0" rIns="0" bIns="0">
              <a:spAutoFit/>
            </a:bodyPr>
            <a:lstStyle/>
            <a:p>
              <a:pPr algn="ctr">
                <a:spcBef>
                  <a:spcPct val="0"/>
                </a:spcBef>
              </a:pPr>
              <a:r>
                <a:rPr lang="en-US" altLang="zh-CN" sz="2800" i="1">
                  <a:solidFill>
                    <a:srgbClr val="FF0000"/>
                  </a:solidFill>
                  <a:latin typeface="Book Antiqua" pitchFamily="18" charset="0"/>
                  <a:ea typeface="宋体" pitchFamily="2" charset="-122"/>
                </a:rPr>
                <a:t>v</a:t>
              </a:r>
            </a:p>
          </p:txBody>
        </p:sp>
      </p:grpSp>
      <p:grpSp>
        <p:nvGrpSpPr>
          <p:cNvPr id="7" name="Group 131"/>
          <p:cNvGrpSpPr>
            <a:grpSpLocks/>
          </p:cNvGrpSpPr>
          <p:nvPr/>
        </p:nvGrpSpPr>
        <p:grpSpPr bwMode="auto">
          <a:xfrm>
            <a:off x="0" y="2638425"/>
            <a:ext cx="9144000" cy="71438"/>
            <a:chOff x="0" y="2251"/>
            <a:chExt cx="5760" cy="45"/>
          </a:xfrm>
        </p:grpSpPr>
        <p:sp>
          <p:nvSpPr>
            <p:cNvPr id="18465" name="Line 132"/>
            <p:cNvSpPr>
              <a:spLocks noChangeShapeType="1"/>
            </p:cNvSpPr>
            <p:nvPr/>
          </p:nvSpPr>
          <p:spPr bwMode="auto">
            <a:xfrm>
              <a:off x="0" y="2251"/>
              <a:ext cx="5760" cy="0"/>
            </a:xfrm>
            <a:prstGeom prst="line">
              <a:avLst/>
            </a:prstGeom>
            <a:noFill/>
            <a:ln w="57150">
              <a:solidFill>
                <a:srgbClr val="CC6600"/>
              </a:solidFill>
              <a:round/>
              <a:headEnd/>
              <a:tailEnd/>
            </a:ln>
          </p:spPr>
          <p:txBody>
            <a:bodyPr/>
            <a:lstStyle/>
            <a:p>
              <a:endParaRPr lang="zh-CN" altLang="en-US"/>
            </a:p>
          </p:txBody>
        </p:sp>
        <p:sp>
          <p:nvSpPr>
            <p:cNvPr id="18466" name="Line 133"/>
            <p:cNvSpPr>
              <a:spLocks noChangeShapeType="1"/>
            </p:cNvSpPr>
            <p:nvPr/>
          </p:nvSpPr>
          <p:spPr bwMode="auto">
            <a:xfrm>
              <a:off x="0" y="2296"/>
              <a:ext cx="5760" cy="0"/>
            </a:xfrm>
            <a:prstGeom prst="line">
              <a:avLst/>
            </a:prstGeom>
            <a:noFill/>
            <a:ln w="76200">
              <a:pattFill prst="wdUpDiag">
                <a:fgClr>
                  <a:srgbClr val="CC6600"/>
                </a:fgClr>
                <a:bgClr>
                  <a:srgbClr val="FFFFFF"/>
                </a:bgClr>
              </a:pattFill>
              <a:round/>
              <a:headEnd/>
              <a:tailEnd/>
            </a:ln>
          </p:spPr>
          <p:txBody>
            <a:bodyPr/>
            <a:lstStyle/>
            <a:p>
              <a:endParaRPr lang="zh-CN" altLang="en-US"/>
            </a:p>
          </p:txBody>
        </p:sp>
      </p:grpSp>
      <p:sp>
        <p:nvSpPr>
          <p:cNvPr id="172166" name="Text Box 134"/>
          <p:cNvSpPr txBox="1">
            <a:spLocks noChangeArrowheads="1"/>
          </p:cNvSpPr>
          <p:nvPr/>
        </p:nvSpPr>
        <p:spPr bwMode="auto">
          <a:xfrm>
            <a:off x="755650" y="2924175"/>
            <a:ext cx="7848600" cy="461963"/>
          </a:xfrm>
          <a:prstGeom prst="rect">
            <a:avLst/>
          </a:prstGeom>
          <a:noFill/>
          <a:ln w="9525">
            <a:noFill/>
            <a:miter lim="800000"/>
            <a:headEnd/>
            <a:tailEnd/>
          </a:ln>
        </p:spPr>
        <p:txBody>
          <a:bodyPr>
            <a:spAutoFit/>
          </a:bodyPr>
          <a:lstStyle/>
          <a:p>
            <a:pPr>
              <a:lnSpc>
                <a:spcPct val="100000"/>
              </a:lnSpc>
            </a:pPr>
            <a:r>
              <a:rPr lang="zh-CN" altLang="en-US" sz="2400">
                <a:ea typeface="宋体" pitchFamily="2" charset="-122"/>
              </a:rPr>
              <a:t>车的 </a:t>
            </a:r>
            <a:r>
              <a:rPr lang="en-US" altLang="zh-CN" sz="2400" i="1">
                <a:solidFill>
                  <a:srgbClr val="FF0000"/>
                </a:solidFill>
                <a:ea typeface="宋体" pitchFamily="2" charset="-122"/>
              </a:rPr>
              <a:t>a </a:t>
            </a:r>
            <a:r>
              <a:rPr lang="zh-CN" altLang="en-US" sz="2400">
                <a:solidFill>
                  <a:srgbClr val="FF0000"/>
                </a:solidFill>
                <a:ea typeface="宋体" pitchFamily="2" charset="-122"/>
              </a:rPr>
              <a:t>＝</a:t>
            </a:r>
            <a:r>
              <a:rPr lang="en-US" altLang="zh-CN" sz="2400">
                <a:solidFill>
                  <a:srgbClr val="FF0000"/>
                </a:solidFill>
                <a:ea typeface="宋体" pitchFamily="2" charset="-122"/>
              </a:rPr>
              <a:t>0</a:t>
            </a:r>
            <a:r>
              <a:rPr lang="en-US" altLang="zh-CN" sz="2400">
                <a:ea typeface="宋体" pitchFamily="2" charset="-122"/>
              </a:rPr>
              <a:t> </a:t>
            </a:r>
            <a:r>
              <a:rPr lang="zh-CN" altLang="en-US" sz="2400">
                <a:ea typeface="宋体" pitchFamily="2" charset="-122"/>
              </a:rPr>
              <a:t>时单摆和小球的状态符合牛顿定律</a:t>
            </a:r>
          </a:p>
        </p:txBody>
      </p:sp>
      <p:sp>
        <p:nvSpPr>
          <p:cNvPr id="172167" name="Text Box 135"/>
          <p:cNvSpPr txBox="1">
            <a:spLocks noChangeArrowheads="1"/>
          </p:cNvSpPr>
          <p:nvPr/>
        </p:nvSpPr>
        <p:spPr bwMode="auto">
          <a:xfrm>
            <a:off x="755650" y="3567113"/>
            <a:ext cx="8153400" cy="387350"/>
          </a:xfrm>
          <a:prstGeom prst="rect">
            <a:avLst/>
          </a:prstGeom>
          <a:noFill/>
          <a:ln w="9525">
            <a:noFill/>
            <a:miter lim="800000"/>
            <a:headEnd/>
            <a:tailEnd/>
          </a:ln>
        </p:spPr>
        <p:txBody>
          <a:bodyPr>
            <a:spAutoFit/>
          </a:bodyPr>
          <a:lstStyle/>
          <a:p>
            <a:pPr>
              <a:lnSpc>
                <a:spcPct val="80000"/>
              </a:lnSpc>
            </a:pPr>
            <a:r>
              <a:rPr lang="zh-CN" altLang="en-US" sz="2400">
                <a:ea typeface="宋体" pitchFamily="2" charset="-122"/>
              </a:rPr>
              <a:t>车的 </a:t>
            </a:r>
            <a:r>
              <a:rPr lang="en-US" altLang="zh-CN" sz="2400" i="1">
                <a:solidFill>
                  <a:srgbClr val="FF0000"/>
                </a:solidFill>
                <a:ea typeface="宋体" pitchFamily="2" charset="-122"/>
              </a:rPr>
              <a:t>a </a:t>
            </a:r>
            <a:r>
              <a:rPr lang="en-US" altLang="zh-CN" sz="2400">
                <a:solidFill>
                  <a:srgbClr val="FF0000"/>
                </a:solidFill>
                <a:ea typeface="宋体" pitchFamily="2" charset="-122"/>
              </a:rPr>
              <a:t>≠0 </a:t>
            </a:r>
            <a:r>
              <a:rPr lang="zh-CN" altLang="en-US" sz="2400">
                <a:ea typeface="宋体" pitchFamily="2" charset="-122"/>
              </a:rPr>
              <a:t>时单摆和小球的状态为什么不符合牛顿定律？</a:t>
            </a:r>
          </a:p>
        </p:txBody>
      </p:sp>
      <p:grpSp>
        <p:nvGrpSpPr>
          <p:cNvPr id="8" name="Group 136"/>
          <p:cNvGrpSpPr>
            <a:grpSpLocks/>
          </p:cNvGrpSpPr>
          <p:nvPr/>
        </p:nvGrpSpPr>
        <p:grpSpPr bwMode="auto">
          <a:xfrm>
            <a:off x="2124075" y="477838"/>
            <a:ext cx="6770688" cy="2160587"/>
            <a:chOff x="703" y="4320"/>
            <a:chExt cx="4265" cy="1361"/>
          </a:xfrm>
        </p:grpSpPr>
        <p:sp>
          <p:nvSpPr>
            <p:cNvPr id="18444" name="Oval 137"/>
            <p:cNvSpPr>
              <a:spLocks noChangeArrowheads="1"/>
            </p:cNvSpPr>
            <p:nvPr/>
          </p:nvSpPr>
          <p:spPr bwMode="auto">
            <a:xfrm>
              <a:off x="1701" y="4728"/>
              <a:ext cx="226" cy="226"/>
            </a:xfrm>
            <a:prstGeom prst="ellipse">
              <a:avLst/>
            </a:prstGeom>
            <a:gradFill rotWithShape="1">
              <a:gsLst>
                <a:gs pos="0">
                  <a:srgbClr val="FFFFFF"/>
                </a:gs>
                <a:gs pos="100000">
                  <a:srgbClr val="FF0000"/>
                </a:gs>
              </a:gsLst>
              <a:path path="shape">
                <a:fillToRect l="50000" t="50000" r="50000" b="50000"/>
              </a:path>
            </a:gradFill>
            <a:ln w="9525">
              <a:solidFill>
                <a:srgbClr val="FF0000"/>
              </a:solidFill>
              <a:round/>
              <a:headEnd/>
              <a:tailEnd/>
            </a:ln>
          </p:spPr>
          <p:txBody>
            <a:bodyPr wrap="none" anchor="ctr"/>
            <a:lstStyle/>
            <a:p>
              <a:endParaRPr lang="zh-CN" altLang="en-US"/>
            </a:p>
          </p:txBody>
        </p:sp>
        <p:grpSp>
          <p:nvGrpSpPr>
            <p:cNvPr id="18445" name="Group 138"/>
            <p:cNvGrpSpPr>
              <a:grpSpLocks/>
            </p:cNvGrpSpPr>
            <p:nvPr/>
          </p:nvGrpSpPr>
          <p:grpSpPr bwMode="auto">
            <a:xfrm>
              <a:off x="703" y="4320"/>
              <a:ext cx="3480" cy="1361"/>
              <a:chOff x="748" y="2387"/>
              <a:chExt cx="3480" cy="1361"/>
            </a:xfrm>
          </p:grpSpPr>
          <p:grpSp>
            <p:nvGrpSpPr>
              <p:cNvPr id="18451" name="Group 139"/>
              <p:cNvGrpSpPr>
                <a:grpSpLocks/>
              </p:cNvGrpSpPr>
              <p:nvPr/>
            </p:nvGrpSpPr>
            <p:grpSpPr bwMode="auto">
              <a:xfrm>
                <a:off x="748" y="2660"/>
                <a:ext cx="3480" cy="1088"/>
                <a:chOff x="1383" y="2614"/>
                <a:chExt cx="3480" cy="1088"/>
              </a:xfrm>
            </p:grpSpPr>
            <p:sp>
              <p:nvSpPr>
                <p:cNvPr id="18460" name="Freeform 140" descr="再生纸"/>
                <p:cNvSpPr>
                  <a:spLocks/>
                </p:cNvSpPr>
                <p:nvPr/>
              </p:nvSpPr>
              <p:spPr bwMode="auto">
                <a:xfrm flipH="1">
                  <a:off x="3742" y="2614"/>
                  <a:ext cx="1121" cy="859"/>
                </a:xfrm>
                <a:custGeom>
                  <a:avLst/>
                  <a:gdLst>
                    <a:gd name="T0" fmla="*/ 1979 w 635"/>
                    <a:gd name="T1" fmla="*/ 0 h 544"/>
                    <a:gd name="T2" fmla="*/ 1412 w 635"/>
                    <a:gd name="T3" fmla="*/ 0 h 544"/>
                    <a:gd name="T4" fmla="*/ 847 w 635"/>
                    <a:gd name="T5" fmla="*/ 679 h 544"/>
                    <a:gd name="T6" fmla="*/ 0 w 635"/>
                    <a:gd name="T7" fmla="*/ 679 h 544"/>
                    <a:gd name="T8" fmla="*/ 0 w 635"/>
                    <a:gd name="T9" fmla="*/ 1356 h 544"/>
                    <a:gd name="T10" fmla="*/ 1979 w 635"/>
                    <a:gd name="T11" fmla="*/ 1356 h 544"/>
                    <a:gd name="T12" fmla="*/ 1979 w 635"/>
                    <a:gd name="T13" fmla="*/ 0 h 544"/>
                    <a:gd name="T14" fmla="*/ 0 60000 65536"/>
                    <a:gd name="T15" fmla="*/ 0 60000 65536"/>
                    <a:gd name="T16" fmla="*/ 0 60000 65536"/>
                    <a:gd name="T17" fmla="*/ 0 60000 65536"/>
                    <a:gd name="T18" fmla="*/ 0 60000 65536"/>
                    <a:gd name="T19" fmla="*/ 0 60000 65536"/>
                    <a:gd name="T20" fmla="*/ 0 60000 65536"/>
                    <a:gd name="T21" fmla="*/ 0 w 635"/>
                    <a:gd name="T22" fmla="*/ 0 h 544"/>
                    <a:gd name="T23" fmla="*/ 635 w 635"/>
                    <a:gd name="T24" fmla="*/ 544 h 54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35" h="544">
                      <a:moveTo>
                        <a:pt x="635" y="0"/>
                      </a:moveTo>
                      <a:lnTo>
                        <a:pt x="453" y="0"/>
                      </a:lnTo>
                      <a:lnTo>
                        <a:pt x="272" y="272"/>
                      </a:lnTo>
                      <a:lnTo>
                        <a:pt x="0" y="272"/>
                      </a:lnTo>
                      <a:lnTo>
                        <a:pt x="0" y="544"/>
                      </a:lnTo>
                      <a:lnTo>
                        <a:pt x="635" y="544"/>
                      </a:lnTo>
                      <a:lnTo>
                        <a:pt x="635" y="0"/>
                      </a:lnTo>
                      <a:close/>
                    </a:path>
                  </a:pathLst>
                </a:custGeom>
                <a:blipFill dpi="0" rotWithShape="1">
                  <a:blip r:embed="rId5"/>
                  <a:srcRect/>
                  <a:tile tx="0" ty="0" sx="100000" sy="100000" flip="none" algn="tl"/>
                </a:blipFill>
                <a:ln w="9525">
                  <a:solidFill>
                    <a:schemeClr val="tx1"/>
                  </a:solidFill>
                  <a:round/>
                  <a:headEnd/>
                  <a:tailEnd/>
                </a:ln>
              </p:spPr>
              <p:txBody>
                <a:bodyPr/>
                <a:lstStyle/>
                <a:p>
                  <a:endParaRPr lang="zh-CN" altLang="en-US"/>
                </a:p>
              </p:txBody>
            </p:sp>
            <p:sp>
              <p:nvSpPr>
                <p:cNvPr id="18461" name="Rectangle 141" descr="信纸"/>
                <p:cNvSpPr>
                  <a:spLocks noChangeArrowheads="1"/>
                </p:cNvSpPr>
                <p:nvPr/>
              </p:nvSpPr>
              <p:spPr bwMode="auto">
                <a:xfrm flipH="1">
                  <a:off x="1383" y="3294"/>
                  <a:ext cx="2372" cy="183"/>
                </a:xfrm>
                <a:prstGeom prst="rect">
                  <a:avLst/>
                </a:prstGeom>
                <a:blipFill dpi="0" rotWithShape="1">
                  <a:blip r:embed="rId6"/>
                  <a:srcRect/>
                  <a:tile tx="0" ty="0" sx="100000" sy="100000" flip="none" algn="tl"/>
                </a:blipFill>
                <a:ln w="9525">
                  <a:solidFill>
                    <a:srgbClr val="006666"/>
                  </a:solidFill>
                  <a:miter lim="800000"/>
                  <a:headEnd/>
                  <a:tailEnd/>
                </a:ln>
              </p:spPr>
              <p:txBody>
                <a:bodyPr wrap="none" anchor="ctr"/>
                <a:lstStyle/>
                <a:p>
                  <a:pPr algn="ctr">
                    <a:lnSpc>
                      <a:spcPct val="100000"/>
                    </a:lnSpc>
                    <a:spcBef>
                      <a:spcPct val="0"/>
                    </a:spcBef>
                  </a:pPr>
                  <a:endParaRPr lang="zh-CN" altLang="zh-CN" sz="2400" b="0">
                    <a:latin typeface="宋体" pitchFamily="2" charset="-122"/>
                    <a:ea typeface="宋体" pitchFamily="2" charset="-122"/>
                  </a:endParaRPr>
                </a:p>
              </p:txBody>
            </p:sp>
            <p:sp>
              <p:nvSpPr>
                <p:cNvPr id="18462" name="Rectangle 142"/>
                <p:cNvSpPr>
                  <a:spLocks noChangeArrowheads="1"/>
                </p:cNvSpPr>
                <p:nvPr/>
              </p:nvSpPr>
              <p:spPr bwMode="auto">
                <a:xfrm flipH="1">
                  <a:off x="3850" y="2769"/>
                  <a:ext cx="254" cy="234"/>
                </a:xfrm>
                <a:prstGeom prst="rect">
                  <a:avLst/>
                </a:prstGeom>
                <a:solidFill>
                  <a:srgbClr val="66CCFF"/>
                </a:solidFill>
                <a:ln w="9525">
                  <a:solidFill>
                    <a:srgbClr val="006666"/>
                  </a:solidFill>
                  <a:miter lim="800000"/>
                  <a:headEnd/>
                  <a:tailEnd/>
                </a:ln>
              </p:spPr>
              <p:txBody>
                <a:bodyPr wrap="none" anchor="ctr"/>
                <a:lstStyle/>
                <a:p>
                  <a:endParaRPr lang="zh-CN" altLang="en-US"/>
                </a:p>
              </p:txBody>
            </p:sp>
            <p:sp>
              <p:nvSpPr>
                <p:cNvPr id="18463" name="Oval 143"/>
                <p:cNvSpPr>
                  <a:spLocks noChangeArrowheads="1"/>
                </p:cNvSpPr>
                <p:nvPr/>
              </p:nvSpPr>
              <p:spPr bwMode="auto">
                <a:xfrm flipH="1">
                  <a:off x="4019" y="3313"/>
                  <a:ext cx="423" cy="389"/>
                </a:xfrm>
                <a:prstGeom prst="ellipse">
                  <a:avLst/>
                </a:prstGeom>
                <a:gradFill rotWithShape="1">
                  <a:gsLst>
                    <a:gs pos="0">
                      <a:srgbClr val="FFFF99"/>
                    </a:gs>
                    <a:gs pos="100000">
                      <a:srgbClr val="4D4D4D"/>
                    </a:gs>
                  </a:gsLst>
                  <a:path path="shape">
                    <a:fillToRect l="50000" t="50000" r="50000" b="50000"/>
                  </a:path>
                </a:gradFill>
                <a:ln w="9525">
                  <a:solidFill>
                    <a:srgbClr val="006666"/>
                  </a:solidFill>
                  <a:round/>
                  <a:headEnd/>
                  <a:tailEnd/>
                </a:ln>
              </p:spPr>
              <p:txBody>
                <a:bodyPr wrap="none" anchor="ctr"/>
                <a:lstStyle/>
                <a:p>
                  <a:endParaRPr lang="zh-CN" altLang="en-US"/>
                </a:p>
              </p:txBody>
            </p:sp>
            <p:sp>
              <p:nvSpPr>
                <p:cNvPr id="18464" name="Oval 144"/>
                <p:cNvSpPr>
                  <a:spLocks noChangeArrowheads="1"/>
                </p:cNvSpPr>
                <p:nvPr/>
              </p:nvSpPr>
              <p:spPr bwMode="auto">
                <a:xfrm flipH="1">
                  <a:off x="2243" y="3324"/>
                  <a:ext cx="423" cy="378"/>
                </a:xfrm>
                <a:prstGeom prst="ellipse">
                  <a:avLst/>
                </a:prstGeom>
                <a:gradFill rotWithShape="1">
                  <a:gsLst>
                    <a:gs pos="0">
                      <a:srgbClr val="FFFF99"/>
                    </a:gs>
                    <a:gs pos="100000">
                      <a:srgbClr val="4D4D4D"/>
                    </a:gs>
                  </a:gsLst>
                  <a:path path="shape">
                    <a:fillToRect l="50000" t="50000" r="50000" b="50000"/>
                  </a:path>
                </a:gradFill>
                <a:ln w="9525">
                  <a:solidFill>
                    <a:schemeClr val="tx1"/>
                  </a:solidFill>
                  <a:round/>
                  <a:headEnd/>
                  <a:tailEnd/>
                </a:ln>
              </p:spPr>
              <p:txBody>
                <a:bodyPr wrap="none" anchor="ctr"/>
                <a:lstStyle/>
                <a:p>
                  <a:endParaRPr lang="zh-CN" altLang="en-US"/>
                </a:p>
              </p:txBody>
            </p:sp>
          </p:grpSp>
          <p:graphicFrame>
            <p:nvGraphicFramePr>
              <p:cNvPr id="18434" name="Object 145"/>
              <p:cNvGraphicFramePr>
                <a:graphicFrameLocks noChangeAspect="1"/>
              </p:cNvGraphicFramePr>
              <p:nvPr/>
            </p:nvGraphicFramePr>
            <p:xfrm>
              <a:off x="930" y="2614"/>
              <a:ext cx="627" cy="725"/>
            </p:xfrm>
            <a:graphic>
              <a:graphicData uri="http://schemas.openxmlformats.org/presentationml/2006/ole">
                <p:oleObj spid="_x0000_s18434" name="剪辑" r:id="rId9" imgW="1996560" imgH="2302920" progId="MS_ClipArt_Gallery.2">
                  <p:embed/>
                </p:oleObj>
              </a:graphicData>
            </a:graphic>
          </p:graphicFrame>
          <p:grpSp>
            <p:nvGrpSpPr>
              <p:cNvPr id="18452" name="Group 146"/>
              <p:cNvGrpSpPr>
                <a:grpSpLocks/>
              </p:cNvGrpSpPr>
              <p:nvPr/>
            </p:nvGrpSpPr>
            <p:grpSpPr bwMode="auto">
              <a:xfrm>
                <a:off x="1701" y="3022"/>
                <a:ext cx="1406" cy="318"/>
                <a:chOff x="431" y="1933"/>
                <a:chExt cx="1406" cy="408"/>
              </a:xfrm>
            </p:grpSpPr>
            <p:sp>
              <p:nvSpPr>
                <p:cNvPr id="18457" name="Rectangle 147" descr="深色木质"/>
                <p:cNvSpPr>
                  <a:spLocks noChangeArrowheads="1"/>
                </p:cNvSpPr>
                <p:nvPr/>
              </p:nvSpPr>
              <p:spPr bwMode="auto">
                <a:xfrm>
                  <a:off x="431" y="1933"/>
                  <a:ext cx="1406" cy="91"/>
                </a:xfrm>
                <a:prstGeom prst="rect">
                  <a:avLst/>
                </a:prstGeom>
                <a:blipFill dpi="0" rotWithShape="1">
                  <a:blip r:embed="rId8"/>
                  <a:srcRect/>
                  <a:tile tx="0" ty="0" sx="100000" sy="100000" flip="none" algn="tl"/>
                </a:blipFill>
                <a:ln w="9525">
                  <a:noFill/>
                  <a:miter lim="800000"/>
                  <a:headEnd/>
                  <a:tailEnd/>
                </a:ln>
              </p:spPr>
              <p:txBody>
                <a:bodyPr wrap="none" anchor="ctr"/>
                <a:lstStyle/>
                <a:p>
                  <a:endParaRPr lang="zh-CN" altLang="en-US"/>
                </a:p>
              </p:txBody>
            </p:sp>
            <p:sp>
              <p:nvSpPr>
                <p:cNvPr id="18458" name="Rectangle 148" descr="深色木质"/>
                <p:cNvSpPr>
                  <a:spLocks noChangeArrowheads="1"/>
                </p:cNvSpPr>
                <p:nvPr/>
              </p:nvSpPr>
              <p:spPr bwMode="auto">
                <a:xfrm>
                  <a:off x="703" y="2024"/>
                  <a:ext cx="91" cy="317"/>
                </a:xfrm>
                <a:prstGeom prst="rect">
                  <a:avLst/>
                </a:prstGeom>
                <a:blipFill dpi="0" rotWithShape="1">
                  <a:blip r:embed="rId8"/>
                  <a:srcRect/>
                  <a:tile tx="0" ty="0" sx="100000" sy="100000" flip="none" algn="tl"/>
                </a:blipFill>
                <a:ln w="9525">
                  <a:noFill/>
                  <a:miter lim="800000"/>
                  <a:headEnd/>
                  <a:tailEnd/>
                </a:ln>
              </p:spPr>
              <p:txBody>
                <a:bodyPr wrap="none" anchor="ctr"/>
                <a:lstStyle/>
                <a:p>
                  <a:endParaRPr lang="zh-CN" altLang="en-US"/>
                </a:p>
              </p:txBody>
            </p:sp>
            <p:sp>
              <p:nvSpPr>
                <p:cNvPr id="18459" name="Rectangle 149" descr="深色木质"/>
                <p:cNvSpPr>
                  <a:spLocks noChangeArrowheads="1"/>
                </p:cNvSpPr>
                <p:nvPr/>
              </p:nvSpPr>
              <p:spPr bwMode="auto">
                <a:xfrm>
                  <a:off x="1474" y="2024"/>
                  <a:ext cx="91" cy="317"/>
                </a:xfrm>
                <a:prstGeom prst="rect">
                  <a:avLst/>
                </a:prstGeom>
                <a:blipFill dpi="0" rotWithShape="1">
                  <a:blip r:embed="rId8"/>
                  <a:srcRect/>
                  <a:tile tx="0" ty="0" sx="100000" sy="100000" flip="none" algn="tl"/>
                </a:blipFill>
                <a:ln w="9525">
                  <a:noFill/>
                  <a:miter lim="800000"/>
                  <a:headEnd/>
                  <a:tailEnd/>
                </a:ln>
              </p:spPr>
              <p:txBody>
                <a:bodyPr wrap="none" anchor="ctr"/>
                <a:lstStyle/>
                <a:p>
                  <a:endParaRPr lang="zh-CN" altLang="en-US"/>
                </a:p>
              </p:txBody>
            </p:sp>
          </p:grpSp>
          <p:grpSp>
            <p:nvGrpSpPr>
              <p:cNvPr id="18453" name="Group 150"/>
              <p:cNvGrpSpPr>
                <a:grpSpLocks/>
              </p:cNvGrpSpPr>
              <p:nvPr/>
            </p:nvGrpSpPr>
            <p:grpSpPr bwMode="auto">
              <a:xfrm>
                <a:off x="2880" y="2387"/>
                <a:ext cx="227" cy="671"/>
                <a:chOff x="476" y="1807"/>
                <a:chExt cx="227" cy="534"/>
              </a:xfrm>
            </p:grpSpPr>
            <p:sp>
              <p:nvSpPr>
                <p:cNvPr id="18455" name="Freeform 151"/>
                <p:cNvSpPr>
                  <a:spLocks/>
                </p:cNvSpPr>
                <p:nvPr/>
              </p:nvSpPr>
              <p:spPr bwMode="auto">
                <a:xfrm>
                  <a:off x="476" y="1807"/>
                  <a:ext cx="227" cy="81"/>
                </a:xfrm>
                <a:custGeom>
                  <a:avLst/>
                  <a:gdLst>
                    <a:gd name="T0" fmla="*/ 0 w 363"/>
                    <a:gd name="T1" fmla="*/ 79 h 82"/>
                    <a:gd name="T2" fmla="*/ 31 w 363"/>
                    <a:gd name="T3" fmla="*/ 17 h 82"/>
                    <a:gd name="T4" fmla="*/ 72 w 363"/>
                    <a:gd name="T5" fmla="*/ 0 h 82"/>
                    <a:gd name="T6" fmla="*/ 113 w 363"/>
                    <a:gd name="T7" fmla="*/ 17 h 82"/>
                    <a:gd name="T8" fmla="*/ 142 w 363"/>
                    <a:gd name="T9" fmla="*/ 80 h 82"/>
                    <a:gd name="T10" fmla="*/ 0 60000 65536"/>
                    <a:gd name="T11" fmla="*/ 0 60000 65536"/>
                    <a:gd name="T12" fmla="*/ 0 60000 65536"/>
                    <a:gd name="T13" fmla="*/ 0 60000 65536"/>
                    <a:gd name="T14" fmla="*/ 0 60000 65536"/>
                    <a:gd name="T15" fmla="*/ 0 w 363"/>
                    <a:gd name="T16" fmla="*/ 0 h 82"/>
                    <a:gd name="T17" fmla="*/ 363 w 363"/>
                    <a:gd name="T18" fmla="*/ 82 h 82"/>
                  </a:gdLst>
                  <a:ahLst/>
                  <a:cxnLst>
                    <a:cxn ang="T10">
                      <a:pos x="T0" y="T1"/>
                    </a:cxn>
                    <a:cxn ang="T11">
                      <a:pos x="T2" y="T3"/>
                    </a:cxn>
                    <a:cxn ang="T12">
                      <a:pos x="T4" y="T5"/>
                    </a:cxn>
                    <a:cxn ang="T13">
                      <a:pos x="T6" y="T7"/>
                    </a:cxn>
                    <a:cxn ang="T14">
                      <a:pos x="T8" y="T9"/>
                    </a:cxn>
                  </a:cxnLst>
                  <a:rect l="T15" t="T16" r="T17" b="T18"/>
                  <a:pathLst>
                    <a:path w="363" h="82">
                      <a:moveTo>
                        <a:pt x="0" y="81"/>
                      </a:moveTo>
                      <a:lnTo>
                        <a:pt x="79" y="17"/>
                      </a:lnTo>
                      <a:lnTo>
                        <a:pt x="184" y="0"/>
                      </a:lnTo>
                      <a:lnTo>
                        <a:pt x="288" y="17"/>
                      </a:lnTo>
                      <a:lnTo>
                        <a:pt x="363" y="82"/>
                      </a:lnTo>
                    </a:path>
                  </a:pathLst>
                </a:custGeom>
                <a:noFill/>
                <a:ln w="38100">
                  <a:solidFill>
                    <a:srgbClr val="FF0000"/>
                  </a:solidFill>
                  <a:round/>
                  <a:headEnd/>
                  <a:tailEnd/>
                </a:ln>
              </p:spPr>
              <p:txBody>
                <a:bodyPr/>
                <a:lstStyle/>
                <a:p>
                  <a:endParaRPr lang="zh-CN" altLang="en-US"/>
                </a:p>
              </p:txBody>
            </p:sp>
            <p:sp>
              <p:nvSpPr>
                <p:cNvPr id="18456" name="Line 152"/>
                <p:cNvSpPr>
                  <a:spLocks noChangeShapeType="1"/>
                </p:cNvSpPr>
                <p:nvPr/>
              </p:nvSpPr>
              <p:spPr bwMode="auto">
                <a:xfrm>
                  <a:off x="703" y="1888"/>
                  <a:ext cx="0" cy="453"/>
                </a:xfrm>
                <a:prstGeom prst="line">
                  <a:avLst/>
                </a:prstGeom>
                <a:noFill/>
                <a:ln w="38100">
                  <a:solidFill>
                    <a:srgbClr val="FF0000"/>
                  </a:solidFill>
                  <a:round/>
                  <a:headEnd/>
                  <a:tailEnd/>
                </a:ln>
              </p:spPr>
              <p:txBody>
                <a:bodyPr/>
                <a:lstStyle/>
                <a:p>
                  <a:endParaRPr lang="zh-CN" altLang="en-US"/>
                </a:p>
              </p:txBody>
            </p:sp>
          </p:grpSp>
          <p:sp>
            <p:nvSpPr>
              <p:cNvPr id="18454" name="Line 153"/>
              <p:cNvSpPr>
                <a:spLocks noChangeShapeType="1"/>
              </p:cNvSpPr>
              <p:nvPr/>
            </p:nvSpPr>
            <p:spPr bwMode="auto">
              <a:xfrm flipH="1">
                <a:off x="2699" y="2478"/>
                <a:ext cx="181" cy="272"/>
              </a:xfrm>
              <a:prstGeom prst="line">
                <a:avLst/>
              </a:prstGeom>
              <a:noFill/>
              <a:ln w="19050">
                <a:solidFill>
                  <a:srgbClr val="FF0000"/>
                </a:solidFill>
                <a:round/>
                <a:headEnd/>
                <a:tailEnd/>
              </a:ln>
            </p:spPr>
            <p:txBody>
              <a:bodyPr/>
              <a:lstStyle/>
              <a:p>
                <a:endParaRPr lang="zh-CN" altLang="en-US"/>
              </a:p>
            </p:txBody>
          </p:sp>
        </p:grpSp>
        <p:sp>
          <p:nvSpPr>
            <p:cNvPr id="18446" name="Oval 154"/>
            <p:cNvSpPr>
              <a:spLocks noChangeArrowheads="1"/>
            </p:cNvSpPr>
            <p:nvPr/>
          </p:nvSpPr>
          <p:spPr bwMode="auto">
            <a:xfrm>
              <a:off x="2608" y="4637"/>
              <a:ext cx="91" cy="91"/>
            </a:xfrm>
            <a:prstGeom prst="ellipse">
              <a:avLst/>
            </a:prstGeom>
            <a:gradFill rotWithShape="1">
              <a:gsLst>
                <a:gs pos="0">
                  <a:srgbClr val="FFFFFF"/>
                </a:gs>
                <a:gs pos="100000">
                  <a:srgbClr val="FF0000"/>
                </a:gs>
              </a:gsLst>
              <a:path path="shape">
                <a:fillToRect l="50000" t="50000" r="50000" b="50000"/>
              </a:path>
            </a:gradFill>
            <a:ln w="9525">
              <a:solidFill>
                <a:srgbClr val="FF0000"/>
              </a:solidFill>
              <a:round/>
              <a:headEnd/>
              <a:tailEnd/>
            </a:ln>
          </p:spPr>
          <p:txBody>
            <a:bodyPr wrap="none" anchor="ctr"/>
            <a:lstStyle/>
            <a:p>
              <a:endParaRPr lang="zh-CN" altLang="en-US"/>
            </a:p>
          </p:txBody>
        </p:sp>
        <p:sp>
          <p:nvSpPr>
            <p:cNvPr id="18447" name="Line 155"/>
            <p:cNvSpPr>
              <a:spLocks noChangeShapeType="1"/>
            </p:cNvSpPr>
            <p:nvPr/>
          </p:nvSpPr>
          <p:spPr bwMode="auto">
            <a:xfrm>
              <a:off x="2835" y="4411"/>
              <a:ext cx="0" cy="317"/>
            </a:xfrm>
            <a:prstGeom prst="line">
              <a:avLst/>
            </a:prstGeom>
            <a:noFill/>
            <a:ln w="9525">
              <a:solidFill>
                <a:srgbClr val="FF0000"/>
              </a:solidFill>
              <a:prstDash val="dash"/>
              <a:round/>
              <a:headEnd/>
              <a:tailEnd/>
            </a:ln>
          </p:spPr>
          <p:txBody>
            <a:bodyPr/>
            <a:lstStyle/>
            <a:p>
              <a:endParaRPr lang="zh-CN" altLang="en-US"/>
            </a:p>
          </p:txBody>
        </p:sp>
        <p:sp>
          <p:nvSpPr>
            <p:cNvPr id="18448" name="Line 156"/>
            <p:cNvSpPr>
              <a:spLocks noChangeShapeType="1"/>
            </p:cNvSpPr>
            <p:nvPr/>
          </p:nvSpPr>
          <p:spPr bwMode="auto">
            <a:xfrm>
              <a:off x="4196" y="5227"/>
              <a:ext cx="453" cy="1"/>
            </a:xfrm>
            <a:prstGeom prst="line">
              <a:avLst/>
            </a:prstGeom>
            <a:noFill/>
            <a:ln w="38100">
              <a:solidFill>
                <a:srgbClr val="FF0000"/>
              </a:solidFill>
              <a:round/>
              <a:headEnd/>
              <a:tailEnd type="stealth" w="med" len="lg"/>
            </a:ln>
          </p:spPr>
          <p:txBody>
            <a:bodyPr/>
            <a:lstStyle/>
            <a:p>
              <a:endParaRPr lang="zh-CN" altLang="en-US"/>
            </a:p>
          </p:txBody>
        </p:sp>
        <p:sp>
          <p:nvSpPr>
            <p:cNvPr id="18449" name="Text Box 157"/>
            <p:cNvSpPr txBox="1">
              <a:spLocks noChangeArrowheads="1"/>
            </p:cNvSpPr>
            <p:nvPr/>
          </p:nvSpPr>
          <p:spPr bwMode="auto">
            <a:xfrm>
              <a:off x="4378" y="4819"/>
              <a:ext cx="590" cy="368"/>
            </a:xfrm>
            <a:prstGeom prst="rect">
              <a:avLst/>
            </a:prstGeom>
            <a:solidFill>
              <a:schemeClr val="bg1"/>
            </a:solidFill>
            <a:ln w="9525">
              <a:noFill/>
              <a:miter lim="800000"/>
              <a:headEnd/>
              <a:tailEnd/>
            </a:ln>
          </p:spPr>
          <p:txBody>
            <a:bodyPr lIns="0" tIns="0" rIns="0" bIns="0">
              <a:spAutoFit/>
            </a:bodyPr>
            <a:lstStyle/>
            <a:p>
              <a:pPr algn="ctr"/>
              <a:r>
                <a:rPr lang="en-US" altLang="zh-CN" sz="3200" i="1">
                  <a:solidFill>
                    <a:srgbClr val="FF0000"/>
                  </a:solidFill>
                  <a:ea typeface="宋体" pitchFamily="2" charset="-122"/>
                </a:rPr>
                <a:t>a</a:t>
              </a:r>
              <a:r>
                <a:rPr lang="en-US" altLang="zh-CN" sz="2400">
                  <a:solidFill>
                    <a:srgbClr val="FF0000"/>
                  </a:solidFill>
                  <a:ea typeface="宋体" pitchFamily="2" charset="-122"/>
                </a:rPr>
                <a:t>≠0</a:t>
              </a:r>
            </a:p>
          </p:txBody>
        </p:sp>
        <p:sp>
          <p:nvSpPr>
            <p:cNvPr id="18450" name="Rectangle 158" descr="深色木质"/>
            <p:cNvSpPr>
              <a:spLocks noChangeArrowheads="1"/>
            </p:cNvSpPr>
            <p:nvPr/>
          </p:nvSpPr>
          <p:spPr bwMode="auto">
            <a:xfrm>
              <a:off x="1655" y="4791"/>
              <a:ext cx="46" cy="181"/>
            </a:xfrm>
            <a:prstGeom prst="rect">
              <a:avLst/>
            </a:prstGeom>
            <a:blipFill dpi="0" rotWithShape="1">
              <a:blip r:embed="rId8"/>
              <a:srcRect/>
              <a:tile tx="0" ty="0" sx="100000" sy="100000" flip="none" algn="tl"/>
            </a:blipFill>
            <a:ln w="9525">
              <a:noFill/>
              <a:miter lim="800000"/>
              <a:headEnd/>
              <a:tailEnd/>
            </a:ln>
          </p:spPr>
          <p:txBody>
            <a:bodyPr wrap="none" anchor="ctr"/>
            <a:lstStyle/>
            <a:p>
              <a:endParaRPr lang="zh-CN" altLang="en-US"/>
            </a:p>
          </p:txBody>
        </p:sp>
      </p:grpSp>
      <p:sp>
        <p:nvSpPr>
          <p:cNvPr id="172191" name="Rectangle 159"/>
          <p:cNvSpPr>
            <a:spLocks noChangeArrowheads="1"/>
          </p:cNvSpPr>
          <p:nvPr/>
        </p:nvSpPr>
        <p:spPr bwMode="auto">
          <a:xfrm>
            <a:off x="1258888" y="4114800"/>
            <a:ext cx="6337300" cy="466725"/>
          </a:xfrm>
          <a:prstGeom prst="rect">
            <a:avLst/>
          </a:prstGeom>
          <a:solidFill>
            <a:srgbClr val="00FFFF">
              <a:alpha val="30196"/>
            </a:srgbClr>
          </a:solidFill>
          <a:ln w="9525">
            <a:solidFill>
              <a:srgbClr val="00FFFF">
                <a:alpha val="70195"/>
              </a:srgbClr>
            </a:solidFill>
            <a:miter lim="800000"/>
            <a:headEnd/>
            <a:tailEnd/>
          </a:ln>
        </p:spPr>
        <p:txBody>
          <a:bodyPr>
            <a:spAutoFit/>
          </a:bodyPr>
          <a:lstStyle/>
          <a:p>
            <a:pPr>
              <a:lnSpc>
                <a:spcPct val="100000"/>
              </a:lnSpc>
              <a:spcBef>
                <a:spcPct val="0"/>
              </a:spcBef>
            </a:pPr>
            <a:r>
              <a:rPr lang="zh-CN" altLang="en-US" sz="2400">
                <a:solidFill>
                  <a:schemeClr val="tx2"/>
                </a:solidFill>
                <a:ea typeface="宋体" pitchFamily="2" charset="-122"/>
              </a:rPr>
              <a:t>牛顿定律能成立的参照系</a:t>
            </a:r>
            <a:r>
              <a:rPr lang="en-US" altLang="zh-CN" sz="2400">
                <a:solidFill>
                  <a:srgbClr val="339966"/>
                </a:solidFill>
                <a:ea typeface="宋体" pitchFamily="2" charset="-122"/>
              </a:rPr>
              <a:t>——</a:t>
            </a:r>
            <a:r>
              <a:rPr lang="zh-CN" altLang="en-US" sz="2400">
                <a:solidFill>
                  <a:srgbClr val="FF6600"/>
                </a:solidFill>
                <a:ea typeface="宋体" pitchFamily="2" charset="-122"/>
              </a:rPr>
              <a:t>惯性参照系</a:t>
            </a:r>
          </a:p>
        </p:txBody>
      </p:sp>
      <p:sp>
        <p:nvSpPr>
          <p:cNvPr id="172192" name="Rectangle 160"/>
          <p:cNvSpPr>
            <a:spLocks noChangeArrowheads="1"/>
          </p:cNvSpPr>
          <p:nvPr/>
        </p:nvSpPr>
        <p:spPr bwMode="auto">
          <a:xfrm>
            <a:off x="1263650" y="4868863"/>
            <a:ext cx="6332538" cy="466725"/>
          </a:xfrm>
          <a:prstGeom prst="rect">
            <a:avLst/>
          </a:prstGeom>
          <a:solidFill>
            <a:srgbClr val="00FFFF">
              <a:alpha val="30196"/>
            </a:srgbClr>
          </a:solidFill>
          <a:ln w="9525">
            <a:solidFill>
              <a:srgbClr val="00FFFF">
                <a:alpha val="70195"/>
              </a:srgbClr>
            </a:solidFill>
            <a:miter lim="800000"/>
            <a:headEnd/>
            <a:tailEnd/>
          </a:ln>
        </p:spPr>
        <p:txBody>
          <a:bodyPr>
            <a:spAutoFit/>
          </a:bodyPr>
          <a:lstStyle/>
          <a:p>
            <a:pPr>
              <a:lnSpc>
                <a:spcPct val="100000"/>
              </a:lnSpc>
              <a:spcBef>
                <a:spcPct val="0"/>
              </a:spcBef>
            </a:pPr>
            <a:r>
              <a:rPr lang="zh-CN" altLang="en-US" sz="2400">
                <a:solidFill>
                  <a:schemeClr val="tx2"/>
                </a:solidFill>
                <a:ea typeface="宋体" pitchFamily="2" charset="-122"/>
              </a:rPr>
              <a:t>牛顿定律不能成立的参照系</a:t>
            </a:r>
            <a:r>
              <a:rPr lang="en-US" altLang="zh-CN" sz="2400">
                <a:ea typeface="宋体" pitchFamily="2" charset="-122"/>
              </a:rPr>
              <a:t>——</a:t>
            </a:r>
            <a:r>
              <a:rPr lang="zh-CN" altLang="en-US" sz="2400">
                <a:solidFill>
                  <a:srgbClr val="FF6600"/>
                </a:solidFill>
                <a:ea typeface="宋体" pitchFamily="2" charset="-122"/>
              </a:rPr>
              <a:t>非惯性系</a:t>
            </a:r>
          </a:p>
        </p:txBody>
      </p:sp>
      <p:sp>
        <p:nvSpPr>
          <p:cNvPr id="172193" name="Text Box 161"/>
          <p:cNvSpPr txBox="1">
            <a:spLocks noChangeArrowheads="1"/>
          </p:cNvSpPr>
          <p:nvPr/>
        </p:nvSpPr>
        <p:spPr bwMode="auto">
          <a:xfrm>
            <a:off x="285750" y="5557838"/>
            <a:ext cx="8534400" cy="936625"/>
          </a:xfrm>
          <a:prstGeom prst="rect">
            <a:avLst/>
          </a:prstGeom>
          <a:solidFill>
            <a:srgbClr val="CCFFCC"/>
          </a:solidFill>
          <a:ln w="9525">
            <a:solidFill>
              <a:srgbClr val="00FF00"/>
            </a:solidFill>
            <a:miter lim="800000"/>
            <a:headEnd/>
            <a:tailEnd/>
          </a:ln>
        </p:spPr>
        <p:txBody>
          <a:bodyPr>
            <a:spAutoFit/>
          </a:bodyPr>
          <a:lstStyle/>
          <a:p>
            <a:r>
              <a:rPr lang="zh-CN" altLang="en-US" sz="2400">
                <a:ea typeface="宋体" pitchFamily="2" charset="-122"/>
              </a:rPr>
              <a:t>相对惯性系作</a:t>
            </a:r>
            <a:r>
              <a:rPr lang="zh-CN" altLang="en-US" sz="2400">
                <a:solidFill>
                  <a:srgbClr val="FF6600"/>
                </a:solidFill>
                <a:ea typeface="宋体" pitchFamily="2" charset="-122"/>
              </a:rPr>
              <a:t>匀速直线运动</a:t>
            </a:r>
            <a:r>
              <a:rPr lang="zh-CN" altLang="en-US" sz="2400">
                <a:ea typeface="宋体" pitchFamily="2" charset="-122"/>
              </a:rPr>
              <a:t>的参照系也是惯性系。而相对惯性系作加速运动的参照系是非惯性系。</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3000" fill="hold"/>
                                        <p:tgtEl>
                                          <p:spTgt spid="2"/>
                                        </p:tgtEl>
                                        <p:attrNameLst>
                                          <p:attrName>ppt_x</p:attrName>
                                        </p:attrNameLst>
                                      </p:cBhvr>
                                      <p:tavLst>
                                        <p:tav tm="0">
                                          <p:val>
                                            <p:strVal val="0-#ppt_w/2"/>
                                          </p:val>
                                        </p:tav>
                                        <p:tav tm="100000">
                                          <p:val>
                                            <p:strVal val="#ppt_x"/>
                                          </p:val>
                                        </p:tav>
                                      </p:tavLst>
                                    </p:anim>
                                    <p:anim calcmode="lin" valueType="num">
                                      <p:cBhvr additive="base">
                                        <p:cTn id="8" dur="3000" fill="hold"/>
                                        <p:tgtEl>
                                          <p:spTgt spid="2"/>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4" name="wind.wav" builtIn="1"/>
                                        </p:tgtEl>
                                      </p:cMediaNode>
                                    </p:audio>
                                  </p:subTnLst>
                                </p:cTn>
                              </p:par>
                              <p:par>
                                <p:cTn id="9" presetID="1" presetClass="entr" presetSubtype="0" fill="hold"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172166"/>
                                        </p:tgtEl>
                                        <p:attrNameLst>
                                          <p:attrName>style.visibility</p:attrName>
                                        </p:attrNameLst>
                                      </p:cBhvr>
                                      <p:to>
                                        <p:strVal val="visible"/>
                                      </p:to>
                                    </p:set>
                                    <p:animEffect transition="in" filter="wipe(left)">
                                      <p:cBhvr>
                                        <p:cTn id="15" dur="1000"/>
                                        <p:tgtEl>
                                          <p:spTgt spid="172166"/>
                                        </p:tgtEl>
                                      </p:cBhvr>
                                    </p:animEffect>
                                  </p:childTnLst>
                                </p:cTn>
                              </p:par>
                            </p:childTnLst>
                          </p:cTn>
                        </p:par>
                      </p:childTnLst>
                    </p:cTn>
                  </p:par>
                  <p:par>
                    <p:cTn id="16" fill="hold">
                      <p:stCondLst>
                        <p:cond delay="indefinite"/>
                      </p:stCondLst>
                      <p:childTnLst>
                        <p:par>
                          <p:cTn id="17" fill="hold">
                            <p:stCondLst>
                              <p:cond delay="0"/>
                            </p:stCondLst>
                            <p:childTnLst>
                              <p:par>
                                <p:cTn id="18" presetID="34" presetClass="entr" presetSubtype="0" fill="hold" nodeType="clickEffect">
                                  <p:stCondLst>
                                    <p:cond delay="0"/>
                                  </p:stCondLst>
                                  <p:childTnLst>
                                    <p:set>
                                      <p:cBhvr>
                                        <p:cTn id="19" dur="1" fill="hold">
                                          <p:stCondLst>
                                            <p:cond delay="0"/>
                                          </p:stCondLst>
                                        </p:cTn>
                                        <p:tgtEl>
                                          <p:spTgt spid="8"/>
                                        </p:tgtEl>
                                        <p:attrNameLst>
                                          <p:attrName>style.visibility</p:attrName>
                                        </p:attrNameLst>
                                      </p:cBhvr>
                                      <p:to>
                                        <p:strVal val="visible"/>
                                      </p:to>
                                    </p:set>
                                    <p:anim from="(-#ppt_w/2)" to="(#ppt_x)" calcmode="lin" valueType="num">
                                      <p:cBhvr>
                                        <p:cTn id="20" dur="600" fill="hold">
                                          <p:stCondLst>
                                            <p:cond delay="0"/>
                                          </p:stCondLst>
                                        </p:cTn>
                                        <p:tgtEl>
                                          <p:spTgt spid="8"/>
                                        </p:tgtEl>
                                        <p:attrNameLst>
                                          <p:attrName>ppt_x</p:attrName>
                                        </p:attrNameLst>
                                      </p:cBhvr>
                                    </p:anim>
                                    <p:anim from="0" to="-1.0" calcmode="lin" valueType="num">
                                      <p:cBhvr>
                                        <p:cTn id="21" dur="200" decel="50000" autoRev="1" fill="hold">
                                          <p:stCondLst>
                                            <p:cond delay="600"/>
                                          </p:stCondLst>
                                        </p:cTn>
                                        <p:tgtEl>
                                          <p:spTgt spid="8"/>
                                        </p:tgtEl>
                                        <p:attrNameLst>
                                          <p:attrName>xshear</p:attrName>
                                        </p:attrNameLst>
                                      </p:cBhvr>
                                    </p:anim>
                                    <p:animScale>
                                      <p:cBhvr>
                                        <p:cTn id="22" dur="200" decel="100000" autoRev="1" fill="hold">
                                          <p:stCondLst>
                                            <p:cond delay="600"/>
                                          </p:stCondLst>
                                        </p:cTn>
                                        <p:tgtEl>
                                          <p:spTgt spid="8"/>
                                        </p:tgtEl>
                                      </p:cBhvr>
                                      <p:from x="100000" y="100000"/>
                                      <p:to x="80000" y="100000"/>
                                    </p:animScale>
                                    <p:anim by="(#ppt_h/3+#ppt_w*0.1)" calcmode="lin" valueType="num">
                                      <p:cBhvr additive="sum">
                                        <p:cTn id="23" dur="200" decel="100000" autoRev="1" fill="hold">
                                          <p:stCondLst>
                                            <p:cond delay="600"/>
                                          </p:stCondLst>
                                        </p:cTn>
                                        <p:tgtEl>
                                          <p:spTgt spid="8"/>
                                        </p:tgtEl>
                                        <p:attrNameLst>
                                          <p:attrName>ppt_x</p:attrName>
                                        </p:attrNameLst>
                                      </p:cBhvr>
                                    </p:anim>
                                  </p:childTnLst>
                                </p:cTn>
                              </p:par>
                              <p:par>
                                <p:cTn id="24" presetID="1" presetClass="exit" presetSubtype="0" fill="hold" nodeType="withEffect">
                                  <p:stCondLst>
                                    <p:cond delay="0"/>
                                  </p:stCondLst>
                                  <p:childTnLst>
                                    <p:set>
                                      <p:cBhvr>
                                        <p:cTn id="25" dur="1" fill="hold">
                                          <p:stCondLst>
                                            <p:cond delay="0"/>
                                          </p:stCondLst>
                                        </p:cTn>
                                        <p:tgtEl>
                                          <p:spTgt spid="2"/>
                                        </p:tgtEl>
                                        <p:attrNameLst>
                                          <p:attrName>style.visibility</p:attrName>
                                        </p:attrNameLst>
                                      </p:cBhvr>
                                      <p:to>
                                        <p:strVal val="hidden"/>
                                      </p:to>
                                    </p:se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172167"/>
                                        </p:tgtEl>
                                        <p:attrNameLst>
                                          <p:attrName>style.visibility</p:attrName>
                                        </p:attrNameLst>
                                      </p:cBhvr>
                                      <p:to>
                                        <p:strVal val="visible"/>
                                      </p:to>
                                    </p:set>
                                    <p:animEffect transition="in" filter="wipe(left)">
                                      <p:cBhvr>
                                        <p:cTn id="30" dur="1000"/>
                                        <p:tgtEl>
                                          <p:spTgt spid="172167"/>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172191"/>
                                        </p:tgtEl>
                                        <p:attrNameLst>
                                          <p:attrName>style.visibility</p:attrName>
                                        </p:attrNameLst>
                                      </p:cBhvr>
                                      <p:to>
                                        <p:strVal val="visible"/>
                                      </p:to>
                                    </p:set>
                                    <p:animEffect transition="in" filter="wipe(left)">
                                      <p:cBhvr>
                                        <p:cTn id="35" dur="500"/>
                                        <p:tgtEl>
                                          <p:spTgt spid="172191"/>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172192"/>
                                        </p:tgtEl>
                                        <p:attrNameLst>
                                          <p:attrName>style.visibility</p:attrName>
                                        </p:attrNameLst>
                                      </p:cBhvr>
                                      <p:to>
                                        <p:strVal val="visible"/>
                                      </p:to>
                                    </p:set>
                                    <p:animEffect transition="in" filter="wipe(left)">
                                      <p:cBhvr>
                                        <p:cTn id="40" dur="500"/>
                                        <p:tgtEl>
                                          <p:spTgt spid="172192"/>
                                        </p:tgtEl>
                                      </p:cBhvr>
                                    </p:animEffect>
                                  </p:childTnLst>
                                </p:cTn>
                              </p:par>
                            </p:childTnLst>
                          </p:cTn>
                        </p:par>
                      </p:childTnLst>
                    </p:cTn>
                  </p:par>
                  <p:par>
                    <p:cTn id="41" fill="hold">
                      <p:stCondLst>
                        <p:cond delay="indefinite"/>
                      </p:stCondLst>
                      <p:childTnLst>
                        <p:par>
                          <p:cTn id="42" fill="hold">
                            <p:stCondLst>
                              <p:cond delay="0"/>
                            </p:stCondLst>
                            <p:childTnLst>
                              <p:par>
                                <p:cTn id="43" presetID="17" presetClass="entr" presetSubtype="10" fill="hold" grpId="0" nodeType="clickEffect">
                                  <p:stCondLst>
                                    <p:cond delay="0"/>
                                  </p:stCondLst>
                                  <p:childTnLst>
                                    <p:set>
                                      <p:cBhvr>
                                        <p:cTn id="44" dur="1" fill="hold">
                                          <p:stCondLst>
                                            <p:cond delay="0"/>
                                          </p:stCondLst>
                                        </p:cTn>
                                        <p:tgtEl>
                                          <p:spTgt spid="172193"/>
                                        </p:tgtEl>
                                        <p:attrNameLst>
                                          <p:attrName>style.visibility</p:attrName>
                                        </p:attrNameLst>
                                      </p:cBhvr>
                                      <p:to>
                                        <p:strVal val="visible"/>
                                      </p:to>
                                    </p:set>
                                    <p:anim calcmode="lin" valueType="num">
                                      <p:cBhvr>
                                        <p:cTn id="45" dur="1000" fill="hold"/>
                                        <p:tgtEl>
                                          <p:spTgt spid="172193"/>
                                        </p:tgtEl>
                                        <p:attrNameLst>
                                          <p:attrName>ppt_w</p:attrName>
                                        </p:attrNameLst>
                                      </p:cBhvr>
                                      <p:tavLst>
                                        <p:tav tm="0">
                                          <p:val>
                                            <p:fltVal val="0"/>
                                          </p:val>
                                        </p:tav>
                                        <p:tav tm="100000">
                                          <p:val>
                                            <p:strVal val="#ppt_w"/>
                                          </p:val>
                                        </p:tav>
                                      </p:tavLst>
                                    </p:anim>
                                    <p:anim calcmode="lin" valueType="num">
                                      <p:cBhvr>
                                        <p:cTn id="46" dur="1000" fill="hold"/>
                                        <p:tgtEl>
                                          <p:spTgt spid="172193"/>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2166" grpId="0"/>
      <p:bldP spid="172167" grpId="0"/>
      <p:bldP spid="172191" grpId="0" animBg="1" autoUpdateAnimBg="0"/>
      <p:bldP spid="172192" grpId="0" animBg="1" autoUpdateAnimBg="0"/>
      <p:bldP spid="172193"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090" name="Oval 2"/>
          <p:cNvSpPr>
            <a:spLocks noChangeArrowheads="1"/>
          </p:cNvSpPr>
          <p:nvPr/>
        </p:nvSpPr>
        <p:spPr bwMode="auto">
          <a:xfrm>
            <a:off x="1619250" y="5373688"/>
            <a:ext cx="3024188" cy="863600"/>
          </a:xfrm>
          <a:prstGeom prst="ellipse">
            <a:avLst/>
          </a:prstGeom>
          <a:solidFill>
            <a:srgbClr val="CCFFFF">
              <a:alpha val="59999"/>
            </a:srgbClr>
          </a:solidFill>
          <a:ln w="9525" algn="ctr">
            <a:solidFill>
              <a:srgbClr val="00FFFF">
                <a:alpha val="89803"/>
              </a:srgbClr>
            </a:solidFill>
            <a:round/>
            <a:headEnd/>
            <a:tailEnd/>
          </a:ln>
        </p:spPr>
        <p:txBody>
          <a:bodyPr wrap="none" anchor="ctr">
            <a:spAutoFit/>
          </a:bodyPr>
          <a:lstStyle/>
          <a:p>
            <a:endParaRPr lang="zh-CN" altLang="en-US"/>
          </a:p>
        </p:txBody>
      </p:sp>
      <p:sp>
        <p:nvSpPr>
          <p:cNvPr id="217091" name="Oval 3"/>
          <p:cNvSpPr>
            <a:spLocks noChangeArrowheads="1"/>
          </p:cNvSpPr>
          <p:nvPr/>
        </p:nvSpPr>
        <p:spPr bwMode="auto">
          <a:xfrm>
            <a:off x="4716463" y="5300663"/>
            <a:ext cx="3240087" cy="1081087"/>
          </a:xfrm>
          <a:prstGeom prst="ellipse">
            <a:avLst/>
          </a:prstGeom>
          <a:solidFill>
            <a:srgbClr val="CCFFFF">
              <a:alpha val="59999"/>
            </a:srgbClr>
          </a:solidFill>
          <a:ln w="9525" algn="ctr">
            <a:solidFill>
              <a:srgbClr val="00FFFF">
                <a:alpha val="89803"/>
              </a:srgbClr>
            </a:solidFill>
            <a:round/>
            <a:headEnd/>
            <a:tailEnd/>
          </a:ln>
        </p:spPr>
        <p:txBody>
          <a:bodyPr wrap="none" anchor="ctr">
            <a:spAutoFit/>
          </a:bodyPr>
          <a:lstStyle/>
          <a:p>
            <a:endParaRPr lang="zh-CN" altLang="en-US"/>
          </a:p>
        </p:txBody>
      </p:sp>
      <p:sp>
        <p:nvSpPr>
          <p:cNvPr id="217092" name="Rectangle 4"/>
          <p:cNvSpPr>
            <a:spLocks noChangeArrowheads="1"/>
          </p:cNvSpPr>
          <p:nvPr/>
        </p:nvSpPr>
        <p:spPr bwMode="auto">
          <a:xfrm>
            <a:off x="630238" y="595313"/>
            <a:ext cx="1827212" cy="457200"/>
          </a:xfrm>
          <a:prstGeom prst="rect">
            <a:avLst/>
          </a:prstGeom>
          <a:noFill/>
          <a:ln w="9525">
            <a:noFill/>
            <a:miter lim="800000"/>
            <a:headEnd/>
            <a:tailEnd/>
          </a:ln>
        </p:spPr>
        <p:txBody>
          <a:bodyPr>
            <a:spAutoFit/>
          </a:bodyPr>
          <a:lstStyle/>
          <a:p>
            <a:pPr>
              <a:lnSpc>
                <a:spcPct val="100000"/>
              </a:lnSpc>
              <a:spcBef>
                <a:spcPct val="0"/>
              </a:spcBef>
              <a:buClr>
                <a:srgbClr val="CC0000"/>
              </a:buClr>
              <a:buFont typeface="Wingdings" pitchFamily="2" charset="2"/>
              <a:buNone/>
            </a:pPr>
            <a:r>
              <a:rPr lang="zh-CN" altLang="en-US" sz="2400">
                <a:solidFill>
                  <a:srgbClr val="FF6600"/>
                </a:solidFill>
                <a:ea typeface="宋体" pitchFamily="2" charset="-122"/>
              </a:rPr>
              <a:t>结论</a:t>
            </a:r>
          </a:p>
        </p:txBody>
      </p:sp>
      <p:sp>
        <p:nvSpPr>
          <p:cNvPr id="217093" name="Rectangle 5"/>
          <p:cNvSpPr>
            <a:spLocks noChangeArrowheads="1"/>
          </p:cNvSpPr>
          <p:nvPr/>
        </p:nvSpPr>
        <p:spPr bwMode="auto">
          <a:xfrm>
            <a:off x="309563" y="1258888"/>
            <a:ext cx="8223250" cy="506412"/>
          </a:xfrm>
          <a:prstGeom prst="rect">
            <a:avLst/>
          </a:prstGeom>
          <a:noFill/>
          <a:ln w="9525">
            <a:noFill/>
            <a:miter lim="800000"/>
            <a:headEnd/>
            <a:tailEnd/>
          </a:ln>
        </p:spPr>
        <p:txBody>
          <a:bodyPr>
            <a:spAutoFit/>
          </a:bodyPr>
          <a:lstStyle/>
          <a:p>
            <a:pPr marL="674688" indent="-674688">
              <a:lnSpc>
                <a:spcPct val="125000"/>
              </a:lnSpc>
              <a:spcBef>
                <a:spcPct val="0"/>
              </a:spcBef>
            </a:pPr>
            <a:r>
              <a:rPr lang="en-US" altLang="zh-CN" sz="2400">
                <a:ea typeface="宋体" pitchFamily="2" charset="-122"/>
              </a:rPr>
              <a:t>(1) </a:t>
            </a:r>
            <a:r>
              <a:rPr lang="zh-CN" altLang="en-US" sz="2400">
                <a:ea typeface="宋体" pitchFamily="2" charset="-122"/>
              </a:rPr>
              <a:t>凡是牛顿运动定律成立的参考系称为惯性系。</a:t>
            </a:r>
            <a:endParaRPr lang="zh-CN" altLang="en-US" sz="2400" u="sng">
              <a:ea typeface="宋体" pitchFamily="2" charset="-122"/>
            </a:endParaRPr>
          </a:p>
        </p:txBody>
      </p:sp>
      <p:sp>
        <p:nvSpPr>
          <p:cNvPr id="217094" name="Rectangle 6"/>
          <p:cNvSpPr>
            <a:spLocks noChangeArrowheads="1"/>
          </p:cNvSpPr>
          <p:nvPr/>
        </p:nvSpPr>
        <p:spPr bwMode="auto">
          <a:xfrm>
            <a:off x="309563" y="3835400"/>
            <a:ext cx="8505825" cy="457200"/>
          </a:xfrm>
          <a:prstGeom prst="rect">
            <a:avLst/>
          </a:prstGeom>
          <a:noFill/>
          <a:ln w="9525">
            <a:noFill/>
            <a:miter lim="800000"/>
            <a:headEnd/>
            <a:tailEnd/>
          </a:ln>
        </p:spPr>
        <p:txBody>
          <a:bodyPr>
            <a:spAutoFit/>
          </a:bodyPr>
          <a:lstStyle/>
          <a:p>
            <a:pPr>
              <a:lnSpc>
                <a:spcPct val="100000"/>
              </a:lnSpc>
              <a:spcBef>
                <a:spcPct val="0"/>
              </a:spcBef>
            </a:pPr>
            <a:r>
              <a:rPr lang="en-US" altLang="zh-CN" sz="2400">
                <a:ea typeface="宋体" pitchFamily="2" charset="-122"/>
              </a:rPr>
              <a:t>(3) </a:t>
            </a:r>
            <a:r>
              <a:rPr lang="zh-CN" altLang="en-US" sz="2400">
                <a:ea typeface="宋体" pitchFamily="2" charset="-122"/>
              </a:rPr>
              <a:t>相对于一惯性系作</a:t>
            </a:r>
            <a:r>
              <a:rPr lang="zh-CN" altLang="en-US" sz="2400">
                <a:solidFill>
                  <a:srgbClr val="FF6600"/>
                </a:solidFill>
                <a:ea typeface="宋体" pitchFamily="2" charset="-122"/>
              </a:rPr>
              <a:t>匀速直线运动</a:t>
            </a:r>
            <a:r>
              <a:rPr lang="zh-CN" altLang="en-US" sz="2400">
                <a:ea typeface="宋体" pitchFamily="2" charset="-122"/>
              </a:rPr>
              <a:t>的参照系都是惯性系。</a:t>
            </a:r>
          </a:p>
        </p:txBody>
      </p:sp>
      <p:sp>
        <p:nvSpPr>
          <p:cNvPr id="217095" name="Rectangle 7"/>
          <p:cNvSpPr>
            <a:spLocks noChangeArrowheads="1"/>
          </p:cNvSpPr>
          <p:nvPr/>
        </p:nvSpPr>
        <p:spPr bwMode="auto">
          <a:xfrm>
            <a:off x="309563" y="2035175"/>
            <a:ext cx="7786687" cy="457200"/>
          </a:xfrm>
          <a:prstGeom prst="rect">
            <a:avLst/>
          </a:prstGeom>
          <a:noFill/>
          <a:ln w="9525">
            <a:noFill/>
            <a:miter lim="800000"/>
            <a:headEnd/>
            <a:tailEnd/>
          </a:ln>
        </p:spPr>
        <p:txBody>
          <a:bodyPr>
            <a:spAutoFit/>
          </a:bodyPr>
          <a:lstStyle/>
          <a:p>
            <a:pPr>
              <a:lnSpc>
                <a:spcPct val="100000"/>
              </a:lnSpc>
              <a:spcBef>
                <a:spcPct val="0"/>
              </a:spcBef>
            </a:pPr>
            <a:r>
              <a:rPr lang="en-US" altLang="zh-CN" sz="2400">
                <a:ea typeface="宋体" pitchFamily="2" charset="-122"/>
              </a:rPr>
              <a:t>(2) </a:t>
            </a:r>
            <a:r>
              <a:rPr lang="zh-CN" altLang="en-US" sz="2400">
                <a:ea typeface="宋体" pitchFamily="2" charset="-122"/>
              </a:rPr>
              <a:t>判断某参考系是否是惯性系的依据是</a:t>
            </a:r>
            <a:r>
              <a:rPr lang="zh-CN" altLang="en-US" sz="2400">
                <a:solidFill>
                  <a:srgbClr val="FF6600"/>
                </a:solidFill>
                <a:ea typeface="宋体" pitchFamily="2" charset="-122"/>
              </a:rPr>
              <a:t>实验</a:t>
            </a:r>
            <a:r>
              <a:rPr lang="zh-CN" altLang="en-US" sz="2400">
                <a:ea typeface="宋体" pitchFamily="2" charset="-122"/>
              </a:rPr>
              <a:t>。</a:t>
            </a:r>
          </a:p>
        </p:txBody>
      </p:sp>
      <p:sp>
        <p:nvSpPr>
          <p:cNvPr id="217096" name="Rectangle 8"/>
          <p:cNvSpPr>
            <a:spLocks noChangeArrowheads="1"/>
          </p:cNvSpPr>
          <p:nvPr/>
        </p:nvSpPr>
        <p:spPr bwMode="auto">
          <a:xfrm>
            <a:off x="979488" y="2566988"/>
            <a:ext cx="7778750" cy="1006475"/>
          </a:xfrm>
          <a:prstGeom prst="rect">
            <a:avLst/>
          </a:prstGeom>
          <a:noFill/>
          <a:ln w="9525">
            <a:noFill/>
            <a:miter lim="800000"/>
            <a:headEnd/>
            <a:tailEnd/>
          </a:ln>
        </p:spPr>
        <p:txBody>
          <a:bodyPr>
            <a:spAutoFit/>
          </a:bodyPr>
          <a:lstStyle/>
          <a:p>
            <a:pPr>
              <a:lnSpc>
                <a:spcPct val="125000"/>
              </a:lnSpc>
              <a:spcBef>
                <a:spcPct val="0"/>
              </a:spcBef>
            </a:pPr>
            <a:r>
              <a:rPr lang="en-US" altLang="zh-CN" sz="2400">
                <a:ea typeface="宋体" pitchFamily="2" charset="-122"/>
              </a:rPr>
              <a:t>—— </a:t>
            </a:r>
            <a:r>
              <a:rPr lang="zh-CN" altLang="en-US" sz="2400">
                <a:ea typeface="宋体" pitchFamily="2" charset="-122"/>
              </a:rPr>
              <a:t>实验表明：在地面上，牛顿运动定律是相当精确的定律，因此通常取地面参照系为惯性参照系。</a:t>
            </a:r>
          </a:p>
        </p:txBody>
      </p:sp>
      <p:sp>
        <p:nvSpPr>
          <p:cNvPr id="217097" name="Text Box 9"/>
          <p:cNvSpPr txBox="1">
            <a:spLocks noChangeArrowheads="1"/>
          </p:cNvSpPr>
          <p:nvPr/>
        </p:nvSpPr>
        <p:spPr bwMode="auto">
          <a:xfrm>
            <a:off x="161925" y="4643438"/>
            <a:ext cx="5265738" cy="457200"/>
          </a:xfrm>
          <a:prstGeom prst="rect">
            <a:avLst/>
          </a:prstGeom>
          <a:noFill/>
          <a:ln w="9525">
            <a:noFill/>
            <a:miter lim="800000"/>
            <a:headEnd/>
            <a:tailEnd/>
          </a:ln>
        </p:spPr>
        <p:txBody>
          <a:bodyPr>
            <a:spAutoFit/>
          </a:bodyPr>
          <a:lstStyle/>
          <a:p>
            <a:pPr>
              <a:lnSpc>
                <a:spcPct val="100000"/>
              </a:lnSpc>
              <a:spcBef>
                <a:spcPct val="0"/>
              </a:spcBef>
            </a:pPr>
            <a:r>
              <a:rPr kumimoji="0" lang="zh-CN" altLang="en-US" sz="2400">
                <a:solidFill>
                  <a:srgbClr val="FF6600"/>
                </a:solidFill>
                <a:ea typeface="宋体" pitchFamily="2" charset="-122"/>
              </a:rPr>
              <a:t>牛顿运动定律的适用范围</a:t>
            </a:r>
          </a:p>
        </p:txBody>
      </p:sp>
      <p:sp>
        <p:nvSpPr>
          <p:cNvPr id="217098" name="Text Box 10"/>
          <p:cNvSpPr txBox="1">
            <a:spLocks noChangeArrowheads="1"/>
          </p:cNvSpPr>
          <p:nvPr/>
        </p:nvSpPr>
        <p:spPr bwMode="auto">
          <a:xfrm>
            <a:off x="1425575" y="5564188"/>
            <a:ext cx="6675438" cy="457200"/>
          </a:xfrm>
          <a:prstGeom prst="rect">
            <a:avLst/>
          </a:prstGeom>
          <a:noFill/>
          <a:ln w="9525">
            <a:noFill/>
            <a:miter lim="800000"/>
            <a:headEnd/>
            <a:tailEnd/>
          </a:ln>
        </p:spPr>
        <p:txBody>
          <a:bodyPr>
            <a:spAutoFit/>
          </a:bodyPr>
          <a:lstStyle/>
          <a:p>
            <a:pPr algn="ctr">
              <a:lnSpc>
                <a:spcPct val="100000"/>
              </a:lnSpc>
              <a:spcBef>
                <a:spcPct val="0"/>
              </a:spcBef>
            </a:pPr>
            <a:r>
              <a:rPr kumimoji="0" lang="zh-CN" altLang="en-US" sz="2400">
                <a:solidFill>
                  <a:schemeClr val="tx2"/>
                </a:solidFill>
                <a:ea typeface="宋体" pitchFamily="2" charset="-122"/>
              </a:rPr>
              <a:t>低速                                 宏观</a:t>
            </a:r>
          </a:p>
        </p:txBody>
      </p:sp>
      <p:sp>
        <p:nvSpPr>
          <p:cNvPr id="217099" name="AutoShape 11"/>
          <p:cNvSpPr>
            <a:spLocks noChangeArrowheads="1"/>
          </p:cNvSpPr>
          <p:nvPr/>
        </p:nvSpPr>
        <p:spPr bwMode="auto">
          <a:xfrm>
            <a:off x="206375" y="549275"/>
            <a:ext cx="360363" cy="576263"/>
          </a:xfrm>
          <a:prstGeom prst="star4">
            <a:avLst>
              <a:gd name="adj" fmla="val 18519"/>
            </a:avLst>
          </a:prstGeom>
          <a:gradFill rotWithShape="1">
            <a:gsLst>
              <a:gs pos="0">
                <a:srgbClr val="FF9900"/>
              </a:gs>
              <a:gs pos="100000">
                <a:srgbClr val="764700"/>
              </a:gs>
            </a:gsLst>
            <a:path path="shape">
              <a:fillToRect l="50000" t="50000" r="50000" b="50000"/>
            </a:path>
          </a:gradFill>
          <a:ln w="9525">
            <a:noFill/>
            <a:miter lim="800000"/>
            <a:headEnd/>
            <a:tailEnd/>
          </a:ln>
        </p:spPr>
        <p:txBody>
          <a:bodyPr wrap="none" anchor="ctr"/>
          <a:lstStyle/>
          <a:p>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17099"/>
                                        </p:tgtEl>
                                        <p:attrNameLst>
                                          <p:attrName>style.visibility</p:attrName>
                                        </p:attrNameLst>
                                      </p:cBhvr>
                                      <p:to>
                                        <p:strVal val="visible"/>
                                      </p:to>
                                    </p:set>
                                    <p:animEffect transition="in" filter="dissolve">
                                      <p:cBhvr>
                                        <p:cTn id="7" dur="1000"/>
                                        <p:tgtEl>
                                          <p:spTgt spid="217099"/>
                                        </p:tgtEl>
                                      </p:cBhvr>
                                    </p:animEffect>
                                  </p:childTnLst>
                                </p:cTn>
                              </p:par>
                            </p:childTnLst>
                          </p:cTn>
                        </p:par>
                        <p:par>
                          <p:cTn id="8" fill="hold">
                            <p:stCondLst>
                              <p:cond delay="1000"/>
                            </p:stCondLst>
                            <p:childTnLst>
                              <p:par>
                                <p:cTn id="9" presetID="22" presetClass="entr" presetSubtype="8" fill="hold" grpId="0" nodeType="afterEffect">
                                  <p:stCondLst>
                                    <p:cond delay="0"/>
                                  </p:stCondLst>
                                  <p:childTnLst>
                                    <p:set>
                                      <p:cBhvr>
                                        <p:cTn id="10" dur="1" fill="hold">
                                          <p:stCondLst>
                                            <p:cond delay="0"/>
                                          </p:stCondLst>
                                        </p:cTn>
                                        <p:tgtEl>
                                          <p:spTgt spid="217092"/>
                                        </p:tgtEl>
                                        <p:attrNameLst>
                                          <p:attrName>style.visibility</p:attrName>
                                        </p:attrNameLst>
                                      </p:cBhvr>
                                      <p:to>
                                        <p:strVal val="visible"/>
                                      </p:to>
                                    </p:set>
                                    <p:animEffect transition="in" filter="wipe(left)">
                                      <p:cBhvr>
                                        <p:cTn id="11" dur="500"/>
                                        <p:tgtEl>
                                          <p:spTgt spid="217092"/>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217093">
                                            <p:txEl>
                                              <p:pRg st="0" end="0"/>
                                            </p:txEl>
                                          </p:spTgt>
                                        </p:tgtEl>
                                        <p:attrNameLst>
                                          <p:attrName>style.visibility</p:attrName>
                                        </p:attrNameLst>
                                      </p:cBhvr>
                                      <p:to>
                                        <p:strVal val="visible"/>
                                      </p:to>
                                    </p:set>
                                    <p:animEffect transition="in" filter="wipe(left)">
                                      <p:cBhvr>
                                        <p:cTn id="16" dur="500"/>
                                        <p:tgtEl>
                                          <p:spTgt spid="217093">
                                            <p:txEl>
                                              <p:pRg st="0" end="0"/>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217095"/>
                                        </p:tgtEl>
                                        <p:attrNameLst>
                                          <p:attrName>style.visibility</p:attrName>
                                        </p:attrNameLst>
                                      </p:cBhvr>
                                      <p:to>
                                        <p:strVal val="visible"/>
                                      </p:to>
                                    </p:set>
                                    <p:animEffect transition="in" filter="wipe(left)">
                                      <p:cBhvr>
                                        <p:cTn id="21" dur="500"/>
                                        <p:tgtEl>
                                          <p:spTgt spid="217095"/>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217096">
                                            <p:txEl>
                                              <p:pRg st="0" end="0"/>
                                            </p:txEl>
                                          </p:spTgt>
                                        </p:tgtEl>
                                        <p:attrNameLst>
                                          <p:attrName>style.visibility</p:attrName>
                                        </p:attrNameLst>
                                      </p:cBhvr>
                                      <p:to>
                                        <p:strVal val="visible"/>
                                      </p:to>
                                    </p:set>
                                    <p:animEffect transition="in" filter="wipe(left)">
                                      <p:cBhvr>
                                        <p:cTn id="26" dur="500"/>
                                        <p:tgtEl>
                                          <p:spTgt spid="217096">
                                            <p:txEl>
                                              <p:pRg st="0" end="0"/>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217094"/>
                                        </p:tgtEl>
                                        <p:attrNameLst>
                                          <p:attrName>style.visibility</p:attrName>
                                        </p:attrNameLst>
                                      </p:cBhvr>
                                      <p:to>
                                        <p:strVal val="visible"/>
                                      </p:to>
                                    </p:set>
                                    <p:animEffect transition="in" filter="wipe(left)">
                                      <p:cBhvr>
                                        <p:cTn id="31" dur="500"/>
                                        <p:tgtEl>
                                          <p:spTgt spid="217094"/>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217097"/>
                                        </p:tgtEl>
                                        <p:attrNameLst>
                                          <p:attrName>style.visibility</p:attrName>
                                        </p:attrNameLst>
                                      </p:cBhvr>
                                      <p:to>
                                        <p:strVal val="visible"/>
                                      </p:to>
                                    </p:set>
                                    <p:animEffect transition="in" filter="wipe(left)">
                                      <p:cBhvr>
                                        <p:cTn id="36" dur="500"/>
                                        <p:tgtEl>
                                          <p:spTgt spid="217097"/>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217098"/>
                                        </p:tgtEl>
                                        <p:attrNameLst>
                                          <p:attrName>style.visibility</p:attrName>
                                        </p:attrNameLst>
                                      </p:cBhvr>
                                      <p:to>
                                        <p:strVal val="visible"/>
                                      </p:to>
                                    </p:set>
                                    <p:animEffect transition="in" filter="wipe(left)">
                                      <p:cBhvr>
                                        <p:cTn id="41" dur="500"/>
                                        <p:tgtEl>
                                          <p:spTgt spid="217098"/>
                                        </p:tgtEl>
                                      </p:cBhvr>
                                    </p:animEffect>
                                  </p:childTnLst>
                                </p:cTn>
                              </p:par>
                              <p:par>
                                <p:cTn id="42" presetID="4" presetClass="entr" presetSubtype="16" fill="hold" grpId="0" nodeType="withEffect">
                                  <p:stCondLst>
                                    <p:cond delay="0"/>
                                  </p:stCondLst>
                                  <p:childTnLst>
                                    <p:set>
                                      <p:cBhvr>
                                        <p:cTn id="43" dur="1" fill="hold">
                                          <p:stCondLst>
                                            <p:cond delay="0"/>
                                          </p:stCondLst>
                                        </p:cTn>
                                        <p:tgtEl>
                                          <p:spTgt spid="217090"/>
                                        </p:tgtEl>
                                        <p:attrNameLst>
                                          <p:attrName>style.visibility</p:attrName>
                                        </p:attrNameLst>
                                      </p:cBhvr>
                                      <p:to>
                                        <p:strVal val="visible"/>
                                      </p:to>
                                    </p:set>
                                    <p:animEffect transition="in" filter="box(in)">
                                      <p:cBhvr>
                                        <p:cTn id="44" dur="2000"/>
                                        <p:tgtEl>
                                          <p:spTgt spid="217090"/>
                                        </p:tgtEl>
                                      </p:cBhvr>
                                    </p:animEffect>
                                  </p:childTnLst>
                                </p:cTn>
                              </p:par>
                              <p:par>
                                <p:cTn id="45" presetID="4" presetClass="entr" presetSubtype="16" fill="hold" grpId="0" nodeType="withEffect">
                                  <p:stCondLst>
                                    <p:cond delay="0"/>
                                  </p:stCondLst>
                                  <p:childTnLst>
                                    <p:set>
                                      <p:cBhvr>
                                        <p:cTn id="46" dur="1" fill="hold">
                                          <p:stCondLst>
                                            <p:cond delay="0"/>
                                          </p:stCondLst>
                                        </p:cTn>
                                        <p:tgtEl>
                                          <p:spTgt spid="217091"/>
                                        </p:tgtEl>
                                        <p:attrNameLst>
                                          <p:attrName>style.visibility</p:attrName>
                                        </p:attrNameLst>
                                      </p:cBhvr>
                                      <p:to>
                                        <p:strVal val="visible"/>
                                      </p:to>
                                    </p:set>
                                    <p:animEffect transition="in" filter="box(in)">
                                      <p:cBhvr>
                                        <p:cTn id="47" dur="2000"/>
                                        <p:tgtEl>
                                          <p:spTgt spid="2170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7090" grpId="0" animBg="1"/>
      <p:bldP spid="217091" grpId="0" animBg="1"/>
      <p:bldP spid="217092" grpId="0" autoUpdateAnimBg="0"/>
      <p:bldP spid="217093" grpId="0" build="p" autoUpdateAnimBg="0" advAuto="0"/>
      <p:bldP spid="217094" grpId="0" autoUpdateAnimBg="0"/>
      <p:bldP spid="217095" grpId="0" autoUpdateAnimBg="0"/>
      <p:bldP spid="217096" grpId="0" build="p" autoUpdateAnimBg="0"/>
      <p:bldP spid="217097" grpId="0"/>
      <p:bldP spid="217098" grpId="0"/>
      <p:bldP spid="217099"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73" name="Rectangle 32"/>
          <p:cNvSpPr>
            <a:spLocks noChangeArrowheads="1"/>
          </p:cNvSpPr>
          <p:nvPr/>
        </p:nvSpPr>
        <p:spPr bwMode="auto">
          <a:xfrm>
            <a:off x="179388" y="476250"/>
            <a:ext cx="4968875" cy="457200"/>
          </a:xfrm>
          <a:prstGeom prst="rect">
            <a:avLst/>
          </a:prstGeom>
          <a:noFill/>
          <a:ln w="9525">
            <a:noFill/>
            <a:miter lim="800000"/>
            <a:headEnd/>
            <a:tailEnd/>
          </a:ln>
        </p:spPr>
        <p:txBody>
          <a:bodyPr>
            <a:spAutoFit/>
          </a:bodyPr>
          <a:lstStyle/>
          <a:p>
            <a:pPr>
              <a:lnSpc>
                <a:spcPct val="100000"/>
              </a:lnSpc>
              <a:spcBef>
                <a:spcPct val="0"/>
              </a:spcBef>
            </a:pPr>
            <a:r>
              <a:rPr lang="en-US" altLang="zh-CN" sz="2400">
                <a:solidFill>
                  <a:srgbClr val="FF0000"/>
                </a:solidFill>
                <a:ea typeface="宋体" pitchFamily="2" charset="-122"/>
              </a:rPr>
              <a:t>(2)  </a:t>
            </a:r>
            <a:r>
              <a:rPr lang="zh-CN" altLang="en-US" sz="2400">
                <a:solidFill>
                  <a:srgbClr val="FF0000"/>
                </a:solidFill>
                <a:ea typeface="宋体" pitchFamily="2" charset="-122"/>
              </a:rPr>
              <a:t>伽利略变换    经典时空观</a:t>
            </a:r>
          </a:p>
        </p:txBody>
      </p:sp>
      <p:sp>
        <p:nvSpPr>
          <p:cNvPr id="174132" name="Rectangle 52"/>
          <p:cNvSpPr>
            <a:spLocks noChangeArrowheads="1"/>
          </p:cNvSpPr>
          <p:nvPr/>
        </p:nvSpPr>
        <p:spPr bwMode="auto">
          <a:xfrm>
            <a:off x="611188" y="2851150"/>
            <a:ext cx="4032250" cy="2170113"/>
          </a:xfrm>
          <a:prstGeom prst="rect">
            <a:avLst/>
          </a:prstGeom>
          <a:solidFill>
            <a:srgbClr val="CCFFFF">
              <a:alpha val="20000"/>
            </a:srgbClr>
          </a:solidFill>
          <a:ln w="9525" algn="ctr">
            <a:solidFill>
              <a:srgbClr val="00FFFF">
                <a:alpha val="52156"/>
              </a:srgbClr>
            </a:solidFill>
            <a:miter lim="800000"/>
            <a:headEnd/>
            <a:tailEnd/>
          </a:ln>
        </p:spPr>
        <p:txBody>
          <a:bodyPr wrap="none" anchor="ctr"/>
          <a:lstStyle/>
          <a:p>
            <a:endParaRPr lang="zh-CN" altLang="en-US"/>
          </a:p>
        </p:txBody>
      </p:sp>
      <p:graphicFrame>
        <p:nvGraphicFramePr>
          <p:cNvPr id="174133" name="Object 53"/>
          <p:cNvGraphicFramePr>
            <a:graphicFrameLocks noChangeAspect="1"/>
          </p:cNvGraphicFramePr>
          <p:nvPr/>
        </p:nvGraphicFramePr>
        <p:xfrm>
          <a:off x="1412875" y="2933700"/>
          <a:ext cx="230188" cy="322263"/>
        </p:xfrm>
        <a:graphic>
          <a:graphicData uri="http://schemas.openxmlformats.org/presentationml/2006/ole">
            <p:oleObj spid="_x0000_s19458" name="公式" r:id="rId3" imgW="126720" imgH="177480" progId="Equation.3">
              <p:embed/>
            </p:oleObj>
          </a:graphicData>
        </a:graphic>
      </p:graphicFrame>
      <p:graphicFrame>
        <p:nvGraphicFramePr>
          <p:cNvPr id="174134" name="Object 54"/>
          <p:cNvGraphicFramePr>
            <a:graphicFrameLocks noChangeAspect="1"/>
          </p:cNvGraphicFramePr>
          <p:nvPr/>
        </p:nvGraphicFramePr>
        <p:xfrm>
          <a:off x="3375025" y="2933700"/>
          <a:ext cx="298450" cy="320675"/>
        </p:xfrm>
        <a:graphic>
          <a:graphicData uri="http://schemas.openxmlformats.org/presentationml/2006/ole">
            <p:oleObj spid="_x0000_s19459" name="公式" r:id="rId4" imgW="164880" imgH="177480" progId="Equation.3">
              <p:embed/>
            </p:oleObj>
          </a:graphicData>
        </a:graphic>
      </p:graphicFrame>
      <p:graphicFrame>
        <p:nvGraphicFramePr>
          <p:cNvPr id="174135" name="Object 55"/>
          <p:cNvGraphicFramePr>
            <a:graphicFrameLocks noChangeAspect="1"/>
          </p:cNvGraphicFramePr>
          <p:nvPr/>
        </p:nvGraphicFramePr>
        <p:xfrm>
          <a:off x="1025525" y="3384550"/>
          <a:ext cx="1096963" cy="388938"/>
        </p:xfrm>
        <a:graphic>
          <a:graphicData uri="http://schemas.openxmlformats.org/presentationml/2006/ole">
            <p:oleObj spid="_x0000_s19460" name="公式" r:id="rId5" imgW="609480" imgH="215640" progId="Equation.3">
              <p:embed/>
            </p:oleObj>
          </a:graphicData>
        </a:graphic>
      </p:graphicFrame>
      <p:graphicFrame>
        <p:nvGraphicFramePr>
          <p:cNvPr id="174136" name="Object 56"/>
          <p:cNvGraphicFramePr>
            <a:graphicFrameLocks noChangeAspect="1"/>
          </p:cNvGraphicFramePr>
          <p:nvPr/>
        </p:nvGraphicFramePr>
        <p:xfrm>
          <a:off x="2916238" y="3429000"/>
          <a:ext cx="1439862" cy="388938"/>
        </p:xfrm>
        <a:graphic>
          <a:graphicData uri="http://schemas.openxmlformats.org/presentationml/2006/ole">
            <p:oleObj spid="_x0000_s19461" name="公式" r:id="rId6" imgW="799920" imgH="215640" progId="Equation.3">
              <p:embed/>
            </p:oleObj>
          </a:graphicData>
        </a:graphic>
      </p:graphicFrame>
      <p:graphicFrame>
        <p:nvGraphicFramePr>
          <p:cNvPr id="174137" name="Object 57"/>
          <p:cNvGraphicFramePr>
            <a:graphicFrameLocks noChangeAspect="1"/>
          </p:cNvGraphicFramePr>
          <p:nvPr/>
        </p:nvGraphicFramePr>
        <p:xfrm>
          <a:off x="1025525" y="3968750"/>
          <a:ext cx="1096963" cy="388938"/>
        </p:xfrm>
        <a:graphic>
          <a:graphicData uri="http://schemas.openxmlformats.org/presentationml/2006/ole">
            <p:oleObj spid="_x0000_s19462" name="公式" r:id="rId7" imgW="609480" imgH="215640" progId="Equation.3">
              <p:embed/>
            </p:oleObj>
          </a:graphicData>
        </a:graphic>
      </p:graphicFrame>
      <p:graphicFrame>
        <p:nvGraphicFramePr>
          <p:cNvPr id="174138" name="Object 58"/>
          <p:cNvGraphicFramePr>
            <a:graphicFrameLocks noChangeAspect="1"/>
          </p:cNvGraphicFramePr>
          <p:nvPr/>
        </p:nvGraphicFramePr>
        <p:xfrm>
          <a:off x="2870200" y="3968750"/>
          <a:ext cx="1439863" cy="388938"/>
        </p:xfrm>
        <a:graphic>
          <a:graphicData uri="http://schemas.openxmlformats.org/presentationml/2006/ole">
            <p:oleObj spid="_x0000_s19463" name="公式" r:id="rId8" imgW="799920" imgH="215640" progId="Equation.3">
              <p:embed/>
            </p:oleObj>
          </a:graphicData>
        </a:graphic>
      </p:graphicFrame>
      <p:graphicFrame>
        <p:nvGraphicFramePr>
          <p:cNvPr id="174139" name="Object 59"/>
          <p:cNvGraphicFramePr>
            <a:graphicFrameLocks noChangeAspect="1"/>
          </p:cNvGraphicFramePr>
          <p:nvPr/>
        </p:nvGraphicFramePr>
        <p:xfrm>
          <a:off x="1025525" y="4554538"/>
          <a:ext cx="1096963" cy="388937"/>
        </p:xfrm>
        <a:graphic>
          <a:graphicData uri="http://schemas.openxmlformats.org/presentationml/2006/ole">
            <p:oleObj spid="_x0000_s19464" name="公式" r:id="rId9" imgW="609480" imgH="215640" progId="Equation.3">
              <p:embed/>
            </p:oleObj>
          </a:graphicData>
        </a:graphic>
      </p:graphicFrame>
      <p:graphicFrame>
        <p:nvGraphicFramePr>
          <p:cNvPr id="174140" name="Object 60"/>
          <p:cNvGraphicFramePr>
            <a:graphicFrameLocks noChangeAspect="1"/>
          </p:cNvGraphicFramePr>
          <p:nvPr/>
        </p:nvGraphicFramePr>
        <p:xfrm>
          <a:off x="2870200" y="4554538"/>
          <a:ext cx="1465263" cy="388937"/>
        </p:xfrm>
        <a:graphic>
          <a:graphicData uri="http://schemas.openxmlformats.org/presentationml/2006/ole">
            <p:oleObj spid="_x0000_s19465" name="公式" r:id="rId10" imgW="812520" imgH="215640" progId="Equation.3">
              <p:embed/>
            </p:oleObj>
          </a:graphicData>
        </a:graphic>
      </p:graphicFrame>
      <p:sp>
        <p:nvSpPr>
          <p:cNvPr id="174141" name="Line 61"/>
          <p:cNvSpPr>
            <a:spLocks noChangeShapeType="1"/>
          </p:cNvSpPr>
          <p:nvPr/>
        </p:nvSpPr>
        <p:spPr bwMode="auto">
          <a:xfrm>
            <a:off x="611188" y="3287713"/>
            <a:ext cx="4032250" cy="0"/>
          </a:xfrm>
          <a:prstGeom prst="line">
            <a:avLst/>
          </a:prstGeom>
          <a:noFill/>
          <a:ln w="9525">
            <a:solidFill>
              <a:srgbClr val="00FFFF"/>
            </a:solidFill>
            <a:round/>
            <a:headEnd/>
            <a:tailEnd/>
          </a:ln>
        </p:spPr>
        <p:txBody>
          <a:bodyPr/>
          <a:lstStyle/>
          <a:p>
            <a:endParaRPr lang="zh-CN" altLang="en-US"/>
          </a:p>
        </p:txBody>
      </p:sp>
      <p:sp>
        <p:nvSpPr>
          <p:cNvPr id="174142" name="Line 62"/>
          <p:cNvSpPr>
            <a:spLocks noChangeShapeType="1"/>
          </p:cNvSpPr>
          <p:nvPr/>
        </p:nvSpPr>
        <p:spPr bwMode="auto">
          <a:xfrm>
            <a:off x="2555875" y="2854325"/>
            <a:ext cx="0" cy="2160588"/>
          </a:xfrm>
          <a:prstGeom prst="line">
            <a:avLst/>
          </a:prstGeom>
          <a:noFill/>
          <a:ln w="9525">
            <a:solidFill>
              <a:srgbClr val="00FFFF"/>
            </a:solidFill>
            <a:round/>
            <a:headEnd/>
            <a:tailEnd/>
          </a:ln>
        </p:spPr>
        <p:txBody>
          <a:bodyPr/>
          <a:lstStyle/>
          <a:p>
            <a:endParaRPr lang="zh-CN" altLang="en-US"/>
          </a:p>
        </p:txBody>
      </p:sp>
      <p:sp>
        <p:nvSpPr>
          <p:cNvPr id="174143" name="Line 63"/>
          <p:cNvSpPr>
            <a:spLocks noChangeShapeType="1"/>
          </p:cNvSpPr>
          <p:nvPr/>
        </p:nvSpPr>
        <p:spPr bwMode="auto">
          <a:xfrm>
            <a:off x="611188" y="3862388"/>
            <a:ext cx="4032250" cy="0"/>
          </a:xfrm>
          <a:prstGeom prst="line">
            <a:avLst/>
          </a:prstGeom>
          <a:noFill/>
          <a:ln w="9525">
            <a:solidFill>
              <a:srgbClr val="00FFFF"/>
            </a:solidFill>
            <a:round/>
            <a:headEnd/>
            <a:tailEnd/>
          </a:ln>
        </p:spPr>
        <p:txBody>
          <a:bodyPr/>
          <a:lstStyle/>
          <a:p>
            <a:endParaRPr lang="zh-CN" altLang="en-US"/>
          </a:p>
        </p:txBody>
      </p:sp>
      <p:sp>
        <p:nvSpPr>
          <p:cNvPr id="174144" name="Line 64"/>
          <p:cNvSpPr>
            <a:spLocks noChangeShapeType="1"/>
          </p:cNvSpPr>
          <p:nvPr/>
        </p:nvSpPr>
        <p:spPr bwMode="auto">
          <a:xfrm>
            <a:off x="611188" y="4438650"/>
            <a:ext cx="4032250" cy="0"/>
          </a:xfrm>
          <a:prstGeom prst="line">
            <a:avLst/>
          </a:prstGeom>
          <a:noFill/>
          <a:ln w="9525">
            <a:solidFill>
              <a:srgbClr val="00FFFF"/>
            </a:solidFill>
            <a:round/>
            <a:headEnd/>
            <a:tailEnd/>
          </a:ln>
        </p:spPr>
        <p:txBody>
          <a:bodyPr/>
          <a:lstStyle/>
          <a:p>
            <a:endParaRPr lang="zh-CN" altLang="en-US"/>
          </a:p>
        </p:txBody>
      </p:sp>
      <p:sp>
        <p:nvSpPr>
          <p:cNvPr id="174145" name="Rectangle 65"/>
          <p:cNvSpPr>
            <a:spLocks noChangeArrowheads="1"/>
          </p:cNvSpPr>
          <p:nvPr/>
        </p:nvSpPr>
        <p:spPr bwMode="auto">
          <a:xfrm>
            <a:off x="566738" y="5789613"/>
            <a:ext cx="5445125" cy="609600"/>
          </a:xfrm>
          <a:prstGeom prst="rect">
            <a:avLst/>
          </a:prstGeom>
          <a:solidFill>
            <a:srgbClr val="CCFFCC"/>
          </a:solidFill>
          <a:ln w="19050">
            <a:solidFill>
              <a:srgbClr val="00FF00"/>
            </a:solidFill>
            <a:miter lim="800000"/>
            <a:headEnd/>
            <a:tailEnd/>
          </a:ln>
        </p:spPr>
        <p:txBody>
          <a:bodyPr wrap="none" anchor="ctr"/>
          <a:lstStyle/>
          <a:p>
            <a:endParaRPr lang="zh-CN" altLang="en-US"/>
          </a:p>
        </p:txBody>
      </p:sp>
      <p:sp>
        <p:nvSpPr>
          <p:cNvPr id="174146" name="Text Box 66"/>
          <p:cNvSpPr txBox="1">
            <a:spLocks noChangeArrowheads="1"/>
          </p:cNvSpPr>
          <p:nvPr/>
        </p:nvSpPr>
        <p:spPr bwMode="auto">
          <a:xfrm>
            <a:off x="6551613" y="5838825"/>
            <a:ext cx="2163762" cy="498475"/>
          </a:xfrm>
          <a:prstGeom prst="rect">
            <a:avLst/>
          </a:prstGeom>
          <a:solidFill>
            <a:srgbClr val="CCFFFF"/>
          </a:solidFill>
          <a:ln w="9525">
            <a:solidFill>
              <a:srgbClr val="00FFFF"/>
            </a:solidFill>
            <a:miter lim="800000"/>
            <a:headEnd/>
            <a:tailEnd/>
          </a:ln>
        </p:spPr>
        <p:txBody>
          <a:bodyPr>
            <a:spAutoFit/>
          </a:bodyPr>
          <a:lstStyle/>
          <a:p>
            <a:pPr>
              <a:lnSpc>
                <a:spcPct val="110000"/>
              </a:lnSpc>
              <a:spcBef>
                <a:spcPct val="0"/>
              </a:spcBef>
            </a:pPr>
            <a:r>
              <a:rPr lang="zh-CN" altLang="en-US" sz="2400">
                <a:ea typeface="宋体" pitchFamily="2" charset="-122"/>
              </a:rPr>
              <a:t>伽利略变换式</a:t>
            </a:r>
          </a:p>
        </p:txBody>
      </p:sp>
      <p:graphicFrame>
        <p:nvGraphicFramePr>
          <p:cNvPr id="174147" name="Object 67"/>
          <p:cNvGraphicFramePr>
            <a:graphicFrameLocks noChangeAspect="1"/>
          </p:cNvGraphicFramePr>
          <p:nvPr/>
        </p:nvGraphicFramePr>
        <p:xfrm>
          <a:off x="3897313" y="5929313"/>
          <a:ext cx="709612" cy="320675"/>
        </p:xfrm>
        <a:graphic>
          <a:graphicData uri="http://schemas.openxmlformats.org/presentationml/2006/ole">
            <p:oleObj spid="_x0000_s19466" name="公式" r:id="rId11" imgW="393480" imgH="177480" progId="Equation.3">
              <p:embed/>
            </p:oleObj>
          </a:graphicData>
        </a:graphic>
      </p:graphicFrame>
      <p:graphicFrame>
        <p:nvGraphicFramePr>
          <p:cNvPr id="174148" name="Object 68"/>
          <p:cNvGraphicFramePr>
            <a:graphicFrameLocks noChangeAspect="1"/>
          </p:cNvGraphicFramePr>
          <p:nvPr/>
        </p:nvGraphicFramePr>
        <p:xfrm>
          <a:off x="5202238" y="5951538"/>
          <a:ext cx="636587" cy="319087"/>
        </p:xfrm>
        <a:graphic>
          <a:graphicData uri="http://schemas.openxmlformats.org/presentationml/2006/ole">
            <p:oleObj spid="_x0000_s19467" name="公式" r:id="rId12" imgW="355320" imgH="177480" progId="Equation.3">
              <p:embed/>
            </p:oleObj>
          </a:graphicData>
        </a:graphic>
      </p:graphicFrame>
      <p:sp>
        <p:nvSpPr>
          <p:cNvPr id="174149" name="Text Box 69"/>
          <p:cNvSpPr txBox="1">
            <a:spLocks noChangeArrowheads="1"/>
          </p:cNvSpPr>
          <p:nvPr/>
        </p:nvSpPr>
        <p:spPr bwMode="auto">
          <a:xfrm>
            <a:off x="1331913" y="1000125"/>
            <a:ext cx="5864225" cy="465138"/>
          </a:xfrm>
          <a:prstGeom prst="rect">
            <a:avLst/>
          </a:prstGeom>
          <a:noFill/>
          <a:ln w="12699">
            <a:noFill/>
            <a:miter lim="800000"/>
            <a:headEnd type="none" w="sm" len="sm"/>
            <a:tailEnd type="none" w="sm" len="sm"/>
          </a:ln>
        </p:spPr>
        <p:txBody>
          <a:bodyPr>
            <a:spAutoFit/>
          </a:bodyPr>
          <a:lstStyle/>
          <a:p>
            <a:pPr defTabSz="762000" eaLnBrk="0" hangingPunct="0">
              <a:lnSpc>
                <a:spcPct val="110000"/>
              </a:lnSpc>
              <a:spcBef>
                <a:spcPct val="0"/>
              </a:spcBef>
            </a:pPr>
            <a:r>
              <a:rPr lang="zh-CN" altLang="en-US" sz="2400">
                <a:solidFill>
                  <a:srgbClr val="008000"/>
                </a:solidFill>
                <a:ea typeface="宋体" pitchFamily="2" charset="-122"/>
              </a:rPr>
              <a:t>在两个惯性系中分析描述同一物理事件</a:t>
            </a:r>
          </a:p>
        </p:txBody>
      </p:sp>
      <p:sp>
        <p:nvSpPr>
          <p:cNvPr id="174150" name="Text Box 70"/>
          <p:cNvSpPr txBox="1">
            <a:spLocks noChangeArrowheads="1"/>
          </p:cNvSpPr>
          <p:nvPr/>
        </p:nvSpPr>
        <p:spPr bwMode="auto">
          <a:xfrm>
            <a:off x="684213" y="1633538"/>
            <a:ext cx="8070850" cy="895350"/>
          </a:xfrm>
          <a:prstGeom prst="rect">
            <a:avLst/>
          </a:prstGeom>
          <a:noFill/>
          <a:ln w="12699">
            <a:noFill/>
            <a:miter lim="800000"/>
            <a:headEnd type="none" w="sm" len="sm"/>
            <a:tailEnd type="none" w="sm" len="sm"/>
          </a:ln>
        </p:spPr>
        <p:txBody>
          <a:bodyPr>
            <a:spAutoFit/>
          </a:bodyPr>
          <a:lstStyle/>
          <a:p>
            <a:pPr defTabSz="762000" eaLnBrk="0" hangingPunct="0">
              <a:lnSpc>
                <a:spcPct val="110000"/>
              </a:lnSpc>
              <a:spcBef>
                <a:spcPct val="0"/>
              </a:spcBef>
            </a:pPr>
            <a:r>
              <a:rPr lang="zh-CN" altLang="en-US" sz="2400">
                <a:ea typeface="宋体" pitchFamily="2" charset="-122"/>
              </a:rPr>
              <a:t>在</a:t>
            </a:r>
            <a:r>
              <a:rPr lang="zh-CN" altLang="en-US" sz="2400" i="1">
                <a:ea typeface="宋体" pitchFamily="2" charset="-122"/>
              </a:rPr>
              <a:t> </a:t>
            </a:r>
            <a:r>
              <a:rPr lang="en-US" altLang="zh-CN" sz="2400" i="1">
                <a:solidFill>
                  <a:srgbClr val="FF6600"/>
                </a:solidFill>
                <a:ea typeface="宋体" pitchFamily="2" charset="-122"/>
              </a:rPr>
              <a:t>t</a:t>
            </a:r>
            <a:r>
              <a:rPr lang="en-US" altLang="zh-CN" sz="2400">
                <a:solidFill>
                  <a:srgbClr val="FF6600"/>
                </a:solidFill>
                <a:ea typeface="宋体" pitchFamily="2" charset="-122"/>
              </a:rPr>
              <a:t> </a:t>
            </a:r>
            <a:r>
              <a:rPr lang="zh-CN" altLang="en-US" sz="2400">
                <a:solidFill>
                  <a:srgbClr val="FF6600"/>
                </a:solidFill>
                <a:ea typeface="宋体" pitchFamily="2" charset="-122"/>
              </a:rPr>
              <a:t>＝</a:t>
            </a:r>
            <a:r>
              <a:rPr lang="en-US" altLang="zh-CN" sz="2400">
                <a:solidFill>
                  <a:srgbClr val="FF6600"/>
                </a:solidFill>
                <a:ea typeface="宋体" pitchFamily="2" charset="-122"/>
              </a:rPr>
              <a:t>0</a:t>
            </a:r>
            <a:r>
              <a:rPr lang="en-US" altLang="zh-CN" sz="2400">
                <a:ea typeface="宋体" pitchFamily="2" charset="-122"/>
              </a:rPr>
              <a:t> </a:t>
            </a:r>
            <a:r>
              <a:rPr lang="zh-CN" altLang="en-US" sz="2400">
                <a:ea typeface="宋体" pitchFamily="2" charset="-122"/>
              </a:rPr>
              <a:t>时刻，物体在</a:t>
            </a:r>
            <a:r>
              <a:rPr lang="zh-CN" altLang="en-US" sz="2400" i="1">
                <a:solidFill>
                  <a:srgbClr val="FF6600"/>
                </a:solidFill>
                <a:ea typeface="宋体" pitchFamily="2" charset="-122"/>
              </a:rPr>
              <a:t> </a:t>
            </a:r>
            <a:r>
              <a:rPr lang="en-US" altLang="zh-CN" sz="2400" i="1">
                <a:solidFill>
                  <a:srgbClr val="FF6600"/>
                </a:solidFill>
                <a:ea typeface="宋体" pitchFamily="2" charset="-122"/>
              </a:rPr>
              <a:t>O</a:t>
            </a:r>
            <a:r>
              <a:rPr lang="en-US" altLang="zh-CN" sz="2400">
                <a:ea typeface="宋体" pitchFamily="2" charset="-122"/>
              </a:rPr>
              <a:t> </a:t>
            </a:r>
            <a:r>
              <a:rPr lang="zh-CN" altLang="en-US" sz="2400">
                <a:ea typeface="宋体" pitchFamily="2" charset="-122"/>
              </a:rPr>
              <a:t>点，  </a:t>
            </a:r>
            <a:r>
              <a:rPr lang="en-US" altLang="zh-CN" sz="2400" i="1">
                <a:solidFill>
                  <a:srgbClr val="FF6600"/>
                </a:solidFill>
                <a:ea typeface="宋体" pitchFamily="2" charset="-122"/>
              </a:rPr>
              <a:t>S</a:t>
            </a:r>
            <a:r>
              <a:rPr lang="en-US" altLang="zh-CN" sz="2400">
                <a:solidFill>
                  <a:srgbClr val="FF6600"/>
                </a:solidFill>
                <a:ea typeface="宋体" pitchFamily="2" charset="-122"/>
              </a:rPr>
              <a:t> </a:t>
            </a:r>
            <a:r>
              <a:rPr lang="zh-CN" altLang="en-US" sz="2400">
                <a:ea typeface="宋体" pitchFamily="2" charset="-122"/>
              </a:rPr>
              <a:t>， </a:t>
            </a:r>
            <a:r>
              <a:rPr lang="en-US" altLang="zh-CN" sz="2400" i="1">
                <a:solidFill>
                  <a:srgbClr val="FF6600"/>
                </a:solidFill>
                <a:ea typeface="宋体" pitchFamily="2" charset="-122"/>
              </a:rPr>
              <a:t>S’</a:t>
            </a:r>
            <a:r>
              <a:rPr lang="en-US" altLang="zh-CN" sz="2400" i="1">
                <a:ea typeface="宋体" pitchFamily="2" charset="-122"/>
              </a:rPr>
              <a:t> </a:t>
            </a:r>
            <a:r>
              <a:rPr lang="zh-CN" altLang="en-US" sz="2400">
                <a:ea typeface="宋体" pitchFamily="2" charset="-122"/>
              </a:rPr>
              <a:t>系重合。</a:t>
            </a:r>
            <a:r>
              <a:rPr lang="en-US" altLang="zh-CN" sz="2400" i="1">
                <a:solidFill>
                  <a:srgbClr val="FF6600"/>
                </a:solidFill>
                <a:ea typeface="宋体" pitchFamily="2" charset="-122"/>
              </a:rPr>
              <a:t>t</a:t>
            </a:r>
            <a:r>
              <a:rPr lang="en-US" altLang="zh-CN" sz="2400" i="1">
                <a:ea typeface="宋体" pitchFamily="2" charset="-122"/>
              </a:rPr>
              <a:t> </a:t>
            </a:r>
            <a:r>
              <a:rPr lang="zh-CN" altLang="en-US" sz="2400">
                <a:ea typeface="宋体" pitchFamily="2" charset="-122"/>
              </a:rPr>
              <a:t>时刻，物体到达</a:t>
            </a:r>
            <a:r>
              <a:rPr lang="zh-CN" altLang="en-US" sz="2400" i="1">
                <a:ea typeface="宋体" pitchFamily="2" charset="-122"/>
              </a:rPr>
              <a:t> </a:t>
            </a:r>
            <a:r>
              <a:rPr lang="en-US" altLang="zh-CN" sz="2400" i="1">
                <a:solidFill>
                  <a:srgbClr val="FF6600"/>
                </a:solidFill>
                <a:ea typeface="宋体" pitchFamily="2" charset="-122"/>
              </a:rPr>
              <a:t>P</a:t>
            </a:r>
            <a:r>
              <a:rPr lang="en-US" altLang="zh-CN" sz="2400">
                <a:solidFill>
                  <a:srgbClr val="FF6600"/>
                </a:solidFill>
                <a:ea typeface="宋体" pitchFamily="2" charset="-122"/>
              </a:rPr>
              <a:t> </a:t>
            </a:r>
            <a:r>
              <a:rPr lang="zh-CN" altLang="en-US" sz="2400">
                <a:ea typeface="宋体" pitchFamily="2" charset="-122"/>
              </a:rPr>
              <a:t>点。</a:t>
            </a:r>
          </a:p>
        </p:txBody>
      </p:sp>
      <p:sp>
        <p:nvSpPr>
          <p:cNvPr id="174151" name="Rectangle 71"/>
          <p:cNvSpPr>
            <a:spLocks noChangeArrowheads="1"/>
          </p:cNvSpPr>
          <p:nvPr/>
        </p:nvSpPr>
        <p:spPr bwMode="auto">
          <a:xfrm>
            <a:off x="4965700" y="2568575"/>
            <a:ext cx="3597275" cy="2751138"/>
          </a:xfrm>
          <a:prstGeom prst="rect">
            <a:avLst/>
          </a:prstGeom>
          <a:solidFill>
            <a:srgbClr val="CCFFFF">
              <a:alpha val="20000"/>
            </a:srgbClr>
          </a:solidFill>
          <a:ln w="9525" algn="ctr">
            <a:solidFill>
              <a:srgbClr val="00FFFF">
                <a:alpha val="25882"/>
              </a:srgbClr>
            </a:solidFill>
            <a:miter lim="800000"/>
            <a:headEnd/>
            <a:tailEnd/>
          </a:ln>
        </p:spPr>
        <p:txBody>
          <a:bodyPr wrap="none" anchor="ctr"/>
          <a:lstStyle/>
          <a:p>
            <a:endParaRPr lang="zh-CN" altLang="en-US"/>
          </a:p>
        </p:txBody>
      </p:sp>
      <p:sp>
        <p:nvSpPr>
          <p:cNvPr id="174152" name="Oval 72"/>
          <p:cNvSpPr>
            <a:spLocks noChangeArrowheads="1"/>
          </p:cNvSpPr>
          <p:nvPr/>
        </p:nvSpPr>
        <p:spPr bwMode="auto">
          <a:xfrm>
            <a:off x="6985000" y="3389313"/>
            <a:ext cx="71438" cy="71437"/>
          </a:xfrm>
          <a:prstGeom prst="ellipse">
            <a:avLst/>
          </a:prstGeom>
          <a:solidFill>
            <a:srgbClr val="0000FF"/>
          </a:solidFill>
          <a:ln w="9525">
            <a:solidFill>
              <a:schemeClr val="tx1"/>
            </a:solidFill>
            <a:round/>
            <a:headEnd/>
            <a:tailEnd/>
          </a:ln>
        </p:spPr>
        <p:txBody>
          <a:bodyPr wrap="none" anchor="ctr"/>
          <a:lstStyle/>
          <a:p>
            <a:pPr algn="ctr">
              <a:lnSpc>
                <a:spcPct val="110000"/>
              </a:lnSpc>
              <a:spcBef>
                <a:spcPct val="0"/>
              </a:spcBef>
            </a:pPr>
            <a:endParaRPr lang="zh-CN" altLang="zh-CN" sz="2000">
              <a:ea typeface="宋体" pitchFamily="2" charset="-122"/>
            </a:endParaRPr>
          </a:p>
        </p:txBody>
      </p:sp>
      <p:sp>
        <p:nvSpPr>
          <p:cNvPr id="174153" name="Text Box 73"/>
          <p:cNvSpPr txBox="1">
            <a:spLocks noChangeArrowheads="1"/>
          </p:cNvSpPr>
          <p:nvPr/>
        </p:nvSpPr>
        <p:spPr bwMode="auto">
          <a:xfrm>
            <a:off x="6999288" y="3181350"/>
            <a:ext cx="471487" cy="427038"/>
          </a:xfrm>
          <a:prstGeom prst="rect">
            <a:avLst/>
          </a:prstGeom>
          <a:noFill/>
          <a:ln w="9525">
            <a:noFill/>
            <a:miter lim="800000"/>
            <a:headEnd/>
            <a:tailEnd/>
          </a:ln>
        </p:spPr>
        <p:txBody>
          <a:bodyPr>
            <a:spAutoFit/>
          </a:bodyPr>
          <a:lstStyle/>
          <a:p>
            <a:pPr>
              <a:lnSpc>
                <a:spcPct val="110000"/>
              </a:lnSpc>
              <a:spcBef>
                <a:spcPct val="0"/>
              </a:spcBef>
            </a:pPr>
            <a:r>
              <a:rPr lang="en-US" altLang="zh-CN" sz="2000" i="1">
                <a:ea typeface="宋体" pitchFamily="2" charset="-122"/>
              </a:rPr>
              <a:t>P</a:t>
            </a:r>
            <a:endParaRPr lang="en-US" altLang="zh-CN" sz="2000" b="0">
              <a:ea typeface="宋体" pitchFamily="2" charset="-122"/>
            </a:endParaRPr>
          </a:p>
        </p:txBody>
      </p:sp>
      <p:sp>
        <p:nvSpPr>
          <p:cNvPr id="174154" name="Text Box 74"/>
          <p:cNvSpPr txBox="1">
            <a:spLocks noChangeArrowheads="1"/>
          </p:cNvSpPr>
          <p:nvPr/>
        </p:nvSpPr>
        <p:spPr bwMode="auto">
          <a:xfrm>
            <a:off x="7269163" y="3113088"/>
            <a:ext cx="1225550" cy="427037"/>
          </a:xfrm>
          <a:prstGeom prst="rect">
            <a:avLst/>
          </a:prstGeom>
          <a:noFill/>
          <a:ln w="9525">
            <a:noFill/>
            <a:miter lim="800000"/>
            <a:headEnd/>
            <a:tailEnd/>
          </a:ln>
        </p:spPr>
        <p:txBody>
          <a:bodyPr wrap="none">
            <a:spAutoFit/>
          </a:bodyPr>
          <a:lstStyle/>
          <a:p>
            <a:pPr>
              <a:lnSpc>
                <a:spcPct val="110000"/>
              </a:lnSpc>
              <a:spcBef>
                <a:spcPct val="0"/>
              </a:spcBef>
            </a:pPr>
            <a:r>
              <a:rPr lang="en-US" altLang="zh-CN" sz="2000">
                <a:ea typeface="宋体" pitchFamily="2" charset="-122"/>
              </a:rPr>
              <a:t>(</a:t>
            </a:r>
            <a:r>
              <a:rPr lang="en-US" altLang="zh-CN" sz="2000" i="1">
                <a:ea typeface="宋体" pitchFamily="2" charset="-122"/>
              </a:rPr>
              <a:t>x</a:t>
            </a:r>
            <a:r>
              <a:rPr lang="en-US" altLang="zh-CN" sz="2000">
                <a:ea typeface="宋体" pitchFamily="2" charset="-122"/>
              </a:rPr>
              <a:t>,</a:t>
            </a:r>
            <a:r>
              <a:rPr lang="en-US" altLang="zh-CN" sz="2000" i="1">
                <a:ea typeface="宋体" pitchFamily="2" charset="-122"/>
              </a:rPr>
              <a:t> y</a:t>
            </a:r>
            <a:r>
              <a:rPr lang="en-US" altLang="zh-CN" sz="2000">
                <a:ea typeface="宋体" pitchFamily="2" charset="-122"/>
              </a:rPr>
              <a:t>,</a:t>
            </a:r>
            <a:r>
              <a:rPr lang="en-US" altLang="zh-CN" sz="2000" i="1">
                <a:ea typeface="宋体" pitchFamily="2" charset="-122"/>
              </a:rPr>
              <a:t> z</a:t>
            </a:r>
            <a:r>
              <a:rPr lang="en-US" altLang="zh-CN" sz="2000">
                <a:ea typeface="宋体" pitchFamily="2" charset="-122"/>
              </a:rPr>
              <a:t>;</a:t>
            </a:r>
            <a:r>
              <a:rPr lang="en-US" altLang="zh-CN" sz="2000" i="1">
                <a:ea typeface="宋体" pitchFamily="2" charset="-122"/>
              </a:rPr>
              <a:t> t </a:t>
            </a:r>
            <a:r>
              <a:rPr lang="en-US" altLang="zh-CN" sz="2000">
                <a:ea typeface="宋体" pitchFamily="2" charset="-122"/>
              </a:rPr>
              <a:t>)</a:t>
            </a:r>
            <a:endParaRPr lang="en-US" altLang="zh-CN" sz="2000" b="0">
              <a:ea typeface="宋体" pitchFamily="2" charset="-122"/>
            </a:endParaRPr>
          </a:p>
        </p:txBody>
      </p:sp>
      <p:sp>
        <p:nvSpPr>
          <p:cNvPr id="174155" name="Text Box 75"/>
          <p:cNvSpPr txBox="1">
            <a:spLocks noChangeArrowheads="1"/>
          </p:cNvSpPr>
          <p:nvPr/>
        </p:nvSpPr>
        <p:spPr bwMode="auto">
          <a:xfrm>
            <a:off x="7143750" y="3473450"/>
            <a:ext cx="1703388" cy="427038"/>
          </a:xfrm>
          <a:prstGeom prst="rect">
            <a:avLst/>
          </a:prstGeom>
          <a:noFill/>
          <a:ln w="9525">
            <a:noFill/>
            <a:miter lim="800000"/>
            <a:headEnd/>
            <a:tailEnd/>
          </a:ln>
        </p:spPr>
        <p:txBody>
          <a:bodyPr>
            <a:spAutoFit/>
          </a:bodyPr>
          <a:lstStyle/>
          <a:p>
            <a:pPr>
              <a:lnSpc>
                <a:spcPct val="110000"/>
              </a:lnSpc>
              <a:spcBef>
                <a:spcPct val="0"/>
              </a:spcBef>
            </a:pPr>
            <a:r>
              <a:rPr lang="en-US" altLang="zh-CN" sz="2000">
                <a:solidFill>
                  <a:srgbClr val="FF0000"/>
                </a:solidFill>
                <a:ea typeface="宋体" pitchFamily="2" charset="-122"/>
              </a:rPr>
              <a:t>(</a:t>
            </a:r>
            <a:r>
              <a:rPr lang="en-US" altLang="zh-CN" sz="2000" i="1">
                <a:solidFill>
                  <a:srgbClr val="FF0000"/>
                </a:solidFill>
                <a:ea typeface="宋体" pitchFamily="2" charset="-122"/>
              </a:rPr>
              <a:t>x'</a:t>
            </a:r>
            <a:r>
              <a:rPr lang="en-US" altLang="zh-CN" sz="2000">
                <a:solidFill>
                  <a:srgbClr val="FF0000"/>
                </a:solidFill>
                <a:ea typeface="宋体" pitchFamily="2" charset="-122"/>
              </a:rPr>
              <a:t>,</a:t>
            </a:r>
            <a:r>
              <a:rPr lang="en-US" altLang="zh-CN" sz="2000" i="1">
                <a:solidFill>
                  <a:srgbClr val="FF0000"/>
                </a:solidFill>
                <a:ea typeface="宋体" pitchFamily="2" charset="-122"/>
              </a:rPr>
              <a:t> y'</a:t>
            </a:r>
            <a:r>
              <a:rPr lang="en-US" altLang="zh-CN" sz="2000">
                <a:solidFill>
                  <a:srgbClr val="FF0000"/>
                </a:solidFill>
                <a:ea typeface="宋体" pitchFamily="2" charset="-122"/>
              </a:rPr>
              <a:t>,</a:t>
            </a:r>
            <a:r>
              <a:rPr lang="en-US" altLang="zh-CN" sz="2000" i="1">
                <a:solidFill>
                  <a:srgbClr val="FF0000"/>
                </a:solidFill>
                <a:ea typeface="宋体" pitchFamily="2" charset="-122"/>
              </a:rPr>
              <a:t> z'</a:t>
            </a:r>
            <a:r>
              <a:rPr lang="en-US" altLang="zh-CN" sz="2000">
                <a:solidFill>
                  <a:srgbClr val="FF0000"/>
                </a:solidFill>
                <a:ea typeface="宋体" pitchFamily="2" charset="-122"/>
              </a:rPr>
              <a:t>;</a:t>
            </a:r>
            <a:r>
              <a:rPr lang="en-US" altLang="zh-CN" sz="2000" i="1">
                <a:solidFill>
                  <a:srgbClr val="FF0000"/>
                </a:solidFill>
                <a:ea typeface="宋体" pitchFamily="2" charset="-122"/>
              </a:rPr>
              <a:t> t'</a:t>
            </a:r>
            <a:r>
              <a:rPr lang="en-US" altLang="zh-CN" sz="2000">
                <a:solidFill>
                  <a:srgbClr val="FF0000"/>
                </a:solidFill>
                <a:ea typeface="宋体" pitchFamily="2" charset="-122"/>
              </a:rPr>
              <a:t>)</a:t>
            </a:r>
          </a:p>
        </p:txBody>
      </p:sp>
      <p:sp>
        <p:nvSpPr>
          <p:cNvPr id="174156" name="Line 76"/>
          <p:cNvSpPr>
            <a:spLocks noChangeShapeType="1"/>
          </p:cNvSpPr>
          <p:nvPr/>
        </p:nvSpPr>
        <p:spPr bwMode="auto">
          <a:xfrm flipV="1">
            <a:off x="5689600" y="3421063"/>
            <a:ext cx="1333500" cy="1225550"/>
          </a:xfrm>
          <a:prstGeom prst="line">
            <a:avLst/>
          </a:prstGeom>
          <a:noFill/>
          <a:ln w="28575">
            <a:solidFill>
              <a:schemeClr val="tx1"/>
            </a:solidFill>
            <a:round/>
            <a:headEnd/>
            <a:tailEnd type="stealth" w="med" len="lg"/>
          </a:ln>
        </p:spPr>
        <p:txBody>
          <a:bodyPr wrap="none" anchor="ctr"/>
          <a:lstStyle/>
          <a:p>
            <a:endParaRPr lang="zh-CN" altLang="en-US"/>
          </a:p>
        </p:txBody>
      </p:sp>
      <p:graphicFrame>
        <p:nvGraphicFramePr>
          <p:cNvPr id="174157" name="Object 77"/>
          <p:cNvGraphicFramePr>
            <a:graphicFrameLocks noChangeAspect="1"/>
          </p:cNvGraphicFramePr>
          <p:nvPr/>
        </p:nvGraphicFramePr>
        <p:xfrm>
          <a:off x="5965825" y="3878263"/>
          <a:ext cx="230188" cy="298450"/>
        </p:xfrm>
        <a:graphic>
          <a:graphicData uri="http://schemas.openxmlformats.org/presentationml/2006/ole">
            <p:oleObj spid="_x0000_s19468" name="公式" r:id="rId13" imgW="126720" imgH="164880" progId="Equation.3">
              <p:embed/>
            </p:oleObj>
          </a:graphicData>
        </a:graphic>
      </p:graphicFrame>
      <p:graphicFrame>
        <p:nvGraphicFramePr>
          <p:cNvPr id="174158" name="Object 78"/>
          <p:cNvGraphicFramePr>
            <a:graphicFrameLocks noChangeAspect="1"/>
          </p:cNvGraphicFramePr>
          <p:nvPr/>
        </p:nvGraphicFramePr>
        <p:xfrm>
          <a:off x="6694488" y="4013200"/>
          <a:ext cx="306387" cy="298450"/>
        </p:xfrm>
        <a:graphic>
          <a:graphicData uri="http://schemas.openxmlformats.org/presentationml/2006/ole">
            <p:oleObj spid="_x0000_s19469" name="公式" r:id="rId14" imgW="164880" imgH="164880" progId="Equation.3">
              <p:embed/>
            </p:oleObj>
          </a:graphicData>
        </a:graphic>
      </p:graphicFrame>
      <p:grpSp>
        <p:nvGrpSpPr>
          <p:cNvPr id="2" name="Group 79"/>
          <p:cNvGrpSpPr>
            <a:grpSpLocks/>
          </p:cNvGrpSpPr>
          <p:nvPr/>
        </p:nvGrpSpPr>
        <p:grpSpPr bwMode="auto">
          <a:xfrm>
            <a:off x="6245225" y="2916238"/>
            <a:ext cx="519113" cy="339725"/>
            <a:chOff x="2699" y="835"/>
            <a:chExt cx="327" cy="214"/>
          </a:xfrm>
        </p:grpSpPr>
        <p:sp>
          <p:nvSpPr>
            <p:cNvPr id="19510" name="Line 80"/>
            <p:cNvSpPr>
              <a:spLocks noChangeShapeType="1"/>
            </p:cNvSpPr>
            <p:nvPr/>
          </p:nvSpPr>
          <p:spPr bwMode="auto">
            <a:xfrm>
              <a:off x="2699" y="1049"/>
              <a:ext cx="327" cy="0"/>
            </a:xfrm>
            <a:prstGeom prst="line">
              <a:avLst/>
            </a:prstGeom>
            <a:noFill/>
            <a:ln w="28575">
              <a:solidFill>
                <a:srgbClr val="0033CC"/>
              </a:solidFill>
              <a:round/>
              <a:headEnd/>
              <a:tailEnd type="triangle" w="sm" len="lg"/>
            </a:ln>
          </p:spPr>
          <p:txBody>
            <a:bodyPr wrap="none" anchor="ctr"/>
            <a:lstStyle/>
            <a:p>
              <a:endParaRPr lang="zh-CN" altLang="en-US"/>
            </a:p>
          </p:txBody>
        </p:sp>
        <p:graphicFrame>
          <p:nvGraphicFramePr>
            <p:cNvPr id="19472" name="Object 81"/>
            <p:cNvGraphicFramePr>
              <a:graphicFrameLocks noChangeAspect="1"/>
            </p:cNvGraphicFramePr>
            <p:nvPr/>
          </p:nvGraphicFramePr>
          <p:xfrm>
            <a:off x="2873" y="835"/>
            <a:ext cx="122" cy="163"/>
          </p:xfrm>
          <a:graphic>
            <a:graphicData uri="http://schemas.openxmlformats.org/presentationml/2006/ole">
              <p:oleObj spid="_x0000_s19472" name="公式" r:id="rId15" imgW="228600" imgH="304560" progId="Equation.3">
                <p:embed/>
              </p:oleObj>
            </a:graphicData>
          </a:graphic>
        </p:graphicFrame>
      </p:grpSp>
      <p:grpSp>
        <p:nvGrpSpPr>
          <p:cNvPr id="3" name="Group 82"/>
          <p:cNvGrpSpPr>
            <a:grpSpLocks/>
          </p:cNvGrpSpPr>
          <p:nvPr/>
        </p:nvGrpSpPr>
        <p:grpSpPr bwMode="auto">
          <a:xfrm>
            <a:off x="5103813" y="2554288"/>
            <a:ext cx="2895600" cy="2743200"/>
            <a:chOff x="3328" y="1180"/>
            <a:chExt cx="1824" cy="1728"/>
          </a:xfrm>
        </p:grpSpPr>
        <p:sp>
          <p:nvSpPr>
            <p:cNvPr id="19501" name="Text Box 83"/>
            <p:cNvSpPr txBox="1">
              <a:spLocks noChangeArrowheads="1"/>
            </p:cNvSpPr>
            <p:nvPr/>
          </p:nvSpPr>
          <p:spPr bwMode="auto">
            <a:xfrm>
              <a:off x="3704" y="1180"/>
              <a:ext cx="187" cy="269"/>
            </a:xfrm>
            <a:prstGeom prst="rect">
              <a:avLst/>
            </a:prstGeom>
            <a:noFill/>
            <a:ln w="9525">
              <a:noFill/>
              <a:miter lim="800000"/>
              <a:headEnd/>
              <a:tailEnd/>
            </a:ln>
          </p:spPr>
          <p:txBody>
            <a:bodyPr wrap="none">
              <a:spAutoFit/>
            </a:bodyPr>
            <a:lstStyle/>
            <a:p>
              <a:pPr>
                <a:lnSpc>
                  <a:spcPct val="110000"/>
                </a:lnSpc>
                <a:spcBef>
                  <a:spcPct val="0"/>
                </a:spcBef>
              </a:pPr>
              <a:r>
                <a:rPr lang="en-US" altLang="zh-CN" sz="2000" i="1">
                  <a:ea typeface="宋体" pitchFamily="2" charset="-122"/>
                </a:rPr>
                <a:t>y</a:t>
              </a:r>
              <a:endParaRPr lang="en-US" altLang="zh-CN" sz="2000" b="0">
                <a:ea typeface="宋体" pitchFamily="2" charset="-122"/>
              </a:endParaRPr>
            </a:p>
          </p:txBody>
        </p:sp>
        <p:sp>
          <p:nvSpPr>
            <p:cNvPr id="19502" name="Text Box 84"/>
            <p:cNvSpPr txBox="1">
              <a:spLocks noChangeArrowheads="1"/>
            </p:cNvSpPr>
            <p:nvPr/>
          </p:nvSpPr>
          <p:spPr bwMode="auto">
            <a:xfrm>
              <a:off x="3629" y="2458"/>
              <a:ext cx="232" cy="269"/>
            </a:xfrm>
            <a:prstGeom prst="rect">
              <a:avLst/>
            </a:prstGeom>
            <a:noFill/>
            <a:ln w="9525">
              <a:noFill/>
              <a:miter lim="800000"/>
              <a:headEnd/>
              <a:tailEnd/>
            </a:ln>
          </p:spPr>
          <p:txBody>
            <a:bodyPr wrap="none">
              <a:spAutoFit/>
            </a:bodyPr>
            <a:lstStyle/>
            <a:p>
              <a:pPr>
                <a:lnSpc>
                  <a:spcPct val="110000"/>
                </a:lnSpc>
                <a:spcBef>
                  <a:spcPct val="0"/>
                </a:spcBef>
              </a:pPr>
              <a:r>
                <a:rPr lang="en-US" altLang="zh-CN" sz="2000" i="1">
                  <a:ea typeface="宋体" pitchFamily="2" charset="-122"/>
                </a:rPr>
                <a:t>O</a:t>
              </a:r>
              <a:endParaRPr lang="en-US" altLang="zh-CN" sz="2000" b="0">
                <a:ea typeface="宋体" pitchFamily="2" charset="-122"/>
              </a:endParaRPr>
            </a:p>
          </p:txBody>
        </p:sp>
        <p:sp>
          <p:nvSpPr>
            <p:cNvPr id="19503" name="Text Box 85"/>
            <p:cNvSpPr txBox="1">
              <a:spLocks noChangeArrowheads="1"/>
            </p:cNvSpPr>
            <p:nvPr/>
          </p:nvSpPr>
          <p:spPr bwMode="auto">
            <a:xfrm>
              <a:off x="3409" y="2639"/>
              <a:ext cx="178" cy="269"/>
            </a:xfrm>
            <a:prstGeom prst="rect">
              <a:avLst/>
            </a:prstGeom>
            <a:noFill/>
            <a:ln w="9525">
              <a:noFill/>
              <a:miter lim="800000"/>
              <a:headEnd/>
              <a:tailEnd/>
            </a:ln>
          </p:spPr>
          <p:txBody>
            <a:bodyPr wrap="none">
              <a:spAutoFit/>
            </a:bodyPr>
            <a:lstStyle/>
            <a:p>
              <a:pPr>
                <a:lnSpc>
                  <a:spcPct val="110000"/>
                </a:lnSpc>
                <a:spcBef>
                  <a:spcPct val="0"/>
                </a:spcBef>
              </a:pPr>
              <a:r>
                <a:rPr lang="en-US" altLang="zh-CN" sz="2000" i="1">
                  <a:ea typeface="宋体" pitchFamily="2" charset="-122"/>
                </a:rPr>
                <a:t>z</a:t>
              </a:r>
              <a:endParaRPr lang="en-US" altLang="zh-CN" sz="2000" b="0">
                <a:ea typeface="宋体" pitchFamily="2" charset="-122"/>
              </a:endParaRPr>
            </a:p>
          </p:txBody>
        </p:sp>
        <p:sp>
          <p:nvSpPr>
            <p:cNvPr id="19504" name="Text Box 86"/>
            <p:cNvSpPr txBox="1">
              <a:spLocks noChangeArrowheads="1"/>
            </p:cNvSpPr>
            <p:nvPr/>
          </p:nvSpPr>
          <p:spPr bwMode="auto">
            <a:xfrm>
              <a:off x="3456" y="1607"/>
              <a:ext cx="204" cy="269"/>
            </a:xfrm>
            <a:prstGeom prst="rect">
              <a:avLst/>
            </a:prstGeom>
            <a:noFill/>
            <a:ln w="9525">
              <a:noFill/>
              <a:miter lim="800000"/>
              <a:headEnd/>
              <a:tailEnd/>
            </a:ln>
          </p:spPr>
          <p:txBody>
            <a:bodyPr>
              <a:spAutoFit/>
            </a:bodyPr>
            <a:lstStyle/>
            <a:p>
              <a:pPr>
                <a:lnSpc>
                  <a:spcPct val="110000"/>
                </a:lnSpc>
                <a:spcBef>
                  <a:spcPct val="0"/>
                </a:spcBef>
              </a:pPr>
              <a:r>
                <a:rPr lang="en-US" altLang="zh-CN" sz="2000" i="1">
                  <a:ea typeface="宋体" pitchFamily="2" charset="-122"/>
                </a:rPr>
                <a:t>S</a:t>
              </a:r>
              <a:endParaRPr lang="en-US" altLang="zh-CN" sz="2000" b="0">
                <a:ea typeface="宋体" pitchFamily="2" charset="-122"/>
              </a:endParaRPr>
            </a:p>
          </p:txBody>
        </p:sp>
        <p:sp>
          <p:nvSpPr>
            <p:cNvPr id="19505" name="Text Box 87"/>
            <p:cNvSpPr txBox="1">
              <a:spLocks noChangeArrowheads="1"/>
            </p:cNvSpPr>
            <p:nvPr/>
          </p:nvSpPr>
          <p:spPr bwMode="auto">
            <a:xfrm>
              <a:off x="4745" y="2457"/>
              <a:ext cx="236" cy="269"/>
            </a:xfrm>
            <a:prstGeom prst="rect">
              <a:avLst/>
            </a:prstGeom>
            <a:noFill/>
            <a:ln w="9525">
              <a:noFill/>
              <a:miter lim="800000"/>
              <a:headEnd/>
              <a:tailEnd/>
            </a:ln>
          </p:spPr>
          <p:txBody>
            <a:bodyPr wrap="none">
              <a:spAutoFit/>
            </a:bodyPr>
            <a:lstStyle/>
            <a:p>
              <a:pPr>
                <a:lnSpc>
                  <a:spcPct val="110000"/>
                </a:lnSpc>
                <a:spcBef>
                  <a:spcPct val="0"/>
                </a:spcBef>
              </a:pPr>
              <a:r>
                <a:rPr lang="en-US" altLang="zh-CN" sz="2000" i="1">
                  <a:ea typeface="宋体" pitchFamily="2" charset="-122"/>
                </a:rPr>
                <a:t>x</a:t>
              </a:r>
              <a:r>
                <a:rPr lang="en-US" altLang="zh-CN" sz="2000">
                  <a:ea typeface="宋体" pitchFamily="2" charset="-122"/>
                  <a:sym typeface="Symbol" pitchFamily="18" charset="2"/>
                </a:rPr>
                <a:t> </a:t>
              </a:r>
              <a:endParaRPr lang="en-US" altLang="zh-CN" sz="2000">
                <a:ea typeface="宋体" pitchFamily="2" charset="-122"/>
              </a:endParaRPr>
            </a:p>
          </p:txBody>
        </p:sp>
        <p:grpSp>
          <p:nvGrpSpPr>
            <p:cNvPr id="19506" name="Group 88"/>
            <p:cNvGrpSpPr>
              <a:grpSpLocks/>
            </p:cNvGrpSpPr>
            <p:nvPr/>
          </p:nvGrpSpPr>
          <p:grpSpPr bwMode="auto">
            <a:xfrm>
              <a:off x="3328" y="1260"/>
              <a:ext cx="1824" cy="1578"/>
              <a:chOff x="3328" y="1260"/>
              <a:chExt cx="1824" cy="1578"/>
            </a:xfrm>
          </p:grpSpPr>
          <p:sp>
            <p:nvSpPr>
              <p:cNvPr id="19507" name="Line 89"/>
              <p:cNvSpPr>
                <a:spLocks noChangeShapeType="1"/>
              </p:cNvSpPr>
              <p:nvPr/>
            </p:nvSpPr>
            <p:spPr bwMode="auto">
              <a:xfrm flipH="1">
                <a:off x="3328" y="2500"/>
                <a:ext cx="362" cy="338"/>
              </a:xfrm>
              <a:prstGeom prst="line">
                <a:avLst/>
              </a:prstGeom>
              <a:noFill/>
              <a:ln w="19050">
                <a:solidFill>
                  <a:schemeClr val="tx1"/>
                </a:solidFill>
                <a:round/>
                <a:headEnd/>
                <a:tailEnd type="triangle" w="sm" len="lg"/>
              </a:ln>
            </p:spPr>
            <p:txBody>
              <a:bodyPr wrap="none" anchor="ctr"/>
              <a:lstStyle/>
              <a:p>
                <a:endParaRPr lang="zh-CN" altLang="en-US"/>
              </a:p>
            </p:txBody>
          </p:sp>
          <p:sp>
            <p:nvSpPr>
              <p:cNvPr id="19508" name="Line 90"/>
              <p:cNvSpPr>
                <a:spLocks noChangeShapeType="1"/>
              </p:cNvSpPr>
              <p:nvPr/>
            </p:nvSpPr>
            <p:spPr bwMode="auto">
              <a:xfrm>
                <a:off x="3689" y="2500"/>
                <a:ext cx="1463" cy="0"/>
              </a:xfrm>
              <a:prstGeom prst="line">
                <a:avLst/>
              </a:prstGeom>
              <a:noFill/>
              <a:ln w="19050">
                <a:solidFill>
                  <a:schemeClr val="tx1"/>
                </a:solidFill>
                <a:round/>
                <a:headEnd/>
                <a:tailEnd type="triangle" w="sm" len="lg"/>
              </a:ln>
            </p:spPr>
            <p:txBody>
              <a:bodyPr wrap="none" anchor="ctr"/>
              <a:lstStyle/>
              <a:p>
                <a:endParaRPr lang="zh-CN" altLang="en-US"/>
              </a:p>
            </p:txBody>
          </p:sp>
          <p:sp>
            <p:nvSpPr>
              <p:cNvPr id="19509" name="Line 91"/>
              <p:cNvSpPr>
                <a:spLocks noChangeShapeType="1"/>
              </p:cNvSpPr>
              <p:nvPr/>
            </p:nvSpPr>
            <p:spPr bwMode="auto">
              <a:xfrm flipV="1">
                <a:off x="3690" y="1260"/>
                <a:ext cx="0" cy="1241"/>
              </a:xfrm>
              <a:prstGeom prst="line">
                <a:avLst/>
              </a:prstGeom>
              <a:noFill/>
              <a:ln w="19050">
                <a:solidFill>
                  <a:schemeClr val="tx1"/>
                </a:solidFill>
                <a:round/>
                <a:headEnd/>
                <a:tailEnd type="triangle" w="sm" len="lg"/>
              </a:ln>
            </p:spPr>
            <p:txBody>
              <a:bodyPr wrap="none" anchor="ctr"/>
              <a:lstStyle/>
              <a:p>
                <a:endParaRPr lang="zh-CN" altLang="en-US"/>
              </a:p>
            </p:txBody>
          </p:sp>
        </p:grpSp>
      </p:grpSp>
      <p:grpSp>
        <p:nvGrpSpPr>
          <p:cNvPr id="5" name="Group 92"/>
          <p:cNvGrpSpPr>
            <a:grpSpLocks/>
          </p:cNvGrpSpPr>
          <p:nvPr/>
        </p:nvGrpSpPr>
        <p:grpSpPr bwMode="auto">
          <a:xfrm>
            <a:off x="5662613" y="2552700"/>
            <a:ext cx="2524125" cy="2746375"/>
            <a:chOff x="3680" y="1179"/>
            <a:chExt cx="1590" cy="1730"/>
          </a:xfrm>
        </p:grpSpPr>
        <p:sp>
          <p:nvSpPr>
            <p:cNvPr id="19493" name="Text Box 93"/>
            <p:cNvSpPr txBox="1">
              <a:spLocks noChangeArrowheads="1"/>
            </p:cNvSpPr>
            <p:nvPr/>
          </p:nvSpPr>
          <p:spPr bwMode="auto">
            <a:xfrm>
              <a:off x="4844" y="2456"/>
              <a:ext cx="426" cy="269"/>
            </a:xfrm>
            <a:prstGeom prst="rect">
              <a:avLst/>
            </a:prstGeom>
            <a:noFill/>
            <a:ln w="9525">
              <a:noFill/>
              <a:miter lim="800000"/>
              <a:headEnd/>
              <a:tailEnd/>
            </a:ln>
          </p:spPr>
          <p:txBody>
            <a:bodyPr wrap="none">
              <a:spAutoFit/>
            </a:bodyPr>
            <a:lstStyle/>
            <a:p>
              <a:pPr>
                <a:lnSpc>
                  <a:spcPct val="110000"/>
                </a:lnSpc>
                <a:spcBef>
                  <a:spcPct val="0"/>
                </a:spcBef>
              </a:pPr>
              <a:r>
                <a:rPr lang="en-US" altLang="zh-CN" sz="2000">
                  <a:solidFill>
                    <a:srgbClr val="FF0000"/>
                  </a:solidFill>
                  <a:ea typeface="宋体" pitchFamily="2" charset="-122"/>
                </a:rPr>
                <a:t>( </a:t>
              </a:r>
              <a:r>
                <a:rPr lang="en-US" altLang="zh-CN" sz="2000" i="1">
                  <a:solidFill>
                    <a:srgbClr val="FF0000"/>
                  </a:solidFill>
                  <a:ea typeface="宋体" pitchFamily="2" charset="-122"/>
                </a:rPr>
                <a:t>x' </a:t>
              </a:r>
              <a:r>
                <a:rPr lang="en-US" altLang="zh-CN" sz="2000">
                  <a:solidFill>
                    <a:srgbClr val="FF0000"/>
                  </a:solidFill>
                  <a:ea typeface="宋体" pitchFamily="2" charset="-122"/>
                </a:rPr>
                <a:t>)</a:t>
              </a:r>
              <a:endParaRPr lang="en-US" altLang="zh-CN" sz="2000" b="0">
                <a:solidFill>
                  <a:srgbClr val="FF0000"/>
                </a:solidFill>
                <a:ea typeface="宋体" pitchFamily="2" charset="-122"/>
              </a:endParaRPr>
            </a:p>
          </p:txBody>
        </p:sp>
        <p:grpSp>
          <p:nvGrpSpPr>
            <p:cNvPr id="19494" name="Group 94"/>
            <p:cNvGrpSpPr>
              <a:grpSpLocks/>
            </p:cNvGrpSpPr>
            <p:nvPr/>
          </p:nvGrpSpPr>
          <p:grpSpPr bwMode="auto">
            <a:xfrm>
              <a:off x="3680" y="1179"/>
              <a:ext cx="606" cy="1730"/>
              <a:chOff x="3329" y="1179"/>
              <a:chExt cx="606" cy="1730"/>
            </a:xfrm>
          </p:grpSpPr>
          <p:sp>
            <p:nvSpPr>
              <p:cNvPr id="19495" name="Text Box 95"/>
              <p:cNvSpPr txBox="1">
                <a:spLocks noChangeArrowheads="1"/>
              </p:cNvSpPr>
              <p:nvPr/>
            </p:nvSpPr>
            <p:spPr bwMode="auto">
              <a:xfrm>
                <a:off x="3629" y="2459"/>
                <a:ext cx="276" cy="269"/>
              </a:xfrm>
              <a:prstGeom prst="rect">
                <a:avLst/>
              </a:prstGeom>
              <a:noFill/>
              <a:ln w="9525">
                <a:noFill/>
                <a:miter lim="800000"/>
                <a:headEnd/>
                <a:tailEnd/>
              </a:ln>
            </p:spPr>
            <p:txBody>
              <a:bodyPr wrap="none">
                <a:spAutoFit/>
              </a:bodyPr>
              <a:lstStyle/>
              <a:p>
                <a:pPr>
                  <a:lnSpc>
                    <a:spcPct val="110000"/>
                  </a:lnSpc>
                  <a:spcBef>
                    <a:spcPct val="0"/>
                  </a:spcBef>
                </a:pPr>
                <a:r>
                  <a:rPr lang="en-US" altLang="zh-CN" sz="2000" i="1">
                    <a:ea typeface="宋体" pitchFamily="2" charset="-122"/>
                  </a:rPr>
                  <a:t>O'</a:t>
                </a:r>
              </a:p>
            </p:txBody>
          </p:sp>
          <p:sp>
            <p:nvSpPr>
              <p:cNvPr id="19496" name="Text Box 96"/>
              <p:cNvSpPr txBox="1">
                <a:spLocks noChangeArrowheads="1"/>
              </p:cNvSpPr>
              <p:nvPr/>
            </p:nvSpPr>
            <p:spPr bwMode="auto">
              <a:xfrm>
                <a:off x="3409" y="2640"/>
                <a:ext cx="222" cy="269"/>
              </a:xfrm>
              <a:prstGeom prst="rect">
                <a:avLst/>
              </a:prstGeom>
              <a:noFill/>
              <a:ln w="9525">
                <a:noFill/>
                <a:miter lim="800000"/>
                <a:headEnd/>
                <a:tailEnd/>
              </a:ln>
            </p:spPr>
            <p:txBody>
              <a:bodyPr wrap="none">
                <a:spAutoFit/>
              </a:bodyPr>
              <a:lstStyle/>
              <a:p>
                <a:pPr>
                  <a:lnSpc>
                    <a:spcPct val="110000"/>
                  </a:lnSpc>
                  <a:spcBef>
                    <a:spcPct val="0"/>
                  </a:spcBef>
                </a:pPr>
                <a:r>
                  <a:rPr lang="en-US" altLang="zh-CN" sz="2000" i="1">
                    <a:solidFill>
                      <a:srgbClr val="FF0000"/>
                    </a:solidFill>
                    <a:ea typeface="宋体" pitchFamily="2" charset="-122"/>
                  </a:rPr>
                  <a:t>z'</a:t>
                </a:r>
              </a:p>
            </p:txBody>
          </p:sp>
          <p:sp>
            <p:nvSpPr>
              <p:cNvPr id="19497" name="Text Box 97"/>
              <p:cNvSpPr txBox="1">
                <a:spLocks noChangeArrowheads="1"/>
              </p:cNvSpPr>
              <p:nvPr/>
            </p:nvSpPr>
            <p:spPr bwMode="auto">
              <a:xfrm>
                <a:off x="3704" y="1179"/>
                <a:ext cx="231" cy="269"/>
              </a:xfrm>
              <a:prstGeom prst="rect">
                <a:avLst/>
              </a:prstGeom>
              <a:noFill/>
              <a:ln w="9525">
                <a:noFill/>
                <a:miter lim="800000"/>
                <a:headEnd/>
                <a:tailEnd/>
              </a:ln>
            </p:spPr>
            <p:txBody>
              <a:bodyPr wrap="none">
                <a:spAutoFit/>
              </a:bodyPr>
              <a:lstStyle/>
              <a:p>
                <a:pPr>
                  <a:lnSpc>
                    <a:spcPct val="110000"/>
                  </a:lnSpc>
                  <a:spcBef>
                    <a:spcPct val="0"/>
                  </a:spcBef>
                </a:pPr>
                <a:r>
                  <a:rPr lang="en-US" altLang="zh-CN" sz="2000" i="1">
                    <a:solidFill>
                      <a:srgbClr val="FF0000"/>
                    </a:solidFill>
                    <a:ea typeface="宋体" pitchFamily="2" charset="-122"/>
                  </a:rPr>
                  <a:t>y'</a:t>
                </a:r>
              </a:p>
            </p:txBody>
          </p:sp>
          <p:sp>
            <p:nvSpPr>
              <p:cNvPr id="19498" name="Text Box 98"/>
              <p:cNvSpPr txBox="1">
                <a:spLocks noChangeArrowheads="1"/>
              </p:cNvSpPr>
              <p:nvPr/>
            </p:nvSpPr>
            <p:spPr bwMode="auto">
              <a:xfrm>
                <a:off x="3456" y="1593"/>
                <a:ext cx="249" cy="269"/>
              </a:xfrm>
              <a:prstGeom prst="rect">
                <a:avLst/>
              </a:prstGeom>
              <a:noFill/>
              <a:ln w="9525">
                <a:noFill/>
                <a:miter lim="800000"/>
                <a:headEnd/>
                <a:tailEnd/>
              </a:ln>
            </p:spPr>
            <p:txBody>
              <a:bodyPr wrap="none">
                <a:spAutoFit/>
              </a:bodyPr>
              <a:lstStyle/>
              <a:p>
                <a:pPr>
                  <a:lnSpc>
                    <a:spcPct val="110000"/>
                  </a:lnSpc>
                  <a:spcBef>
                    <a:spcPct val="0"/>
                  </a:spcBef>
                </a:pPr>
                <a:r>
                  <a:rPr lang="en-US" altLang="zh-CN" sz="2000" i="1">
                    <a:solidFill>
                      <a:srgbClr val="FF0000"/>
                    </a:solidFill>
                    <a:ea typeface="宋体" pitchFamily="2" charset="-122"/>
                  </a:rPr>
                  <a:t>S'</a:t>
                </a:r>
              </a:p>
            </p:txBody>
          </p:sp>
          <p:sp>
            <p:nvSpPr>
              <p:cNvPr id="19499" name="Line 99"/>
              <p:cNvSpPr>
                <a:spLocks noChangeShapeType="1"/>
              </p:cNvSpPr>
              <p:nvPr/>
            </p:nvSpPr>
            <p:spPr bwMode="auto">
              <a:xfrm flipH="1">
                <a:off x="3329" y="2498"/>
                <a:ext cx="363" cy="339"/>
              </a:xfrm>
              <a:prstGeom prst="line">
                <a:avLst/>
              </a:prstGeom>
              <a:noFill/>
              <a:ln w="19050">
                <a:solidFill>
                  <a:srgbClr val="FF0000"/>
                </a:solidFill>
                <a:round/>
                <a:headEnd/>
                <a:tailEnd type="triangle" w="sm" len="lg"/>
              </a:ln>
            </p:spPr>
            <p:txBody>
              <a:bodyPr wrap="none" anchor="ctr"/>
              <a:lstStyle/>
              <a:p>
                <a:endParaRPr lang="zh-CN" altLang="en-US"/>
              </a:p>
            </p:txBody>
          </p:sp>
          <p:sp>
            <p:nvSpPr>
              <p:cNvPr id="19500" name="Line 100"/>
              <p:cNvSpPr>
                <a:spLocks noChangeShapeType="1"/>
              </p:cNvSpPr>
              <p:nvPr/>
            </p:nvSpPr>
            <p:spPr bwMode="auto">
              <a:xfrm flipV="1">
                <a:off x="3690" y="1260"/>
                <a:ext cx="0" cy="1241"/>
              </a:xfrm>
              <a:prstGeom prst="line">
                <a:avLst/>
              </a:prstGeom>
              <a:noFill/>
              <a:ln w="19050">
                <a:solidFill>
                  <a:srgbClr val="FF0000"/>
                </a:solidFill>
                <a:round/>
                <a:headEnd/>
                <a:tailEnd type="triangle" w="sm" len="lg"/>
              </a:ln>
            </p:spPr>
            <p:txBody>
              <a:bodyPr wrap="none" anchor="ctr"/>
              <a:lstStyle/>
              <a:p>
                <a:endParaRPr lang="zh-CN" altLang="en-US"/>
              </a:p>
            </p:txBody>
          </p:sp>
        </p:grpSp>
      </p:grpSp>
      <p:sp>
        <p:nvSpPr>
          <p:cNvPr id="174181" name="Line 101"/>
          <p:cNvSpPr>
            <a:spLocks noChangeShapeType="1"/>
          </p:cNvSpPr>
          <p:nvPr/>
        </p:nvSpPr>
        <p:spPr bwMode="auto">
          <a:xfrm flipV="1">
            <a:off x="6238875" y="3429000"/>
            <a:ext cx="769938" cy="1222375"/>
          </a:xfrm>
          <a:prstGeom prst="line">
            <a:avLst/>
          </a:prstGeom>
          <a:noFill/>
          <a:ln w="28575">
            <a:solidFill>
              <a:srgbClr val="FF0000"/>
            </a:solidFill>
            <a:round/>
            <a:headEnd/>
            <a:tailEnd type="stealth" w="med" len="lg"/>
          </a:ln>
        </p:spPr>
        <p:txBody>
          <a:bodyPr wrap="none" anchor="ctr"/>
          <a:lstStyle/>
          <a:p>
            <a:endParaRPr lang="zh-CN" altLang="en-US"/>
          </a:p>
        </p:txBody>
      </p:sp>
      <p:graphicFrame>
        <p:nvGraphicFramePr>
          <p:cNvPr id="174182" name="Object 102"/>
          <p:cNvGraphicFramePr>
            <a:graphicFrameLocks noChangeAspect="1"/>
          </p:cNvGraphicFramePr>
          <p:nvPr/>
        </p:nvGraphicFramePr>
        <p:xfrm>
          <a:off x="2592388" y="5903913"/>
          <a:ext cx="777875" cy="366712"/>
        </p:xfrm>
        <a:graphic>
          <a:graphicData uri="http://schemas.openxmlformats.org/presentationml/2006/ole">
            <p:oleObj spid="_x0000_s19470" name="公式" r:id="rId16" imgW="431640" imgH="203040" progId="Equation.3">
              <p:embed/>
            </p:oleObj>
          </a:graphicData>
        </a:graphic>
      </p:graphicFrame>
      <p:graphicFrame>
        <p:nvGraphicFramePr>
          <p:cNvPr id="174183" name="Object 103"/>
          <p:cNvGraphicFramePr>
            <a:graphicFrameLocks noChangeAspect="1"/>
          </p:cNvGraphicFramePr>
          <p:nvPr/>
        </p:nvGraphicFramePr>
        <p:xfrm>
          <a:off x="792163" y="5911850"/>
          <a:ext cx="1263650" cy="320675"/>
        </p:xfrm>
        <a:graphic>
          <a:graphicData uri="http://schemas.openxmlformats.org/presentationml/2006/ole">
            <p:oleObj spid="_x0000_s19471" name="公式" r:id="rId17" imgW="711000" imgH="177480" progId="Equation.3">
              <p:embed/>
            </p:oleObj>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74149"/>
                                        </p:tgtEl>
                                        <p:attrNameLst>
                                          <p:attrName>style.visibility</p:attrName>
                                        </p:attrNameLst>
                                      </p:cBhvr>
                                      <p:to>
                                        <p:strVal val="visible"/>
                                      </p:to>
                                    </p:set>
                                    <p:animEffect transition="in" filter="wipe(left)">
                                      <p:cBhvr>
                                        <p:cTn id="7" dur="500"/>
                                        <p:tgtEl>
                                          <p:spTgt spid="174149"/>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childTnLst>
                                </p:cTn>
                              </p:par>
                              <p:par>
                                <p:cTn id="12" presetID="1" presetClass="entr" presetSubtype="0" fill="hold" grpId="0" nodeType="withEffect">
                                  <p:stCondLst>
                                    <p:cond delay="0"/>
                                  </p:stCondLst>
                                  <p:childTnLst>
                                    <p:set>
                                      <p:cBhvr>
                                        <p:cTn id="13" dur="1" fill="hold">
                                          <p:stCondLst>
                                            <p:cond delay="0"/>
                                          </p:stCondLst>
                                        </p:cTn>
                                        <p:tgtEl>
                                          <p:spTgt spid="174151"/>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nodeType="click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wipe(left)">
                                      <p:cBhvr>
                                        <p:cTn id="18" dur="500"/>
                                        <p:tgtEl>
                                          <p:spTgt spid="5"/>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2"/>
                                        </p:tgtEl>
                                        <p:attrNameLst>
                                          <p:attrName>style.visibility</p:attrName>
                                        </p:attrNameLst>
                                      </p:cBhvr>
                                      <p:to>
                                        <p:strVal val="visible"/>
                                      </p:to>
                                    </p:set>
                                    <p:animEffect transition="in" filter="wipe(left)">
                                      <p:cBhvr>
                                        <p:cTn id="23" dur="500"/>
                                        <p:tgtEl>
                                          <p:spTgt spid="2"/>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iterate type="lt">
                                    <p:tmPct val="100000"/>
                                  </p:iterate>
                                  <p:childTnLst>
                                    <p:set>
                                      <p:cBhvr>
                                        <p:cTn id="27" dur="1" fill="hold">
                                          <p:stCondLst>
                                            <p:cond delay="0"/>
                                          </p:stCondLst>
                                        </p:cTn>
                                        <p:tgtEl>
                                          <p:spTgt spid="174150"/>
                                        </p:tgtEl>
                                        <p:attrNameLst>
                                          <p:attrName>style.visibility</p:attrName>
                                        </p:attrNameLst>
                                      </p:cBhvr>
                                      <p:to>
                                        <p:strVal val="visible"/>
                                      </p:to>
                                    </p:set>
                                    <p:animEffect transition="in" filter="wipe(left)">
                                      <p:cBhvr>
                                        <p:cTn id="28" dur="100"/>
                                        <p:tgtEl>
                                          <p:spTgt spid="174150"/>
                                        </p:tgtEl>
                                      </p:cBhvr>
                                    </p:animEffect>
                                  </p:childTnLst>
                                </p:cTn>
                              </p:par>
                            </p:childTnLst>
                          </p:cTn>
                        </p:par>
                        <p:par>
                          <p:cTn id="29" fill="hold">
                            <p:stCondLst>
                              <p:cond delay="3200"/>
                            </p:stCondLst>
                            <p:childTnLst>
                              <p:par>
                                <p:cTn id="30" presetID="1" presetClass="entr" presetSubtype="0" fill="hold" grpId="0" nodeType="afterEffect">
                                  <p:stCondLst>
                                    <p:cond delay="0"/>
                                  </p:stCondLst>
                                  <p:childTnLst>
                                    <p:set>
                                      <p:cBhvr>
                                        <p:cTn id="31" dur="1" fill="hold">
                                          <p:stCondLst>
                                            <p:cond delay="0"/>
                                          </p:stCondLst>
                                        </p:cTn>
                                        <p:tgtEl>
                                          <p:spTgt spid="174152"/>
                                        </p:tgtEl>
                                        <p:attrNameLst>
                                          <p:attrName>style.visibility</p:attrName>
                                        </p:attrNameLst>
                                      </p:cBhvr>
                                      <p:to>
                                        <p:strVal val="visible"/>
                                      </p:to>
                                    </p:set>
                                  </p:childTnLst>
                                </p:cTn>
                              </p:par>
                            </p:childTnLst>
                          </p:cTn>
                        </p:par>
                        <p:par>
                          <p:cTn id="32" fill="hold">
                            <p:stCondLst>
                              <p:cond delay="3200"/>
                            </p:stCondLst>
                            <p:childTnLst>
                              <p:par>
                                <p:cTn id="33" presetID="1" presetClass="entr" presetSubtype="0" fill="hold" grpId="0" nodeType="afterEffect">
                                  <p:stCondLst>
                                    <p:cond delay="0"/>
                                  </p:stCondLst>
                                  <p:childTnLst>
                                    <p:set>
                                      <p:cBhvr>
                                        <p:cTn id="34" dur="1" fill="hold">
                                          <p:stCondLst>
                                            <p:cond delay="0"/>
                                          </p:stCondLst>
                                        </p:cTn>
                                        <p:tgtEl>
                                          <p:spTgt spid="17415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74154"/>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74133"/>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74155"/>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174134"/>
                                        </p:tgtEl>
                                        <p:attrNameLst>
                                          <p:attrName>style.visibility</p:attrName>
                                        </p:attrNameLst>
                                      </p:cBhvr>
                                      <p:to>
                                        <p:strVal val="visible"/>
                                      </p:to>
                                    </p:set>
                                  </p:childTnLst>
                                </p:cTn>
                              </p:par>
                            </p:childTnLst>
                          </p:cTn>
                        </p:par>
                        <p:par>
                          <p:cTn id="47" fill="hold">
                            <p:stCondLst>
                              <p:cond delay="0"/>
                            </p:stCondLst>
                            <p:childTnLst>
                              <p:par>
                                <p:cTn id="48" presetID="1" presetClass="entr" presetSubtype="0" fill="hold" grpId="0" nodeType="afterEffect">
                                  <p:stCondLst>
                                    <p:cond delay="0"/>
                                  </p:stCondLst>
                                  <p:childTnLst>
                                    <p:set>
                                      <p:cBhvr>
                                        <p:cTn id="49" dur="1" fill="hold">
                                          <p:stCondLst>
                                            <p:cond delay="0"/>
                                          </p:stCondLst>
                                        </p:cTn>
                                        <p:tgtEl>
                                          <p:spTgt spid="174141"/>
                                        </p:tgtEl>
                                        <p:attrNameLst>
                                          <p:attrName>style.visibility</p:attrName>
                                        </p:attrNameLst>
                                      </p:cBhvr>
                                      <p:to>
                                        <p:strVal val="visible"/>
                                      </p:to>
                                    </p:set>
                                  </p:childTnLst>
                                </p:cTn>
                              </p:par>
                            </p:childTnLst>
                          </p:cTn>
                        </p:par>
                        <p:par>
                          <p:cTn id="50" fill="hold">
                            <p:stCondLst>
                              <p:cond delay="0"/>
                            </p:stCondLst>
                            <p:childTnLst>
                              <p:par>
                                <p:cTn id="51" presetID="1" presetClass="entr" presetSubtype="0" fill="hold" grpId="0" nodeType="afterEffect">
                                  <p:stCondLst>
                                    <p:cond delay="0"/>
                                  </p:stCondLst>
                                  <p:childTnLst>
                                    <p:set>
                                      <p:cBhvr>
                                        <p:cTn id="52" dur="1" fill="hold">
                                          <p:stCondLst>
                                            <p:cond delay="0"/>
                                          </p:stCondLst>
                                        </p:cTn>
                                        <p:tgtEl>
                                          <p:spTgt spid="174142"/>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22" presetClass="entr" presetSubtype="4" fill="hold" grpId="0" nodeType="clickEffect">
                                  <p:stCondLst>
                                    <p:cond delay="0"/>
                                  </p:stCondLst>
                                  <p:childTnLst>
                                    <p:set>
                                      <p:cBhvr>
                                        <p:cTn id="56" dur="1" fill="hold">
                                          <p:stCondLst>
                                            <p:cond delay="0"/>
                                          </p:stCondLst>
                                        </p:cTn>
                                        <p:tgtEl>
                                          <p:spTgt spid="174156"/>
                                        </p:tgtEl>
                                        <p:attrNameLst>
                                          <p:attrName>style.visibility</p:attrName>
                                        </p:attrNameLst>
                                      </p:cBhvr>
                                      <p:to>
                                        <p:strVal val="visible"/>
                                      </p:to>
                                    </p:set>
                                    <p:animEffect transition="in" filter="wipe(down)">
                                      <p:cBhvr>
                                        <p:cTn id="57" dur="500"/>
                                        <p:tgtEl>
                                          <p:spTgt spid="174156"/>
                                        </p:tgtEl>
                                      </p:cBhvr>
                                    </p:animEffect>
                                  </p:childTnLst>
                                </p:cTn>
                              </p:par>
                            </p:childTnLst>
                          </p:cTn>
                        </p:par>
                        <p:par>
                          <p:cTn id="58" fill="hold">
                            <p:stCondLst>
                              <p:cond delay="500"/>
                            </p:stCondLst>
                            <p:childTnLst>
                              <p:par>
                                <p:cTn id="59" presetID="22" presetClass="entr" presetSubtype="8" fill="hold" nodeType="afterEffect">
                                  <p:stCondLst>
                                    <p:cond delay="0"/>
                                  </p:stCondLst>
                                  <p:childTnLst>
                                    <p:set>
                                      <p:cBhvr>
                                        <p:cTn id="60" dur="1" fill="hold">
                                          <p:stCondLst>
                                            <p:cond delay="0"/>
                                          </p:stCondLst>
                                        </p:cTn>
                                        <p:tgtEl>
                                          <p:spTgt spid="174157"/>
                                        </p:tgtEl>
                                        <p:attrNameLst>
                                          <p:attrName>style.visibility</p:attrName>
                                        </p:attrNameLst>
                                      </p:cBhvr>
                                      <p:to>
                                        <p:strVal val="visible"/>
                                      </p:to>
                                    </p:set>
                                    <p:animEffect transition="in" filter="wipe(left)">
                                      <p:cBhvr>
                                        <p:cTn id="61" dur="500"/>
                                        <p:tgtEl>
                                          <p:spTgt spid="174157"/>
                                        </p:tgtEl>
                                      </p:cBhvr>
                                    </p:animEffect>
                                  </p:childTnLst>
                                </p:cTn>
                              </p:par>
                            </p:childTnLst>
                          </p:cTn>
                        </p:par>
                        <p:par>
                          <p:cTn id="62" fill="hold">
                            <p:stCondLst>
                              <p:cond delay="1000"/>
                            </p:stCondLst>
                            <p:childTnLst>
                              <p:par>
                                <p:cTn id="63" presetID="1" presetClass="entr" presetSubtype="0" fill="hold" nodeType="afterEffect">
                                  <p:stCondLst>
                                    <p:cond delay="0"/>
                                  </p:stCondLst>
                                  <p:childTnLst>
                                    <p:set>
                                      <p:cBhvr>
                                        <p:cTn id="64" dur="1" fill="hold">
                                          <p:stCondLst>
                                            <p:cond delay="0"/>
                                          </p:stCondLst>
                                        </p:cTn>
                                        <p:tgtEl>
                                          <p:spTgt spid="174135"/>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22" presetClass="entr" presetSubtype="4" fill="hold" grpId="0" nodeType="clickEffect">
                                  <p:stCondLst>
                                    <p:cond delay="0"/>
                                  </p:stCondLst>
                                  <p:childTnLst>
                                    <p:set>
                                      <p:cBhvr>
                                        <p:cTn id="68" dur="1" fill="hold">
                                          <p:stCondLst>
                                            <p:cond delay="0"/>
                                          </p:stCondLst>
                                        </p:cTn>
                                        <p:tgtEl>
                                          <p:spTgt spid="174181"/>
                                        </p:tgtEl>
                                        <p:attrNameLst>
                                          <p:attrName>style.visibility</p:attrName>
                                        </p:attrNameLst>
                                      </p:cBhvr>
                                      <p:to>
                                        <p:strVal val="visible"/>
                                      </p:to>
                                    </p:set>
                                    <p:animEffect transition="in" filter="wipe(down)">
                                      <p:cBhvr>
                                        <p:cTn id="69" dur="500"/>
                                        <p:tgtEl>
                                          <p:spTgt spid="174181"/>
                                        </p:tgtEl>
                                      </p:cBhvr>
                                    </p:animEffect>
                                  </p:childTnLst>
                                </p:cTn>
                              </p:par>
                            </p:childTnLst>
                          </p:cTn>
                        </p:par>
                        <p:par>
                          <p:cTn id="70" fill="hold">
                            <p:stCondLst>
                              <p:cond delay="500"/>
                            </p:stCondLst>
                            <p:childTnLst>
                              <p:par>
                                <p:cTn id="71" presetID="1" presetClass="entr" presetSubtype="0" fill="hold" nodeType="afterEffect">
                                  <p:stCondLst>
                                    <p:cond delay="0"/>
                                  </p:stCondLst>
                                  <p:childTnLst>
                                    <p:set>
                                      <p:cBhvr>
                                        <p:cTn id="72" dur="1" fill="hold">
                                          <p:stCondLst>
                                            <p:cond delay="0"/>
                                          </p:stCondLst>
                                        </p:cTn>
                                        <p:tgtEl>
                                          <p:spTgt spid="174158"/>
                                        </p:tgtEl>
                                        <p:attrNameLst>
                                          <p:attrName>style.visibility</p:attrName>
                                        </p:attrNameLst>
                                      </p:cBhvr>
                                      <p:to>
                                        <p:strVal val="visible"/>
                                      </p:to>
                                    </p:set>
                                  </p:childTnLst>
                                </p:cTn>
                              </p:par>
                            </p:childTnLst>
                          </p:cTn>
                        </p:par>
                        <p:par>
                          <p:cTn id="73" fill="hold">
                            <p:stCondLst>
                              <p:cond delay="500"/>
                            </p:stCondLst>
                            <p:childTnLst>
                              <p:par>
                                <p:cTn id="74" presetID="1" presetClass="entr" presetSubtype="0" fill="hold" nodeType="afterEffect">
                                  <p:stCondLst>
                                    <p:cond delay="0"/>
                                  </p:stCondLst>
                                  <p:childTnLst>
                                    <p:set>
                                      <p:cBhvr>
                                        <p:cTn id="75" dur="1" fill="hold">
                                          <p:stCondLst>
                                            <p:cond delay="0"/>
                                          </p:stCondLst>
                                        </p:cTn>
                                        <p:tgtEl>
                                          <p:spTgt spid="174136"/>
                                        </p:tgtEl>
                                        <p:attrNameLst>
                                          <p:attrName>style.visibility</p:attrName>
                                        </p:attrNameLst>
                                      </p:cBhvr>
                                      <p:to>
                                        <p:strVal val="visible"/>
                                      </p:to>
                                    </p:set>
                                  </p:childTnLst>
                                </p:cTn>
                              </p:par>
                            </p:childTnLst>
                          </p:cTn>
                        </p:par>
                        <p:par>
                          <p:cTn id="76" fill="hold">
                            <p:stCondLst>
                              <p:cond delay="500"/>
                            </p:stCondLst>
                            <p:childTnLst>
                              <p:par>
                                <p:cTn id="77" presetID="1" presetClass="entr" presetSubtype="0" fill="hold" grpId="0" nodeType="afterEffect">
                                  <p:stCondLst>
                                    <p:cond delay="0"/>
                                  </p:stCondLst>
                                  <p:childTnLst>
                                    <p:set>
                                      <p:cBhvr>
                                        <p:cTn id="78" dur="1" fill="hold">
                                          <p:stCondLst>
                                            <p:cond delay="0"/>
                                          </p:stCondLst>
                                        </p:cTn>
                                        <p:tgtEl>
                                          <p:spTgt spid="174143"/>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174137"/>
                                        </p:tgtEl>
                                        <p:attrNameLst>
                                          <p:attrName>style.visibility</p:attrName>
                                        </p:attrNameLst>
                                      </p:cBhvr>
                                      <p:to>
                                        <p:strVal val="visible"/>
                                      </p:to>
                                    </p:set>
                                  </p:childTnLst>
                                </p:cTn>
                              </p:par>
                            </p:childTnLst>
                          </p:cTn>
                        </p:par>
                        <p:par>
                          <p:cTn id="83" fill="hold">
                            <p:stCondLst>
                              <p:cond delay="0"/>
                            </p:stCondLst>
                            <p:childTnLst>
                              <p:par>
                                <p:cTn id="84" presetID="1" presetClass="entr" presetSubtype="0" fill="hold" grpId="0" nodeType="afterEffect">
                                  <p:stCondLst>
                                    <p:cond delay="0"/>
                                  </p:stCondLst>
                                  <p:childTnLst>
                                    <p:set>
                                      <p:cBhvr>
                                        <p:cTn id="85" dur="1" fill="hold">
                                          <p:stCondLst>
                                            <p:cond delay="0"/>
                                          </p:stCondLst>
                                        </p:cTn>
                                        <p:tgtEl>
                                          <p:spTgt spid="174144"/>
                                        </p:tgtEl>
                                        <p:attrNameLst>
                                          <p:attrName>style.visibility</p:attrName>
                                        </p:attrNameLst>
                                      </p:cBhvr>
                                      <p:to>
                                        <p:strVal val="visible"/>
                                      </p:to>
                                    </p:set>
                                  </p:childTnLst>
                                </p:cTn>
                              </p:par>
                            </p:childTnLst>
                          </p:cTn>
                        </p:par>
                      </p:childTnLst>
                    </p:cTn>
                  </p:par>
                  <p:par>
                    <p:cTn id="86" fill="hold">
                      <p:stCondLst>
                        <p:cond delay="indefinite"/>
                      </p:stCondLst>
                      <p:childTnLst>
                        <p:par>
                          <p:cTn id="87" fill="hold">
                            <p:stCondLst>
                              <p:cond delay="0"/>
                            </p:stCondLst>
                            <p:childTnLst>
                              <p:par>
                                <p:cTn id="88" presetID="1" presetClass="entr" presetSubtype="0" fill="hold" nodeType="clickEffect">
                                  <p:stCondLst>
                                    <p:cond delay="0"/>
                                  </p:stCondLst>
                                  <p:childTnLst>
                                    <p:set>
                                      <p:cBhvr>
                                        <p:cTn id="89" dur="1" fill="hold">
                                          <p:stCondLst>
                                            <p:cond delay="0"/>
                                          </p:stCondLst>
                                        </p:cTn>
                                        <p:tgtEl>
                                          <p:spTgt spid="174139"/>
                                        </p:tgtEl>
                                        <p:attrNameLst>
                                          <p:attrName>style.visibility</p:attrName>
                                        </p:attrNameLst>
                                      </p:cBhvr>
                                      <p:to>
                                        <p:strVal val="visible"/>
                                      </p:to>
                                    </p:se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clickEffect">
                                  <p:stCondLst>
                                    <p:cond delay="0"/>
                                  </p:stCondLst>
                                  <p:childTnLst>
                                    <p:set>
                                      <p:cBhvr>
                                        <p:cTn id="93" dur="1" fill="hold">
                                          <p:stCondLst>
                                            <p:cond delay="0"/>
                                          </p:stCondLst>
                                        </p:cTn>
                                        <p:tgtEl>
                                          <p:spTgt spid="174138"/>
                                        </p:tgtEl>
                                        <p:attrNameLst>
                                          <p:attrName>style.visibility</p:attrName>
                                        </p:attrNameLst>
                                      </p:cBhvr>
                                      <p:to>
                                        <p:strVal val="visible"/>
                                      </p:to>
                                    </p:set>
                                  </p:childTnLst>
                                </p:cTn>
                              </p:par>
                            </p:childTnLst>
                          </p:cTn>
                        </p:par>
                      </p:childTnLst>
                    </p:cTn>
                  </p:par>
                  <p:par>
                    <p:cTn id="94" fill="hold">
                      <p:stCondLst>
                        <p:cond delay="indefinite"/>
                      </p:stCondLst>
                      <p:childTnLst>
                        <p:par>
                          <p:cTn id="95" fill="hold">
                            <p:stCondLst>
                              <p:cond delay="0"/>
                            </p:stCondLst>
                            <p:childTnLst>
                              <p:par>
                                <p:cTn id="96" presetID="1" presetClass="entr" presetSubtype="0" fill="hold" nodeType="clickEffect">
                                  <p:stCondLst>
                                    <p:cond delay="0"/>
                                  </p:stCondLst>
                                  <p:childTnLst>
                                    <p:set>
                                      <p:cBhvr>
                                        <p:cTn id="97" dur="1" fill="hold">
                                          <p:stCondLst>
                                            <p:cond delay="0"/>
                                          </p:stCondLst>
                                        </p:cTn>
                                        <p:tgtEl>
                                          <p:spTgt spid="174140"/>
                                        </p:tgtEl>
                                        <p:attrNameLst>
                                          <p:attrName>style.visibility</p:attrName>
                                        </p:attrNameLst>
                                      </p:cBhvr>
                                      <p:to>
                                        <p:strVal val="visible"/>
                                      </p:to>
                                    </p:set>
                                  </p:childTnLst>
                                </p:cTn>
                              </p:par>
                              <p:par>
                                <p:cTn id="98" presetID="23" presetClass="entr" presetSubtype="16" fill="hold" grpId="0" nodeType="withEffect">
                                  <p:stCondLst>
                                    <p:cond delay="0"/>
                                  </p:stCondLst>
                                  <p:childTnLst>
                                    <p:set>
                                      <p:cBhvr>
                                        <p:cTn id="99" dur="1" fill="hold">
                                          <p:stCondLst>
                                            <p:cond delay="0"/>
                                          </p:stCondLst>
                                        </p:cTn>
                                        <p:tgtEl>
                                          <p:spTgt spid="174132"/>
                                        </p:tgtEl>
                                        <p:attrNameLst>
                                          <p:attrName>style.visibility</p:attrName>
                                        </p:attrNameLst>
                                      </p:cBhvr>
                                      <p:to>
                                        <p:strVal val="visible"/>
                                      </p:to>
                                    </p:set>
                                    <p:anim calcmode="lin" valueType="num">
                                      <p:cBhvr>
                                        <p:cTn id="100" dur="500" fill="hold"/>
                                        <p:tgtEl>
                                          <p:spTgt spid="174132"/>
                                        </p:tgtEl>
                                        <p:attrNameLst>
                                          <p:attrName>ppt_w</p:attrName>
                                        </p:attrNameLst>
                                      </p:cBhvr>
                                      <p:tavLst>
                                        <p:tav tm="0">
                                          <p:val>
                                            <p:fltVal val="0"/>
                                          </p:val>
                                        </p:tav>
                                        <p:tav tm="100000">
                                          <p:val>
                                            <p:strVal val="#ppt_w"/>
                                          </p:val>
                                        </p:tav>
                                      </p:tavLst>
                                    </p:anim>
                                    <p:anim calcmode="lin" valueType="num">
                                      <p:cBhvr>
                                        <p:cTn id="101" dur="500" fill="hold"/>
                                        <p:tgtEl>
                                          <p:spTgt spid="174132"/>
                                        </p:tgtEl>
                                        <p:attrNameLst>
                                          <p:attrName>ppt_h</p:attrName>
                                        </p:attrNameLst>
                                      </p:cBhvr>
                                      <p:tavLst>
                                        <p:tav tm="0">
                                          <p:val>
                                            <p:fltVal val="0"/>
                                          </p:val>
                                        </p:tav>
                                        <p:tav tm="100000">
                                          <p:val>
                                            <p:strVal val="#ppt_h"/>
                                          </p:val>
                                        </p:tav>
                                      </p:tavLst>
                                    </p:anim>
                                  </p:childTnLst>
                                </p:cTn>
                              </p:par>
                            </p:childTnLst>
                          </p:cTn>
                        </p:par>
                      </p:childTnLst>
                    </p:cTn>
                  </p:par>
                  <p:par>
                    <p:cTn id="102" fill="hold">
                      <p:stCondLst>
                        <p:cond delay="indefinite"/>
                      </p:stCondLst>
                      <p:childTnLst>
                        <p:par>
                          <p:cTn id="103" fill="hold">
                            <p:stCondLst>
                              <p:cond delay="0"/>
                            </p:stCondLst>
                            <p:childTnLst>
                              <p:par>
                                <p:cTn id="104" presetID="22" presetClass="entr" presetSubtype="8" fill="hold" nodeType="clickEffect">
                                  <p:stCondLst>
                                    <p:cond delay="0"/>
                                  </p:stCondLst>
                                  <p:childTnLst>
                                    <p:set>
                                      <p:cBhvr>
                                        <p:cTn id="105" dur="1" fill="hold">
                                          <p:stCondLst>
                                            <p:cond delay="0"/>
                                          </p:stCondLst>
                                        </p:cTn>
                                        <p:tgtEl>
                                          <p:spTgt spid="174183"/>
                                        </p:tgtEl>
                                        <p:attrNameLst>
                                          <p:attrName>style.visibility</p:attrName>
                                        </p:attrNameLst>
                                      </p:cBhvr>
                                      <p:to>
                                        <p:strVal val="visible"/>
                                      </p:to>
                                    </p:set>
                                    <p:animEffect transition="in" filter="wipe(left)">
                                      <p:cBhvr>
                                        <p:cTn id="106" dur="1000"/>
                                        <p:tgtEl>
                                          <p:spTgt spid="174183"/>
                                        </p:tgtEl>
                                      </p:cBhvr>
                                    </p:animEffect>
                                  </p:childTnLst>
                                </p:cTn>
                              </p:par>
                            </p:childTnLst>
                          </p:cTn>
                        </p:par>
                      </p:childTnLst>
                    </p:cTn>
                  </p:par>
                  <p:par>
                    <p:cTn id="107" fill="hold">
                      <p:stCondLst>
                        <p:cond delay="indefinite"/>
                      </p:stCondLst>
                      <p:childTnLst>
                        <p:par>
                          <p:cTn id="108" fill="hold">
                            <p:stCondLst>
                              <p:cond delay="0"/>
                            </p:stCondLst>
                            <p:childTnLst>
                              <p:par>
                                <p:cTn id="109" presetID="22" presetClass="entr" presetSubtype="8" fill="hold" nodeType="clickEffect">
                                  <p:stCondLst>
                                    <p:cond delay="0"/>
                                  </p:stCondLst>
                                  <p:childTnLst>
                                    <p:set>
                                      <p:cBhvr>
                                        <p:cTn id="110" dur="1" fill="hold">
                                          <p:stCondLst>
                                            <p:cond delay="0"/>
                                          </p:stCondLst>
                                        </p:cTn>
                                        <p:tgtEl>
                                          <p:spTgt spid="174182"/>
                                        </p:tgtEl>
                                        <p:attrNameLst>
                                          <p:attrName>style.visibility</p:attrName>
                                        </p:attrNameLst>
                                      </p:cBhvr>
                                      <p:to>
                                        <p:strVal val="visible"/>
                                      </p:to>
                                    </p:set>
                                    <p:animEffect transition="in" filter="wipe(left)">
                                      <p:cBhvr>
                                        <p:cTn id="111" dur="1000"/>
                                        <p:tgtEl>
                                          <p:spTgt spid="174182"/>
                                        </p:tgtEl>
                                      </p:cBhvr>
                                    </p:animEffect>
                                  </p:childTnLst>
                                </p:cTn>
                              </p:par>
                            </p:childTnLst>
                          </p:cTn>
                        </p:par>
                        <p:par>
                          <p:cTn id="112" fill="hold">
                            <p:stCondLst>
                              <p:cond delay="1000"/>
                            </p:stCondLst>
                            <p:childTnLst>
                              <p:par>
                                <p:cTn id="113" presetID="22" presetClass="entr" presetSubtype="8" fill="hold" nodeType="afterEffect">
                                  <p:stCondLst>
                                    <p:cond delay="0"/>
                                  </p:stCondLst>
                                  <p:childTnLst>
                                    <p:set>
                                      <p:cBhvr>
                                        <p:cTn id="114" dur="1" fill="hold">
                                          <p:stCondLst>
                                            <p:cond delay="0"/>
                                          </p:stCondLst>
                                        </p:cTn>
                                        <p:tgtEl>
                                          <p:spTgt spid="174147"/>
                                        </p:tgtEl>
                                        <p:attrNameLst>
                                          <p:attrName>style.visibility</p:attrName>
                                        </p:attrNameLst>
                                      </p:cBhvr>
                                      <p:to>
                                        <p:strVal val="visible"/>
                                      </p:to>
                                    </p:set>
                                    <p:animEffect transition="in" filter="wipe(left)">
                                      <p:cBhvr>
                                        <p:cTn id="115" dur="1000"/>
                                        <p:tgtEl>
                                          <p:spTgt spid="174147"/>
                                        </p:tgtEl>
                                      </p:cBhvr>
                                    </p:animEffect>
                                  </p:childTnLst>
                                </p:cTn>
                              </p:par>
                            </p:childTnLst>
                          </p:cTn>
                        </p:par>
                      </p:childTnLst>
                    </p:cTn>
                  </p:par>
                  <p:par>
                    <p:cTn id="116" fill="hold">
                      <p:stCondLst>
                        <p:cond delay="indefinite"/>
                      </p:stCondLst>
                      <p:childTnLst>
                        <p:par>
                          <p:cTn id="117" fill="hold">
                            <p:stCondLst>
                              <p:cond delay="0"/>
                            </p:stCondLst>
                            <p:childTnLst>
                              <p:par>
                                <p:cTn id="118" presetID="22" presetClass="entr" presetSubtype="8" fill="hold" nodeType="clickEffect">
                                  <p:stCondLst>
                                    <p:cond delay="0"/>
                                  </p:stCondLst>
                                  <p:childTnLst>
                                    <p:set>
                                      <p:cBhvr>
                                        <p:cTn id="119" dur="1" fill="hold">
                                          <p:stCondLst>
                                            <p:cond delay="0"/>
                                          </p:stCondLst>
                                        </p:cTn>
                                        <p:tgtEl>
                                          <p:spTgt spid="174148"/>
                                        </p:tgtEl>
                                        <p:attrNameLst>
                                          <p:attrName>style.visibility</p:attrName>
                                        </p:attrNameLst>
                                      </p:cBhvr>
                                      <p:to>
                                        <p:strVal val="visible"/>
                                      </p:to>
                                    </p:set>
                                    <p:animEffect transition="in" filter="wipe(left)">
                                      <p:cBhvr>
                                        <p:cTn id="120" dur="1000"/>
                                        <p:tgtEl>
                                          <p:spTgt spid="174148"/>
                                        </p:tgtEl>
                                      </p:cBhvr>
                                    </p:animEffect>
                                  </p:childTnLst>
                                </p:cTn>
                              </p:par>
                            </p:childTnLst>
                          </p:cTn>
                        </p:par>
                        <p:par>
                          <p:cTn id="121" fill="hold">
                            <p:stCondLst>
                              <p:cond delay="1000"/>
                            </p:stCondLst>
                            <p:childTnLst>
                              <p:par>
                                <p:cTn id="122" presetID="1" presetClass="entr" presetSubtype="0" fill="hold" grpId="0" nodeType="afterEffect">
                                  <p:stCondLst>
                                    <p:cond delay="0"/>
                                  </p:stCondLst>
                                  <p:childTnLst>
                                    <p:set>
                                      <p:cBhvr>
                                        <p:cTn id="123" dur="1" fill="hold">
                                          <p:stCondLst>
                                            <p:cond delay="0"/>
                                          </p:stCondLst>
                                        </p:cTn>
                                        <p:tgtEl>
                                          <p:spTgt spid="174145"/>
                                        </p:tgtEl>
                                        <p:attrNameLst>
                                          <p:attrName>style.visibility</p:attrName>
                                        </p:attrNameLst>
                                      </p:cBhvr>
                                      <p:to>
                                        <p:strVal val="visible"/>
                                      </p:to>
                                    </p:set>
                                  </p:childTnLst>
                                </p:cTn>
                              </p:par>
                            </p:childTnLst>
                          </p:cTn>
                        </p:par>
                      </p:childTnLst>
                    </p:cTn>
                  </p:par>
                  <p:par>
                    <p:cTn id="124" fill="hold">
                      <p:stCondLst>
                        <p:cond delay="indefinite"/>
                      </p:stCondLst>
                      <p:childTnLst>
                        <p:par>
                          <p:cTn id="125" fill="hold">
                            <p:stCondLst>
                              <p:cond delay="0"/>
                            </p:stCondLst>
                            <p:childTnLst>
                              <p:par>
                                <p:cTn id="126" presetID="22" presetClass="entr" presetSubtype="8" fill="hold" grpId="0" nodeType="clickEffect">
                                  <p:stCondLst>
                                    <p:cond delay="0"/>
                                  </p:stCondLst>
                                  <p:childTnLst>
                                    <p:set>
                                      <p:cBhvr>
                                        <p:cTn id="127" dur="1" fill="hold">
                                          <p:stCondLst>
                                            <p:cond delay="0"/>
                                          </p:stCondLst>
                                        </p:cTn>
                                        <p:tgtEl>
                                          <p:spTgt spid="174146"/>
                                        </p:tgtEl>
                                        <p:attrNameLst>
                                          <p:attrName>style.visibility</p:attrName>
                                        </p:attrNameLst>
                                      </p:cBhvr>
                                      <p:to>
                                        <p:strVal val="visible"/>
                                      </p:to>
                                    </p:set>
                                    <p:animEffect transition="in" filter="wipe(left)">
                                      <p:cBhvr>
                                        <p:cTn id="128" dur="1000"/>
                                        <p:tgtEl>
                                          <p:spTgt spid="1741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32" grpId="0" animBg="1"/>
      <p:bldP spid="174141" grpId="0" animBg="1"/>
      <p:bldP spid="174142" grpId="0" animBg="1"/>
      <p:bldP spid="174143" grpId="0" animBg="1"/>
      <p:bldP spid="174144" grpId="0" animBg="1"/>
      <p:bldP spid="174145" grpId="0" animBg="1"/>
      <p:bldP spid="174146" grpId="0" animBg="1"/>
      <p:bldP spid="174149" grpId="0" autoUpdateAnimBg="0"/>
      <p:bldP spid="174150" grpId="0"/>
      <p:bldP spid="174151" grpId="0" animBg="1"/>
      <p:bldP spid="174152" grpId="0" animBg="1"/>
      <p:bldP spid="174153" grpId="0"/>
      <p:bldP spid="174154" grpId="0"/>
      <p:bldP spid="174155" grpId="0"/>
      <p:bldP spid="174156" grpId="0" animBg="1"/>
      <p:bldP spid="174181"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2450" name="AutoShape 2"/>
          <p:cNvSpPr>
            <a:spLocks noChangeArrowheads="1"/>
          </p:cNvSpPr>
          <p:nvPr/>
        </p:nvSpPr>
        <p:spPr bwMode="auto">
          <a:xfrm>
            <a:off x="5067300" y="5364163"/>
            <a:ext cx="1341438" cy="134937"/>
          </a:xfrm>
          <a:prstGeom prst="rightArrow">
            <a:avLst>
              <a:gd name="adj1" fmla="val 50000"/>
              <a:gd name="adj2" fmla="val 248530"/>
            </a:avLst>
          </a:prstGeom>
          <a:solidFill>
            <a:srgbClr val="0000FF"/>
          </a:solidFill>
          <a:ln w="12700">
            <a:solidFill>
              <a:schemeClr val="tx1"/>
            </a:solidFill>
            <a:miter lim="800000"/>
            <a:headEnd type="none" w="sm" len="sm"/>
            <a:tailEnd type="none" w="sm" len="sm"/>
          </a:ln>
        </p:spPr>
        <p:txBody>
          <a:bodyPr wrap="none" anchor="ctr"/>
          <a:lstStyle/>
          <a:p>
            <a:endParaRPr lang="zh-CN" altLang="en-US"/>
          </a:p>
        </p:txBody>
      </p:sp>
      <p:sp>
        <p:nvSpPr>
          <p:cNvPr id="232451" name="Text Box 3"/>
          <p:cNvSpPr txBox="1">
            <a:spLocks noChangeArrowheads="1"/>
          </p:cNvSpPr>
          <p:nvPr/>
        </p:nvSpPr>
        <p:spPr bwMode="auto">
          <a:xfrm>
            <a:off x="5072063" y="4914900"/>
            <a:ext cx="1371600" cy="479425"/>
          </a:xfrm>
          <a:prstGeom prst="rect">
            <a:avLst/>
          </a:prstGeom>
          <a:noFill/>
          <a:ln w="9525">
            <a:noFill/>
            <a:miter lim="800000"/>
            <a:headEnd/>
            <a:tailEnd/>
          </a:ln>
        </p:spPr>
        <p:txBody>
          <a:bodyPr>
            <a:spAutoFit/>
          </a:bodyPr>
          <a:lstStyle/>
          <a:p>
            <a:pPr>
              <a:lnSpc>
                <a:spcPct val="115000"/>
              </a:lnSpc>
              <a:spcBef>
                <a:spcPct val="0"/>
              </a:spcBef>
            </a:pPr>
            <a:r>
              <a:rPr lang="en-US" altLang="zh-CN" sz="2400" b="0" i="1">
                <a:solidFill>
                  <a:srgbClr val="FF6600"/>
                </a:solidFill>
                <a:ea typeface="宋体" pitchFamily="2" charset="-122"/>
              </a:rPr>
              <a:t>u</a:t>
            </a:r>
            <a:r>
              <a:rPr lang="en-US" altLang="zh-CN" sz="2400" i="1">
                <a:solidFill>
                  <a:srgbClr val="FF6600"/>
                </a:solidFill>
                <a:ea typeface="宋体" pitchFamily="2" charset="-122"/>
              </a:rPr>
              <a:t> </a:t>
            </a:r>
            <a:r>
              <a:rPr lang="zh-CN" altLang="en-US" sz="2400">
                <a:ea typeface="宋体" pitchFamily="2" charset="-122"/>
              </a:rPr>
              <a:t>是恒量</a:t>
            </a:r>
          </a:p>
        </p:txBody>
      </p:sp>
      <p:sp>
        <p:nvSpPr>
          <p:cNvPr id="232452" name="Text Box 4"/>
          <p:cNvSpPr txBox="1">
            <a:spLocks noChangeArrowheads="1"/>
          </p:cNvSpPr>
          <p:nvPr/>
        </p:nvSpPr>
        <p:spPr bwMode="auto">
          <a:xfrm>
            <a:off x="539750" y="2420938"/>
            <a:ext cx="4876800" cy="479425"/>
          </a:xfrm>
          <a:prstGeom prst="rect">
            <a:avLst/>
          </a:prstGeom>
          <a:noFill/>
          <a:ln w="12699">
            <a:noFill/>
            <a:miter lim="800000"/>
            <a:headEnd type="none" w="sm" len="sm"/>
            <a:tailEnd type="none" w="sm" len="sm"/>
          </a:ln>
        </p:spPr>
        <p:txBody>
          <a:bodyPr>
            <a:spAutoFit/>
          </a:bodyPr>
          <a:lstStyle/>
          <a:p>
            <a:pPr defTabSz="762000" eaLnBrk="0" hangingPunct="0">
              <a:lnSpc>
                <a:spcPct val="115000"/>
              </a:lnSpc>
              <a:spcBef>
                <a:spcPct val="0"/>
              </a:spcBef>
            </a:pPr>
            <a:r>
              <a:rPr lang="zh-CN" altLang="en-US" sz="2400">
                <a:solidFill>
                  <a:srgbClr val="FF6600"/>
                </a:solidFill>
                <a:ea typeface="宋体" pitchFamily="2" charset="-122"/>
              </a:rPr>
              <a:t>速度变换</a:t>
            </a:r>
            <a:r>
              <a:rPr lang="zh-CN" altLang="en-US" sz="2400">
                <a:ea typeface="宋体" pitchFamily="2" charset="-122"/>
              </a:rPr>
              <a:t>和</a:t>
            </a:r>
            <a:r>
              <a:rPr lang="zh-CN" altLang="en-US" sz="2400">
                <a:solidFill>
                  <a:srgbClr val="FF6600"/>
                </a:solidFill>
                <a:ea typeface="宋体" pitchFamily="2" charset="-122"/>
              </a:rPr>
              <a:t>加速度变换式</a:t>
            </a:r>
            <a:r>
              <a:rPr lang="zh-CN" altLang="en-US" sz="2400">
                <a:ea typeface="宋体" pitchFamily="2" charset="-122"/>
              </a:rPr>
              <a:t>为：</a:t>
            </a:r>
          </a:p>
        </p:txBody>
      </p:sp>
      <p:graphicFrame>
        <p:nvGraphicFramePr>
          <p:cNvPr id="232453" name="Object 5"/>
          <p:cNvGraphicFramePr>
            <a:graphicFrameLocks noChangeAspect="1"/>
          </p:cNvGraphicFramePr>
          <p:nvPr/>
        </p:nvGraphicFramePr>
        <p:xfrm>
          <a:off x="8064500" y="5357813"/>
          <a:ext cx="803275" cy="320675"/>
        </p:xfrm>
        <a:graphic>
          <a:graphicData uri="http://schemas.openxmlformats.org/presentationml/2006/ole">
            <p:oleObj spid="_x0000_s20482" name="公式" r:id="rId3" imgW="469800" imgH="177480" progId="Equation.3">
              <p:embed/>
            </p:oleObj>
          </a:graphicData>
        </a:graphic>
      </p:graphicFrame>
      <p:graphicFrame>
        <p:nvGraphicFramePr>
          <p:cNvPr id="232454" name="Object 6"/>
          <p:cNvGraphicFramePr>
            <a:graphicFrameLocks noChangeAspect="1"/>
          </p:cNvGraphicFramePr>
          <p:nvPr/>
        </p:nvGraphicFramePr>
        <p:xfrm>
          <a:off x="1800225" y="1017588"/>
          <a:ext cx="841375" cy="730250"/>
        </p:xfrm>
        <a:graphic>
          <a:graphicData uri="http://schemas.openxmlformats.org/presentationml/2006/ole">
            <p:oleObj spid="_x0000_s20483" name="公式" r:id="rId4" imgW="469800" imgH="406080" progId="Equation.3">
              <p:embed/>
            </p:oleObj>
          </a:graphicData>
        </a:graphic>
      </p:graphicFrame>
      <p:graphicFrame>
        <p:nvGraphicFramePr>
          <p:cNvPr id="232455" name="Object 7"/>
          <p:cNvGraphicFramePr>
            <a:graphicFrameLocks noChangeAspect="1"/>
          </p:cNvGraphicFramePr>
          <p:nvPr/>
        </p:nvGraphicFramePr>
        <p:xfrm>
          <a:off x="3517900" y="1017588"/>
          <a:ext cx="1000125" cy="728662"/>
        </p:xfrm>
        <a:graphic>
          <a:graphicData uri="http://schemas.openxmlformats.org/presentationml/2006/ole">
            <p:oleObj spid="_x0000_s20484" name="公式" r:id="rId5" imgW="558720" imgH="406080" progId="Equation.3">
              <p:embed/>
            </p:oleObj>
          </a:graphicData>
        </a:graphic>
      </p:graphicFrame>
      <p:graphicFrame>
        <p:nvGraphicFramePr>
          <p:cNvPr id="232456" name="Object 8"/>
          <p:cNvGraphicFramePr>
            <a:graphicFrameLocks noChangeAspect="1"/>
          </p:cNvGraphicFramePr>
          <p:nvPr/>
        </p:nvGraphicFramePr>
        <p:xfrm>
          <a:off x="5337175" y="1017588"/>
          <a:ext cx="889000" cy="731837"/>
        </p:xfrm>
        <a:graphic>
          <a:graphicData uri="http://schemas.openxmlformats.org/presentationml/2006/ole">
            <p:oleObj spid="_x0000_s20485" name="公式" r:id="rId6" imgW="495000" imgH="406080" progId="Equation.3">
              <p:embed/>
            </p:oleObj>
          </a:graphicData>
        </a:graphic>
      </p:graphicFrame>
      <p:graphicFrame>
        <p:nvGraphicFramePr>
          <p:cNvPr id="232457" name="Object 9"/>
          <p:cNvGraphicFramePr>
            <a:graphicFrameLocks noChangeAspect="1"/>
          </p:cNvGraphicFramePr>
          <p:nvPr/>
        </p:nvGraphicFramePr>
        <p:xfrm>
          <a:off x="7119938" y="1019175"/>
          <a:ext cx="1025525" cy="731838"/>
        </p:xfrm>
        <a:graphic>
          <a:graphicData uri="http://schemas.openxmlformats.org/presentationml/2006/ole">
            <p:oleObj spid="_x0000_s20486" name="公式" r:id="rId7" imgW="571320" imgH="406080" progId="Equation.3">
              <p:embed/>
            </p:oleObj>
          </a:graphicData>
        </a:graphic>
      </p:graphicFrame>
      <p:sp>
        <p:nvSpPr>
          <p:cNvPr id="232458" name="Text Box 10"/>
          <p:cNvSpPr txBox="1">
            <a:spLocks noChangeArrowheads="1"/>
          </p:cNvSpPr>
          <p:nvPr/>
        </p:nvSpPr>
        <p:spPr bwMode="auto">
          <a:xfrm>
            <a:off x="539750" y="485775"/>
            <a:ext cx="1296988" cy="479425"/>
          </a:xfrm>
          <a:prstGeom prst="rect">
            <a:avLst/>
          </a:prstGeom>
          <a:noFill/>
          <a:ln w="12699">
            <a:noFill/>
            <a:miter lim="800000"/>
            <a:headEnd type="none" w="sm" len="sm"/>
            <a:tailEnd type="none" w="sm" len="sm"/>
          </a:ln>
        </p:spPr>
        <p:txBody>
          <a:bodyPr>
            <a:spAutoFit/>
          </a:bodyPr>
          <a:lstStyle/>
          <a:p>
            <a:pPr defTabSz="762000" eaLnBrk="0" hangingPunct="0">
              <a:lnSpc>
                <a:spcPct val="115000"/>
              </a:lnSpc>
              <a:spcBef>
                <a:spcPct val="0"/>
              </a:spcBef>
            </a:pPr>
            <a:r>
              <a:rPr lang="zh-CN" altLang="en-US" sz="2400">
                <a:ea typeface="宋体" pitchFamily="2" charset="-122"/>
              </a:rPr>
              <a:t>由定义</a:t>
            </a:r>
          </a:p>
        </p:txBody>
      </p:sp>
      <p:graphicFrame>
        <p:nvGraphicFramePr>
          <p:cNvPr id="232459" name="Object 11"/>
          <p:cNvGraphicFramePr>
            <a:graphicFrameLocks noChangeAspect="1"/>
          </p:cNvGraphicFramePr>
          <p:nvPr/>
        </p:nvGraphicFramePr>
        <p:xfrm>
          <a:off x="2100263" y="1938338"/>
          <a:ext cx="641350" cy="320675"/>
        </p:xfrm>
        <a:graphic>
          <a:graphicData uri="http://schemas.openxmlformats.org/presentationml/2006/ole">
            <p:oleObj spid="_x0000_s20487" name="公式" r:id="rId8" imgW="355320" imgH="177480" progId="Equation.3">
              <p:embed/>
            </p:oleObj>
          </a:graphicData>
        </a:graphic>
      </p:graphicFrame>
      <p:sp>
        <p:nvSpPr>
          <p:cNvPr id="232460" name="Text Box 12"/>
          <p:cNvSpPr txBox="1">
            <a:spLocks noChangeArrowheads="1"/>
          </p:cNvSpPr>
          <p:nvPr/>
        </p:nvSpPr>
        <p:spPr bwMode="auto">
          <a:xfrm>
            <a:off x="539750" y="1790700"/>
            <a:ext cx="1657350" cy="479425"/>
          </a:xfrm>
          <a:prstGeom prst="rect">
            <a:avLst/>
          </a:prstGeom>
          <a:noFill/>
          <a:ln w="12699">
            <a:noFill/>
            <a:miter lim="800000"/>
            <a:headEnd type="none" w="sm" len="sm"/>
            <a:tailEnd type="none" w="sm" len="sm"/>
          </a:ln>
        </p:spPr>
        <p:txBody>
          <a:bodyPr>
            <a:spAutoFit/>
          </a:bodyPr>
          <a:lstStyle/>
          <a:p>
            <a:pPr defTabSz="762000" eaLnBrk="0" hangingPunct="0">
              <a:lnSpc>
                <a:spcPct val="115000"/>
              </a:lnSpc>
              <a:spcBef>
                <a:spcPct val="0"/>
              </a:spcBef>
            </a:pPr>
            <a:r>
              <a:rPr lang="zh-CN" altLang="en-US" sz="2400">
                <a:ea typeface="宋体" pitchFamily="2" charset="-122"/>
              </a:rPr>
              <a:t>并注意到</a:t>
            </a:r>
          </a:p>
        </p:txBody>
      </p:sp>
      <p:graphicFrame>
        <p:nvGraphicFramePr>
          <p:cNvPr id="232461" name="Object 13"/>
          <p:cNvGraphicFramePr>
            <a:graphicFrameLocks noChangeAspect="1"/>
          </p:cNvGraphicFramePr>
          <p:nvPr/>
        </p:nvGraphicFramePr>
        <p:xfrm>
          <a:off x="2203450" y="3319463"/>
          <a:ext cx="1136650" cy="319087"/>
        </p:xfrm>
        <a:graphic>
          <a:graphicData uri="http://schemas.openxmlformats.org/presentationml/2006/ole">
            <p:oleObj spid="_x0000_s20488" name="公式" r:id="rId9" imgW="634680" imgH="177480" progId="Equation.3">
              <p:embed/>
            </p:oleObj>
          </a:graphicData>
        </a:graphic>
      </p:graphicFrame>
      <p:graphicFrame>
        <p:nvGraphicFramePr>
          <p:cNvPr id="232462" name="Object 14"/>
          <p:cNvGraphicFramePr>
            <a:graphicFrameLocks noChangeAspect="1"/>
          </p:cNvGraphicFramePr>
          <p:nvPr/>
        </p:nvGraphicFramePr>
        <p:xfrm>
          <a:off x="4495800" y="3103563"/>
          <a:ext cx="1778000" cy="730250"/>
        </p:xfrm>
        <a:graphic>
          <a:graphicData uri="http://schemas.openxmlformats.org/presentationml/2006/ole">
            <p:oleObj spid="_x0000_s20489" name="公式" r:id="rId10" imgW="990360" imgH="406080" progId="Equation.3">
              <p:embed/>
            </p:oleObj>
          </a:graphicData>
        </a:graphic>
      </p:graphicFrame>
      <p:sp>
        <p:nvSpPr>
          <p:cNvPr id="232463" name="Text Box 15"/>
          <p:cNvSpPr txBox="1">
            <a:spLocks noChangeArrowheads="1"/>
          </p:cNvSpPr>
          <p:nvPr/>
        </p:nvSpPr>
        <p:spPr bwMode="auto">
          <a:xfrm>
            <a:off x="574675" y="3816350"/>
            <a:ext cx="2376488" cy="479425"/>
          </a:xfrm>
          <a:prstGeom prst="rect">
            <a:avLst/>
          </a:prstGeom>
          <a:noFill/>
          <a:ln w="12699">
            <a:noFill/>
            <a:miter lim="800000"/>
            <a:headEnd type="none" w="sm" len="sm"/>
            <a:tailEnd type="none" w="sm" len="sm"/>
          </a:ln>
        </p:spPr>
        <p:txBody>
          <a:bodyPr>
            <a:spAutoFit/>
          </a:bodyPr>
          <a:lstStyle/>
          <a:p>
            <a:pPr defTabSz="762000" eaLnBrk="0" hangingPunct="0">
              <a:lnSpc>
                <a:spcPct val="115000"/>
              </a:lnSpc>
              <a:spcBef>
                <a:spcPct val="0"/>
              </a:spcBef>
            </a:pPr>
            <a:r>
              <a:rPr lang="zh-CN" altLang="en-US" sz="2400">
                <a:ea typeface="宋体" pitchFamily="2" charset="-122"/>
              </a:rPr>
              <a:t>写成分量式</a:t>
            </a:r>
          </a:p>
        </p:txBody>
      </p:sp>
      <p:grpSp>
        <p:nvGrpSpPr>
          <p:cNvPr id="2" name="Group 16"/>
          <p:cNvGrpSpPr>
            <a:grpSpLocks/>
          </p:cNvGrpSpPr>
          <p:nvPr/>
        </p:nvGrpSpPr>
        <p:grpSpPr bwMode="auto">
          <a:xfrm>
            <a:off x="827088" y="4483100"/>
            <a:ext cx="1738312" cy="1916113"/>
            <a:chOff x="521" y="2824"/>
            <a:chExt cx="1095" cy="1207"/>
          </a:xfrm>
        </p:grpSpPr>
        <p:sp>
          <p:nvSpPr>
            <p:cNvPr id="20510" name="Rectangle 17"/>
            <p:cNvSpPr>
              <a:spLocks noChangeArrowheads="1"/>
            </p:cNvSpPr>
            <p:nvPr/>
          </p:nvSpPr>
          <p:spPr bwMode="auto">
            <a:xfrm>
              <a:off x="521" y="2824"/>
              <a:ext cx="1095" cy="1207"/>
            </a:xfrm>
            <a:prstGeom prst="rect">
              <a:avLst/>
            </a:prstGeom>
            <a:solidFill>
              <a:srgbClr val="CCFFFF">
                <a:alpha val="49019"/>
              </a:srgbClr>
            </a:solidFill>
            <a:ln w="19050">
              <a:solidFill>
                <a:srgbClr val="00FFFF"/>
              </a:solidFill>
              <a:miter lim="800000"/>
              <a:headEnd/>
              <a:tailEnd/>
            </a:ln>
          </p:spPr>
          <p:txBody>
            <a:bodyPr wrap="none" anchor="ctr"/>
            <a:lstStyle/>
            <a:p>
              <a:endParaRPr lang="zh-CN" altLang="en-US"/>
            </a:p>
          </p:txBody>
        </p:sp>
        <p:graphicFrame>
          <p:nvGraphicFramePr>
            <p:cNvPr id="20496" name="Object 18"/>
            <p:cNvGraphicFramePr>
              <a:graphicFrameLocks noChangeAspect="1"/>
            </p:cNvGraphicFramePr>
            <p:nvPr/>
          </p:nvGraphicFramePr>
          <p:xfrm>
            <a:off x="640" y="2897"/>
            <a:ext cx="857" cy="258"/>
          </p:xfrm>
          <a:graphic>
            <a:graphicData uri="http://schemas.openxmlformats.org/presentationml/2006/ole">
              <p:oleObj spid="_x0000_s20496" name="公式" r:id="rId11" imgW="761760" imgH="228600" progId="Equation.3">
                <p:embed/>
              </p:oleObj>
            </a:graphicData>
          </a:graphic>
        </p:graphicFrame>
        <p:graphicFrame>
          <p:nvGraphicFramePr>
            <p:cNvPr id="20497" name="Object 19"/>
            <p:cNvGraphicFramePr>
              <a:graphicFrameLocks noChangeAspect="1"/>
            </p:cNvGraphicFramePr>
            <p:nvPr/>
          </p:nvGraphicFramePr>
          <p:xfrm>
            <a:off x="759" y="3275"/>
            <a:ext cx="589" cy="274"/>
          </p:xfrm>
          <a:graphic>
            <a:graphicData uri="http://schemas.openxmlformats.org/presentationml/2006/ole">
              <p:oleObj spid="_x0000_s20497" name="公式" r:id="rId12" imgW="520560" imgH="241200" progId="Equation.3">
                <p:embed/>
              </p:oleObj>
            </a:graphicData>
          </a:graphic>
        </p:graphicFrame>
        <p:graphicFrame>
          <p:nvGraphicFramePr>
            <p:cNvPr id="20498" name="Object 20"/>
            <p:cNvGraphicFramePr>
              <a:graphicFrameLocks noChangeAspect="1"/>
            </p:cNvGraphicFramePr>
            <p:nvPr/>
          </p:nvGraphicFramePr>
          <p:xfrm>
            <a:off x="782" y="3691"/>
            <a:ext cx="558" cy="258"/>
          </p:xfrm>
          <a:graphic>
            <a:graphicData uri="http://schemas.openxmlformats.org/presentationml/2006/ole">
              <p:oleObj spid="_x0000_s20498" name="公式" r:id="rId13" imgW="495000" imgH="228600" progId="Equation.3">
                <p:embed/>
              </p:oleObj>
            </a:graphicData>
          </a:graphic>
        </p:graphicFrame>
      </p:grpSp>
      <p:grpSp>
        <p:nvGrpSpPr>
          <p:cNvPr id="3" name="Group 21"/>
          <p:cNvGrpSpPr>
            <a:grpSpLocks/>
          </p:cNvGrpSpPr>
          <p:nvPr/>
        </p:nvGrpSpPr>
        <p:grpSpPr bwMode="auto">
          <a:xfrm>
            <a:off x="2746375" y="4483100"/>
            <a:ext cx="2257425" cy="1916113"/>
            <a:chOff x="1730" y="2824"/>
            <a:chExt cx="1422" cy="1207"/>
          </a:xfrm>
        </p:grpSpPr>
        <p:sp>
          <p:nvSpPr>
            <p:cNvPr id="20509" name="Rectangle 22"/>
            <p:cNvSpPr>
              <a:spLocks noChangeArrowheads="1"/>
            </p:cNvSpPr>
            <p:nvPr/>
          </p:nvSpPr>
          <p:spPr bwMode="auto">
            <a:xfrm>
              <a:off x="1730" y="2824"/>
              <a:ext cx="1422" cy="1207"/>
            </a:xfrm>
            <a:prstGeom prst="rect">
              <a:avLst/>
            </a:prstGeom>
            <a:solidFill>
              <a:srgbClr val="CCFFFF">
                <a:alpha val="49019"/>
              </a:srgbClr>
            </a:solidFill>
            <a:ln w="19050">
              <a:solidFill>
                <a:srgbClr val="66FFFF"/>
              </a:solidFill>
              <a:miter lim="800000"/>
              <a:headEnd/>
              <a:tailEnd/>
            </a:ln>
          </p:spPr>
          <p:txBody>
            <a:bodyPr wrap="none" anchor="ctr"/>
            <a:lstStyle/>
            <a:p>
              <a:endParaRPr lang="zh-CN" altLang="en-US"/>
            </a:p>
          </p:txBody>
        </p:sp>
        <p:graphicFrame>
          <p:nvGraphicFramePr>
            <p:cNvPr id="20493" name="Object 23"/>
            <p:cNvGraphicFramePr>
              <a:graphicFrameLocks noChangeAspect="1"/>
            </p:cNvGraphicFramePr>
            <p:nvPr/>
          </p:nvGraphicFramePr>
          <p:xfrm>
            <a:off x="2228" y="3691"/>
            <a:ext cx="528" cy="258"/>
          </p:xfrm>
          <a:graphic>
            <a:graphicData uri="http://schemas.openxmlformats.org/presentationml/2006/ole">
              <p:oleObj spid="_x0000_s20493" name="公式" r:id="rId14" imgW="469800" imgH="228600" progId="Equation.3">
                <p:embed/>
              </p:oleObj>
            </a:graphicData>
          </a:graphic>
        </p:graphicFrame>
        <p:graphicFrame>
          <p:nvGraphicFramePr>
            <p:cNvPr id="20494" name="Object 24"/>
            <p:cNvGraphicFramePr>
              <a:graphicFrameLocks noChangeAspect="1"/>
            </p:cNvGraphicFramePr>
            <p:nvPr/>
          </p:nvGraphicFramePr>
          <p:xfrm>
            <a:off x="2203" y="3322"/>
            <a:ext cx="564" cy="274"/>
          </p:xfrm>
          <a:graphic>
            <a:graphicData uri="http://schemas.openxmlformats.org/presentationml/2006/ole">
              <p:oleObj spid="_x0000_s20494" name="公式" r:id="rId15" imgW="495000" imgH="241200" progId="Equation.3">
                <p:embed/>
              </p:oleObj>
            </a:graphicData>
          </a:graphic>
        </p:graphicFrame>
        <p:graphicFrame>
          <p:nvGraphicFramePr>
            <p:cNvPr id="20495" name="Object 25"/>
            <p:cNvGraphicFramePr>
              <a:graphicFrameLocks noChangeAspect="1"/>
            </p:cNvGraphicFramePr>
            <p:nvPr/>
          </p:nvGraphicFramePr>
          <p:xfrm>
            <a:off x="1888" y="2951"/>
            <a:ext cx="1134" cy="258"/>
          </p:xfrm>
          <a:graphic>
            <a:graphicData uri="http://schemas.openxmlformats.org/presentationml/2006/ole">
              <p:oleObj spid="_x0000_s20495" name="公式" r:id="rId16" imgW="1002960" imgH="228600" progId="Equation.3">
                <p:embed/>
              </p:oleObj>
            </a:graphicData>
          </a:graphic>
        </p:graphicFrame>
      </p:grpSp>
      <p:grpSp>
        <p:nvGrpSpPr>
          <p:cNvPr id="4" name="Group 26"/>
          <p:cNvGrpSpPr>
            <a:grpSpLocks/>
          </p:cNvGrpSpPr>
          <p:nvPr/>
        </p:nvGrpSpPr>
        <p:grpSpPr bwMode="auto">
          <a:xfrm>
            <a:off x="6475413" y="4483100"/>
            <a:ext cx="1192212" cy="1916113"/>
            <a:chOff x="4079" y="2824"/>
            <a:chExt cx="751" cy="1207"/>
          </a:xfrm>
        </p:grpSpPr>
        <p:sp>
          <p:nvSpPr>
            <p:cNvPr id="20508" name="Rectangle 27"/>
            <p:cNvSpPr>
              <a:spLocks noChangeArrowheads="1"/>
            </p:cNvSpPr>
            <p:nvPr/>
          </p:nvSpPr>
          <p:spPr bwMode="auto">
            <a:xfrm>
              <a:off x="4079" y="2824"/>
              <a:ext cx="751" cy="1207"/>
            </a:xfrm>
            <a:prstGeom prst="rect">
              <a:avLst/>
            </a:prstGeom>
            <a:solidFill>
              <a:srgbClr val="CCFFFF">
                <a:alpha val="49019"/>
              </a:srgbClr>
            </a:solidFill>
            <a:ln w="19050">
              <a:solidFill>
                <a:srgbClr val="66FFFF"/>
              </a:solidFill>
              <a:miter lim="800000"/>
              <a:headEnd/>
              <a:tailEnd/>
            </a:ln>
          </p:spPr>
          <p:txBody>
            <a:bodyPr wrap="none" anchor="ctr"/>
            <a:lstStyle/>
            <a:p>
              <a:endParaRPr lang="zh-CN" altLang="en-US"/>
            </a:p>
          </p:txBody>
        </p:sp>
        <p:graphicFrame>
          <p:nvGraphicFramePr>
            <p:cNvPr id="20490" name="Object 28"/>
            <p:cNvGraphicFramePr>
              <a:graphicFrameLocks noChangeAspect="1"/>
            </p:cNvGraphicFramePr>
            <p:nvPr/>
          </p:nvGraphicFramePr>
          <p:xfrm>
            <a:off x="4221" y="3691"/>
            <a:ext cx="530" cy="258"/>
          </p:xfrm>
          <a:graphic>
            <a:graphicData uri="http://schemas.openxmlformats.org/presentationml/2006/ole">
              <p:oleObj spid="_x0000_s20490" name="公式" r:id="rId17" imgW="469800" imgH="228600" progId="Equation.3">
                <p:embed/>
              </p:oleObj>
            </a:graphicData>
          </a:graphic>
        </p:graphicFrame>
        <p:graphicFrame>
          <p:nvGraphicFramePr>
            <p:cNvPr id="20491" name="Object 29"/>
            <p:cNvGraphicFramePr>
              <a:graphicFrameLocks noChangeAspect="1"/>
            </p:cNvGraphicFramePr>
            <p:nvPr/>
          </p:nvGraphicFramePr>
          <p:xfrm>
            <a:off x="4189" y="3294"/>
            <a:ext cx="562" cy="274"/>
          </p:xfrm>
          <a:graphic>
            <a:graphicData uri="http://schemas.openxmlformats.org/presentationml/2006/ole">
              <p:oleObj spid="_x0000_s20491" name="公式" r:id="rId18" imgW="495000" imgH="241200" progId="Equation.3">
                <p:embed/>
              </p:oleObj>
            </a:graphicData>
          </a:graphic>
        </p:graphicFrame>
        <p:graphicFrame>
          <p:nvGraphicFramePr>
            <p:cNvPr id="20492" name="Object 30"/>
            <p:cNvGraphicFramePr>
              <a:graphicFrameLocks noChangeAspect="1"/>
            </p:cNvGraphicFramePr>
            <p:nvPr/>
          </p:nvGraphicFramePr>
          <p:xfrm>
            <a:off x="4184" y="2925"/>
            <a:ext cx="555" cy="258"/>
          </p:xfrm>
          <a:graphic>
            <a:graphicData uri="http://schemas.openxmlformats.org/presentationml/2006/ole">
              <p:oleObj spid="_x0000_s20492" name="公式" r:id="rId19" imgW="495000" imgH="228600" progId="Equation.3">
                <p:embed/>
              </p:oleObj>
            </a:graphicData>
          </a:graphic>
        </p:graphicFrame>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32458"/>
                                        </p:tgtEl>
                                        <p:attrNameLst>
                                          <p:attrName>style.visibility</p:attrName>
                                        </p:attrNameLst>
                                      </p:cBhvr>
                                      <p:to>
                                        <p:strVal val="visible"/>
                                      </p:to>
                                    </p:set>
                                    <p:animEffect transition="in" filter="wipe(left)">
                                      <p:cBhvr>
                                        <p:cTn id="7" dur="500"/>
                                        <p:tgtEl>
                                          <p:spTgt spid="23245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32454"/>
                                        </p:tgtEl>
                                        <p:attrNameLst>
                                          <p:attrName>style.visibility</p:attrName>
                                        </p:attrNameLst>
                                      </p:cBhvr>
                                      <p:to>
                                        <p:strVal val="visible"/>
                                      </p:to>
                                    </p:set>
                                    <p:animEffect transition="in" filter="wipe(left)">
                                      <p:cBhvr>
                                        <p:cTn id="12" dur="500"/>
                                        <p:tgtEl>
                                          <p:spTgt spid="23245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32455"/>
                                        </p:tgtEl>
                                        <p:attrNameLst>
                                          <p:attrName>style.visibility</p:attrName>
                                        </p:attrNameLst>
                                      </p:cBhvr>
                                      <p:to>
                                        <p:strVal val="visible"/>
                                      </p:to>
                                    </p:set>
                                    <p:animEffect transition="in" filter="wipe(left)">
                                      <p:cBhvr>
                                        <p:cTn id="17" dur="500"/>
                                        <p:tgtEl>
                                          <p:spTgt spid="23245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32456"/>
                                        </p:tgtEl>
                                        <p:attrNameLst>
                                          <p:attrName>style.visibility</p:attrName>
                                        </p:attrNameLst>
                                      </p:cBhvr>
                                      <p:to>
                                        <p:strVal val="visible"/>
                                      </p:to>
                                    </p:set>
                                    <p:animEffect transition="in" filter="wipe(left)">
                                      <p:cBhvr>
                                        <p:cTn id="22" dur="500"/>
                                        <p:tgtEl>
                                          <p:spTgt spid="23245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232457"/>
                                        </p:tgtEl>
                                        <p:attrNameLst>
                                          <p:attrName>style.visibility</p:attrName>
                                        </p:attrNameLst>
                                      </p:cBhvr>
                                      <p:to>
                                        <p:strVal val="visible"/>
                                      </p:to>
                                    </p:set>
                                    <p:animEffect transition="in" filter="wipe(left)">
                                      <p:cBhvr>
                                        <p:cTn id="27" dur="500"/>
                                        <p:tgtEl>
                                          <p:spTgt spid="232457"/>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32460"/>
                                        </p:tgtEl>
                                        <p:attrNameLst>
                                          <p:attrName>style.visibility</p:attrName>
                                        </p:attrNameLst>
                                      </p:cBhvr>
                                      <p:to>
                                        <p:strVal val="visible"/>
                                      </p:to>
                                    </p:set>
                                    <p:animEffect transition="in" filter="wipe(left)">
                                      <p:cBhvr>
                                        <p:cTn id="32" dur="500"/>
                                        <p:tgtEl>
                                          <p:spTgt spid="232460"/>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232459"/>
                                        </p:tgtEl>
                                        <p:attrNameLst>
                                          <p:attrName>style.visibility</p:attrName>
                                        </p:attrNameLst>
                                      </p:cBhvr>
                                      <p:to>
                                        <p:strVal val="visible"/>
                                      </p:to>
                                    </p:set>
                                    <p:animEffect transition="in" filter="wipe(left)">
                                      <p:cBhvr>
                                        <p:cTn id="37" dur="500"/>
                                        <p:tgtEl>
                                          <p:spTgt spid="232459"/>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232452"/>
                                        </p:tgtEl>
                                        <p:attrNameLst>
                                          <p:attrName>style.visibility</p:attrName>
                                        </p:attrNameLst>
                                      </p:cBhvr>
                                      <p:to>
                                        <p:strVal val="visible"/>
                                      </p:to>
                                    </p:set>
                                    <p:animEffect transition="in" filter="wipe(left)">
                                      <p:cBhvr>
                                        <p:cTn id="42" dur="500"/>
                                        <p:tgtEl>
                                          <p:spTgt spid="232452"/>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232461"/>
                                        </p:tgtEl>
                                        <p:attrNameLst>
                                          <p:attrName>style.visibility</p:attrName>
                                        </p:attrNameLst>
                                      </p:cBhvr>
                                      <p:to>
                                        <p:strVal val="visible"/>
                                      </p:to>
                                    </p:set>
                                    <p:animEffect transition="in" filter="wipe(left)">
                                      <p:cBhvr>
                                        <p:cTn id="47" dur="500"/>
                                        <p:tgtEl>
                                          <p:spTgt spid="232461"/>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232462"/>
                                        </p:tgtEl>
                                        <p:attrNameLst>
                                          <p:attrName>style.visibility</p:attrName>
                                        </p:attrNameLst>
                                      </p:cBhvr>
                                      <p:to>
                                        <p:strVal val="visible"/>
                                      </p:to>
                                    </p:set>
                                    <p:animEffect transition="in" filter="wipe(left)">
                                      <p:cBhvr>
                                        <p:cTn id="52" dur="500"/>
                                        <p:tgtEl>
                                          <p:spTgt spid="232462"/>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232463"/>
                                        </p:tgtEl>
                                        <p:attrNameLst>
                                          <p:attrName>style.visibility</p:attrName>
                                        </p:attrNameLst>
                                      </p:cBhvr>
                                      <p:to>
                                        <p:strVal val="visible"/>
                                      </p:to>
                                    </p:set>
                                    <p:animEffect transition="in" filter="wipe(left)">
                                      <p:cBhvr>
                                        <p:cTn id="57" dur="500"/>
                                        <p:tgtEl>
                                          <p:spTgt spid="232463"/>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nodeType="clickEffect">
                                  <p:stCondLst>
                                    <p:cond delay="0"/>
                                  </p:stCondLst>
                                  <p:childTnLst>
                                    <p:set>
                                      <p:cBhvr>
                                        <p:cTn id="61" dur="1" fill="hold">
                                          <p:stCondLst>
                                            <p:cond delay="0"/>
                                          </p:stCondLst>
                                        </p:cTn>
                                        <p:tgtEl>
                                          <p:spTgt spid="2"/>
                                        </p:tgtEl>
                                        <p:attrNameLst>
                                          <p:attrName>style.visibility</p:attrName>
                                        </p:attrNameLst>
                                      </p:cBhvr>
                                      <p:to>
                                        <p:strVal val="visible"/>
                                      </p:to>
                                    </p:set>
                                    <p:animEffect transition="in" filter="wipe(left)">
                                      <p:cBhvr>
                                        <p:cTn id="62" dur="500"/>
                                        <p:tgtEl>
                                          <p:spTgt spid="2"/>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nodeType="clickEffect">
                                  <p:stCondLst>
                                    <p:cond delay="0"/>
                                  </p:stCondLst>
                                  <p:childTnLst>
                                    <p:set>
                                      <p:cBhvr>
                                        <p:cTn id="66" dur="1" fill="hold">
                                          <p:stCondLst>
                                            <p:cond delay="0"/>
                                          </p:stCondLst>
                                        </p:cTn>
                                        <p:tgtEl>
                                          <p:spTgt spid="3"/>
                                        </p:tgtEl>
                                        <p:attrNameLst>
                                          <p:attrName>style.visibility</p:attrName>
                                        </p:attrNameLst>
                                      </p:cBhvr>
                                      <p:to>
                                        <p:strVal val="visible"/>
                                      </p:to>
                                    </p:set>
                                    <p:animEffect transition="in" filter="wipe(left)">
                                      <p:cBhvr>
                                        <p:cTn id="67" dur="500"/>
                                        <p:tgtEl>
                                          <p:spTgt spid="3"/>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grpId="0" nodeType="clickEffect">
                                  <p:stCondLst>
                                    <p:cond delay="0"/>
                                  </p:stCondLst>
                                  <p:childTnLst>
                                    <p:set>
                                      <p:cBhvr>
                                        <p:cTn id="71" dur="1" fill="hold">
                                          <p:stCondLst>
                                            <p:cond delay="0"/>
                                          </p:stCondLst>
                                        </p:cTn>
                                        <p:tgtEl>
                                          <p:spTgt spid="232451"/>
                                        </p:tgtEl>
                                        <p:attrNameLst>
                                          <p:attrName>style.visibility</p:attrName>
                                        </p:attrNameLst>
                                      </p:cBhvr>
                                      <p:to>
                                        <p:strVal val="visible"/>
                                      </p:to>
                                    </p:set>
                                    <p:animEffect transition="in" filter="wipe(left)">
                                      <p:cBhvr>
                                        <p:cTn id="72" dur="500"/>
                                        <p:tgtEl>
                                          <p:spTgt spid="232451"/>
                                        </p:tgtEl>
                                      </p:cBhvr>
                                    </p:animEffect>
                                  </p:childTnLst>
                                </p:cTn>
                              </p:par>
                              <p:par>
                                <p:cTn id="73" presetID="22" presetClass="entr" presetSubtype="8" fill="hold" grpId="0" nodeType="withEffect">
                                  <p:stCondLst>
                                    <p:cond delay="0"/>
                                  </p:stCondLst>
                                  <p:childTnLst>
                                    <p:set>
                                      <p:cBhvr>
                                        <p:cTn id="74" dur="1" fill="hold">
                                          <p:stCondLst>
                                            <p:cond delay="0"/>
                                          </p:stCondLst>
                                        </p:cTn>
                                        <p:tgtEl>
                                          <p:spTgt spid="232450"/>
                                        </p:tgtEl>
                                        <p:attrNameLst>
                                          <p:attrName>style.visibility</p:attrName>
                                        </p:attrNameLst>
                                      </p:cBhvr>
                                      <p:to>
                                        <p:strVal val="visible"/>
                                      </p:to>
                                    </p:set>
                                    <p:animEffect transition="in" filter="wipe(left)">
                                      <p:cBhvr>
                                        <p:cTn id="75" dur="500"/>
                                        <p:tgtEl>
                                          <p:spTgt spid="232450"/>
                                        </p:tgtEl>
                                      </p:cBhvr>
                                    </p:animEffect>
                                  </p:childTnLst>
                                </p:cTn>
                              </p:par>
                            </p:childTnLst>
                          </p:cTn>
                        </p:par>
                      </p:childTnLst>
                    </p:cTn>
                  </p:par>
                  <p:par>
                    <p:cTn id="76" fill="hold">
                      <p:stCondLst>
                        <p:cond delay="indefinite"/>
                      </p:stCondLst>
                      <p:childTnLst>
                        <p:par>
                          <p:cTn id="77" fill="hold">
                            <p:stCondLst>
                              <p:cond delay="0"/>
                            </p:stCondLst>
                            <p:childTnLst>
                              <p:par>
                                <p:cTn id="78" presetID="22" presetClass="entr" presetSubtype="8" fill="hold" nodeType="clickEffect">
                                  <p:stCondLst>
                                    <p:cond delay="0"/>
                                  </p:stCondLst>
                                  <p:childTnLst>
                                    <p:set>
                                      <p:cBhvr>
                                        <p:cTn id="79" dur="1" fill="hold">
                                          <p:stCondLst>
                                            <p:cond delay="0"/>
                                          </p:stCondLst>
                                        </p:cTn>
                                        <p:tgtEl>
                                          <p:spTgt spid="4"/>
                                        </p:tgtEl>
                                        <p:attrNameLst>
                                          <p:attrName>style.visibility</p:attrName>
                                        </p:attrNameLst>
                                      </p:cBhvr>
                                      <p:to>
                                        <p:strVal val="visible"/>
                                      </p:to>
                                    </p:set>
                                    <p:animEffect transition="in" filter="wipe(left)">
                                      <p:cBhvr>
                                        <p:cTn id="80" dur="500"/>
                                        <p:tgtEl>
                                          <p:spTgt spid="4"/>
                                        </p:tgtEl>
                                      </p:cBhvr>
                                    </p:animEffect>
                                  </p:childTnLst>
                                </p:cTn>
                              </p:par>
                            </p:childTnLst>
                          </p:cTn>
                        </p:par>
                      </p:childTnLst>
                    </p:cTn>
                  </p:par>
                  <p:par>
                    <p:cTn id="81" fill="hold">
                      <p:stCondLst>
                        <p:cond delay="indefinite"/>
                      </p:stCondLst>
                      <p:childTnLst>
                        <p:par>
                          <p:cTn id="82" fill="hold">
                            <p:stCondLst>
                              <p:cond delay="0"/>
                            </p:stCondLst>
                            <p:childTnLst>
                              <p:par>
                                <p:cTn id="83" presetID="22" presetClass="entr" presetSubtype="8" fill="hold" nodeType="clickEffect">
                                  <p:stCondLst>
                                    <p:cond delay="0"/>
                                  </p:stCondLst>
                                  <p:childTnLst>
                                    <p:set>
                                      <p:cBhvr>
                                        <p:cTn id="84" dur="1" fill="hold">
                                          <p:stCondLst>
                                            <p:cond delay="0"/>
                                          </p:stCondLst>
                                        </p:cTn>
                                        <p:tgtEl>
                                          <p:spTgt spid="232453"/>
                                        </p:tgtEl>
                                        <p:attrNameLst>
                                          <p:attrName>style.visibility</p:attrName>
                                        </p:attrNameLst>
                                      </p:cBhvr>
                                      <p:to>
                                        <p:strVal val="visible"/>
                                      </p:to>
                                    </p:set>
                                    <p:animEffect transition="in" filter="wipe(left)">
                                      <p:cBhvr>
                                        <p:cTn id="85" dur="500"/>
                                        <p:tgtEl>
                                          <p:spTgt spid="2324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2450" grpId="0" animBg="1"/>
      <p:bldP spid="232451" grpId="0"/>
      <p:bldP spid="232452" grpId="0"/>
      <p:bldP spid="232458" grpId="0"/>
      <p:bldP spid="232460" grpId="0"/>
      <p:bldP spid="232463"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33474" name="Object 2"/>
          <p:cNvGraphicFramePr>
            <a:graphicFrameLocks noChangeAspect="1"/>
          </p:cNvGraphicFramePr>
          <p:nvPr/>
        </p:nvGraphicFramePr>
        <p:xfrm>
          <a:off x="1470025" y="1225550"/>
          <a:ext cx="306388" cy="355600"/>
        </p:xfrm>
        <a:graphic>
          <a:graphicData uri="http://schemas.openxmlformats.org/presentationml/2006/ole">
            <p:oleObj spid="_x0000_s21506" name="公式" r:id="rId4" imgW="152280" imgH="177480" progId="Equation.3">
              <p:embed/>
            </p:oleObj>
          </a:graphicData>
        </a:graphic>
      </p:graphicFrame>
      <p:graphicFrame>
        <p:nvGraphicFramePr>
          <p:cNvPr id="233475" name="Object 3"/>
          <p:cNvGraphicFramePr>
            <a:graphicFrameLocks noChangeAspect="1"/>
          </p:cNvGraphicFramePr>
          <p:nvPr/>
        </p:nvGraphicFramePr>
        <p:xfrm>
          <a:off x="4179888" y="1196975"/>
          <a:ext cx="331787" cy="407988"/>
        </p:xfrm>
        <a:graphic>
          <a:graphicData uri="http://schemas.openxmlformats.org/presentationml/2006/ole">
            <p:oleObj spid="_x0000_s21507" name="公式" r:id="rId5" imgW="164880" imgH="203040" progId="Equation.3">
              <p:embed/>
            </p:oleObj>
          </a:graphicData>
        </a:graphic>
      </p:graphicFrame>
      <p:graphicFrame>
        <p:nvGraphicFramePr>
          <p:cNvPr id="233476" name="Object 4"/>
          <p:cNvGraphicFramePr>
            <a:graphicFrameLocks noChangeAspect="1"/>
          </p:cNvGraphicFramePr>
          <p:nvPr/>
        </p:nvGraphicFramePr>
        <p:xfrm>
          <a:off x="2425700" y="1266825"/>
          <a:ext cx="349250" cy="276225"/>
        </p:xfrm>
        <a:graphic>
          <a:graphicData uri="http://schemas.openxmlformats.org/presentationml/2006/ole">
            <p:oleObj spid="_x0000_s21508" name="公式" r:id="rId6" imgW="177480" imgH="139680" progId="Equation.3">
              <p:embed/>
            </p:oleObj>
          </a:graphicData>
        </a:graphic>
      </p:graphicFrame>
      <p:graphicFrame>
        <p:nvGraphicFramePr>
          <p:cNvPr id="233477" name="Object 5"/>
          <p:cNvGraphicFramePr>
            <a:graphicFrameLocks noChangeAspect="1"/>
          </p:cNvGraphicFramePr>
          <p:nvPr/>
        </p:nvGraphicFramePr>
        <p:xfrm>
          <a:off x="3316288" y="1225550"/>
          <a:ext cx="255587" cy="357188"/>
        </p:xfrm>
        <a:graphic>
          <a:graphicData uri="http://schemas.openxmlformats.org/presentationml/2006/ole">
            <p:oleObj spid="_x0000_s21509" name="公式" r:id="rId7" imgW="126720" imgH="177480" progId="Equation.3">
              <p:embed/>
            </p:oleObj>
          </a:graphicData>
        </a:graphic>
      </p:graphicFrame>
      <p:graphicFrame>
        <p:nvGraphicFramePr>
          <p:cNvPr id="233478" name="Object 6"/>
          <p:cNvGraphicFramePr>
            <a:graphicFrameLocks noChangeAspect="1"/>
          </p:cNvGraphicFramePr>
          <p:nvPr/>
        </p:nvGraphicFramePr>
        <p:xfrm>
          <a:off x="4191000" y="1836738"/>
          <a:ext cx="406400" cy="406400"/>
        </p:xfrm>
        <a:graphic>
          <a:graphicData uri="http://schemas.openxmlformats.org/presentationml/2006/ole">
            <p:oleObj spid="_x0000_s21510" name="公式" r:id="rId8" imgW="203040" imgH="203040" progId="Equation.3">
              <p:embed/>
            </p:oleObj>
          </a:graphicData>
        </a:graphic>
      </p:graphicFrame>
      <p:graphicFrame>
        <p:nvGraphicFramePr>
          <p:cNvPr id="233479" name="Object 7"/>
          <p:cNvGraphicFramePr>
            <a:graphicFrameLocks noChangeAspect="1"/>
          </p:cNvGraphicFramePr>
          <p:nvPr/>
        </p:nvGraphicFramePr>
        <p:xfrm>
          <a:off x="1428750" y="1860550"/>
          <a:ext cx="381000" cy="355600"/>
        </p:xfrm>
        <a:graphic>
          <a:graphicData uri="http://schemas.openxmlformats.org/presentationml/2006/ole">
            <p:oleObj spid="_x0000_s21511" name="公式" r:id="rId9" imgW="190440" imgH="177480" progId="Equation.3">
              <p:embed/>
            </p:oleObj>
          </a:graphicData>
        </a:graphic>
      </p:graphicFrame>
      <p:graphicFrame>
        <p:nvGraphicFramePr>
          <p:cNvPr id="233480" name="Object 8"/>
          <p:cNvGraphicFramePr>
            <a:graphicFrameLocks noChangeAspect="1"/>
          </p:cNvGraphicFramePr>
          <p:nvPr/>
        </p:nvGraphicFramePr>
        <p:xfrm>
          <a:off x="2411413" y="1860550"/>
          <a:ext cx="431800" cy="355600"/>
        </p:xfrm>
        <a:graphic>
          <a:graphicData uri="http://schemas.openxmlformats.org/presentationml/2006/ole">
            <p:oleObj spid="_x0000_s21512" name="公式" r:id="rId10" imgW="215640" imgH="177480" progId="Equation.3">
              <p:embed/>
            </p:oleObj>
          </a:graphicData>
        </a:graphic>
      </p:graphicFrame>
      <p:graphicFrame>
        <p:nvGraphicFramePr>
          <p:cNvPr id="233481" name="Object 9"/>
          <p:cNvGraphicFramePr>
            <a:graphicFrameLocks noChangeAspect="1"/>
          </p:cNvGraphicFramePr>
          <p:nvPr/>
        </p:nvGraphicFramePr>
        <p:xfrm>
          <a:off x="3321050" y="1860550"/>
          <a:ext cx="331788" cy="357188"/>
        </p:xfrm>
        <a:graphic>
          <a:graphicData uri="http://schemas.openxmlformats.org/presentationml/2006/ole">
            <p:oleObj spid="_x0000_s21513" name="公式" r:id="rId11" imgW="164880" imgH="177480" progId="Equation.3">
              <p:embed/>
            </p:oleObj>
          </a:graphicData>
        </a:graphic>
      </p:graphicFrame>
      <p:sp>
        <p:nvSpPr>
          <p:cNvPr id="233482" name="Text Box 10"/>
          <p:cNvSpPr txBox="1">
            <a:spLocks noChangeArrowheads="1"/>
          </p:cNvSpPr>
          <p:nvPr/>
        </p:nvSpPr>
        <p:spPr bwMode="auto">
          <a:xfrm>
            <a:off x="250825" y="2565400"/>
            <a:ext cx="3352800" cy="479425"/>
          </a:xfrm>
          <a:prstGeom prst="rect">
            <a:avLst/>
          </a:prstGeom>
          <a:noFill/>
          <a:ln w="12699">
            <a:noFill/>
            <a:miter lim="800000"/>
            <a:headEnd type="none" w="sm" len="sm"/>
            <a:tailEnd type="none" w="sm" len="sm"/>
          </a:ln>
        </p:spPr>
        <p:txBody>
          <a:bodyPr>
            <a:spAutoFit/>
          </a:bodyPr>
          <a:lstStyle/>
          <a:p>
            <a:pPr defTabSz="762000" eaLnBrk="0" hangingPunct="0">
              <a:lnSpc>
                <a:spcPct val="115000"/>
              </a:lnSpc>
              <a:spcBef>
                <a:spcPct val="0"/>
              </a:spcBef>
            </a:pPr>
            <a:r>
              <a:rPr lang="zh-CN" altLang="en-US" sz="2400">
                <a:ea typeface="宋体" pitchFamily="2" charset="-122"/>
                <a:sym typeface="Monotype Sorts" pitchFamily="2" charset="2"/>
              </a:rPr>
              <a:t>在牛顿力学中</a:t>
            </a:r>
            <a:endParaRPr lang="zh-CN" altLang="en-US" sz="2400">
              <a:ea typeface="宋体" pitchFamily="2" charset="-122"/>
            </a:endParaRPr>
          </a:p>
        </p:txBody>
      </p:sp>
      <p:graphicFrame>
        <p:nvGraphicFramePr>
          <p:cNvPr id="233483" name="Object 11"/>
          <p:cNvGraphicFramePr>
            <a:graphicFrameLocks noChangeAspect="1"/>
          </p:cNvGraphicFramePr>
          <p:nvPr/>
        </p:nvGraphicFramePr>
        <p:xfrm>
          <a:off x="5137150" y="1162050"/>
          <a:ext cx="1073150" cy="431800"/>
        </p:xfrm>
        <a:graphic>
          <a:graphicData uri="http://schemas.openxmlformats.org/presentationml/2006/ole">
            <p:oleObj spid="_x0000_s21514" name="公式" r:id="rId12" imgW="533160" imgH="215640" progId="Equation.3">
              <p:embed/>
            </p:oleObj>
          </a:graphicData>
        </a:graphic>
      </p:graphicFrame>
      <p:graphicFrame>
        <p:nvGraphicFramePr>
          <p:cNvPr id="233484" name="Object 12"/>
          <p:cNvGraphicFramePr>
            <a:graphicFrameLocks noChangeAspect="1"/>
          </p:cNvGraphicFramePr>
          <p:nvPr/>
        </p:nvGraphicFramePr>
        <p:xfrm>
          <a:off x="5137150" y="1836738"/>
          <a:ext cx="1223963" cy="431800"/>
        </p:xfrm>
        <a:graphic>
          <a:graphicData uri="http://schemas.openxmlformats.org/presentationml/2006/ole">
            <p:oleObj spid="_x0000_s21515" name="公式" r:id="rId13" imgW="647640" imgH="215640" progId="Equation.3">
              <p:embed/>
            </p:oleObj>
          </a:graphicData>
        </a:graphic>
      </p:graphicFrame>
      <p:sp>
        <p:nvSpPr>
          <p:cNvPr id="233485" name="Text Box 13"/>
          <p:cNvSpPr txBox="1">
            <a:spLocks noChangeArrowheads="1"/>
          </p:cNvSpPr>
          <p:nvPr/>
        </p:nvSpPr>
        <p:spPr bwMode="auto">
          <a:xfrm>
            <a:off x="152400" y="404813"/>
            <a:ext cx="8382000" cy="479425"/>
          </a:xfrm>
          <a:prstGeom prst="rect">
            <a:avLst/>
          </a:prstGeom>
          <a:noFill/>
          <a:ln w="12699">
            <a:noFill/>
            <a:miter lim="800000"/>
            <a:headEnd type="none" w="sm" len="sm"/>
            <a:tailEnd type="none" w="sm" len="sm"/>
          </a:ln>
        </p:spPr>
        <p:txBody>
          <a:bodyPr>
            <a:spAutoFit/>
          </a:bodyPr>
          <a:lstStyle/>
          <a:p>
            <a:pPr defTabSz="762000" eaLnBrk="0" hangingPunct="0">
              <a:lnSpc>
                <a:spcPct val="115000"/>
              </a:lnSpc>
              <a:spcBef>
                <a:spcPct val="0"/>
              </a:spcBef>
            </a:pPr>
            <a:r>
              <a:rPr lang="zh-CN" altLang="en-US" sz="2400">
                <a:solidFill>
                  <a:srgbClr val="FF6600"/>
                </a:solidFill>
                <a:ea typeface="宋体" pitchFamily="2" charset="-122"/>
              </a:rPr>
              <a:t>牛顿运动定律具有伽利略变换的不变性</a:t>
            </a:r>
          </a:p>
        </p:txBody>
      </p:sp>
      <p:sp>
        <p:nvSpPr>
          <p:cNvPr id="233486" name="Text Box 14"/>
          <p:cNvSpPr txBox="1">
            <a:spLocks noChangeArrowheads="1"/>
          </p:cNvSpPr>
          <p:nvPr/>
        </p:nvSpPr>
        <p:spPr bwMode="auto">
          <a:xfrm>
            <a:off x="2339975" y="3133725"/>
            <a:ext cx="4032250" cy="479425"/>
          </a:xfrm>
          <a:prstGeom prst="rect">
            <a:avLst/>
          </a:prstGeom>
          <a:noFill/>
          <a:ln w="19050">
            <a:noFill/>
            <a:miter lim="800000"/>
            <a:headEnd type="none" w="sm" len="sm"/>
            <a:tailEnd type="none" w="sm" len="sm"/>
          </a:ln>
        </p:spPr>
        <p:txBody>
          <a:bodyPr>
            <a:spAutoFit/>
          </a:bodyPr>
          <a:lstStyle/>
          <a:p>
            <a:pPr defTabSz="762000" eaLnBrk="0" hangingPunct="0">
              <a:lnSpc>
                <a:spcPct val="115000"/>
              </a:lnSpc>
              <a:spcBef>
                <a:spcPct val="0"/>
              </a:spcBef>
              <a:buClr>
                <a:srgbClr val="FF3300"/>
              </a:buClr>
              <a:buFontTx/>
              <a:buChar char="•"/>
            </a:pPr>
            <a:r>
              <a:rPr lang="en-US" altLang="zh-CN" sz="2400">
                <a:solidFill>
                  <a:srgbClr val="008000"/>
                </a:solidFill>
                <a:ea typeface="宋体" pitchFamily="2" charset="-122"/>
              </a:rPr>
              <a:t> </a:t>
            </a:r>
            <a:r>
              <a:rPr lang="zh-CN" altLang="en-US" sz="2400">
                <a:solidFill>
                  <a:srgbClr val="008000"/>
                </a:solidFill>
                <a:ea typeface="宋体" pitchFamily="2" charset="-122"/>
              </a:rPr>
              <a:t>质量与运动无关</a:t>
            </a:r>
          </a:p>
        </p:txBody>
      </p:sp>
      <p:sp>
        <p:nvSpPr>
          <p:cNvPr id="233487" name="Text Box 15"/>
          <p:cNvSpPr txBox="1">
            <a:spLocks noChangeArrowheads="1"/>
          </p:cNvSpPr>
          <p:nvPr/>
        </p:nvSpPr>
        <p:spPr bwMode="auto">
          <a:xfrm>
            <a:off x="2339975" y="2584450"/>
            <a:ext cx="3178175" cy="479425"/>
          </a:xfrm>
          <a:prstGeom prst="rect">
            <a:avLst/>
          </a:prstGeom>
          <a:noFill/>
          <a:ln w="19050">
            <a:noFill/>
            <a:miter lim="800000"/>
            <a:headEnd/>
            <a:tailEnd/>
          </a:ln>
        </p:spPr>
        <p:txBody>
          <a:bodyPr>
            <a:spAutoFit/>
          </a:bodyPr>
          <a:lstStyle/>
          <a:p>
            <a:pPr eaLnBrk="0" hangingPunct="0">
              <a:lnSpc>
                <a:spcPct val="115000"/>
              </a:lnSpc>
              <a:spcBef>
                <a:spcPct val="0"/>
              </a:spcBef>
              <a:buClr>
                <a:srgbClr val="FF3300"/>
              </a:buClr>
              <a:buFontTx/>
              <a:buChar char="•"/>
            </a:pPr>
            <a:r>
              <a:rPr lang="en-US" altLang="zh-CN" sz="2400">
                <a:solidFill>
                  <a:srgbClr val="008000"/>
                </a:solidFill>
                <a:ea typeface="宋体" pitchFamily="2" charset="-122"/>
              </a:rPr>
              <a:t> </a:t>
            </a:r>
            <a:r>
              <a:rPr lang="zh-CN" altLang="en-US" sz="2400">
                <a:solidFill>
                  <a:srgbClr val="008000"/>
                </a:solidFill>
                <a:ea typeface="宋体" pitchFamily="2" charset="-122"/>
              </a:rPr>
              <a:t>力与参考系无关</a:t>
            </a:r>
            <a:endParaRPr lang="zh-CN" altLang="en-US" sz="2400" b="0">
              <a:solidFill>
                <a:srgbClr val="008000"/>
              </a:solidFill>
              <a:ea typeface="宋体" pitchFamily="2" charset="-122"/>
            </a:endParaRPr>
          </a:p>
        </p:txBody>
      </p:sp>
      <p:sp>
        <p:nvSpPr>
          <p:cNvPr id="233488" name="Line 16"/>
          <p:cNvSpPr>
            <a:spLocks noChangeShapeType="1"/>
          </p:cNvSpPr>
          <p:nvPr/>
        </p:nvSpPr>
        <p:spPr bwMode="auto">
          <a:xfrm>
            <a:off x="1258888" y="1773238"/>
            <a:ext cx="5257800" cy="0"/>
          </a:xfrm>
          <a:prstGeom prst="line">
            <a:avLst/>
          </a:prstGeom>
          <a:noFill/>
          <a:ln w="9525">
            <a:solidFill>
              <a:srgbClr val="9900CC"/>
            </a:solidFill>
            <a:round/>
            <a:headEnd/>
            <a:tailEnd/>
          </a:ln>
        </p:spPr>
        <p:txBody>
          <a:bodyPr>
            <a:spAutoFit/>
          </a:bodyPr>
          <a:lstStyle/>
          <a:p>
            <a:endParaRPr lang="zh-CN" altLang="en-US"/>
          </a:p>
        </p:txBody>
      </p:sp>
      <p:sp>
        <p:nvSpPr>
          <p:cNvPr id="233489" name="Line 17"/>
          <p:cNvSpPr>
            <a:spLocks noChangeShapeType="1"/>
          </p:cNvSpPr>
          <p:nvPr/>
        </p:nvSpPr>
        <p:spPr bwMode="auto">
          <a:xfrm>
            <a:off x="2192338" y="1198563"/>
            <a:ext cx="0" cy="1150937"/>
          </a:xfrm>
          <a:prstGeom prst="line">
            <a:avLst/>
          </a:prstGeom>
          <a:noFill/>
          <a:ln w="9525">
            <a:solidFill>
              <a:srgbClr val="9900CC"/>
            </a:solidFill>
            <a:round/>
            <a:headEnd/>
            <a:tailEnd/>
          </a:ln>
        </p:spPr>
        <p:txBody>
          <a:bodyPr>
            <a:spAutoFit/>
          </a:bodyPr>
          <a:lstStyle/>
          <a:p>
            <a:endParaRPr lang="zh-CN" altLang="en-US"/>
          </a:p>
        </p:txBody>
      </p:sp>
      <p:sp>
        <p:nvSpPr>
          <p:cNvPr id="233490" name="Line 18"/>
          <p:cNvSpPr>
            <a:spLocks noChangeShapeType="1"/>
          </p:cNvSpPr>
          <p:nvPr/>
        </p:nvSpPr>
        <p:spPr bwMode="auto">
          <a:xfrm>
            <a:off x="3922713" y="1196975"/>
            <a:ext cx="0" cy="1150938"/>
          </a:xfrm>
          <a:prstGeom prst="line">
            <a:avLst/>
          </a:prstGeom>
          <a:noFill/>
          <a:ln w="9525">
            <a:solidFill>
              <a:srgbClr val="9900CC"/>
            </a:solidFill>
            <a:round/>
            <a:headEnd/>
            <a:tailEnd/>
          </a:ln>
        </p:spPr>
        <p:txBody>
          <a:bodyPr>
            <a:spAutoFit/>
          </a:bodyPr>
          <a:lstStyle/>
          <a:p>
            <a:endParaRPr lang="zh-CN" altLang="en-US"/>
          </a:p>
        </p:txBody>
      </p:sp>
      <p:sp>
        <p:nvSpPr>
          <p:cNvPr id="233491" name="Line 19"/>
          <p:cNvSpPr>
            <a:spLocks noChangeShapeType="1"/>
          </p:cNvSpPr>
          <p:nvPr/>
        </p:nvSpPr>
        <p:spPr bwMode="auto">
          <a:xfrm>
            <a:off x="3059113" y="1196975"/>
            <a:ext cx="0" cy="1150938"/>
          </a:xfrm>
          <a:prstGeom prst="line">
            <a:avLst/>
          </a:prstGeom>
          <a:noFill/>
          <a:ln w="9525">
            <a:solidFill>
              <a:srgbClr val="9900CC"/>
            </a:solidFill>
            <a:round/>
            <a:headEnd/>
            <a:tailEnd/>
          </a:ln>
        </p:spPr>
        <p:txBody>
          <a:bodyPr>
            <a:spAutoFit/>
          </a:bodyPr>
          <a:lstStyle/>
          <a:p>
            <a:endParaRPr lang="zh-CN" altLang="en-US"/>
          </a:p>
        </p:txBody>
      </p:sp>
      <p:sp>
        <p:nvSpPr>
          <p:cNvPr id="233492" name="Line 20"/>
          <p:cNvSpPr>
            <a:spLocks noChangeShapeType="1"/>
          </p:cNvSpPr>
          <p:nvPr/>
        </p:nvSpPr>
        <p:spPr bwMode="auto">
          <a:xfrm>
            <a:off x="4859338" y="1196975"/>
            <a:ext cx="0" cy="1150938"/>
          </a:xfrm>
          <a:prstGeom prst="line">
            <a:avLst/>
          </a:prstGeom>
          <a:noFill/>
          <a:ln w="9525">
            <a:solidFill>
              <a:srgbClr val="9900CC"/>
            </a:solidFill>
            <a:round/>
            <a:headEnd/>
            <a:tailEnd/>
          </a:ln>
        </p:spPr>
        <p:txBody>
          <a:bodyPr>
            <a:spAutoFit/>
          </a:bodyPr>
          <a:lstStyle/>
          <a:p>
            <a:endParaRPr lang="zh-CN" altLang="en-US"/>
          </a:p>
        </p:txBody>
      </p:sp>
      <p:sp>
        <p:nvSpPr>
          <p:cNvPr id="233494" name="Text Box 22"/>
          <p:cNvSpPr txBox="1">
            <a:spLocks noChangeArrowheads="1"/>
          </p:cNvSpPr>
          <p:nvPr/>
        </p:nvSpPr>
        <p:spPr bwMode="auto">
          <a:xfrm>
            <a:off x="322263" y="3789363"/>
            <a:ext cx="8713787" cy="576262"/>
          </a:xfrm>
          <a:prstGeom prst="rect">
            <a:avLst/>
          </a:prstGeom>
          <a:noFill/>
          <a:ln w="9525">
            <a:noFill/>
            <a:miter lim="800000"/>
            <a:headEnd/>
            <a:tailEnd/>
          </a:ln>
        </p:spPr>
        <p:txBody>
          <a:bodyPr/>
          <a:lstStyle/>
          <a:p>
            <a:pPr>
              <a:spcBef>
                <a:spcPct val="0"/>
              </a:spcBef>
            </a:pPr>
            <a:r>
              <a:rPr lang="zh-CN" altLang="en-US" sz="2400">
                <a:ea typeface="宋体" pitchFamily="2" charset="-122"/>
              </a:rPr>
              <a:t>由伽利略变换，可得出牛顿的绝对时空观</a:t>
            </a:r>
            <a:r>
              <a:rPr lang="en-US" altLang="zh-CN" sz="2400">
                <a:ea typeface="宋体" pitchFamily="2" charset="-122"/>
              </a:rPr>
              <a:t>---</a:t>
            </a:r>
            <a:r>
              <a:rPr lang="zh-CN" altLang="en-US" sz="2400">
                <a:solidFill>
                  <a:srgbClr val="FF0000"/>
                </a:solidFill>
                <a:ea typeface="宋体" pitchFamily="2" charset="-122"/>
              </a:rPr>
              <a:t>经典时空观</a:t>
            </a:r>
          </a:p>
        </p:txBody>
      </p:sp>
      <p:sp>
        <p:nvSpPr>
          <p:cNvPr id="233495" name="Rectangle 23"/>
          <p:cNvSpPr>
            <a:spLocks noChangeArrowheads="1"/>
          </p:cNvSpPr>
          <p:nvPr/>
        </p:nvSpPr>
        <p:spPr bwMode="auto">
          <a:xfrm>
            <a:off x="179388" y="4573588"/>
            <a:ext cx="1982787" cy="479425"/>
          </a:xfrm>
          <a:prstGeom prst="rect">
            <a:avLst/>
          </a:prstGeom>
          <a:noFill/>
          <a:ln w="9525" algn="ctr">
            <a:noFill/>
            <a:miter lim="800000"/>
            <a:headEnd/>
            <a:tailEnd/>
          </a:ln>
        </p:spPr>
        <p:txBody>
          <a:bodyPr>
            <a:spAutoFit/>
          </a:bodyPr>
          <a:lstStyle/>
          <a:p>
            <a:pPr>
              <a:lnSpc>
                <a:spcPct val="115000"/>
              </a:lnSpc>
              <a:spcBef>
                <a:spcPct val="0"/>
              </a:spcBef>
            </a:pPr>
            <a:r>
              <a:rPr lang="zh-CN" altLang="en-US" sz="2400">
                <a:solidFill>
                  <a:srgbClr val="FF6600"/>
                </a:solidFill>
                <a:ea typeface="宋体" pitchFamily="2" charset="-122"/>
              </a:rPr>
              <a:t>绝对空间</a:t>
            </a:r>
          </a:p>
        </p:txBody>
      </p:sp>
      <p:sp>
        <p:nvSpPr>
          <p:cNvPr id="233496" name="Rectangle 24"/>
          <p:cNvSpPr>
            <a:spLocks noChangeArrowheads="1"/>
          </p:cNvSpPr>
          <p:nvPr/>
        </p:nvSpPr>
        <p:spPr bwMode="auto">
          <a:xfrm>
            <a:off x="144463" y="5724525"/>
            <a:ext cx="2124075" cy="479425"/>
          </a:xfrm>
          <a:prstGeom prst="rect">
            <a:avLst/>
          </a:prstGeom>
          <a:noFill/>
          <a:ln w="9525" algn="ctr">
            <a:noFill/>
            <a:miter lim="800000"/>
            <a:headEnd/>
            <a:tailEnd/>
          </a:ln>
        </p:spPr>
        <p:txBody>
          <a:bodyPr>
            <a:spAutoFit/>
          </a:bodyPr>
          <a:lstStyle/>
          <a:p>
            <a:pPr>
              <a:lnSpc>
                <a:spcPct val="115000"/>
              </a:lnSpc>
              <a:spcBef>
                <a:spcPct val="0"/>
              </a:spcBef>
            </a:pPr>
            <a:r>
              <a:rPr lang="zh-CN" altLang="en-US" sz="2400">
                <a:solidFill>
                  <a:srgbClr val="FF6600"/>
                </a:solidFill>
                <a:ea typeface="宋体" pitchFamily="2" charset="-122"/>
              </a:rPr>
              <a:t>绝对时间</a:t>
            </a:r>
          </a:p>
        </p:txBody>
      </p:sp>
      <p:sp>
        <p:nvSpPr>
          <p:cNvPr id="233497" name="Text Box 25"/>
          <p:cNvSpPr txBox="1">
            <a:spLocks noChangeArrowheads="1"/>
          </p:cNvSpPr>
          <p:nvPr/>
        </p:nvSpPr>
        <p:spPr bwMode="auto">
          <a:xfrm>
            <a:off x="1658938" y="4622800"/>
            <a:ext cx="7234237" cy="936625"/>
          </a:xfrm>
          <a:prstGeom prst="rect">
            <a:avLst/>
          </a:prstGeom>
          <a:noFill/>
          <a:ln w="9525">
            <a:noFill/>
            <a:miter lim="800000"/>
            <a:headEnd/>
            <a:tailEnd/>
          </a:ln>
        </p:spPr>
        <p:txBody>
          <a:bodyPr>
            <a:spAutoFit/>
          </a:bodyPr>
          <a:lstStyle/>
          <a:p>
            <a:pPr>
              <a:spcBef>
                <a:spcPct val="0"/>
              </a:spcBef>
            </a:pPr>
            <a:r>
              <a:rPr lang="zh-CN" altLang="en-US" sz="2400">
                <a:solidFill>
                  <a:schemeClr val="tx2"/>
                </a:solidFill>
                <a:ea typeface="宋体" pitchFamily="2" charset="-122"/>
              </a:rPr>
              <a:t>空间任意两点之间的距离对于任何的惯性系而言都是相等的，与惯性系的选择或观察者的相对运动无关． </a:t>
            </a:r>
          </a:p>
        </p:txBody>
      </p:sp>
      <p:sp>
        <p:nvSpPr>
          <p:cNvPr id="233498" name="Text Box 26"/>
          <p:cNvSpPr txBox="1">
            <a:spLocks noChangeArrowheads="1"/>
          </p:cNvSpPr>
          <p:nvPr/>
        </p:nvSpPr>
        <p:spPr bwMode="auto">
          <a:xfrm>
            <a:off x="1620838" y="5743575"/>
            <a:ext cx="6480175" cy="493713"/>
          </a:xfrm>
          <a:prstGeom prst="rect">
            <a:avLst/>
          </a:prstGeom>
          <a:noFill/>
          <a:ln w="9525" algn="ctr">
            <a:noFill/>
            <a:miter lim="800000"/>
            <a:headEnd/>
            <a:tailEnd/>
          </a:ln>
        </p:spPr>
        <p:txBody>
          <a:bodyPr>
            <a:spAutoFit/>
          </a:bodyPr>
          <a:lstStyle/>
          <a:p>
            <a:pPr>
              <a:spcBef>
                <a:spcPct val="0"/>
              </a:spcBef>
            </a:pPr>
            <a:r>
              <a:rPr lang="zh-CN" altLang="en-US" sz="2400">
                <a:solidFill>
                  <a:schemeClr val="tx2"/>
                </a:solidFill>
                <a:ea typeface="宋体" pitchFamily="2" charset="-122"/>
              </a:rPr>
              <a:t>与惯性系的选择或观察者的相对运动无关</a:t>
            </a:r>
            <a:r>
              <a:rPr lang="en-US" altLang="zh-CN" sz="2400">
                <a:solidFill>
                  <a:schemeClr val="tx2"/>
                </a:solidFill>
                <a:ea typeface="宋体" pitchFamily="2" charset="-122"/>
              </a:rPr>
              <a:t>.</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33485"/>
                                        </p:tgtEl>
                                        <p:attrNameLst>
                                          <p:attrName>style.visibility</p:attrName>
                                        </p:attrNameLst>
                                      </p:cBhvr>
                                      <p:to>
                                        <p:strVal val="visible"/>
                                      </p:to>
                                    </p:set>
                                    <p:animEffect transition="in" filter="wipe(left)">
                                      <p:cBhvr>
                                        <p:cTn id="7" dur="500"/>
                                        <p:tgtEl>
                                          <p:spTgt spid="233485"/>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499"/>
                                          </p:stCondLst>
                                        </p:cTn>
                                        <p:tgtEl>
                                          <p:spTgt spid="233474"/>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22" presetClass="entr" presetSubtype="1" fill="hold" grpId="0" nodeType="clickEffect">
                                  <p:stCondLst>
                                    <p:cond delay="0"/>
                                  </p:stCondLst>
                                  <p:childTnLst>
                                    <p:set>
                                      <p:cBhvr>
                                        <p:cTn id="15" dur="1" fill="hold">
                                          <p:stCondLst>
                                            <p:cond delay="0"/>
                                          </p:stCondLst>
                                        </p:cTn>
                                        <p:tgtEl>
                                          <p:spTgt spid="233489"/>
                                        </p:tgtEl>
                                        <p:attrNameLst>
                                          <p:attrName>style.visibility</p:attrName>
                                        </p:attrNameLst>
                                      </p:cBhvr>
                                      <p:to>
                                        <p:strVal val="visible"/>
                                      </p:to>
                                    </p:set>
                                    <p:animEffect transition="in" filter="wipe(up)">
                                      <p:cBhvr>
                                        <p:cTn id="16" dur="500"/>
                                        <p:tgtEl>
                                          <p:spTgt spid="233489"/>
                                        </p:tgtEl>
                                      </p:cBhvr>
                                    </p:animEffect>
                                  </p:childTnLst>
                                </p:cTn>
                              </p:par>
                            </p:childTnLst>
                          </p:cTn>
                        </p:par>
                        <p:par>
                          <p:cTn id="17" fill="hold">
                            <p:stCondLst>
                              <p:cond delay="500"/>
                            </p:stCondLst>
                            <p:childTnLst>
                              <p:par>
                                <p:cTn id="18" presetID="1" presetClass="entr" presetSubtype="0" fill="hold" nodeType="afterEffect">
                                  <p:stCondLst>
                                    <p:cond delay="0"/>
                                  </p:stCondLst>
                                  <p:childTnLst>
                                    <p:set>
                                      <p:cBhvr>
                                        <p:cTn id="19" dur="1" fill="hold">
                                          <p:stCondLst>
                                            <p:cond delay="499"/>
                                          </p:stCondLst>
                                        </p:cTn>
                                        <p:tgtEl>
                                          <p:spTgt spid="233476"/>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2" presetClass="entr" presetSubtype="1" fill="hold" grpId="0" nodeType="clickEffect">
                                  <p:stCondLst>
                                    <p:cond delay="0"/>
                                  </p:stCondLst>
                                  <p:childTnLst>
                                    <p:set>
                                      <p:cBhvr>
                                        <p:cTn id="23" dur="1" fill="hold">
                                          <p:stCondLst>
                                            <p:cond delay="0"/>
                                          </p:stCondLst>
                                        </p:cTn>
                                        <p:tgtEl>
                                          <p:spTgt spid="233491"/>
                                        </p:tgtEl>
                                        <p:attrNameLst>
                                          <p:attrName>style.visibility</p:attrName>
                                        </p:attrNameLst>
                                      </p:cBhvr>
                                      <p:to>
                                        <p:strVal val="visible"/>
                                      </p:to>
                                    </p:set>
                                    <p:animEffect transition="in" filter="slide(fromTop)">
                                      <p:cBhvr>
                                        <p:cTn id="24" dur="500"/>
                                        <p:tgtEl>
                                          <p:spTgt spid="233491"/>
                                        </p:tgtEl>
                                      </p:cBhvr>
                                    </p:animEffect>
                                  </p:childTnLst>
                                </p:cTn>
                              </p:par>
                              <p:par>
                                <p:cTn id="25" presetID="1" presetClass="entr" presetSubtype="0" fill="hold" nodeType="withEffect">
                                  <p:stCondLst>
                                    <p:cond delay="0"/>
                                  </p:stCondLst>
                                  <p:childTnLst>
                                    <p:set>
                                      <p:cBhvr>
                                        <p:cTn id="26" dur="1" fill="hold">
                                          <p:stCondLst>
                                            <p:cond delay="499"/>
                                          </p:stCondLst>
                                        </p:cTn>
                                        <p:tgtEl>
                                          <p:spTgt spid="23347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2" presetClass="entr" presetSubtype="1" fill="hold" grpId="0" nodeType="clickEffect">
                                  <p:stCondLst>
                                    <p:cond delay="0"/>
                                  </p:stCondLst>
                                  <p:childTnLst>
                                    <p:set>
                                      <p:cBhvr>
                                        <p:cTn id="30" dur="1" fill="hold">
                                          <p:stCondLst>
                                            <p:cond delay="0"/>
                                          </p:stCondLst>
                                        </p:cTn>
                                        <p:tgtEl>
                                          <p:spTgt spid="233490"/>
                                        </p:tgtEl>
                                        <p:attrNameLst>
                                          <p:attrName>style.visibility</p:attrName>
                                        </p:attrNameLst>
                                      </p:cBhvr>
                                      <p:to>
                                        <p:strVal val="visible"/>
                                      </p:to>
                                    </p:set>
                                    <p:animEffect transition="in" filter="slide(fromTop)">
                                      <p:cBhvr>
                                        <p:cTn id="31" dur="500"/>
                                        <p:tgtEl>
                                          <p:spTgt spid="233490"/>
                                        </p:tgtEl>
                                      </p:cBhvr>
                                    </p:animEffect>
                                  </p:childTnLst>
                                </p:cTn>
                              </p:par>
                              <p:par>
                                <p:cTn id="32" presetID="1" presetClass="entr" presetSubtype="0" fill="hold" nodeType="withEffect">
                                  <p:stCondLst>
                                    <p:cond delay="0"/>
                                  </p:stCondLst>
                                  <p:childTnLst>
                                    <p:set>
                                      <p:cBhvr>
                                        <p:cTn id="33" dur="1" fill="hold">
                                          <p:stCondLst>
                                            <p:cond delay="499"/>
                                          </p:stCondLst>
                                        </p:cTn>
                                        <p:tgtEl>
                                          <p:spTgt spid="233475"/>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22" presetClass="entr" presetSubtype="1" fill="hold" grpId="0" nodeType="clickEffect">
                                  <p:stCondLst>
                                    <p:cond delay="0"/>
                                  </p:stCondLst>
                                  <p:childTnLst>
                                    <p:set>
                                      <p:cBhvr>
                                        <p:cTn id="37" dur="1" fill="hold">
                                          <p:stCondLst>
                                            <p:cond delay="0"/>
                                          </p:stCondLst>
                                        </p:cTn>
                                        <p:tgtEl>
                                          <p:spTgt spid="233492"/>
                                        </p:tgtEl>
                                        <p:attrNameLst>
                                          <p:attrName>style.visibility</p:attrName>
                                        </p:attrNameLst>
                                      </p:cBhvr>
                                      <p:to>
                                        <p:strVal val="visible"/>
                                      </p:to>
                                    </p:set>
                                    <p:animEffect transition="in" filter="wipe(up)">
                                      <p:cBhvr>
                                        <p:cTn id="38" dur="500"/>
                                        <p:tgtEl>
                                          <p:spTgt spid="233492"/>
                                        </p:tgtEl>
                                      </p:cBhvr>
                                    </p:animEffec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499"/>
                                          </p:stCondLst>
                                        </p:cTn>
                                        <p:tgtEl>
                                          <p:spTgt spid="233483"/>
                                        </p:tgtEl>
                                        <p:attrNameLst>
                                          <p:attrName>style.visibility</p:attrName>
                                        </p:attrNameLst>
                                      </p:cBhvr>
                                      <p:to>
                                        <p:strVal val="visible"/>
                                      </p:to>
                                    </p:set>
                                  </p:childTnLst>
                                </p:cTn>
                              </p:par>
                              <p:par>
                                <p:cTn id="43" presetID="12" presetClass="entr" presetSubtype="8" fill="hold" grpId="0" nodeType="withEffect">
                                  <p:stCondLst>
                                    <p:cond delay="0"/>
                                  </p:stCondLst>
                                  <p:childTnLst>
                                    <p:set>
                                      <p:cBhvr>
                                        <p:cTn id="44" dur="1" fill="hold">
                                          <p:stCondLst>
                                            <p:cond delay="0"/>
                                          </p:stCondLst>
                                        </p:cTn>
                                        <p:tgtEl>
                                          <p:spTgt spid="233488"/>
                                        </p:tgtEl>
                                        <p:attrNameLst>
                                          <p:attrName>style.visibility</p:attrName>
                                        </p:attrNameLst>
                                      </p:cBhvr>
                                      <p:to>
                                        <p:strVal val="visible"/>
                                      </p:to>
                                    </p:set>
                                    <p:animEffect transition="in" filter="slide(fromLeft)">
                                      <p:cBhvr>
                                        <p:cTn id="45" dur="500"/>
                                        <p:tgtEl>
                                          <p:spTgt spid="233488"/>
                                        </p:tgtEl>
                                      </p:cBhvr>
                                    </p:animEffec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nodeType="clickEffect">
                                  <p:stCondLst>
                                    <p:cond delay="0"/>
                                  </p:stCondLst>
                                  <p:childTnLst>
                                    <p:set>
                                      <p:cBhvr>
                                        <p:cTn id="49" dur="1" fill="hold">
                                          <p:stCondLst>
                                            <p:cond delay="499"/>
                                          </p:stCondLst>
                                        </p:cTn>
                                        <p:tgtEl>
                                          <p:spTgt spid="233479"/>
                                        </p:tgtEl>
                                        <p:attrNameLst>
                                          <p:attrName>style.visibility</p:attrName>
                                        </p:attrNameLst>
                                      </p:cBhvr>
                                      <p:to>
                                        <p:strVal val="visible"/>
                                      </p:to>
                                    </p:se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clickEffect">
                                  <p:stCondLst>
                                    <p:cond delay="0"/>
                                  </p:stCondLst>
                                  <p:childTnLst>
                                    <p:set>
                                      <p:cBhvr>
                                        <p:cTn id="53" dur="1" fill="hold">
                                          <p:stCondLst>
                                            <p:cond delay="499"/>
                                          </p:stCondLst>
                                        </p:cTn>
                                        <p:tgtEl>
                                          <p:spTgt spid="233480"/>
                                        </p:tgtEl>
                                        <p:attrNameLst>
                                          <p:attrName>style.visibility</p:attrName>
                                        </p:attrNameLst>
                                      </p:cBhvr>
                                      <p:to>
                                        <p:strVal val="visible"/>
                                      </p:to>
                                    </p:set>
                                  </p:childTnLst>
                                </p:cTn>
                              </p:par>
                              <p:par>
                                <p:cTn id="54" presetID="1" presetClass="entr" presetSubtype="0" fill="hold" nodeType="withEffect">
                                  <p:stCondLst>
                                    <p:cond delay="0"/>
                                  </p:stCondLst>
                                  <p:childTnLst>
                                    <p:set>
                                      <p:cBhvr>
                                        <p:cTn id="55" dur="1" fill="hold">
                                          <p:stCondLst>
                                            <p:cond delay="499"/>
                                          </p:stCondLst>
                                        </p:cTn>
                                        <p:tgtEl>
                                          <p:spTgt spid="233481"/>
                                        </p:tgtEl>
                                        <p:attrNameLst>
                                          <p:attrName>style.visibility</p:attrName>
                                        </p:attrNameLst>
                                      </p:cBhvr>
                                      <p:to>
                                        <p:strVal val="visible"/>
                                      </p:to>
                                    </p:set>
                                  </p:childTnLst>
                                </p:cTn>
                              </p:par>
                              <p:par>
                                <p:cTn id="56" presetID="1" presetClass="entr" presetSubtype="0" fill="hold" nodeType="withEffect">
                                  <p:stCondLst>
                                    <p:cond delay="0"/>
                                  </p:stCondLst>
                                  <p:childTnLst>
                                    <p:set>
                                      <p:cBhvr>
                                        <p:cTn id="57" dur="1" fill="hold">
                                          <p:stCondLst>
                                            <p:cond delay="499"/>
                                          </p:stCondLst>
                                        </p:cTn>
                                        <p:tgtEl>
                                          <p:spTgt spid="233478"/>
                                        </p:tgtEl>
                                        <p:attrNameLst>
                                          <p:attrName>style.visibility</p:attrName>
                                        </p:attrNameLst>
                                      </p:cBhvr>
                                      <p:to>
                                        <p:strVal val="visible"/>
                                      </p:to>
                                    </p:set>
                                  </p:childTnLst>
                                </p:cTn>
                              </p:par>
                            </p:childTnLst>
                          </p:cTn>
                        </p:par>
                      </p:childTnLst>
                    </p:cTn>
                  </p:par>
                  <p:par>
                    <p:cTn id="58" fill="hold">
                      <p:stCondLst>
                        <p:cond delay="indefinite"/>
                      </p:stCondLst>
                      <p:childTnLst>
                        <p:par>
                          <p:cTn id="59" fill="hold">
                            <p:stCondLst>
                              <p:cond delay="0"/>
                            </p:stCondLst>
                            <p:childTnLst>
                              <p:par>
                                <p:cTn id="60" presetID="1" presetClass="entr" presetSubtype="0" fill="hold" nodeType="clickEffect">
                                  <p:stCondLst>
                                    <p:cond delay="0"/>
                                  </p:stCondLst>
                                  <p:childTnLst>
                                    <p:set>
                                      <p:cBhvr>
                                        <p:cTn id="61" dur="1" fill="hold">
                                          <p:stCondLst>
                                            <p:cond delay="499"/>
                                          </p:stCondLst>
                                        </p:cTn>
                                        <p:tgtEl>
                                          <p:spTgt spid="233484"/>
                                        </p:tgtEl>
                                        <p:attrNameLst>
                                          <p:attrName>style.visibility</p:attrName>
                                        </p:attrNameLst>
                                      </p:cBhvr>
                                      <p:to>
                                        <p:strVal val="visible"/>
                                      </p:to>
                                    </p:set>
                                  </p:childTnLst>
                                </p:cTn>
                              </p:par>
                            </p:childTnLst>
                          </p:cTn>
                        </p:par>
                      </p:childTnLst>
                    </p:cTn>
                  </p:par>
                  <p:par>
                    <p:cTn id="62" fill="hold">
                      <p:stCondLst>
                        <p:cond delay="indefinite"/>
                      </p:stCondLst>
                      <p:childTnLst>
                        <p:par>
                          <p:cTn id="63" fill="hold">
                            <p:stCondLst>
                              <p:cond delay="0"/>
                            </p:stCondLst>
                            <p:childTnLst>
                              <p:par>
                                <p:cTn id="64" presetID="22" presetClass="entr" presetSubtype="8" fill="hold" grpId="0" nodeType="clickEffect">
                                  <p:stCondLst>
                                    <p:cond delay="0"/>
                                  </p:stCondLst>
                                  <p:childTnLst>
                                    <p:set>
                                      <p:cBhvr>
                                        <p:cTn id="65" dur="1" fill="hold">
                                          <p:stCondLst>
                                            <p:cond delay="0"/>
                                          </p:stCondLst>
                                        </p:cTn>
                                        <p:tgtEl>
                                          <p:spTgt spid="233482"/>
                                        </p:tgtEl>
                                        <p:attrNameLst>
                                          <p:attrName>style.visibility</p:attrName>
                                        </p:attrNameLst>
                                      </p:cBhvr>
                                      <p:to>
                                        <p:strVal val="visible"/>
                                      </p:to>
                                    </p:set>
                                    <p:animEffect transition="in" filter="wipe(left)">
                                      <p:cBhvr>
                                        <p:cTn id="66" dur="500"/>
                                        <p:tgtEl>
                                          <p:spTgt spid="233482"/>
                                        </p:tgtEl>
                                      </p:cBhvr>
                                    </p:animEffect>
                                  </p:childTnLst>
                                </p:cTn>
                              </p:par>
                            </p:childTnLst>
                          </p:cTn>
                        </p:par>
                      </p:childTnLst>
                    </p:cTn>
                  </p:par>
                  <p:par>
                    <p:cTn id="67" fill="hold">
                      <p:stCondLst>
                        <p:cond delay="indefinite"/>
                      </p:stCondLst>
                      <p:childTnLst>
                        <p:par>
                          <p:cTn id="68" fill="hold">
                            <p:stCondLst>
                              <p:cond delay="0"/>
                            </p:stCondLst>
                            <p:childTnLst>
                              <p:par>
                                <p:cTn id="69" presetID="22" presetClass="entr" presetSubtype="8" fill="hold" grpId="0" nodeType="clickEffect">
                                  <p:stCondLst>
                                    <p:cond delay="0"/>
                                  </p:stCondLst>
                                  <p:childTnLst>
                                    <p:set>
                                      <p:cBhvr>
                                        <p:cTn id="70" dur="1" fill="hold">
                                          <p:stCondLst>
                                            <p:cond delay="0"/>
                                          </p:stCondLst>
                                        </p:cTn>
                                        <p:tgtEl>
                                          <p:spTgt spid="233487"/>
                                        </p:tgtEl>
                                        <p:attrNameLst>
                                          <p:attrName>style.visibility</p:attrName>
                                        </p:attrNameLst>
                                      </p:cBhvr>
                                      <p:to>
                                        <p:strVal val="visible"/>
                                      </p:to>
                                    </p:set>
                                    <p:animEffect transition="in" filter="wipe(left)">
                                      <p:cBhvr>
                                        <p:cTn id="71" dur="500"/>
                                        <p:tgtEl>
                                          <p:spTgt spid="233487"/>
                                        </p:tgtEl>
                                      </p:cBhvr>
                                    </p:animEffect>
                                  </p:childTnLst>
                                </p:cTn>
                              </p:par>
                            </p:childTnLst>
                          </p:cTn>
                        </p:par>
                      </p:childTnLst>
                    </p:cTn>
                  </p:par>
                  <p:par>
                    <p:cTn id="72" fill="hold">
                      <p:stCondLst>
                        <p:cond delay="indefinite"/>
                      </p:stCondLst>
                      <p:childTnLst>
                        <p:par>
                          <p:cTn id="73" fill="hold">
                            <p:stCondLst>
                              <p:cond delay="0"/>
                            </p:stCondLst>
                            <p:childTnLst>
                              <p:par>
                                <p:cTn id="74" presetID="22" presetClass="entr" presetSubtype="8" fill="hold" grpId="0" nodeType="clickEffect">
                                  <p:stCondLst>
                                    <p:cond delay="0"/>
                                  </p:stCondLst>
                                  <p:childTnLst>
                                    <p:set>
                                      <p:cBhvr>
                                        <p:cTn id="75" dur="1" fill="hold">
                                          <p:stCondLst>
                                            <p:cond delay="0"/>
                                          </p:stCondLst>
                                        </p:cTn>
                                        <p:tgtEl>
                                          <p:spTgt spid="233486"/>
                                        </p:tgtEl>
                                        <p:attrNameLst>
                                          <p:attrName>style.visibility</p:attrName>
                                        </p:attrNameLst>
                                      </p:cBhvr>
                                      <p:to>
                                        <p:strVal val="visible"/>
                                      </p:to>
                                    </p:set>
                                    <p:animEffect transition="in" filter="wipe(left)">
                                      <p:cBhvr>
                                        <p:cTn id="76" dur="500"/>
                                        <p:tgtEl>
                                          <p:spTgt spid="233486"/>
                                        </p:tgtEl>
                                      </p:cBhvr>
                                    </p:animEffect>
                                  </p:childTnLst>
                                </p:cTn>
                              </p:par>
                            </p:childTnLst>
                          </p:cTn>
                        </p:par>
                      </p:childTnLst>
                    </p:cTn>
                  </p:par>
                  <p:par>
                    <p:cTn id="77" fill="hold">
                      <p:stCondLst>
                        <p:cond delay="indefinite"/>
                      </p:stCondLst>
                      <p:childTnLst>
                        <p:par>
                          <p:cTn id="78" fill="hold">
                            <p:stCondLst>
                              <p:cond delay="0"/>
                            </p:stCondLst>
                            <p:childTnLst>
                              <p:par>
                                <p:cTn id="79" presetID="22" presetClass="entr" presetSubtype="8" fill="hold" grpId="0" nodeType="clickEffect">
                                  <p:stCondLst>
                                    <p:cond delay="0"/>
                                  </p:stCondLst>
                                  <p:childTnLst>
                                    <p:set>
                                      <p:cBhvr>
                                        <p:cTn id="80" dur="1" fill="hold">
                                          <p:stCondLst>
                                            <p:cond delay="0"/>
                                          </p:stCondLst>
                                        </p:cTn>
                                        <p:tgtEl>
                                          <p:spTgt spid="233494"/>
                                        </p:tgtEl>
                                        <p:attrNameLst>
                                          <p:attrName>style.visibility</p:attrName>
                                        </p:attrNameLst>
                                      </p:cBhvr>
                                      <p:to>
                                        <p:strVal val="visible"/>
                                      </p:to>
                                    </p:set>
                                    <p:animEffect transition="in" filter="wipe(left)">
                                      <p:cBhvr>
                                        <p:cTn id="81" dur="1000"/>
                                        <p:tgtEl>
                                          <p:spTgt spid="233494"/>
                                        </p:tgtEl>
                                      </p:cBhvr>
                                    </p:animEffect>
                                  </p:childTnLst>
                                </p:cTn>
                              </p:par>
                            </p:childTnLst>
                          </p:cTn>
                        </p:par>
                      </p:childTnLst>
                    </p:cTn>
                  </p:par>
                  <p:par>
                    <p:cTn id="82" fill="hold">
                      <p:stCondLst>
                        <p:cond delay="indefinite"/>
                      </p:stCondLst>
                      <p:childTnLst>
                        <p:par>
                          <p:cTn id="83" fill="hold">
                            <p:stCondLst>
                              <p:cond delay="0"/>
                            </p:stCondLst>
                            <p:childTnLst>
                              <p:par>
                                <p:cTn id="84" presetID="22" presetClass="entr" presetSubtype="8" fill="hold" grpId="0" nodeType="clickEffect">
                                  <p:stCondLst>
                                    <p:cond delay="0"/>
                                  </p:stCondLst>
                                  <p:childTnLst>
                                    <p:set>
                                      <p:cBhvr>
                                        <p:cTn id="85" dur="1" fill="hold">
                                          <p:stCondLst>
                                            <p:cond delay="0"/>
                                          </p:stCondLst>
                                        </p:cTn>
                                        <p:tgtEl>
                                          <p:spTgt spid="233495"/>
                                        </p:tgtEl>
                                        <p:attrNameLst>
                                          <p:attrName>style.visibility</p:attrName>
                                        </p:attrNameLst>
                                      </p:cBhvr>
                                      <p:to>
                                        <p:strVal val="visible"/>
                                      </p:to>
                                    </p:set>
                                    <p:animEffect transition="in" filter="wipe(left)">
                                      <p:cBhvr>
                                        <p:cTn id="86" dur="1000"/>
                                        <p:tgtEl>
                                          <p:spTgt spid="233495"/>
                                        </p:tgtEl>
                                      </p:cBhvr>
                                    </p:animEffect>
                                  </p:childTnLst>
                                </p:cTn>
                              </p:par>
                            </p:childTnLst>
                          </p:cTn>
                        </p:par>
                      </p:childTnLst>
                    </p:cTn>
                  </p:par>
                  <p:par>
                    <p:cTn id="87" fill="hold">
                      <p:stCondLst>
                        <p:cond delay="indefinite"/>
                      </p:stCondLst>
                      <p:childTnLst>
                        <p:par>
                          <p:cTn id="88" fill="hold">
                            <p:stCondLst>
                              <p:cond delay="0"/>
                            </p:stCondLst>
                            <p:childTnLst>
                              <p:par>
                                <p:cTn id="89" presetID="22" presetClass="entr" presetSubtype="8" fill="hold" grpId="0" nodeType="clickEffect">
                                  <p:stCondLst>
                                    <p:cond delay="0"/>
                                  </p:stCondLst>
                                  <p:childTnLst>
                                    <p:set>
                                      <p:cBhvr>
                                        <p:cTn id="90" dur="1" fill="hold">
                                          <p:stCondLst>
                                            <p:cond delay="0"/>
                                          </p:stCondLst>
                                        </p:cTn>
                                        <p:tgtEl>
                                          <p:spTgt spid="233496"/>
                                        </p:tgtEl>
                                        <p:attrNameLst>
                                          <p:attrName>style.visibility</p:attrName>
                                        </p:attrNameLst>
                                      </p:cBhvr>
                                      <p:to>
                                        <p:strVal val="visible"/>
                                      </p:to>
                                    </p:set>
                                    <p:animEffect transition="in" filter="wipe(left)">
                                      <p:cBhvr>
                                        <p:cTn id="91" dur="1000"/>
                                        <p:tgtEl>
                                          <p:spTgt spid="233496"/>
                                        </p:tgtEl>
                                      </p:cBhvr>
                                    </p:animEffect>
                                  </p:childTnLst>
                                </p:cTn>
                              </p:par>
                            </p:childTnLst>
                          </p:cTn>
                        </p:par>
                      </p:childTnLst>
                    </p:cTn>
                  </p:par>
                  <p:par>
                    <p:cTn id="92" fill="hold">
                      <p:stCondLst>
                        <p:cond delay="indefinite"/>
                      </p:stCondLst>
                      <p:childTnLst>
                        <p:par>
                          <p:cTn id="93" fill="hold">
                            <p:stCondLst>
                              <p:cond delay="0"/>
                            </p:stCondLst>
                            <p:childTnLst>
                              <p:par>
                                <p:cTn id="94" presetID="22" presetClass="entr" presetSubtype="8" fill="hold" grpId="0" nodeType="clickEffect">
                                  <p:stCondLst>
                                    <p:cond delay="0"/>
                                  </p:stCondLst>
                                  <p:childTnLst>
                                    <p:set>
                                      <p:cBhvr>
                                        <p:cTn id="95" dur="1" fill="hold">
                                          <p:stCondLst>
                                            <p:cond delay="0"/>
                                          </p:stCondLst>
                                        </p:cTn>
                                        <p:tgtEl>
                                          <p:spTgt spid="233497"/>
                                        </p:tgtEl>
                                        <p:attrNameLst>
                                          <p:attrName>style.visibility</p:attrName>
                                        </p:attrNameLst>
                                      </p:cBhvr>
                                      <p:to>
                                        <p:strVal val="visible"/>
                                      </p:to>
                                    </p:set>
                                    <p:animEffect transition="in" filter="wipe(left)">
                                      <p:cBhvr>
                                        <p:cTn id="96" dur="1000"/>
                                        <p:tgtEl>
                                          <p:spTgt spid="233497"/>
                                        </p:tgtEl>
                                      </p:cBhvr>
                                    </p:animEffect>
                                  </p:childTnLst>
                                </p:cTn>
                              </p:par>
                            </p:childTnLst>
                          </p:cTn>
                        </p:par>
                      </p:childTnLst>
                    </p:cTn>
                  </p:par>
                  <p:par>
                    <p:cTn id="97" fill="hold">
                      <p:stCondLst>
                        <p:cond delay="indefinite"/>
                      </p:stCondLst>
                      <p:childTnLst>
                        <p:par>
                          <p:cTn id="98" fill="hold">
                            <p:stCondLst>
                              <p:cond delay="0"/>
                            </p:stCondLst>
                            <p:childTnLst>
                              <p:par>
                                <p:cTn id="99" presetID="22" presetClass="entr" presetSubtype="8" fill="hold" grpId="0" nodeType="clickEffect">
                                  <p:stCondLst>
                                    <p:cond delay="0"/>
                                  </p:stCondLst>
                                  <p:childTnLst>
                                    <p:set>
                                      <p:cBhvr>
                                        <p:cTn id="100" dur="1" fill="hold">
                                          <p:stCondLst>
                                            <p:cond delay="0"/>
                                          </p:stCondLst>
                                        </p:cTn>
                                        <p:tgtEl>
                                          <p:spTgt spid="233498"/>
                                        </p:tgtEl>
                                        <p:attrNameLst>
                                          <p:attrName>style.visibility</p:attrName>
                                        </p:attrNameLst>
                                      </p:cBhvr>
                                      <p:to>
                                        <p:strVal val="visible"/>
                                      </p:to>
                                    </p:set>
                                    <p:animEffect transition="in" filter="wipe(left)">
                                      <p:cBhvr>
                                        <p:cTn id="101" dur="1000"/>
                                        <p:tgtEl>
                                          <p:spTgt spid="2334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3482" grpId="0" autoUpdateAnimBg="0"/>
      <p:bldP spid="233485" grpId="0" autoUpdateAnimBg="0"/>
      <p:bldP spid="233486" grpId="0"/>
      <p:bldP spid="233487" grpId="0"/>
      <p:bldP spid="233488" grpId="0" animBg="1"/>
      <p:bldP spid="233489" grpId="0" animBg="1"/>
      <p:bldP spid="233490" grpId="0" animBg="1"/>
      <p:bldP spid="233491" grpId="0" animBg="1"/>
      <p:bldP spid="233492" grpId="0" animBg="1"/>
      <p:bldP spid="233494" grpId="0"/>
      <p:bldP spid="233495" grpId="0"/>
      <p:bldP spid="233496" grpId="0"/>
      <p:bldP spid="233497" grpId="0"/>
      <p:bldP spid="233498"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AutoShape 2"/>
          <p:cNvSpPr>
            <a:spLocks noChangeArrowheads="1"/>
          </p:cNvSpPr>
          <p:nvPr/>
        </p:nvSpPr>
        <p:spPr bwMode="auto">
          <a:xfrm>
            <a:off x="395288" y="4292600"/>
            <a:ext cx="8353425" cy="1584325"/>
          </a:xfrm>
          <a:prstGeom prst="roundRect">
            <a:avLst>
              <a:gd name="adj" fmla="val 16667"/>
            </a:avLst>
          </a:prstGeom>
          <a:gradFill rotWithShape="1">
            <a:gsLst>
              <a:gs pos="0">
                <a:srgbClr val="FFCCCC"/>
              </a:gs>
              <a:gs pos="50000">
                <a:srgbClr val="FFFF99"/>
              </a:gs>
              <a:gs pos="100000">
                <a:srgbClr val="FFCCCC"/>
              </a:gs>
            </a:gsLst>
            <a:lin ang="18900000" scaled="1"/>
          </a:gradFill>
          <a:ln w="9525">
            <a:solidFill>
              <a:srgbClr val="FF99FF"/>
            </a:solidFill>
            <a:round/>
            <a:headEnd/>
            <a:tailEnd/>
          </a:ln>
        </p:spPr>
        <p:txBody>
          <a:bodyPr wrap="none" anchor="ctr"/>
          <a:lstStyle/>
          <a:p>
            <a:endParaRPr lang="zh-CN" altLang="en-US"/>
          </a:p>
        </p:txBody>
      </p:sp>
      <p:sp>
        <p:nvSpPr>
          <p:cNvPr id="176131" name="Text Box 3"/>
          <p:cNvSpPr txBox="1">
            <a:spLocks noChangeArrowheads="1"/>
          </p:cNvSpPr>
          <p:nvPr/>
        </p:nvSpPr>
        <p:spPr bwMode="auto">
          <a:xfrm>
            <a:off x="179388" y="476250"/>
            <a:ext cx="5364162" cy="457200"/>
          </a:xfrm>
          <a:prstGeom prst="rect">
            <a:avLst/>
          </a:prstGeom>
          <a:noFill/>
          <a:ln w="9525" algn="ctr">
            <a:noFill/>
            <a:miter lim="800000"/>
            <a:headEnd type="none" w="sm" len="sm"/>
            <a:tailEnd type="none" w="sm" len="sm"/>
          </a:ln>
        </p:spPr>
        <p:txBody>
          <a:bodyPr>
            <a:spAutoFit/>
          </a:bodyPr>
          <a:lstStyle/>
          <a:p>
            <a:pPr>
              <a:lnSpc>
                <a:spcPct val="100000"/>
              </a:lnSpc>
            </a:pPr>
            <a:r>
              <a:rPr lang="en-US" altLang="zh-CN" sz="2400">
                <a:solidFill>
                  <a:srgbClr val="0000FF"/>
                </a:solidFill>
                <a:ea typeface="宋体" pitchFamily="2" charset="-122"/>
              </a:rPr>
              <a:t>2.2.2  </a:t>
            </a:r>
            <a:r>
              <a:rPr lang="zh-CN" altLang="en-US" sz="2400">
                <a:solidFill>
                  <a:srgbClr val="0000FF"/>
                </a:solidFill>
                <a:ea typeface="宋体" pitchFamily="2" charset="-122"/>
              </a:rPr>
              <a:t>力学相对性原理</a:t>
            </a:r>
          </a:p>
        </p:txBody>
      </p:sp>
      <p:pic>
        <p:nvPicPr>
          <p:cNvPr id="176132" name="Picture 4"/>
          <p:cNvPicPr preferRelativeResize="0">
            <a:picLocks noChangeAspect="1" noChangeArrowheads="1"/>
          </p:cNvPicPr>
          <p:nvPr/>
        </p:nvPicPr>
        <p:blipFill>
          <a:blip r:embed="rId4"/>
          <a:srcRect/>
          <a:stretch>
            <a:fillRect/>
          </a:stretch>
        </p:blipFill>
        <p:spPr bwMode="auto">
          <a:xfrm>
            <a:off x="3635375" y="1844675"/>
            <a:ext cx="979488" cy="446088"/>
          </a:xfrm>
          <a:prstGeom prst="rect">
            <a:avLst/>
          </a:prstGeom>
          <a:noFill/>
          <a:ln w="9525">
            <a:noFill/>
            <a:miter lim="800000"/>
            <a:headEnd/>
            <a:tailEnd/>
          </a:ln>
        </p:spPr>
      </p:pic>
      <p:sp>
        <p:nvSpPr>
          <p:cNvPr id="176133" name="Text Box 5"/>
          <p:cNvSpPr txBox="1">
            <a:spLocks noChangeArrowheads="1"/>
          </p:cNvSpPr>
          <p:nvPr/>
        </p:nvSpPr>
        <p:spPr bwMode="auto">
          <a:xfrm>
            <a:off x="684213" y="1052513"/>
            <a:ext cx="7620000" cy="968375"/>
          </a:xfrm>
          <a:prstGeom prst="rect">
            <a:avLst/>
          </a:prstGeom>
          <a:noFill/>
          <a:ln w="9525" algn="ctr">
            <a:noFill/>
            <a:miter lim="800000"/>
            <a:headEnd/>
            <a:tailEnd/>
          </a:ln>
        </p:spPr>
        <p:txBody>
          <a:bodyPr>
            <a:spAutoFit/>
          </a:bodyPr>
          <a:lstStyle/>
          <a:p>
            <a:pPr>
              <a:spcBef>
                <a:spcPct val="0"/>
              </a:spcBef>
            </a:pPr>
            <a:r>
              <a:rPr lang="en-US" altLang="zh-CN" sz="2400">
                <a:solidFill>
                  <a:schemeClr val="tx2"/>
                </a:solidFill>
                <a:ea typeface="宋体" pitchFamily="2" charset="-122"/>
              </a:rPr>
              <a:t>        </a:t>
            </a:r>
            <a:r>
              <a:rPr lang="zh-CN" altLang="en-US" sz="2400">
                <a:solidFill>
                  <a:schemeClr val="tx2"/>
                </a:solidFill>
                <a:ea typeface="宋体" pitchFamily="2" charset="-122"/>
              </a:rPr>
              <a:t>同一质点的加速度在两个相互间作匀速直线运动的参照系中是相同的</a:t>
            </a:r>
          </a:p>
        </p:txBody>
      </p:sp>
      <p:pic>
        <p:nvPicPr>
          <p:cNvPr id="176134" name="Picture 6"/>
          <p:cNvPicPr>
            <a:picLocks noChangeAspect="1" noChangeArrowheads="1"/>
          </p:cNvPicPr>
          <p:nvPr/>
        </p:nvPicPr>
        <p:blipFill>
          <a:blip r:embed="rId5"/>
          <a:srcRect/>
          <a:stretch>
            <a:fillRect/>
          </a:stretch>
        </p:blipFill>
        <p:spPr bwMode="auto">
          <a:xfrm>
            <a:off x="2411413" y="3141663"/>
            <a:ext cx="1195387" cy="433387"/>
          </a:xfrm>
          <a:prstGeom prst="rect">
            <a:avLst/>
          </a:prstGeom>
          <a:noFill/>
          <a:ln w="9525">
            <a:noFill/>
            <a:miter lim="800000"/>
            <a:headEnd/>
            <a:tailEnd/>
          </a:ln>
        </p:spPr>
      </p:pic>
      <p:pic>
        <p:nvPicPr>
          <p:cNvPr id="176135" name="Picture 7"/>
          <p:cNvPicPr>
            <a:picLocks noChangeAspect="1" noChangeArrowheads="1"/>
          </p:cNvPicPr>
          <p:nvPr/>
        </p:nvPicPr>
        <p:blipFill>
          <a:blip r:embed="rId6"/>
          <a:srcRect/>
          <a:stretch>
            <a:fillRect/>
          </a:stretch>
        </p:blipFill>
        <p:spPr bwMode="auto">
          <a:xfrm>
            <a:off x="4787900" y="3140075"/>
            <a:ext cx="1397000" cy="433388"/>
          </a:xfrm>
          <a:prstGeom prst="rect">
            <a:avLst/>
          </a:prstGeom>
          <a:noFill/>
          <a:ln w="9525">
            <a:noFill/>
            <a:miter lim="800000"/>
            <a:headEnd/>
            <a:tailEnd/>
          </a:ln>
        </p:spPr>
      </p:pic>
      <p:sp>
        <p:nvSpPr>
          <p:cNvPr id="176136" name="Text Box 8"/>
          <p:cNvSpPr txBox="1">
            <a:spLocks noChangeArrowheads="1"/>
          </p:cNvSpPr>
          <p:nvPr/>
        </p:nvSpPr>
        <p:spPr bwMode="auto">
          <a:xfrm>
            <a:off x="684213" y="3716338"/>
            <a:ext cx="8064500" cy="530225"/>
          </a:xfrm>
          <a:prstGeom prst="rect">
            <a:avLst/>
          </a:prstGeom>
          <a:noFill/>
          <a:ln w="9525" algn="ctr">
            <a:noFill/>
            <a:miter lim="800000"/>
            <a:headEnd/>
            <a:tailEnd/>
          </a:ln>
        </p:spPr>
        <p:txBody>
          <a:bodyPr>
            <a:spAutoFit/>
          </a:bodyPr>
          <a:lstStyle/>
          <a:p>
            <a:pPr>
              <a:spcBef>
                <a:spcPct val="0"/>
              </a:spcBef>
            </a:pPr>
            <a:r>
              <a:rPr lang="en-US" altLang="zh-CN" sz="2400">
                <a:solidFill>
                  <a:schemeClr val="tx2"/>
                </a:solidFill>
                <a:ea typeface="宋体" pitchFamily="2" charset="-122"/>
              </a:rPr>
              <a:t>    </a:t>
            </a:r>
            <a:r>
              <a:rPr lang="zh-CN" altLang="en-US" sz="2400">
                <a:solidFill>
                  <a:schemeClr val="tx2"/>
                </a:solidFill>
                <a:ea typeface="宋体" pitchFamily="2" charset="-122"/>
              </a:rPr>
              <a:t>表明牛顿第二定律在一切惯性系中具有相同的数学形式</a:t>
            </a:r>
          </a:p>
        </p:txBody>
      </p:sp>
      <p:grpSp>
        <p:nvGrpSpPr>
          <p:cNvPr id="2" name="Group 9"/>
          <p:cNvGrpSpPr>
            <a:grpSpLocks/>
          </p:cNvGrpSpPr>
          <p:nvPr/>
        </p:nvGrpSpPr>
        <p:grpSpPr bwMode="auto">
          <a:xfrm>
            <a:off x="971550" y="2420938"/>
            <a:ext cx="6934200" cy="530225"/>
            <a:chOff x="612" y="1525"/>
            <a:chExt cx="4368" cy="334"/>
          </a:xfrm>
        </p:grpSpPr>
        <p:sp>
          <p:nvSpPr>
            <p:cNvPr id="22542" name="Text Box 10"/>
            <p:cNvSpPr txBox="1">
              <a:spLocks noChangeArrowheads="1"/>
            </p:cNvSpPr>
            <p:nvPr/>
          </p:nvSpPr>
          <p:spPr bwMode="auto">
            <a:xfrm>
              <a:off x="612" y="1525"/>
              <a:ext cx="4368" cy="334"/>
            </a:xfrm>
            <a:prstGeom prst="rect">
              <a:avLst/>
            </a:prstGeom>
            <a:noFill/>
            <a:ln w="9525" algn="ctr">
              <a:noFill/>
              <a:miter lim="800000"/>
              <a:headEnd/>
              <a:tailEnd/>
            </a:ln>
          </p:spPr>
          <p:txBody>
            <a:bodyPr>
              <a:spAutoFit/>
            </a:bodyPr>
            <a:lstStyle/>
            <a:p>
              <a:pPr>
                <a:spcBef>
                  <a:spcPct val="0"/>
                </a:spcBef>
              </a:pPr>
              <a:r>
                <a:rPr lang="zh-CN" altLang="en-US" sz="2400">
                  <a:solidFill>
                    <a:schemeClr val="tx2"/>
                  </a:solidFill>
                  <a:ea typeface="宋体" pitchFamily="2" charset="-122"/>
                </a:rPr>
                <a:t>牛顿第二定律在    系和     系的数学表达式</a:t>
              </a:r>
            </a:p>
          </p:txBody>
        </p:sp>
        <p:graphicFrame>
          <p:nvGraphicFramePr>
            <p:cNvPr id="22530" name="Object 11"/>
            <p:cNvGraphicFramePr>
              <a:graphicFrameLocks noChangeAspect="1"/>
            </p:cNvGraphicFramePr>
            <p:nvPr/>
          </p:nvGraphicFramePr>
          <p:xfrm>
            <a:off x="2653" y="1570"/>
            <a:ext cx="217" cy="267"/>
          </p:xfrm>
          <a:graphic>
            <a:graphicData uri="http://schemas.openxmlformats.org/presentationml/2006/ole">
              <p:oleObj spid="_x0000_s22530" name="公式" r:id="rId7" imgW="228600" imgH="291960" progId="Equation.3">
                <p:embed/>
              </p:oleObj>
            </a:graphicData>
          </a:graphic>
        </p:graphicFrame>
        <p:graphicFrame>
          <p:nvGraphicFramePr>
            <p:cNvPr id="22531" name="Object 12"/>
            <p:cNvGraphicFramePr>
              <a:graphicFrameLocks noChangeAspect="1"/>
            </p:cNvGraphicFramePr>
            <p:nvPr/>
          </p:nvGraphicFramePr>
          <p:xfrm>
            <a:off x="2064" y="1616"/>
            <a:ext cx="179" cy="208"/>
          </p:xfrm>
          <a:graphic>
            <a:graphicData uri="http://schemas.openxmlformats.org/presentationml/2006/ole">
              <p:oleObj spid="_x0000_s22531" name="Equation" r:id="rId8" imgW="190440" imgH="228600" progId="Equation.3">
                <p:embed/>
              </p:oleObj>
            </a:graphicData>
          </a:graphic>
        </p:graphicFrame>
      </p:grpSp>
      <p:sp>
        <p:nvSpPr>
          <p:cNvPr id="176141" name="Text Box 13"/>
          <p:cNvSpPr txBox="1">
            <a:spLocks noChangeArrowheads="1"/>
          </p:cNvSpPr>
          <p:nvPr/>
        </p:nvSpPr>
        <p:spPr bwMode="auto">
          <a:xfrm>
            <a:off x="468313" y="4365625"/>
            <a:ext cx="8153400" cy="1406525"/>
          </a:xfrm>
          <a:prstGeom prst="rect">
            <a:avLst/>
          </a:prstGeom>
          <a:noFill/>
          <a:ln w="9525" algn="ctr">
            <a:noFill/>
            <a:miter lim="800000"/>
            <a:headEnd/>
            <a:tailEnd/>
          </a:ln>
        </p:spPr>
        <p:txBody>
          <a:bodyPr>
            <a:spAutoFit/>
          </a:bodyPr>
          <a:lstStyle/>
          <a:p>
            <a:pPr>
              <a:spcBef>
                <a:spcPct val="0"/>
              </a:spcBef>
            </a:pPr>
            <a:r>
              <a:rPr lang="en-US" altLang="zh-CN" sz="2400">
                <a:solidFill>
                  <a:schemeClr val="tx2"/>
                </a:solidFill>
                <a:ea typeface="宋体" pitchFamily="2" charset="-122"/>
              </a:rPr>
              <a:t>        </a:t>
            </a:r>
            <a:r>
              <a:rPr lang="zh-CN" altLang="en-US" sz="2400">
                <a:solidFill>
                  <a:schemeClr val="tx2"/>
                </a:solidFill>
                <a:ea typeface="宋体" pitchFamily="2" charset="-122"/>
              </a:rPr>
              <a:t>动力学定律在一切惯性系中都有相同的数学形式。这个结论进一步推广为：对于描述力学规律来说，一切惯性系都是等价的。</a:t>
            </a:r>
          </a:p>
        </p:txBody>
      </p:sp>
      <p:sp>
        <p:nvSpPr>
          <p:cNvPr id="176142" name="Text Box 14"/>
          <p:cNvSpPr txBox="1">
            <a:spLocks noChangeArrowheads="1"/>
          </p:cNvSpPr>
          <p:nvPr/>
        </p:nvSpPr>
        <p:spPr bwMode="auto">
          <a:xfrm>
            <a:off x="1447800" y="5949950"/>
            <a:ext cx="7011988" cy="457200"/>
          </a:xfrm>
          <a:prstGeom prst="rect">
            <a:avLst/>
          </a:prstGeom>
          <a:noFill/>
          <a:ln w="9525">
            <a:noFill/>
            <a:miter lim="800000"/>
            <a:headEnd/>
            <a:tailEnd/>
          </a:ln>
        </p:spPr>
        <p:txBody>
          <a:bodyPr>
            <a:spAutoFit/>
          </a:bodyPr>
          <a:lstStyle/>
          <a:p>
            <a:pPr>
              <a:lnSpc>
                <a:spcPct val="100000"/>
              </a:lnSpc>
            </a:pPr>
            <a:r>
              <a:rPr lang="zh-CN" altLang="en-US" sz="2400">
                <a:ea typeface="宋体" pitchFamily="2" charset="-122"/>
              </a:rPr>
              <a:t>这就是</a:t>
            </a:r>
            <a:r>
              <a:rPr lang="zh-CN" altLang="en-US" sz="2400">
                <a:solidFill>
                  <a:srgbClr val="FF6600"/>
                </a:solidFill>
                <a:latin typeface="宋体" pitchFamily="2" charset="-122"/>
                <a:ea typeface="宋体" pitchFamily="2" charset="-122"/>
              </a:rPr>
              <a:t>力学的相对性原理</a:t>
            </a:r>
            <a:r>
              <a:rPr lang="zh-CN" altLang="en-US" sz="2400">
                <a:latin typeface="宋体" pitchFamily="2" charset="-122"/>
                <a:ea typeface="宋体" pitchFamily="2" charset="-122"/>
              </a:rPr>
              <a:t>或</a:t>
            </a:r>
            <a:r>
              <a:rPr lang="zh-CN" altLang="en-US" sz="2400">
                <a:solidFill>
                  <a:srgbClr val="FF6600"/>
                </a:solidFill>
                <a:ea typeface="宋体" pitchFamily="2" charset="-122"/>
              </a:rPr>
              <a:t>伽利略相对性原理</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76131"/>
                                        </p:tgtEl>
                                        <p:attrNameLst>
                                          <p:attrName>style.visibility</p:attrName>
                                        </p:attrNameLst>
                                      </p:cBhvr>
                                      <p:to>
                                        <p:strVal val="visible"/>
                                      </p:to>
                                    </p:set>
                                    <p:animEffect transition="in" filter="wipe(left)">
                                      <p:cBhvr>
                                        <p:cTn id="7" dur="1000"/>
                                        <p:tgtEl>
                                          <p:spTgt spid="17613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76133"/>
                                        </p:tgtEl>
                                        <p:attrNameLst>
                                          <p:attrName>style.visibility</p:attrName>
                                        </p:attrNameLst>
                                      </p:cBhvr>
                                      <p:to>
                                        <p:strVal val="visible"/>
                                      </p:to>
                                    </p:set>
                                    <p:animEffect transition="in" filter="wipe(left)">
                                      <p:cBhvr>
                                        <p:cTn id="12" dur="1000"/>
                                        <p:tgtEl>
                                          <p:spTgt spid="17613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76132"/>
                                        </p:tgtEl>
                                        <p:attrNameLst>
                                          <p:attrName>style.visibility</p:attrName>
                                        </p:attrNameLst>
                                      </p:cBhvr>
                                      <p:to>
                                        <p:strVal val="visible"/>
                                      </p:to>
                                    </p:set>
                                    <p:animEffect transition="in" filter="wipe(left)">
                                      <p:cBhvr>
                                        <p:cTn id="17" dur="1000"/>
                                        <p:tgtEl>
                                          <p:spTgt spid="17613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wipe(left)">
                                      <p:cBhvr>
                                        <p:cTn id="22" dur="1000"/>
                                        <p:tgtEl>
                                          <p:spTgt spid="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76134"/>
                                        </p:tgtEl>
                                        <p:attrNameLst>
                                          <p:attrName>style.visibility</p:attrName>
                                        </p:attrNameLst>
                                      </p:cBhvr>
                                      <p:to>
                                        <p:strVal val="visible"/>
                                      </p:to>
                                    </p:set>
                                    <p:animEffect transition="in" filter="wipe(left)">
                                      <p:cBhvr>
                                        <p:cTn id="27" dur="1000"/>
                                        <p:tgtEl>
                                          <p:spTgt spid="176134"/>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176135"/>
                                        </p:tgtEl>
                                        <p:attrNameLst>
                                          <p:attrName>style.visibility</p:attrName>
                                        </p:attrNameLst>
                                      </p:cBhvr>
                                      <p:to>
                                        <p:strVal val="visible"/>
                                      </p:to>
                                    </p:set>
                                    <p:animEffect transition="in" filter="wipe(left)">
                                      <p:cBhvr>
                                        <p:cTn id="32" dur="1000"/>
                                        <p:tgtEl>
                                          <p:spTgt spid="176135"/>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76136"/>
                                        </p:tgtEl>
                                        <p:attrNameLst>
                                          <p:attrName>style.visibility</p:attrName>
                                        </p:attrNameLst>
                                      </p:cBhvr>
                                      <p:to>
                                        <p:strVal val="visible"/>
                                      </p:to>
                                    </p:set>
                                    <p:animEffect transition="in" filter="wipe(left)">
                                      <p:cBhvr>
                                        <p:cTn id="37" dur="1000"/>
                                        <p:tgtEl>
                                          <p:spTgt spid="176136"/>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76141"/>
                                        </p:tgtEl>
                                        <p:attrNameLst>
                                          <p:attrName>style.visibility</p:attrName>
                                        </p:attrNameLst>
                                      </p:cBhvr>
                                      <p:to>
                                        <p:strVal val="visible"/>
                                      </p:to>
                                    </p:set>
                                    <p:animEffect transition="in" filter="wipe(left)">
                                      <p:cBhvr>
                                        <p:cTn id="42" dur="1000"/>
                                        <p:tgtEl>
                                          <p:spTgt spid="176141"/>
                                        </p:tgtEl>
                                      </p:cBhvr>
                                    </p:animEffect>
                                  </p:childTnLst>
                                </p:cTn>
                              </p:par>
                            </p:childTnLst>
                          </p:cTn>
                        </p:par>
                      </p:childTnLst>
                    </p:cTn>
                  </p:par>
                  <p:par>
                    <p:cTn id="43" fill="hold">
                      <p:stCondLst>
                        <p:cond delay="indefinite"/>
                      </p:stCondLst>
                      <p:childTnLst>
                        <p:par>
                          <p:cTn id="44" fill="hold">
                            <p:stCondLst>
                              <p:cond delay="0"/>
                            </p:stCondLst>
                            <p:childTnLst>
                              <p:par>
                                <p:cTn id="45" presetID="4" presetClass="entr" presetSubtype="32" fill="hold" grpId="0" nodeType="clickEffect">
                                  <p:stCondLst>
                                    <p:cond delay="0"/>
                                  </p:stCondLst>
                                  <p:childTnLst>
                                    <p:set>
                                      <p:cBhvr>
                                        <p:cTn id="46" dur="1" fill="hold">
                                          <p:stCondLst>
                                            <p:cond delay="0"/>
                                          </p:stCondLst>
                                        </p:cTn>
                                        <p:tgtEl>
                                          <p:spTgt spid="176130"/>
                                        </p:tgtEl>
                                        <p:attrNameLst>
                                          <p:attrName>style.visibility</p:attrName>
                                        </p:attrNameLst>
                                      </p:cBhvr>
                                      <p:to>
                                        <p:strVal val="visible"/>
                                      </p:to>
                                    </p:set>
                                    <p:animEffect transition="in" filter="box(out)">
                                      <p:cBhvr>
                                        <p:cTn id="47" dur="500"/>
                                        <p:tgtEl>
                                          <p:spTgt spid="176130"/>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176142"/>
                                        </p:tgtEl>
                                        <p:attrNameLst>
                                          <p:attrName>style.visibility</p:attrName>
                                        </p:attrNameLst>
                                      </p:cBhvr>
                                      <p:to>
                                        <p:strVal val="visible"/>
                                      </p:to>
                                    </p:set>
                                    <p:animEffect transition="in" filter="wipe(left)">
                                      <p:cBhvr>
                                        <p:cTn id="52" dur="1000"/>
                                        <p:tgtEl>
                                          <p:spTgt spid="1761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6130" grpId="0" animBg="1"/>
      <p:bldP spid="176131" grpId="0"/>
      <p:bldP spid="176133" grpId="0"/>
      <p:bldP spid="176136" grpId="0"/>
      <p:bldP spid="176141" grpId="0"/>
      <p:bldP spid="176142"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AutoShape 2"/>
          <p:cNvSpPr>
            <a:spLocks noChangeArrowheads="1"/>
          </p:cNvSpPr>
          <p:nvPr/>
        </p:nvSpPr>
        <p:spPr bwMode="auto">
          <a:xfrm>
            <a:off x="6011863" y="2709863"/>
            <a:ext cx="2592387" cy="1295400"/>
          </a:xfrm>
          <a:prstGeom prst="roundRect">
            <a:avLst>
              <a:gd name="adj" fmla="val 16667"/>
            </a:avLst>
          </a:prstGeom>
          <a:gradFill rotWithShape="1">
            <a:gsLst>
              <a:gs pos="0">
                <a:srgbClr val="FFFFFF"/>
              </a:gs>
              <a:gs pos="100000">
                <a:srgbClr val="66FFFF"/>
              </a:gs>
            </a:gsLst>
            <a:path path="shape">
              <a:fillToRect l="50000" t="50000" r="50000" b="50000"/>
            </a:path>
          </a:gradFill>
          <a:ln w="9525">
            <a:solidFill>
              <a:srgbClr val="66FFFF"/>
            </a:solidFill>
            <a:round/>
            <a:headEnd/>
            <a:tailEnd/>
          </a:ln>
        </p:spPr>
        <p:txBody>
          <a:bodyPr wrap="none" anchor="ctr"/>
          <a:lstStyle/>
          <a:p>
            <a:endParaRPr lang="zh-CN" altLang="en-US"/>
          </a:p>
        </p:txBody>
      </p:sp>
      <p:sp>
        <p:nvSpPr>
          <p:cNvPr id="177155" name="Text Box 3"/>
          <p:cNvSpPr txBox="1">
            <a:spLocks noChangeArrowheads="1"/>
          </p:cNvSpPr>
          <p:nvPr/>
        </p:nvSpPr>
        <p:spPr bwMode="auto">
          <a:xfrm>
            <a:off x="107950" y="379413"/>
            <a:ext cx="4392613" cy="457200"/>
          </a:xfrm>
          <a:prstGeom prst="rect">
            <a:avLst/>
          </a:prstGeom>
          <a:noFill/>
          <a:ln w="9525" algn="ctr">
            <a:noFill/>
            <a:miter lim="800000"/>
            <a:headEnd type="none" w="sm" len="sm"/>
            <a:tailEnd type="none" w="sm" len="sm"/>
          </a:ln>
        </p:spPr>
        <p:txBody>
          <a:bodyPr>
            <a:spAutoFit/>
          </a:bodyPr>
          <a:lstStyle/>
          <a:p>
            <a:pPr>
              <a:lnSpc>
                <a:spcPct val="100000"/>
              </a:lnSpc>
            </a:pPr>
            <a:r>
              <a:rPr lang="en-US" altLang="zh-CN" sz="2400">
                <a:solidFill>
                  <a:srgbClr val="0000FF"/>
                </a:solidFill>
                <a:ea typeface="宋体" pitchFamily="2" charset="-122"/>
              </a:rPr>
              <a:t>2.2.3  </a:t>
            </a:r>
            <a:r>
              <a:rPr lang="zh-CN" altLang="en-US" sz="2400">
                <a:solidFill>
                  <a:srgbClr val="0000FF"/>
                </a:solidFill>
                <a:ea typeface="宋体" pitchFamily="2" charset="-122"/>
              </a:rPr>
              <a:t>惯性力简介</a:t>
            </a:r>
          </a:p>
        </p:txBody>
      </p:sp>
      <p:grpSp>
        <p:nvGrpSpPr>
          <p:cNvPr id="2" name="Group 4"/>
          <p:cNvGrpSpPr>
            <a:grpSpLocks/>
          </p:cNvGrpSpPr>
          <p:nvPr/>
        </p:nvGrpSpPr>
        <p:grpSpPr bwMode="auto">
          <a:xfrm>
            <a:off x="4427538" y="404813"/>
            <a:ext cx="4392612" cy="1511300"/>
            <a:chOff x="1020" y="1888"/>
            <a:chExt cx="3176" cy="1134"/>
          </a:xfrm>
        </p:grpSpPr>
        <p:sp>
          <p:nvSpPr>
            <p:cNvPr id="23584" name="Rectangle 5" descr="信纸"/>
            <p:cNvSpPr>
              <a:spLocks noChangeArrowheads="1"/>
            </p:cNvSpPr>
            <p:nvPr/>
          </p:nvSpPr>
          <p:spPr bwMode="auto">
            <a:xfrm>
              <a:off x="1020" y="2069"/>
              <a:ext cx="46" cy="726"/>
            </a:xfrm>
            <a:prstGeom prst="rect">
              <a:avLst/>
            </a:prstGeom>
            <a:blipFill dpi="0" rotWithShape="1">
              <a:blip r:embed="rId3"/>
              <a:srcRect/>
              <a:tile tx="0" ty="0" sx="100000" sy="100000" flip="none" algn="tl"/>
            </a:blipFill>
            <a:ln w="9525">
              <a:solidFill>
                <a:schemeClr val="tx2"/>
              </a:solidFill>
              <a:miter lim="800000"/>
              <a:headEnd/>
              <a:tailEnd/>
            </a:ln>
          </p:spPr>
          <p:txBody>
            <a:bodyPr wrap="none" anchor="ctr"/>
            <a:lstStyle/>
            <a:p>
              <a:endParaRPr lang="zh-CN" altLang="en-US"/>
            </a:p>
          </p:txBody>
        </p:sp>
        <p:pic>
          <p:nvPicPr>
            <p:cNvPr id="23585" name="Picture 6"/>
            <p:cNvPicPr>
              <a:picLocks noChangeAspect="1" noChangeArrowheads="1"/>
            </p:cNvPicPr>
            <p:nvPr/>
          </p:nvPicPr>
          <p:blipFill>
            <a:blip r:embed="rId4"/>
            <a:srcRect l="54146" t="5766" r="18352" b="38655"/>
            <a:stretch>
              <a:fillRect/>
            </a:stretch>
          </p:blipFill>
          <p:spPr bwMode="auto">
            <a:xfrm>
              <a:off x="2154" y="1888"/>
              <a:ext cx="544" cy="771"/>
            </a:xfrm>
            <a:prstGeom prst="rect">
              <a:avLst/>
            </a:prstGeom>
            <a:noFill/>
            <a:ln w="9525">
              <a:noFill/>
              <a:miter lim="800000"/>
              <a:headEnd/>
              <a:tailEnd/>
            </a:ln>
          </p:spPr>
        </p:pic>
        <p:sp>
          <p:nvSpPr>
            <p:cNvPr id="23586" name="Oval 7"/>
            <p:cNvSpPr>
              <a:spLocks noChangeArrowheads="1"/>
            </p:cNvSpPr>
            <p:nvPr/>
          </p:nvSpPr>
          <p:spPr bwMode="auto">
            <a:xfrm>
              <a:off x="1746" y="2251"/>
              <a:ext cx="226" cy="226"/>
            </a:xfrm>
            <a:prstGeom prst="ellipse">
              <a:avLst/>
            </a:prstGeom>
            <a:gradFill rotWithShape="1">
              <a:gsLst>
                <a:gs pos="0">
                  <a:srgbClr val="FFFFFF"/>
                </a:gs>
                <a:gs pos="100000">
                  <a:srgbClr val="FF0000"/>
                </a:gs>
              </a:gsLst>
              <a:path path="shape">
                <a:fillToRect l="50000" t="50000" r="50000" b="50000"/>
              </a:path>
            </a:gradFill>
            <a:ln w="9525">
              <a:solidFill>
                <a:srgbClr val="FF0000"/>
              </a:solidFill>
              <a:round/>
              <a:headEnd/>
              <a:tailEnd/>
            </a:ln>
          </p:spPr>
          <p:txBody>
            <a:bodyPr wrap="none" anchor="ctr"/>
            <a:lstStyle/>
            <a:p>
              <a:endParaRPr lang="zh-CN" altLang="en-US"/>
            </a:p>
          </p:txBody>
        </p:sp>
        <p:grpSp>
          <p:nvGrpSpPr>
            <p:cNvPr id="23587" name="Group 8"/>
            <p:cNvGrpSpPr>
              <a:grpSpLocks/>
            </p:cNvGrpSpPr>
            <p:nvPr/>
          </p:nvGrpSpPr>
          <p:grpSpPr bwMode="auto">
            <a:xfrm>
              <a:off x="1020" y="2070"/>
              <a:ext cx="2631" cy="952"/>
              <a:chOff x="1383" y="2614"/>
              <a:chExt cx="3480" cy="1088"/>
            </a:xfrm>
          </p:grpSpPr>
          <p:sp>
            <p:nvSpPr>
              <p:cNvPr id="23595" name="Freeform 9" descr="再生纸"/>
              <p:cNvSpPr>
                <a:spLocks/>
              </p:cNvSpPr>
              <p:nvPr/>
            </p:nvSpPr>
            <p:spPr bwMode="auto">
              <a:xfrm flipH="1">
                <a:off x="3742" y="2614"/>
                <a:ext cx="1121" cy="859"/>
              </a:xfrm>
              <a:custGeom>
                <a:avLst/>
                <a:gdLst>
                  <a:gd name="T0" fmla="*/ 1979 w 635"/>
                  <a:gd name="T1" fmla="*/ 0 h 544"/>
                  <a:gd name="T2" fmla="*/ 1412 w 635"/>
                  <a:gd name="T3" fmla="*/ 0 h 544"/>
                  <a:gd name="T4" fmla="*/ 847 w 635"/>
                  <a:gd name="T5" fmla="*/ 679 h 544"/>
                  <a:gd name="T6" fmla="*/ 0 w 635"/>
                  <a:gd name="T7" fmla="*/ 679 h 544"/>
                  <a:gd name="T8" fmla="*/ 0 w 635"/>
                  <a:gd name="T9" fmla="*/ 1356 h 544"/>
                  <a:gd name="T10" fmla="*/ 1979 w 635"/>
                  <a:gd name="T11" fmla="*/ 1356 h 544"/>
                  <a:gd name="T12" fmla="*/ 1979 w 635"/>
                  <a:gd name="T13" fmla="*/ 0 h 544"/>
                  <a:gd name="T14" fmla="*/ 0 60000 65536"/>
                  <a:gd name="T15" fmla="*/ 0 60000 65536"/>
                  <a:gd name="T16" fmla="*/ 0 60000 65536"/>
                  <a:gd name="T17" fmla="*/ 0 60000 65536"/>
                  <a:gd name="T18" fmla="*/ 0 60000 65536"/>
                  <a:gd name="T19" fmla="*/ 0 60000 65536"/>
                  <a:gd name="T20" fmla="*/ 0 60000 65536"/>
                  <a:gd name="T21" fmla="*/ 0 w 635"/>
                  <a:gd name="T22" fmla="*/ 0 h 544"/>
                  <a:gd name="T23" fmla="*/ 635 w 635"/>
                  <a:gd name="T24" fmla="*/ 544 h 54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35" h="544">
                    <a:moveTo>
                      <a:pt x="635" y="0"/>
                    </a:moveTo>
                    <a:lnTo>
                      <a:pt x="453" y="0"/>
                    </a:lnTo>
                    <a:lnTo>
                      <a:pt x="272" y="272"/>
                    </a:lnTo>
                    <a:lnTo>
                      <a:pt x="0" y="272"/>
                    </a:lnTo>
                    <a:lnTo>
                      <a:pt x="0" y="544"/>
                    </a:lnTo>
                    <a:lnTo>
                      <a:pt x="635" y="544"/>
                    </a:lnTo>
                    <a:lnTo>
                      <a:pt x="635" y="0"/>
                    </a:lnTo>
                    <a:close/>
                  </a:path>
                </a:pathLst>
              </a:custGeom>
              <a:blipFill dpi="0" rotWithShape="1">
                <a:blip r:embed="rId5"/>
                <a:srcRect/>
                <a:tile tx="0" ty="0" sx="100000" sy="100000" flip="none" algn="tl"/>
              </a:blipFill>
              <a:ln w="9525">
                <a:solidFill>
                  <a:schemeClr val="tx1"/>
                </a:solidFill>
                <a:round/>
                <a:headEnd/>
                <a:tailEnd/>
              </a:ln>
            </p:spPr>
            <p:txBody>
              <a:bodyPr/>
              <a:lstStyle/>
              <a:p>
                <a:endParaRPr lang="zh-CN" altLang="en-US"/>
              </a:p>
            </p:txBody>
          </p:sp>
          <p:sp>
            <p:nvSpPr>
              <p:cNvPr id="23596" name="Rectangle 10" descr="信纸"/>
              <p:cNvSpPr>
                <a:spLocks noChangeArrowheads="1"/>
              </p:cNvSpPr>
              <p:nvPr/>
            </p:nvSpPr>
            <p:spPr bwMode="auto">
              <a:xfrm flipH="1">
                <a:off x="1383" y="3294"/>
                <a:ext cx="2372" cy="183"/>
              </a:xfrm>
              <a:prstGeom prst="rect">
                <a:avLst/>
              </a:prstGeom>
              <a:blipFill dpi="0" rotWithShape="1">
                <a:blip r:embed="rId3"/>
                <a:srcRect/>
                <a:tile tx="0" ty="0" sx="100000" sy="100000" flip="none" algn="tl"/>
              </a:blipFill>
              <a:ln w="9525">
                <a:solidFill>
                  <a:srgbClr val="006666"/>
                </a:solidFill>
                <a:miter lim="800000"/>
                <a:headEnd/>
                <a:tailEnd/>
              </a:ln>
            </p:spPr>
            <p:txBody>
              <a:bodyPr wrap="none" anchor="ctr"/>
              <a:lstStyle/>
              <a:p>
                <a:pPr algn="ctr">
                  <a:lnSpc>
                    <a:spcPct val="100000"/>
                  </a:lnSpc>
                  <a:spcBef>
                    <a:spcPct val="0"/>
                  </a:spcBef>
                </a:pPr>
                <a:endParaRPr lang="zh-CN" altLang="zh-CN" sz="2400" b="0">
                  <a:latin typeface="宋体" pitchFamily="2" charset="-122"/>
                  <a:ea typeface="宋体" pitchFamily="2" charset="-122"/>
                </a:endParaRPr>
              </a:p>
            </p:txBody>
          </p:sp>
          <p:sp>
            <p:nvSpPr>
              <p:cNvPr id="23597" name="Rectangle 11"/>
              <p:cNvSpPr>
                <a:spLocks noChangeArrowheads="1"/>
              </p:cNvSpPr>
              <p:nvPr/>
            </p:nvSpPr>
            <p:spPr bwMode="auto">
              <a:xfrm flipH="1">
                <a:off x="3850" y="2769"/>
                <a:ext cx="254" cy="234"/>
              </a:xfrm>
              <a:prstGeom prst="rect">
                <a:avLst/>
              </a:prstGeom>
              <a:solidFill>
                <a:srgbClr val="66CCFF"/>
              </a:solidFill>
              <a:ln w="9525">
                <a:solidFill>
                  <a:srgbClr val="006666"/>
                </a:solidFill>
                <a:miter lim="800000"/>
                <a:headEnd/>
                <a:tailEnd/>
              </a:ln>
            </p:spPr>
            <p:txBody>
              <a:bodyPr wrap="none" anchor="ctr"/>
              <a:lstStyle/>
              <a:p>
                <a:endParaRPr lang="zh-CN" altLang="en-US"/>
              </a:p>
            </p:txBody>
          </p:sp>
          <p:sp>
            <p:nvSpPr>
              <p:cNvPr id="23598" name="Oval 12"/>
              <p:cNvSpPr>
                <a:spLocks noChangeArrowheads="1"/>
              </p:cNvSpPr>
              <p:nvPr/>
            </p:nvSpPr>
            <p:spPr bwMode="auto">
              <a:xfrm flipH="1">
                <a:off x="4019" y="3313"/>
                <a:ext cx="423" cy="389"/>
              </a:xfrm>
              <a:prstGeom prst="ellipse">
                <a:avLst/>
              </a:prstGeom>
              <a:gradFill rotWithShape="1">
                <a:gsLst>
                  <a:gs pos="0">
                    <a:srgbClr val="FFFF99"/>
                  </a:gs>
                  <a:gs pos="100000">
                    <a:srgbClr val="4D4D4D"/>
                  </a:gs>
                </a:gsLst>
                <a:path path="shape">
                  <a:fillToRect l="50000" t="50000" r="50000" b="50000"/>
                </a:path>
              </a:gradFill>
              <a:ln w="9525">
                <a:solidFill>
                  <a:srgbClr val="006666"/>
                </a:solidFill>
                <a:round/>
                <a:headEnd/>
                <a:tailEnd/>
              </a:ln>
            </p:spPr>
            <p:txBody>
              <a:bodyPr wrap="none" anchor="ctr"/>
              <a:lstStyle/>
              <a:p>
                <a:endParaRPr lang="zh-CN" altLang="en-US"/>
              </a:p>
            </p:txBody>
          </p:sp>
          <p:sp>
            <p:nvSpPr>
              <p:cNvPr id="23599" name="Oval 13"/>
              <p:cNvSpPr>
                <a:spLocks noChangeArrowheads="1"/>
              </p:cNvSpPr>
              <p:nvPr/>
            </p:nvSpPr>
            <p:spPr bwMode="auto">
              <a:xfrm flipH="1">
                <a:off x="2243" y="3324"/>
                <a:ext cx="423" cy="378"/>
              </a:xfrm>
              <a:prstGeom prst="ellipse">
                <a:avLst/>
              </a:prstGeom>
              <a:gradFill rotWithShape="1">
                <a:gsLst>
                  <a:gs pos="0">
                    <a:srgbClr val="FFFF99"/>
                  </a:gs>
                  <a:gs pos="100000">
                    <a:srgbClr val="4D4D4D"/>
                  </a:gs>
                </a:gsLst>
                <a:path path="shape">
                  <a:fillToRect l="50000" t="50000" r="50000" b="50000"/>
                </a:path>
              </a:gradFill>
              <a:ln w="9525">
                <a:solidFill>
                  <a:schemeClr val="tx1"/>
                </a:solidFill>
                <a:round/>
                <a:headEnd/>
                <a:tailEnd/>
              </a:ln>
            </p:spPr>
            <p:txBody>
              <a:bodyPr wrap="none" anchor="ctr"/>
              <a:lstStyle/>
              <a:p>
                <a:endParaRPr lang="zh-CN" altLang="en-US"/>
              </a:p>
            </p:txBody>
          </p:sp>
        </p:grpSp>
        <p:grpSp>
          <p:nvGrpSpPr>
            <p:cNvPr id="23588" name="Group 14"/>
            <p:cNvGrpSpPr>
              <a:grpSpLocks/>
            </p:cNvGrpSpPr>
            <p:nvPr/>
          </p:nvGrpSpPr>
          <p:grpSpPr bwMode="auto">
            <a:xfrm>
              <a:off x="1066" y="2477"/>
              <a:ext cx="998" cy="182"/>
              <a:chOff x="431" y="1933"/>
              <a:chExt cx="1406" cy="408"/>
            </a:xfrm>
          </p:grpSpPr>
          <p:sp>
            <p:nvSpPr>
              <p:cNvPr id="23592" name="Rectangle 15" descr="深色木质"/>
              <p:cNvSpPr>
                <a:spLocks noChangeArrowheads="1"/>
              </p:cNvSpPr>
              <p:nvPr/>
            </p:nvSpPr>
            <p:spPr bwMode="auto">
              <a:xfrm>
                <a:off x="431" y="1933"/>
                <a:ext cx="1406" cy="91"/>
              </a:xfrm>
              <a:prstGeom prst="rect">
                <a:avLst/>
              </a:prstGeom>
              <a:blipFill dpi="0" rotWithShape="1">
                <a:blip r:embed="rId6"/>
                <a:srcRect/>
                <a:tile tx="0" ty="0" sx="100000" sy="100000" flip="none" algn="tl"/>
              </a:blipFill>
              <a:ln w="9525">
                <a:noFill/>
                <a:miter lim="800000"/>
                <a:headEnd/>
                <a:tailEnd/>
              </a:ln>
            </p:spPr>
            <p:txBody>
              <a:bodyPr wrap="none" anchor="ctr"/>
              <a:lstStyle/>
              <a:p>
                <a:endParaRPr lang="zh-CN" altLang="en-US"/>
              </a:p>
            </p:txBody>
          </p:sp>
          <p:sp>
            <p:nvSpPr>
              <p:cNvPr id="23593" name="Rectangle 16" descr="深色木质"/>
              <p:cNvSpPr>
                <a:spLocks noChangeArrowheads="1"/>
              </p:cNvSpPr>
              <p:nvPr/>
            </p:nvSpPr>
            <p:spPr bwMode="auto">
              <a:xfrm>
                <a:off x="703" y="2024"/>
                <a:ext cx="91" cy="317"/>
              </a:xfrm>
              <a:prstGeom prst="rect">
                <a:avLst/>
              </a:prstGeom>
              <a:blipFill dpi="0" rotWithShape="1">
                <a:blip r:embed="rId6"/>
                <a:srcRect/>
                <a:tile tx="0" ty="0" sx="100000" sy="100000" flip="none" algn="tl"/>
              </a:blipFill>
              <a:ln w="9525">
                <a:noFill/>
                <a:miter lim="800000"/>
                <a:headEnd/>
                <a:tailEnd/>
              </a:ln>
            </p:spPr>
            <p:txBody>
              <a:bodyPr wrap="none" anchor="ctr"/>
              <a:lstStyle/>
              <a:p>
                <a:endParaRPr lang="zh-CN" altLang="en-US"/>
              </a:p>
            </p:txBody>
          </p:sp>
          <p:sp>
            <p:nvSpPr>
              <p:cNvPr id="23594" name="Rectangle 17" descr="深色木质"/>
              <p:cNvSpPr>
                <a:spLocks noChangeArrowheads="1"/>
              </p:cNvSpPr>
              <p:nvPr/>
            </p:nvSpPr>
            <p:spPr bwMode="auto">
              <a:xfrm>
                <a:off x="1474" y="2024"/>
                <a:ext cx="91" cy="317"/>
              </a:xfrm>
              <a:prstGeom prst="rect">
                <a:avLst/>
              </a:prstGeom>
              <a:blipFill dpi="0" rotWithShape="1">
                <a:blip r:embed="rId6"/>
                <a:srcRect/>
                <a:tile tx="0" ty="0" sx="100000" sy="100000" flip="none" algn="tl"/>
              </a:blipFill>
              <a:ln w="9525">
                <a:noFill/>
                <a:miter lim="800000"/>
                <a:headEnd/>
                <a:tailEnd/>
              </a:ln>
            </p:spPr>
            <p:txBody>
              <a:bodyPr wrap="none" anchor="ctr"/>
              <a:lstStyle/>
              <a:p>
                <a:endParaRPr lang="zh-CN" altLang="en-US"/>
              </a:p>
            </p:txBody>
          </p:sp>
        </p:grpSp>
        <p:sp>
          <p:nvSpPr>
            <p:cNvPr id="23589" name="Line 18"/>
            <p:cNvSpPr>
              <a:spLocks noChangeShapeType="1"/>
            </p:cNvSpPr>
            <p:nvPr/>
          </p:nvSpPr>
          <p:spPr bwMode="auto">
            <a:xfrm>
              <a:off x="3651" y="2568"/>
              <a:ext cx="453" cy="1"/>
            </a:xfrm>
            <a:prstGeom prst="line">
              <a:avLst/>
            </a:prstGeom>
            <a:noFill/>
            <a:ln w="38100">
              <a:solidFill>
                <a:srgbClr val="FF0000"/>
              </a:solidFill>
              <a:round/>
              <a:headEnd/>
              <a:tailEnd type="stealth" w="med" len="lg"/>
            </a:ln>
          </p:spPr>
          <p:txBody>
            <a:bodyPr/>
            <a:lstStyle/>
            <a:p>
              <a:endParaRPr lang="zh-CN" altLang="en-US"/>
            </a:p>
          </p:txBody>
        </p:sp>
        <p:sp>
          <p:nvSpPr>
            <p:cNvPr id="23590" name="Text Box 19"/>
            <p:cNvSpPr txBox="1">
              <a:spLocks noChangeArrowheads="1"/>
            </p:cNvSpPr>
            <p:nvPr/>
          </p:nvSpPr>
          <p:spPr bwMode="auto">
            <a:xfrm>
              <a:off x="3606" y="2116"/>
              <a:ext cx="590" cy="273"/>
            </a:xfrm>
            <a:prstGeom prst="rect">
              <a:avLst/>
            </a:prstGeom>
            <a:noFill/>
            <a:ln w="9525">
              <a:noFill/>
              <a:miter lim="800000"/>
              <a:headEnd/>
              <a:tailEnd/>
            </a:ln>
          </p:spPr>
          <p:txBody>
            <a:bodyPr lIns="0" tIns="0" rIns="0" bIns="0">
              <a:spAutoFit/>
            </a:bodyPr>
            <a:lstStyle/>
            <a:p>
              <a:pPr algn="ctr"/>
              <a:r>
                <a:rPr lang="en-US" altLang="zh-CN" sz="2000" i="1">
                  <a:solidFill>
                    <a:srgbClr val="FF0000"/>
                  </a:solidFill>
                  <a:ea typeface="宋体" pitchFamily="2" charset="-122"/>
                </a:rPr>
                <a:t>a</a:t>
              </a:r>
              <a:r>
                <a:rPr lang="en-US" altLang="zh-CN" sz="2000" baseline="-25000">
                  <a:solidFill>
                    <a:srgbClr val="FF0000"/>
                  </a:solidFill>
                  <a:ea typeface="宋体" pitchFamily="2" charset="-122"/>
                </a:rPr>
                <a:t>0</a:t>
              </a:r>
              <a:r>
                <a:rPr lang="en-US" altLang="zh-CN" sz="2000">
                  <a:solidFill>
                    <a:srgbClr val="FF0000"/>
                  </a:solidFill>
                  <a:ea typeface="宋体" pitchFamily="2" charset="-122"/>
                </a:rPr>
                <a:t>≠0</a:t>
              </a:r>
            </a:p>
          </p:txBody>
        </p:sp>
        <p:sp>
          <p:nvSpPr>
            <p:cNvPr id="23591" name="Line 20"/>
            <p:cNvSpPr>
              <a:spLocks noChangeShapeType="1"/>
            </p:cNvSpPr>
            <p:nvPr/>
          </p:nvSpPr>
          <p:spPr bwMode="auto">
            <a:xfrm flipH="1">
              <a:off x="1383" y="2341"/>
              <a:ext cx="363" cy="0"/>
            </a:xfrm>
            <a:prstGeom prst="line">
              <a:avLst/>
            </a:prstGeom>
            <a:noFill/>
            <a:ln w="28575">
              <a:solidFill>
                <a:schemeClr val="accent2"/>
              </a:solidFill>
              <a:round/>
              <a:headEnd/>
              <a:tailEnd type="stealth" w="med" len="lg"/>
            </a:ln>
          </p:spPr>
          <p:txBody>
            <a:bodyPr/>
            <a:lstStyle/>
            <a:p>
              <a:endParaRPr lang="zh-CN" altLang="en-US"/>
            </a:p>
          </p:txBody>
        </p:sp>
        <p:graphicFrame>
          <p:nvGraphicFramePr>
            <p:cNvPr id="23560" name="Object 21"/>
            <p:cNvGraphicFramePr>
              <a:graphicFrameLocks noChangeAspect="1"/>
            </p:cNvGraphicFramePr>
            <p:nvPr/>
          </p:nvGraphicFramePr>
          <p:xfrm>
            <a:off x="1156" y="2069"/>
            <a:ext cx="453" cy="302"/>
          </p:xfrm>
          <a:graphic>
            <a:graphicData uri="http://schemas.openxmlformats.org/presentationml/2006/ole">
              <p:oleObj spid="_x0000_s23560" name="Equation" r:id="rId7" imgW="368280" imgH="228600" progId="Equation.DSMT4">
                <p:embed/>
              </p:oleObj>
            </a:graphicData>
          </a:graphic>
        </p:graphicFrame>
      </p:grpSp>
      <p:sp>
        <p:nvSpPr>
          <p:cNvPr id="177174" name="Text Box 22"/>
          <p:cNvSpPr txBox="1">
            <a:spLocks noChangeArrowheads="1"/>
          </p:cNvSpPr>
          <p:nvPr/>
        </p:nvSpPr>
        <p:spPr bwMode="auto">
          <a:xfrm>
            <a:off x="179388" y="811213"/>
            <a:ext cx="2665412" cy="530225"/>
          </a:xfrm>
          <a:prstGeom prst="rect">
            <a:avLst/>
          </a:prstGeom>
          <a:noFill/>
          <a:ln w="9525">
            <a:noFill/>
            <a:miter lim="800000"/>
            <a:headEnd/>
            <a:tailEnd/>
          </a:ln>
        </p:spPr>
        <p:txBody>
          <a:bodyPr>
            <a:spAutoFit/>
          </a:bodyPr>
          <a:lstStyle/>
          <a:p>
            <a:r>
              <a:rPr lang="zh-CN" altLang="en-US" sz="2400">
                <a:solidFill>
                  <a:srgbClr val="FF6600"/>
                </a:solidFill>
                <a:latin typeface="宋体" pitchFamily="2" charset="-122"/>
                <a:ea typeface="宋体" pitchFamily="2" charset="-122"/>
              </a:rPr>
              <a:t>非惯性系： </a:t>
            </a:r>
          </a:p>
        </p:txBody>
      </p:sp>
      <p:sp>
        <p:nvSpPr>
          <p:cNvPr id="177175" name="Text Box 23"/>
          <p:cNvSpPr txBox="1">
            <a:spLocks noChangeArrowheads="1"/>
          </p:cNvSpPr>
          <p:nvPr/>
        </p:nvSpPr>
        <p:spPr bwMode="auto">
          <a:xfrm>
            <a:off x="1619250" y="765175"/>
            <a:ext cx="2736850" cy="968375"/>
          </a:xfrm>
          <a:prstGeom prst="rect">
            <a:avLst/>
          </a:prstGeom>
          <a:noFill/>
          <a:ln w="9525">
            <a:noFill/>
            <a:miter lim="800000"/>
            <a:headEnd/>
            <a:tailEnd/>
          </a:ln>
        </p:spPr>
        <p:txBody>
          <a:bodyPr>
            <a:spAutoFit/>
          </a:bodyPr>
          <a:lstStyle/>
          <a:p>
            <a:r>
              <a:rPr lang="zh-CN" altLang="en-US" sz="2400">
                <a:ea typeface="宋体" pitchFamily="2" charset="-122"/>
              </a:rPr>
              <a:t>相对于惯性系作加速运动的参照系</a:t>
            </a:r>
          </a:p>
        </p:txBody>
      </p:sp>
      <p:sp>
        <p:nvSpPr>
          <p:cNvPr id="177176" name="Text Box 24"/>
          <p:cNvSpPr txBox="1">
            <a:spLocks noChangeArrowheads="1"/>
          </p:cNvSpPr>
          <p:nvPr/>
        </p:nvSpPr>
        <p:spPr bwMode="auto">
          <a:xfrm>
            <a:off x="1619250" y="1700213"/>
            <a:ext cx="2808288" cy="493712"/>
          </a:xfrm>
          <a:prstGeom prst="rect">
            <a:avLst/>
          </a:prstGeom>
          <a:noFill/>
          <a:ln w="9525" algn="ctr">
            <a:noFill/>
            <a:miter lim="800000"/>
            <a:headEnd/>
            <a:tailEnd/>
          </a:ln>
        </p:spPr>
        <p:txBody>
          <a:bodyPr>
            <a:spAutoFit/>
          </a:bodyPr>
          <a:lstStyle/>
          <a:p>
            <a:r>
              <a:rPr lang="zh-CN" altLang="en-US" sz="2400">
                <a:solidFill>
                  <a:srgbClr val="CC0000"/>
                </a:solidFill>
                <a:ea typeface="宋体" pitchFamily="2" charset="-122"/>
              </a:rPr>
              <a:t>牛顿定律是不成立</a:t>
            </a:r>
          </a:p>
        </p:txBody>
      </p:sp>
      <p:sp>
        <p:nvSpPr>
          <p:cNvPr id="177177" name="Text Box 25"/>
          <p:cNvSpPr txBox="1">
            <a:spLocks noChangeArrowheads="1"/>
          </p:cNvSpPr>
          <p:nvPr/>
        </p:nvSpPr>
        <p:spPr bwMode="auto">
          <a:xfrm>
            <a:off x="250825" y="2205038"/>
            <a:ext cx="8496300" cy="968375"/>
          </a:xfrm>
          <a:prstGeom prst="rect">
            <a:avLst/>
          </a:prstGeom>
          <a:noFill/>
          <a:ln w="9525" algn="ctr">
            <a:noFill/>
            <a:miter lim="800000"/>
            <a:headEnd/>
            <a:tailEnd/>
          </a:ln>
        </p:spPr>
        <p:txBody>
          <a:bodyPr>
            <a:spAutoFit/>
          </a:bodyPr>
          <a:lstStyle/>
          <a:p>
            <a:pPr>
              <a:spcBef>
                <a:spcPct val="0"/>
              </a:spcBef>
            </a:pPr>
            <a:r>
              <a:rPr lang="zh-CN" altLang="en-US" sz="2400">
                <a:solidFill>
                  <a:srgbClr val="FF6600"/>
                </a:solidFill>
                <a:ea typeface="宋体" pitchFamily="2" charset="-122"/>
              </a:rPr>
              <a:t>惯性力：</a:t>
            </a:r>
            <a:r>
              <a:rPr lang="zh-CN" altLang="en-US" sz="2400">
                <a:ea typeface="宋体" pitchFamily="2" charset="-122"/>
              </a:rPr>
              <a:t>为了使牛顿定律在非惯性系中形式的成立，而引入的</a:t>
            </a:r>
          </a:p>
          <a:p>
            <a:pPr>
              <a:spcBef>
                <a:spcPct val="0"/>
              </a:spcBef>
            </a:pPr>
            <a:r>
              <a:rPr lang="zh-CN" altLang="en-US" sz="2400">
                <a:ea typeface="宋体" pitchFamily="2" charset="-122"/>
              </a:rPr>
              <a:t>        假想的力</a:t>
            </a:r>
          </a:p>
        </p:txBody>
      </p:sp>
      <p:graphicFrame>
        <p:nvGraphicFramePr>
          <p:cNvPr id="177178" name="Object 26"/>
          <p:cNvGraphicFramePr>
            <a:graphicFrameLocks noChangeAspect="1"/>
          </p:cNvGraphicFramePr>
          <p:nvPr/>
        </p:nvGraphicFramePr>
        <p:xfrm>
          <a:off x="3348038" y="2852738"/>
          <a:ext cx="1439862" cy="508000"/>
        </p:xfrm>
        <a:graphic>
          <a:graphicData uri="http://schemas.openxmlformats.org/presentationml/2006/ole">
            <p:oleObj spid="_x0000_s23554" name="Equation" r:id="rId8" imgW="685800" imgH="241200" progId="Equation.DSMT4">
              <p:embed/>
            </p:oleObj>
          </a:graphicData>
        </a:graphic>
      </p:graphicFrame>
      <p:sp>
        <p:nvSpPr>
          <p:cNvPr id="177179" name="Text Box 27"/>
          <p:cNvSpPr txBox="1">
            <a:spLocks noChangeArrowheads="1"/>
          </p:cNvSpPr>
          <p:nvPr/>
        </p:nvSpPr>
        <p:spPr bwMode="auto">
          <a:xfrm>
            <a:off x="6089650" y="2781300"/>
            <a:ext cx="1435100" cy="530225"/>
          </a:xfrm>
          <a:prstGeom prst="rect">
            <a:avLst/>
          </a:prstGeom>
          <a:noFill/>
          <a:ln w="9525" algn="ctr">
            <a:noFill/>
            <a:miter lim="800000"/>
            <a:headEnd/>
            <a:tailEnd/>
          </a:ln>
        </p:spPr>
        <p:txBody>
          <a:bodyPr>
            <a:spAutoFit/>
          </a:bodyPr>
          <a:lstStyle/>
          <a:p>
            <a:r>
              <a:rPr lang="zh-CN" altLang="en-US" sz="2400">
                <a:latin typeface="宋体" pitchFamily="2" charset="-122"/>
                <a:ea typeface="宋体" pitchFamily="2" charset="-122"/>
              </a:rPr>
              <a:t>大小：</a:t>
            </a:r>
          </a:p>
        </p:txBody>
      </p:sp>
      <p:graphicFrame>
        <p:nvGraphicFramePr>
          <p:cNvPr id="177180" name="Object 28"/>
          <p:cNvGraphicFramePr>
            <a:graphicFrameLocks noChangeAspect="1"/>
          </p:cNvGraphicFramePr>
          <p:nvPr/>
        </p:nvGraphicFramePr>
        <p:xfrm>
          <a:off x="7131050" y="2852738"/>
          <a:ext cx="896938" cy="520700"/>
        </p:xfrm>
        <a:graphic>
          <a:graphicData uri="http://schemas.openxmlformats.org/presentationml/2006/ole">
            <p:oleObj spid="_x0000_s23555" name="Equation" r:id="rId9" imgW="393480" imgH="228600" progId="Equation.DSMT4">
              <p:embed/>
            </p:oleObj>
          </a:graphicData>
        </a:graphic>
      </p:graphicFrame>
      <p:sp>
        <p:nvSpPr>
          <p:cNvPr id="177181" name="Text Box 29"/>
          <p:cNvSpPr txBox="1">
            <a:spLocks noChangeArrowheads="1"/>
          </p:cNvSpPr>
          <p:nvPr/>
        </p:nvSpPr>
        <p:spPr bwMode="auto">
          <a:xfrm>
            <a:off x="6084888" y="3357563"/>
            <a:ext cx="1487487" cy="530225"/>
          </a:xfrm>
          <a:prstGeom prst="rect">
            <a:avLst/>
          </a:prstGeom>
          <a:noFill/>
          <a:ln w="9525" algn="ctr">
            <a:noFill/>
            <a:miter lim="800000"/>
            <a:headEnd/>
            <a:tailEnd/>
          </a:ln>
        </p:spPr>
        <p:txBody>
          <a:bodyPr>
            <a:spAutoFit/>
          </a:bodyPr>
          <a:lstStyle/>
          <a:p>
            <a:r>
              <a:rPr lang="zh-CN" altLang="en-US" sz="2400">
                <a:latin typeface="宋体" pitchFamily="2" charset="-122"/>
                <a:ea typeface="宋体" pitchFamily="2" charset="-122"/>
              </a:rPr>
              <a:t>方向：</a:t>
            </a:r>
          </a:p>
        </p:txBody>
      </p:sp>
      <p:graphicFrame>
        <p:nvGraphicFramePr>
          <p:cNvPr id="177182" name="Object 30"/>
          <p:cNvGraphicFramePr>
            <a:graphicFrameLocks noChangeAspect="1"/>
          </p:cNvGraphicFramePr>
          <p:nvPr/>
        </p:nvGraphicFramePr>
        <p:xfrm>
          <a:off x="7143750" y="3357563"/>
          <a:ext cx="1296988" cy="495300"/>
        </p:xfrm>
        <a:graphic>
          <a:graphicData uri="http://schemas.openxmlformats.org/presentationml/2006/ole">
            <p:oleObj spid="_x0000_s23556" name="Equation" r:id="rId10" imgW="685800" imgH="228600" progId="Equation.DSMT4">
              <p:embed/>
            </p:oleObj>
          </a:graphicData>
        </a:graphic>
      </p:graphicFrame>
      <p:sp>
        <p:nvSpPr>
          <p:cNvPr id="177183" name="Text Box 31"/>
          <p:cNvSpPr txBox="1">
            <a:spLocks noChangeArrowheads="1"/>
          </p:cNvSpPr>
          <p:nvPr/>
        </p:nvSpPr>
        <p:spPr bwMode="auto">
          <a:xfrm>
            <a:off x="250825" y="3627438"/>
            <a:ext cx="1584325" cy="493712"/>
          </a:xfrm>
          <a:prstGeom prst="rect">
            <a:avLst/>
          </a:prstGeom>
          <a:noFill/>
          <a:ln w="9525" algn="ctr">
            <a:noFill/>
            <a:miter lim="800000"/>
            <a:headEnd/>
            <a:tailEnd/>
          </a:ln>
        </p:spPr>
        <p:txBody>
          <a:bodyPr>
            <a:spAutoFit/>
          </a:bodyPr>
          <a:lstStyle/>
          <a:p>
            <a:r>
              <a:rPr lang="zh-CN" altLang="en-US">
                <a:latin typeface="楷体_GB2312" pitchFamily="49" charset="-122"/>
              </a:rPr>
              <a:t>其中：</a:t>
            </a:r>
          </a:p>
        </p:txBody>
      </p:sp>
      <p:sp>
        <p:nvSpPr>
          <p:cNvPr id="23571" name="AutoShape 32"/>
          <p:cNvSpPr>
            <a:spLocks/>
          </p:cNvSpPr>
          <p:nvPr/>
        </p:nvSpPr>
        <p:spPr bwMode="auto">
          <a:xfrm>
            <a:off x="1503363" y="4699000"/>
            <a:ext cx="228600" cy="1219200"/>
          </a:xfrm>
          <a:prstGeom prst="leftBrace">
            <a:avLst>
              <a:gd name="adj1" fmla="val 44444"/>
              <a:gd name="adj2" fmla="val 50000"/>
            </a:avLst>
          </a:prstGeom>
          <a:noFill/>
          <a:ln w="9525">
            <a:noFill/>
            <a:round/>
            <a:headEnd/>
            <a:tailEnd/>
          </a:ln>
        </p:spPr>
        <p:txBody>
          <a:bodyPr>
            <a:spAutoFit/>
          </a:bodyPr>
          <a:lstStyle/>
          <a:p>
            <a:endParaRPr lang="zh-CN" altLang="en-US"/>
          </a:p>
        </p:txBody>
      </p:sp>
      <p:graphicFrame>
        <p:nvGraphicFramePr>
          <p:cNvPr id="177185" name="Object 33"/>
          <p:cNvGraphicFramePr>
            <a:graphicFrameLocks noChangeAspect="1"/>
          </p:cNvGraphicFramePr>
          <p:nvPr/>
        </p:nvGraphicFramePr>
        <p:xfrm>
          <a:off x="1331913" y="3502025"/>
          <a:ext cx="431800" cy="301625"/>
        </p:xfrm>
        <a:graphic>
          <a:graphicData uri="http://schemas.openxmlformats.org/presentationml/2006/ole">
            <p:oleObj spid="_x0000_s23557" name="Equation" r:id="rId11" imgW="164880" imgH="139680" progId="Equation.DSMT4">
              <p:embed/>
            </p:oleObj>
          </a:graphicData>
        </a:graphic>
      </p:graphicFrame>
      <p:sp>
        <p:nvSpPr>
          <p:cNvPr id="177186" name="Text Box 34"/>
          <p:cNvSpPr txBox="1">
            <a:spLocks noChangeArrowheads="1"/>
          </p:cNvSpPr>
          <p:nvPr/>
        </p:nvSpPr>
        <p:spPr bwMode="auto">
          <a:xfrm>
            <a:off x="1620838" y="3357563"/>
            <a:ext cx="4032250" cy="493712"/>
          </a:xfrm>
          <a:prstGeom prst="rect">
            <a:avLst/>
          </a:prstGeom>
          <a:noFill/>
          <a:ln w="9525" algn="ctr">
            <a:noFill/>
            <a:miter lim="800000"/>
            <a:headEnd/>
            <a:tailEnd/>
          </a:ln>
        </p:spPr>
        <p:txBody>
          <a:bodyPr>
            <a:spAutoFit/>
          </a:bodyPr>
          <a:lstStyle/>
          <a:p>
            <a:r>
              <a:rPr lang="en-US" altLang="zh-CN" sz="2400">
                <a:ea typeface="宋体" pitchFamily="2" charset="-122"/>
              </a:rPr>
              <a:t>----</a:t>
            </a:r>
            <a:r>
              <a:rPr lang="zh-CN" altLang="en-US" sz="2400">
                <a:ea typeface="宋体" pitchFamily="2" charset="-122"/>
              </a:rPr>
              <a:t>被研究对象的质量</a:t>
            </a:r>
          </a:p>
        </p:txBody>
      </p:sp>
      <p:graphicFrame>
        <p:nvGraphicFramePr>
          <p:cNvPr id="177187" name="Object 35"/>
          <p:cNvGraphicFramePr>
            <a:graphicFrameLocks noChangeAspect="1"/>
          </p:cNvGraphicFramePr>
          <p:nvPr/>
        </p:nvGraphicFramePr>
        <p:xfrm>
          <a:off x="1312863" y="3933825"/>
          <a:ext cx="379412" cy="503238"/>
        </p:xfrm>
        <a:graphic>
          <a:graphicData uri="http://schemas.openxmlformats.org/presentationml/2006/ole">
            <p:oleObj spid="_x0000_s23558" name="Equation" r:id="rId12" imgW="164880" imgH="228600" progId="Equation.DSMT4">
              <p:embed/>
            </p:oleObj>
          </a:graphicData>
        </a:graphic>
      </p:graphicFrame>
      <p:sp>
        <p:nvSpPr>
          <p:cNvPr id="177188" name="Text Box 36"/>
          <p:cNvSpPr txBox="1">
            <a:spLocks noChangeArrowheads="1"/>
          </p:cNvSpPr>
          <p:nvPr/>
        </p:nvSpPr>
        <p:spPr bwMode="auto">
          <a:xfrm>
            <a:off x="1620838" y="3933825"/>
            <a:ext cx="5111750" cy="493713"/>
          </a:xfrm>
          <a:prstGeom prst="rect">
            <a:avLst/>
          </a:prstGeom>
          <a:noFill/>
          <a:ln w="9525" algn="ctr">
            <a:noFill/>
            <a:miter lim="800000"/>
            <a:headEnd/>
            <a:tailEnd/>
          </a:ln>
        </p:spPr>
        <p:txBody>
          <a:bodyPr>
            <a:spAutoFit/>
          </a:bodyPr>
          <a:lstStyle/>
          <a:p>
            <a:r>
              <a:rPr lang="en-US" altLang="zh-CN" sz="2400">
                <a:ea typeface="宋体" pitchFamily="2" charset="-122"/>
              </a:rPr>
              <a:t>----</a:t>
            </a:r>
            <a:r>
              <a:rPr lang="zh-CN" altLang="en-US" sz="2400">
                <a:ea typeface="宋体" pitchFamily="2" charset="-122"/>
              </a:rPr>
              <a:t>非惯性系相对惯性系的加速度</a:t>
            </a:r>
          </a:p>
        </p:txBody>
      </p:sp>
      <p:sp>
        <p:nvSpPr>
          <p:cNvPr id="177189" name="AutoShape 37"/>
          <p:cNvSpPr>
            <a:spLocks/>
          </p:cNvSpPr>
          <p:nvPr/>
        </p:nvSpPr>
        <p:spPr bwMode="auto">
          <a:xfrm>
            <a:off x="1116013" y="3646488"/>
            <a:ext cx="142875" cy="574675"/>
          </a:xfrm>
          <a:prstGeom prst="leftBrace">
            <a:avLst>
              <a:gd name="adj1" fmla="val 33519"/>
              <a:gd name="adj2" fmla="val 50000"/>
            </a:avLst>
          </a:prstGeom>
          <a:noFill/>
          <a:ln w="28575">
            <a:solidFill>
              <a:schemeClr val="tx1"/>
            </a:solidFill>
            <a:round/>
            <a:headEnd/>
            <a:tailEnd/>
          </a:ln>
        </p:spPr>
        <p:txBody>
          <a:bodyPr wrap="none" anchor="ctr"/>
          <a:lstStyle/>
          <a:p>
            <a:endParaRPr lang="zh-CN" altLang="en-US"/>
          </a:p>
        </p:txBody>
      </p:sp>
      <p:sp>
        <p:nvSpPr>
          <p:cNvPr id="177190" name="Text Box 38"/>
          <p:cNvSpPr txBox="1">
            <a:spLocks noChangeArrowheads="1"/>
          </p:cNvSpPr>
          <p:nvPr/>
        </p:nvSpPr>
        <p:spPr bwMode="auto">
          <a:xfrm>
            <a:off x="250825" y="4627563"/>
            <a:ext cx="2160588" cy="461962"/>
          </a:xfrm>
          <a:prstGeom prst="rect">
            <a:avLst/>
          </a:prstGeom>
          <a:noFill/>
          <a:ln w="9525">
            <a:noFill/>
            <a:miter lim="800000"/>
            <a:headEnd/>
            <a:tailEnd/>
          </a:ln>
        </p:spPr>
        <p:txBody>
          <a:bodyPr>
            <a:spAutoFit/>
          </a:bodyPr>
          <a:lstStyle/>
          <a:p>
            <a:pPr>
              <a:lnSpc>
                <a:spcPct val="100000"/>
              </a:lnSpc>
              <a:spcBef>
                <a:spcPct val="0"/>
              </a:spcBef>
            </a:pPr>
            <a:r>
              <a:rPr lang="zh-CN" altLang="en-US" sz="2400">
                <a:solidFill>
                  <a:schemeClr val="tx2"/>
                </a:solidFill>
                <a:ea typeface="宋体" pitchFamily="2" charset="-122"/>
              </a:rPr>
              <a:t>引入惯性力，</a:t>
            </a:r>
          </a:p>
        </p:txBody>
      </p:sp>
      <p:sp>
        <p:nvSpPr>
          <p:cNvPr id="177191" name="AutoShape 39"/>
          <p:cNvSpPr>
            <a:spLocks noChangeArrowheads="1"/>
          </p:cNvSpPr>
          <p:nvPr/>
        </p:nvSpPr>
        <p:spPr bwMode="auto">
          <a:xfrm>
            <a:off x="1509713" y="5084763"/>
            <a:ext cx="7454900" cy="968375"/>
          </a:xfrm>
          <a:prstGeom prst="wedgeRectCallout">
            <a:avLst>
              <a:gd name="adj1" fmla="val -14162"/>
              <a:gd name="adj2" fmla="val 37542"/>
            </a:avLst>
          </a:prstGeom>
          <a:noFill/>
          <a:ln w="19050">
            <a:noFill/>
            <a:miter lim="800000"/>
            <a:headEnd/>
            <a:tailEnd/>
          </a:ln>
        </p:spPr>
        <p:txBody>
          <a:bodyPr>
            <a:spAutoFit/>
          </a:bodyPr>
          <a:lstStyle/>
          <a:p>
            <a:pPr>
              <a:lnSpc>
                <a:spcPct val="125000"/>
              </a:lnSpc>
              <a:spcBef>
                <a:spcPct val="0"/>
              </a:spcBef>
            </a:pPr>
            <a:r>
              <a:rPr lang="zh-CN" altLang="en-US" sz="2400">
                <a:solidFill>
                  <a:schemeClr val="tx2"/>
                </a:solidFill>
                <a:ea typeface="宋体" pitchFamily="2" charset="-122"/>
              </a:rPr>
              <a:t>惯性力是虚拟力，没有施力者，也没有反作用力。不满足牛顿第三定律。</a:t>
            </a:r>
          </a:p>
        </p:txBody>
      </p:sp>
      <p:graphicFrame>
        <p:nvGraphicFramePr>
          <p:cNvPr id="177192" name="Object 40"/>
          <p:cNvGraphicFramePr>
            <a:graphicFrameLocks noChangeAspect="1"/>
          </p:cNvGraphicFramePr>
          <p:nvPr/>
        </p:nvGraphicFramePr>
        <p:xfrm>
          <a:off x="2843213" y="4652963"/>
          <a:ext cx="1728787" cy="484187"/>
        </p:xfrm>
        <a:graphic>
          <a:graphicData uri="http://schemas.openxmlformats.org/presentationml/2006/ole">
            <p:oleObj spid="_x0000_s23559" name="Equation" r:id="rId13" imgW="901440" imgH="253800" progId="Equation.DSMT4">
              <p:embed/>
            </p:oleObj>
          </a:graphicData>
        </a:graphic>
      </p:graphicFrame>
      <p:sp>
        <p:nvSpPr>
          <p:cNvPr id="177193" name="Text Box 41"/>
          <p:cNvSpPr txBox="1">
            <a:spLocks noChangeArrowheads="1"/>
          </p:cNvSpPr>
          <p:nvPr/>
        </p:nvSpPr>
        <p:spPr bwMode="auto">
          <a:xfrm>
            <a:off x="4687888" y="4657725"/>
            <a:ext cx="3962400" cy="461963"/>
          </a:xfrm>
          <a:prstGeom prst="rect">
            <a:avLst/>
          </a:prstGeom>
          <a:noFill/>
          <a:ln w="9525">
            <a:noFill/>
            <a:miter lim="800000"/>
            <a:headEnd/>
            <a:tailEnd/>
          </a:ln>
        </p:spPr>
        <p:txBody>
          <a:bodyPr>
            <a:spAutoFit/>
          </a:bodyPr>
          <a:lstStyle/>
          <a:p>
            <a:pPr>
              <a:lnSpc>
                <a:spcPct val="100000"/>
              </a:lnSpc>
              <a:spcBef>
                <a:spcPct val="0"/>
              </a:spcBef>
            </a:pPr>
            <a:r>
              <a:rPr lang="zh-CN" altLang="en-US" sz="2400">
                <a:solidFill>
                  <a:schemeClr val="tx2"/>
                </a:solidFill>
                <a:ea typeface="宋体" pitchFamily="2" charset="-122"/>
              </a:rPr>
              <a:t>牛顿第二定律形式上成立</a:t>
            </a:r>
          </a:p>
        </p:txBody>
      </p:sp>
      <p:sp>
        <p:nvSpPr>
          <p:cNvPr id="177194" name="Rectangle 42"/>
          <p:cNvSpPr>
            <a:spLocks noChangeArrowheads="1"/>
          </p:cNvSpPr>
          <p:nvPr/>
        </p:nvSpPr>
        <p:spPr bwMode="auto">
          <a:xfrm>
            <a:off x="179388" y="5157788"/>
            <a:ext cx="2016125" cy="457200"/>
          </a:xfrm>
          <a:prstGeom prst="rect">
            <a:avLst/>
          </a:prstGeom>
          <a:noFill/>
          <a:ln w="9525">
            <a:noFill/>
            <a:miter lim="800000"/>
            <a:headEnd/>
            <a:tailEnd/>
          </a:ln>
        </p:spPr>
        <p:txBody>
          <a:bodyPr>
            <a:spAutoFit/>
          </a:bodyPr>
          <a:lstStyle/>
          <a:p>
            <a:pPr>
              <a:lnSpc>
                <a:spcPct val="100000"/>
              </a:lnSpc>
              <a:spcBef>
                <a:spcPct val="0"/>
              </a:spcBef>
            </a:pPr>
            <a:r>
              <a:rPr lang="zh-CN" altLang="en-US" sz="2400">
                <a:solidFill>
                  <a:srgbClr val="FF6600"/>
                </a:solidFill>
                <a:ea typeface="宋体" pitchFamily="2" charset="-122"/>
              </a:rPr>
              <a:t>说明：</a:t>
            </a:r>
          </a:p>
        </p:txBody>
      </p:sp>
      <p:sp>
        <p:nvSpPr>
          <p:cNvPr id="177195" name="Text Box 43"/>
          <p:cNvSpPr txBox="1">
            <a:spLocks noChangeArrowheads="1"/>
          </p:cNvSpPr>
          <p:nvPr/>
        </p:nvSpPr>
        <p:spPr bwMode="auto">
          <a:xfrm>
            <a:off x="1547813" y="6092825"/>
            <a:ext cx="6335712" cy="461963"/>
          </a:xfrm>
          <a:prstGeom prst="rect">
            <a:avLst/>
          </a:prstGeom>
          <a:noFill/>
          <a:ln w="9525">
            <a:noFill/>
            <a:miter lim="800000"/>
            <a:headEnd/>
            <a:tailEnd/>
          </a:ln>
        </p:spPr>
        <p:txBody>
          <a:bodyPr>
            <a:spAutoFit/>
          </a:bodyPr>
          <a:lstStyle/>
          <a:p>
            <a:pPr>
              <a:lnSpc>
                <a:spcPct val="100000"/>
              </a:lnSpc>
              <a:spcBef>
                <a:spcPct val="0"/>
              </a:spcBef>
            </a:pPr>
            <a:r>
              <a:rPr lang="zh-CN" altLang="en-US" sz="2400">
                <a:solidFill>
                  <a:schemeClr val="tx2"/>
                </a:solidFill>
                <a:ea typeface="宋体" pitchFamily="2" charset="-122"/>
              </a:rPr>
              <a:t>惯性力的概念可推广到非平动的非惯性系。</a:t>
            </a:r>
          </a:p>
        </p:txBody>
      </p:sp>
      <p:sp>
        <p:nvSpPr>
          <p:cNvPr id="177196" name="Text Box 44"/>
          <p:cNvSpPr txBox="1">
            <a:spLocks noChangeArrowheads="1"/>
          </p:cNvSpPr>
          <p:nvPr/>
        </p:nvSpPr>
        <p:spPr bwMode="auto">
          <a:xfrm>
            <a:off x="1074738" y="5165725"/>
            <a:ext cx="539750" cy="457200"/>
          </a:xfrm>
          <a:prstGeom prst="rect">
            <a:avLst/>
          </a:prstGeom>
          <a:noFill/>
          <a:ln w="9525">
            <a:noFill/>
            <a:miter lim="800000"/>
            <a:headEnd/>
            <a:tailEnd/>
          </a:ln>
        </p:spPr>
        <p:txBody>
          <a:bodyPr wrap="none">
            <a:spAutoFit/>
          </a:bodyPr>
          <a:lstStyle/>
          <a:p>
            <a:pPr algn="ctr">
              <a:lnSpc>
                <a:spcPct val="100000"/>
              </a:lnSpc>
              <a:spcBef>
                <a:spcPct val="0"/>
              </a:spcBef>
            </a:pPr>
            <a:r>
              <a:rPr lang="en-US" altLang="zh-CN" sz="2400">
                <a:solidFill>
                  <a:schemeClr val="tx2"/>
                </a:solidFill>
                <a:ea typeface="宋体" pitchFamily="2" charset="-122"/>
              </a:rPr>
              <a:t>(1)</a:t>
            </a:r>
          </a:p>
        </p:txBody>
      </p:sp>
      <p:sp>
        <p:nvSpPr>
          <p:cNvPr id="177197" name="Text Box 45"/>
          <p:cNvSpPr txBox="1">
            <a:spLocks noChangeArrowheads="1"/>
          </p:cNvSpPr>
          <p:nvPr/>
        </p:nvSpPr>
        <p:spPr bwMode="auto">
          <a:xfrm>
            <a:off x="1114425" y="6092825"/>
            <a:ext cx="539750" cy="457200"/>
          </a:xfrm>
          <a:prstGeom prst="rect">
            <a:avLst/>
          </a:prstGeom>
          <a:noFill/>
          <a:ln w="9525">
            <a:noFill/>
            <a:miter lim="800000"/>
            <a:headEnd/>
            <a:tailEnd/>
          </a:ln>
        </p:spPr>
        <p:txBody>
          <a:bodyPr wrap="none">
            <a:spAutoFit/>
          </a:bodyPr>
          <a:lstStyle/>
          <a:p>
            <a:pPr algn="ctr">
              <a:lnSpc>
                <a:spcPct val="100000"/>
              </a:lnSpc>
              <a:spcBef>
                <a:spcPct val="0"/>
              </a:spcBef>
            </a:pPr>
            <a:r>
              <a:rPr lang="en-US" altLang="zh-CN" sz="2400">
                <a:solidFill>
                  <a:schemeClr val="tx2"/>
                </a:solidFill>
                <a:ea typeface="宋体" pitchFamily="2" charset="-122"/>
              </a:rPr>
              <a:t>(2)</a:t>
            </a:r>
          </a:p>
        </p:txBody>
      </p:sp>
      <p:sp>
        <p:nvSpPr>
          <p:cNvPr id="177198" name="Text Box 46"/>
          <p:cNvSpPr txBox="1">
            <a:spLocks noChangeArrowheads="1"/>
          </p:cNvSpPr>
          <p:nvPr/>
        </p:nvSpPr>
        <p:spPr bwMode="auto">
          <a:xfrm>
            <a:off x="2292350" y="4654550"/>
            <a:ext cx="493713" cy="461963"/>
          </a:xfrm>
          <a:prstGeom prst="rect">
            <a:avLst/>
          </a:prstGeom>
          <a:noFill/>
          <a:ln w="9525">
            <a:noFill/>
            <a:miter lim="800000"/>
            <a:headEnd/>
            <a:tailEnd/>
          </a:ln>
        </p:spPr>
        <p:txBody>
          <a:bodyPr wrap="none">
            <a:spAutoFit/>
          </a:bodyPr>
          <a:lstStyle/>
          <a:p>
            <a:pPr algn="ctr">
              <a:lnSpc>
                <a:spcPct val="100000"/>
              </a:lnSpc>
              <a:spcBef>
                <a:spcPct val="0"/>
              </a:spcBef>
            </a:pPr>
            <a:r>
              <a:rPr lang="zh-CN" altLang="en-US" sz="2400">
                <a:solidFill>
                  <a:schemeClr val="tx2"/>
                </a:solidFill>
                <a:ea typeface="宋体" pitchFamily="2" charset="-122"/>
              </a:rPr>
              <a:t>则</a:t>
            </a:r>
          </a:p>
        </p:txBody>
      </p:sp>
      <p:sp>
        <p:nvSpPr>
          <p:cNvPr id="48" name="AutoShape 15">
            <a:hlinkClick r:id="rId14" action="ppaction://hlinksldjump" highlightClick="1"/>
          </p:cNvPr>
          <p:cNvSpPr>
            <a:spLocks noChangeAspect="1" noChangeArrowheads="1"/>
          </p:cNvSpPr>
          <p:nvPr/>
        </p:nvSpPr>
        <p:spPr bwMode="auto">
          <a:xfrm>
            <a:off x="8720138" y="6280150"/>
            <a:ext cx="244475" cy="244475"/>
          </a:xfrm>
          <a:prstGeom prst="actionButtonBeginning">
            <a:avLst/>
          </a:prstGeom>
          <a:solidFill>
            <a:srgbClr val="99CCFF"/>
          </a:solidFill>
          <a:ln w="19050">
            <a:noFill/>
            <a:miter lim="800000"/>
            <a:headEnd/>
            <a:tailEnd/>
          </a:ln>
        </p:spPr>
        <p:txBody>
          <a:bodyPr wrap="none" anchor="ct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77155"/>
                                        </p:tgtEl>
                                        <p:attrNameLst>
                                          <p:attrName>style.visibility</p:attrName>
                                        </p:attrNameLst>
                                      </p:cBhvr>
                                      <p:to>
                                        <p:strVal val="visible"/>
                                      </p:to>
                                    </p:set>
                                    <p:animEffect transition="in" filter="wipe(left)">
                                      <p:cBhvr>
                                        <p:cTn id="7" dur="1000"/>
                                        <p:tgtEl>
                                          <p:spTgt spid="17715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77174"/>
                                        </p:tgtEl>
                                        <p:attrNameLst>
                                          <p:attrName>style.visibility</p:attrName>
                                        </p:attrNameLst>
                                      </p:cBhvr>
                                      <p:to>
                                        <p:strVal val="visible"/>
                                      </p:to>
                                    </p:set>
                                    <p:animEffect transition="in" filter="wipe(left)">
                                      <p:cBhvr>
                                        <p:cTn id="12" dur="500"/>
                                        <p:tgtEl>
                                          <p:spTgt spid="17717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77175"/>
                                        </p:tgtEl>
                                        <p:attrNameLst>
                                          <p:attrName>style.visibility</p:attrName>
                                        </p:attrNameLst>
                                      </p:cBhvr>
                                      <p:to>
                                        <p:strVal val="visible"/>
                                      </p:to>
                                    </p:set>
                                    <p:animEffect transition="in" filter="wipe(left)">
                                      <p:cBhvr>
                                        <p:cTn id="17" dur="1000"/>
                                        <p:tgtEl>
                                          <p:spTgt spid="177175"/>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8"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 calcmode="lin" valueType="num">
                                      <p:cBhvr additive="base">
                                        <p:cTn id="22" dur="500" fill="hold"/>
                                        <p:tgtEl>
                                          <p:spTgt spid="2"/>
                                        </p:tgtEl>
                                        <p:attrNameLst>
                                          <p:attrName>ppt_x</p:attrName>
                                        </p:attrNameLst>
                                      </p:cBhvr>
                                      <p:tavLst>
                                        <p:tav tm="0">
                                          <p:val>
                                            <p:strVal val="0-#ppt_w/2"/>
                                          </p:val>
                                        </p:tav>
                                        <p:tav tm="100000">
                                          <p:val>
                                            <p:strVal val="#ppt_x"/>
                                          </p:val>
                                        </p:tav>
                                      </p:tavLst>
                                    </p:anim>
                                    <p:anim calcmode="lin" valueType="num">
                                      <p:cBhvr additive="base">
                                        <p:cTn id="23"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77176"/>
                                        </p:tgtEl>
                                        <p:attrNameLst>
                                          <p:attrName>style.visibility</p:attrName>
                                        </p:attrNameLst>
                                      </p:cBhvr>
                                      <p:to>
                                        <p:strVal val="visible"/>
                                      </p:to>
                                    </p:set>
                                    <p:animEffect transition="in" filter="wipe(left)">
                                      <p:cBhvr>
                                        <p:cTn id="28" dur="1000"/>
                                        <p:tgtEl>
                                          <p:spTgt spid="177176"/>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177177"/>
                                        </p:tgtEl>
                                        <p:attrNameLst>
                                          <p:attrName>style.visibility</p:attrName>
                                        </p:attrNameLst>
                                      </p:cBhvr>
                                      <p:to>
                                        <p:strVal val="visible"/>
                                      </p:to>
                                    </p:set>
                                    <p:animEffect transition="in" filter="wipe(left)">
                                      <p:cBhvr>
                                        <p:cTn id="33" dur="1000"/>
                                        <p:tgtEl>
                                          <p:spTgt spid="177177"/>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nodeType="clickEffect">
                                  <p:stCondLst>
                                    <p:cond delay="0"/>
                                  </p:stCondLst>
                                  <p:childTnLst>
                                    <p:set>
                                      <p:cBhvr>
                                        <p:cTn id="37" dur="1" fill="hold">
                                          <p:stCondLst>
                                            <p:cond delay="0"/>
                                          </p:stCondLst>
                                        </p:cTn>
                                        <p:tgtEl>
                                          <p:spTgt spid="177178"/>
                                        </p:tgtEl>
                                        <p:attrNameLst>
                                          <p:attrName>style.visibility</p:attrName>
                                        </p:attrNameLst>
                                      </p:cBhvr>
                                      <p:to>
                                        <p:strVal val="visible"/>
                                      </p:to>
                                    </p:set>
                                    <p:animEffect transition="in" filter="wipe(left)">
                                      <p:cBhvr>
                                        <p:cTn id="38" dur="1000"/>
                                        <p:tgtEl>
                                          <p:spTgt spid="177178"/>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177183"/>
                                        </p:tgtEl>
                                        <p:attrNameLst>
                                          <p:attrName>style.visibility</p:attrName>
                                        </p:attrNameLst>
                                      </p:cBhvr>
                                      <p:to>
                                        <p:strVal val="visible"/>
                                      </p:to>
                                    </p:set>
                                    <p:animEffect transition="in" filter="wipe(left)">
                                      <p:cBhvr>
                                        <p:cTn id="43" dur="1000"/>
                                        <p:tgtEl>
                                          <p:spTgt spid="177183"/>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grpId="0" nodeType="clickEffect">
                                  <p:stCondLst>
                                    <p:cond delay="0"/>
                                  </p:stCondLst>
                                  <p:childTnLst>
                                    <p:set>
                                      <p:cBhvr>
                                        <p:cTn id="47" dur="1" fill="hold">
                                          <p:stCondLst>
                                            <p:cond delay="0"/>
                                          </p:stCondLst>
                                        </p:cTn>
                                        <p:tgtEl>
                                          <p:spTgt spid="177189"/>
                                        </p:tgtEl>
                                        <p:attrNameLst>
                                          <p:attrName>style.visibility</p:attrName>
                                        </p:attrNameLst>
                                      </p:cBhvr>
                                      <p:to>
                                        <p:strVal val="visible"/>
                                      </p:to>
                                    </p:set>
                                    <p:animEffect transition="in" filter="wipe(left)">
                                      <p:cBhvr>
                                        <p:cTn id="48" dur="1000"/>
                                        <p:tgtEl>
                                          <p:spTgt spid="177189"/>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nodeType="clickEffect">
                                  <p:stCondLst>
                                    <p:cond delay="0"/>
                                  </p:stCondLst>
                                  <p:childTnLst>
                                    <p:set>
                                      <p:cBhvr>
                                        <p:cTn id="52" dur="1" fill="hold">
                                          <p:stCondLst>
                                            <p:cond delay="0"/>
                                          </p:stCondLst>
                                        </p:cTn>
                                        <p:tgtEl>
                                          <p:spTgt spid="177185"/>
                                        </p:tgtEl>
                                        <p:attrNameLst>
                                          <p:attrName>style.visibility</p:attrName>
                                        </p:attrNameLst>
                                      </p:cBhvr>
                                      <p:to>
                                        <p:strVal val="visible"/>
                                      </p:to>
                                    </p:set>
                                    <p:animEffect transition="in" filter="wipe(left)">
                                      <p:cBhvr>
                                        <p:cTn id="53" dur="1000"/>
                                        <p:tgtEl>
                                          <p:spTgt spid="177185"/>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8" fill="hold" grpId="0" nodeType="clickEffect">
                                  <p:stCondLst>
                                    <p:cond delay="0"/>
                                  </p:stCondLst>
                                  <p:childTnLst>
                                    <p:set>
                                      <p:cBhvr>
                                        <p:cTn id="57" dur="1" fill="hold">
                                          <p:stCondLst>
                                            <p:cond delay="0"/>
                                          </p:stCondLst>
                                        </p:cTn>
                                        <p:tgtEl>
                                          <p:spTgt spid="177186"/>
                                        </p:tgtEl>
                                        <p:attrNameLst>
                                          <p:attrName>style.visibility</p:attrName>
                                        </p:attrNameLst>
                                      </p:cBhvr>
                                      <p:to>
                                        <p:strVal val="visible"/>
                                      </p:to>
                                    </p:set>
                                    <p:animEffect transition="in" filter="wipe(left)">
                                      <p:cBhvr>
                                        <p:cTn id="58" dur="1000"/>
                                        <p:tgtEl>
                                          <p:spTgt spid="177186"/>
                                        </p:tgtEl>
                                      </p:cBhvr>
                                    </p:animEffect>
                                  </p:childTnLst>
                                </p:cTn>
                              </p:par>
                            </p:childTnLst>
                          </p:cTn>
                        </p:par>
                      </p:childTnLst>
                    </p:cTn>
                  </p:par>
                  <p:par>
                    <p:cTn id="59" fill="hold">
                      <p:stCondLst>
                        <p:cond delay="indefinite"/>
                      </p:stCondLst>
                      <p:childTnLst>
                        <p:par>
                          <p:cTn id="60" fill="hold">
                            <p:stCondLst>
                              <p:cond delay="0"/>
                            </p:stCondLst>
                            <p:childTnLst>
                              <p:par>
                                <p:cTn id="61" presetID="22" presetClass="entr" presetSubtype="8" fill="hold" nodeType="clickEffect">
                                  <p:stCondLst>
                                    <p:cond delay="0"/>
                                  </p:stCondLst>
                                  <p:childTnLst>
                                    <p:set>
                                      <p:cBhvr>
                                        <p:cTn id="62" dur="1" fill="hold">
                                          <p:stCondLst>
                                            <p:cond delay="0"/>
                                          </p:stCondLst>
                                        </p:cTn>
                                        <p:tgtEl>
                                          <p:spTgt spid="177187"/>
                                        </p:tgtEl>
                                        <p:attrNameLst>
                                          <p:attrName>style.visibility</p:attrName>
                                        </p:attrNameLst>
                                      </p:cBhvr>
                                      <p:to>
                                        <p:strVal val="visible"/>
                                      </p:to>
                                    </p:set>
                                    <p:animEffect transition="in" filter="wipe(left)">
                                      <p:cBhvr>
                                        <p:cTn id="63" dur="1000"/>
                                        <p:tgtEl>
                                          <p:spTgt spid="177187"/>
                                        </p:tgtEl>
                                      </p:cBhvr>
                                    </p:animEffect>
                                  </p:childTnLst>
                                </p:cTn>
                              </p:par>
                            </p:childTnLst>
                          </p:cTn>
                        </p:par>
                      </p:childTnLst>
                    </p:cTn>
                  </p:par>
                  <p:par>
                    <p:cTn id="64" fill="hold">
                      <p:stCondLst>
                        <p:cond delay="indefinite"/>
                      </p:stCondLst>
                      <p:childTnLst>
                        <p:par>
                          <p:cTn id="65" fill="hold">
                            <p:stCondLst>
                              <p:cond delay="0"/>
                            </p:stCondLst>
                            <p:childTnLst>
                              <p:par>
                                <p:cTn id="66" presetID="22" presetClass="entr" presetSubtype="8" fill="hold" grpId="0" nodeType="clickEffect">
                                  <p:stCondLst>
                                    <p:cond delay="0"/>
                                  </p:stCondLst>
                                  <p:childTnLst>
                                    <p:set>
                                      <p:cBhvr>
                                        <p:cTn id="67" dur="1" fill="hold">
                                          <p:stCondLst>
                                            <p:cond delay="0"/>
                                          </p:stCondLst>
                                        </p:cTn>
                                        <p:tgtEl>
                                          <p:spTgt spid="177188"/>
                                        </p:tgtEl>
                                        <p:attrNameLst>
                                          <p:attrName>style.visibility</p:attrName>
                                        </p:attrNameLst>
                                      </p:cBhvr>
                                      <p:to>
                                        <p:strVal val="visible"/>
                                      </p:to>
                                    </p:set>
                                    <p:animEffect transition="in" filter="wipe(left)">
                                      <p:cBhvr>
                                        <p:cTn id="68" dur="1000"/>
                                        <p:tgtEl>
                                          <p:spTgt spid="177188"/>
                                        </p:tgtEl>
                                      </p:cBhvr>
                                    </p:animEffect>
                                  </p:childTnLst>
                                </p:cTn>
                              </p:par>
                            </p:childTnLst>
                          </p:cTn>
                        </p:par>
                      </p:childTnLst>
                    </p:cTn>
                  </p:par>
                  <p:par>
                    <p:cTn id="69" fill="hold">
                      <p:stCondLst>
                        <p:cond delay="indefinite"/>
                      </p:stCondLst>
                      <p:childTnLst>
                        <p:par>
                          <p:cTn id="70" fill="hold">
                            <p:stCondLst>
                              <p:cond delay="0"/>
                            </p:stCondLst>
                            <p:childTnLst>
                              <p:par>
                                <p:cTn id="71" presetID="22" presetClass="entr" presetSubtype="8" fill="hold" grpId="0" nodeType="clickEffect">
                                  <p:stCondLst>
                                    <p:cond delay="0"/>
                                  </p:stCondLst>
                                  <p:childTnLst>
                                    <p:set>
                                      <p:cBhvr>
                                        <p:cTn id="72" dur="1" fill="hold">
                                          <p:stCondLst>
                                            <p:cond delay="0"/>
                                          </p:stCondLst>
                                        </p:cTn>
                                        <p:tgtEl>
                                          <p:spTgt spid="177179"/>
                                        </p:tgtEl>
                                        <p:attrNameLst>
                                          <p:attrName>style.visibility</p:attrName>
                                        </p:attrNameLst>
                                      </p:cBhvr>
                                      <p:to>
                                        <p:strVal val="visible"/>
                                      </p:to>
                                    </p:set>
                                    <p:animEffect transition="in" filter="wipe(left)">
                                      <p:cBhvr>
                                        <p:cTn id="73" dur="1000"/>
                                        <p:tgtEl>
                                          <p:spTgt spid="177179"/>
                                        </p:tgtEl>
                                      </p:cBhvr>
                                    </p:animEffect>
                                  </p:childTnLst>
                                </p:cTn>
                              </p:par>
                            </p:childTnLst>
                          </p:cTn>
                        </p:par>
                      </p:childTnLst>
                    </p:cTn>
                  </p:par>
                  <p:par>
                    <p:cTn id="74" fill="hold">
                      <p:stCondLst>
                        <p:cond delay="indefinite"/>
                      </p:stCondLst>
                      <p:childTnLst>
                        <p:par>
                          <p:cTn id="75" fill="hold">
                            <p:stCondLst>
                              <p:cond delay="0"/>
                            </p:stCondLst>
                            <p:childTnLst>
                              <p:par>
                                <p:cTn id="76" presetID="22" presetClass="entr" presetSubtype="8" fill="hold" nodeType="clickEffect">
                                  <p:stCondLst>
                                    <p:cond delay="0"/>
                                  </p:stCondLst>
                                  <p:childTnLst>
                                    <p:set>
                                      <p:cBhvr>
                                        <p:cTn id="77" dur="1" fill="hold">
                                          <p:stCondLst>
                                            <p:cond delay="0"/>
                                          </p:stCondLst>
                                        </p:cTn>
                                        <p:tgtEl>
                                          <p:spTgt spid="177180"/>
                                        </p:tgtEl>
                                        <p:attrNameLst>
                                          <p:attrName>style.visibility</p:attrName>
                                        </p:attrNameLst>
                                      </p:cBhvr>
                                      <p:to>
                                        <p:strVal val="visible"/>
                                      </p:to>
                                    </p:set>
                                    <p:animEffect transition="in" filter="wipe(left)">
                                      <p:cBhvr>
                                        <p:cTn id="78" dur="1000"/>
                                        <p:tgtEl>
                                          <p:spTgt spid="177180"/>
                                        </p:tgtEl>
                                      </p:cBhvr>
                                    </p:animEffect>
                                  </p:childTnLst>
                                </p:cTn>
                              </p:par>
                            </p:childTnLst>
                          </p:cTn>
                        </p:par>
                      </p:childTnLst>
                    </p:cTn>
                  </p:par>
                  <p:par>
                    <p:cTn id="79" fill="hold">
                      <p:stCondLst>
                        <p:cond delay="indefinite"/>
                      </p:stCondLst>
                      <p:childTnLst>
                        <p:par>
                          <p:cTn id="80" fill="hold">
                            <p:stCondLst>
                              <p:cond delay="0"/>
                            </p:stCondLst>
                            <p:childTnLst>
                              <p:par>
                                <p:cTn id="81" presetID="22" presetClass="entr" presetSubtype="8" fill="hold" grpId="0" nodeType="clickEffect">
                                  <p:stCondLst>
                                    <p:cond delay="0"/>
                                  </p:stCondLst>
                                  <p:childTnLst>
                                    <p:set>
                                      <p:cBhvr>
                                        <p:cTn id="82" dur="1" fill="hold">
                                          <p:stCondLst>
                                            <p:cond delay="0"/>
                                          </p:stCondLst>
                                        </p:cTn>
                                        <p:tgtEl>
                                          <p:spTgt spid="177181"/>
                                        </p:tgtEl>
                                        <p:attrNameLst>
                                          <p:attrName>style.visibility</p:attrName>
                                        </p:attrNameLst>
                                      </p:cBhvr>
                                      <p:to>
                                        <p:strVal val="visible"/>
                                      </p:to>
                                    </p:set>
                                    <p:animEffect transition="in" filter="wipe(left)">
                                      <p:cBhvr>
                                        <p:cTn id="83" dur="1000"/>
                                        <p:tgtEl>
                                          <p:spTgt spid="177181"/>
                                        </p:tgtEl>
                                      </p:cBhvr>
                                    </p:animEffect>
                                  </p:childTnLst>
                                </p:cTn>
                              </p:par>
                            </p:childTnLst>
                          </p:cTn>
                        </p:par>
                      </p:childTnLst>
                    </p:cTn>
                  </p:par>
                  <p:par>
                    <p:cTn id="84" fill="hold">
                      <p:stCondLst>
                        <p:cond delay="indefinite"/>
                      </p:stCondLst>
                      <p:childTnLst>
                        <p:par>
                          <p:cTn id="85" fill="hold">
                            <p:stCondLst>
                              <p:cond delay="0"/>
                            </p:stCondLst>
                            <p:childTnLst>
                              <p:par>
                                <p:cTn id="86" presetID="22" presetClass="entr" presetSubtype="8" fill="hold" nodeType="clickEffect">
                                  <p:stCondLst>
                                    <p:cond delay="0"/>
                                  </p:stCondLst>
                                  <p:childTnLst>
                                    <p:set>
                                      <p:cBhvr>
                                        <p:cTn id="87" dur="1" fill="hold">
                                          <p:stCondLst>
                                            <p:cond delay="0"/>
                                          </p:stCondLst>
                                        </p:cTn>
                                        <p:tgtEl>
                                          <p:spTgt spid="177182"/>
                                        </p:tgtEl>
                                        <p:attrNameLst>
                                          <p:attrName>style.visibility</p:attrName>
                                        </p:attrNameLst>
                                      </p:cBhvr>
                                      <p:to>
                                        <p:strVal val="visible"/>
                                      </p:to>
                                    </p:set>
                                    <p:animEffect transition="in" filter="wipe(left)">
                                      <p:cBhvr>
                                        <p:cTn id="88" dur="1000"/>
                                        <p:tgtEl>
                                          <p:spTgt spid="177182"/>
                                        </p:tgtEl>
                                      </p:cBhvr>
                                    </p:animEffect>
                                  </p:childTnLst>
                                </p:cTn>
                              </p:par>
                            </p:childTnLst>
                          </p:cTn>
                        </p:par>
                      </p:childTnLst>
                    </p:cTn>
                  </p:par>
                  <p:par>
                    <p:cTn id="89" fill="hold">
                      <p:stCondLst>
                        <p:cond delay="indefinite"/>
                      </p:stCondLst>
                      <p:childTnLst>
                        <p:par>
                          <p:cTn id="90" fill="hold">
                            <p:stCondLst>
                              <p:cond delay="0"/>
                            </p:stCondLst>
                            <p:childTnLst>
                              <p:par>
                                <p:cTn id="91" presetID="4" presetClass="entr" presetSubtype="32" fill="hold" grpId="0" nodeType="clickEffect">
                                  <p:stCondLst>
                                    <p:cond delay="0"/>
                                  </p:stCondLst>
                                  <p:childTnLst>
                                    <p:set>
                                      <p:cBhvr>
                                        <p:cTn id="92" dur="1" fill="hold">
                                          <p:stCondLst>
                                            <p:cond delay="0"/>
                                          </p:stCondLst>
                                        </p:cTn>
                                        <p:tgtEl>
                                          <p:spTgt spid="177154"/>
                                        </p:tgtEl>
                                        <p:attrNameLst>
                                          <p:attrName>style.visibility</p:attrName>
                                        </p:attrNameLst>
                                      </p:cBhvr>
                                      <p:to>
                                        <p:strVal val="visible"/>
                                      </p:to>
                                    </p:set>
                                    <p:animEffect transition="in" filter="box(out)">
                                      <p:cBhvr>
                                        <p:cTn id="93" dur="2000"/>
                                        <p:tgtEl>
                                          <p:spTgt spid="177154"/>
                                        </p:tgtEl>
                                      </p:cBhvr>
                                    </p:animEffect>
                                  </p:childTnLst>
                                </p:cTn>
                              </p:par>
                            </p:childTnLst>
                          </p:cTn>
                        </p:par>
                      </p:childTnLst>
                    </p:cTn>
                  </p:par>
                  <p:par>
                    <p:cTn id="94" fill="hold">
                      <p:stCondLst>
                        <p:cond delay="indefinite"/>
                      </p:stCondLst>
                      <p:childTnLst>
                        <p:par>
                          <p:cTn id="95" fill="hold">
                            <p:stCondLst>
                              <p:cond delay="0"/>
                            </p:stCondLst>
                            <p:childTnLst>
                              <p:par>
                                <p:cTn id="96" presetID="22" presetClass="entr" presetSubtype="8" fill="hold" grpId="0" nodeType="clickEffect">
                                  <p:stCondLst>
                                    <p:cond delay="0"/>
                                  </p:stCondLst>
                                  <p:childTnLst>
                                    <p:set>
                                      <p:cBhvr>
                                        <p:cTn id="97" dur="1" fill="hold">
                                          <p:stCondLst>
                                            <p:cond delay="0"/>
                                          </p:stCondLst>
                                        </p:cTn>
                                        <p:tgtEl>
                                          <p:spTgt spid="177190"/>
                                        </p:tgtEl>
                                        <p:attrNameLst>
                                          <p:attrName>style.visibility</p:attrName>
                                        </p:attrNameLst>
                                      </p:cBhvr>
                                      <p:to>
                                        <p:strVal val="visible"/>
                                      </p:to>
                                    </p:set>
                                    <p:animEffect transition="in" filter="wipe(left)">
                                      <p:cBhvr>
                                        <p:cTn id="98" dur="1000"/>
                                        <p:tgtEl>
                                          <p:spTgt spid="177190"/>
                                        </p:tgtEl>
                                      </p:cBhvr>
                                    </p:animEffect>
                                  </p:childTnLst>
                                </p:cTn>
                              </p:par>
                            </p:childTnLst>
                          </p:cTn>
                        </p:par>
                      </p:childTnLst>
                    </p:cTn>
                  </p:par>
                  <p:par>
                    <p:cTn id="99" fill="hold">
                      <p:stCondLst>
                        <p:cond delay="indefinite"/>
                      </p:stCondLst>
                      <p:childTnLst>
                        <p:par>
                          <p:cTn id="100" fill="hold">
                            <p:stCondLst>
                              <p:cond delay="0"/>
                            </p:stCondLst>
                            <p:childTnLst>
                              <p:par>
                                <p:cTn id="101" presetID="22" presetClass="entr" presetSubtype="8" fill="hold" grpId="0" nodeType="clickEffect">
                                  <p:stCondLst>
                                    <p:cond delay="0"/>
                                  </p:stCondLst>
                                  <p:childTnLst>
                                    <p:set>
                                      <p:cBhvr>
                                        <p:cTn id="102" dur="1" fill="hold">
                                          <p:stCondLst>
                                            <p:cond delay="0"/>
                                          </p:stCondLst>
                                        </p:cTn>
                                        <p:tgtEl>
                                          <p:spTgt spid="177198"/>
                                        </p:tgtEl>
                                        <p:attrNameLst>
                                          <p:attrName>style.visibility</p:attrName>
                                        </p:attrNameLst>
                                      </p:cBhvr>
                                      <p:to>
                                        <p:strVal val="visible"/>
                                      </p:to>
                                    </p:set>
                                    <p:animEffect transition="in" filter="wipe(left)">
                                      <p:cBhvr>
                                        <p:cTn id="103" dur="1000"/>
                                        <p:tgtEl>
                                          <p:spTgt spid="177198"/>
                                        </p:tgtEl>
                                      </p:cBhvr>
                                    </p:animEffect>
                                  </p:childTnLst>
                                </p:cTn>
                              </p:par>
                            </p:childTnLst>
                          </p:cTn>
                        </p:par>
                      </p:childTnLst>
                    </p:cTn>
                  </p:par>
                  <p:par>
                    <p:cTn id="104" fill="hold">
                      <p:stCondLst>
                        <p:cond delay="indefinite"/>
                      </p:stCondLst>
                      <p:childTnLst>
                        <p:par>
                          <p:cTn id="105" fill="hold">
                            <p:stCondLst>
                              <p:cond delay="0"/>
                            </p:stCondLst>
                            <p:childTnLst>
                              <p:par>
                                <p:cTn id="106" presetID="22" presetClass="entr" presetSubtype="8" fill="hold" nodeType="clickEffect">
                                  <p:stCondLst>
                                    <p:cond delay="0"/>
                                  </p:stCondLst>
                                  <p:childTnLst>
                                    <p:set>
                                      <p:cBhvr>
                                        <p:cTn id="107" dur="1" fill="hold">
                                          <p:stCondLst>
                                            <p:cond delay="0"/>
                                          </p:stCondLst>
                                        </p:cTn>
                                        <p:tgtEl>
                                          <p:spTgt spid="177192"/>
                                        </p:tgtEl>
                                        <p:attrNameLst>
                                          <p:attrName>style.visibility</p:attrName>
                                        </p:attrNameLst>
                                      </p:cBhvr>
                                      <p:to>
                                        <p:strVal val="visible"/>
                                      </p:to>
                                    </p:set>
                                    <p:animEffect transition="in" filter="wipe(left)">
                                      <p:cBhvr>
                                        <p:cTn id="108" dur="1000"/>
                                        <p:tgtEl>
                                          <p:spTgt spid="177192"/>
                                        </p:tgtEl>
                                      </p:cBhvr>
                                    </p:animEffect>
                                  </p:childTnLst>
                                </p:cTn>
                              </p:par>
                            </p:childTnLst>
                          </p:cTn>
                        </p:par>
                      </p:childTnLst>
                    </p:cTn>
                  </p:par>
                  <p:par>
                    <p:cTn id="109" fill="hold">
                      <p:stCondLst>
                        <p:cond delay="indefinite"/>
                      </p:stCondLst>
                      <p:childTnLst>
                        <p:par>
                          <p:cTn id="110" fill="hold">
                            <p:stCondLst>
                              <p:cond delay="0"/>
                            </p:stCondLst>
                            <p:childTnLst>
                              <p:par>
                                <p:cTn id="111" presetID="22" presetClass="entr" presetSubtype="8" fill="hold" grpId="0" nodeType="clickEffect">
                                  <p:stCondLst>
                                    <p:cond delay="0"/>
                                  </p:stCondLst>
                                  <p:childTnLst>
                                    <p:set>
                                      <p:cBhvr>
                                        <p:cTn id="112" dur="1" fill="hold">
                                          <p:stCondLst>
                                            <p:cond delay="0"/>
                                          </p:stCondLst>
                                        </p:cTn>
                                        <p:tgtEl>
                                          <p:spTgt spid="177193"/>
                                        </p:tgtEl>
                                        <p:attrNameLst>
                                          <p:attrName>style.visibility</p:attrName>
                                        </p:attrNameLst>
                                      </p:cBhvr>
                                      <p:to>
                                        <p:strVal val="visible"/>
                                      </p:to>
                                    </p:set>
                                    <p:animEffect transition="in" filter="wipe(left)">
                                      <p:cBhvr>
                                        <p:cTn id="113" dur="1000"/>
                                        <p:tgtEl>
                                          <p:spTgt spid="177193"/>
                                        </p:tgtEl>
                                      </p:cBhvr>
                                    </p:animEffect>
                                  </p:childTnLst>
                                </p:cTn>
                              </p:par>
                            </p:childTnLst>
                          </p:cTn>
                        </p:par>
                      </p:childTnLst>
                    </p:cTn>
                  </p:par>
                  <p:par>
                    <p:cTn id="114" fill="hold">
                      <p:stCondLst>
                        <p:cond delay="indefinite"/>
                      </p:stCondLst>
                      <p:childTnLst>
                        <p:par>
                          <p:cTn id="115" fill="hold">
                            <p:stCondLst>
                              <p:cond delay="0"/>
                            </p:stCondLst>
                            <p:childTnLst>
                              <p:par>
                                <p:cTn id="116" presetID="22" presetClass="entr" presetSubtype="8" fill="hold" grpId="0" nodeType="clickEffect">
                                  <p:stCondLst>
                                    <p:cond delay="0"/>
                                  </p:stCondLst>
                                  <p:childTnLst>
                                    <p:set>
                                      <p:cBhvr>
                                        <p:cTn id="117" dur="1" fill="hold">
                                          <p:stCondLst>
                                            <p:cond delay="0"/>
                                          </p:stCondLst>
                                        </p:cTn>
                                        <p:tgtEl>
                                          <p:spTgt spid="177194"/>
                                        </p:tgtEl>
                                        <p:attrNameLst>
                                          <p:attrName>style.visibility</p:attrName>
                                        </p:attrNameLst>
                                      </p:cBhvr>
                                      <p:to>
                                        <p:strVal val="visible"/>
                                      </p:to>
                                    </p:set>
                                    <p:animEffect transition="in" filter="wipe(left)">
                                      <p:cBhvr>
                                        <p:cTn id="118" dur="1000"/>
                                        <p:tgtEl>
                                          <p:spTgt spid="177194"/>
                                        </p:tgtEl>
                                      </p:cBhvr>
                                    </p:animEffect>
                                  </p:childTnLst>
                                </p:cTn>
                              </p:par>
                            </p:childTnLst>
                          </p:cTn>
                        </p:par>
                      </p:childTnLst>
                    </p:cTn>
                  </p:par>
                  <p:par>
                    <p:cTn id="119" fill="hold">
                      <p:stCondLst>
                        <p:cond delay="indefinite"/>
                      </p:stCondLst>
                      <p:childTnLst>
                        <p:par>
                          <p:cTn id="120" fill="hold">
                            <p:stCondLst>
                              <p:cond delay="0"/>
                            </p:stCondLst>
                            <p:childTnLst>
                              <p:par>
                                <p:cTn id="121" presetID="22" presetClass="entr" presetSubtype="8" fill="hold" grpId="0" nodeType="clickEffect">
                                  <p:stCondLst>
                                    <p:cond delay="0"/>
                                  </p:stCondLst>
                                  <p:childTnLst>
                                    <p:set>
                                      <p:cBhvr>
                                        <p:cTn id="122" dur="1" fill="hold">
                                          <p:stCondLst>
                                            <p:cond delay="0"/>
                                          </p:stCondLst>
                                        </p:cTn>
                                        <p:tgtEl>
                                          <p:spTgt spid="177196"/>
                                        </p:tgtEl>
                                        <p:attrNameLst>
                                          <p:attrName>style.visibility</p:attrName>
                                        </p:attrNameLst>
                                      </p:cBhvr>
                                      <p:to>
                                        <p:strVal val="visible"/>
                                      </p:to>
                                    </p:set>
                                    <p:animEffect transition="in" filter="wipe(left)">
                                      <p:cBhvr>
                                        <p:cTn id="123" dur="1000"/>
                                        <p:tgtEl>
                                          <p:spTgt spid="177196"/>
                                        </p:tgtEl>
                                      </p:cBhvr>
                                    </p:animEffect>
                                  </p:childTnLst>
                                </p:cTn>
                              </p:par>
                            </p:childTnLst>
                          </p:cTn>
                        </p:par>
                      </p:childTnLst>
                    </p:cTn>
                  </p:par>
                  <p:par>
                    <p:cTn id="124" fill="hold">
                      <p:stCondLst>
                        <p:cond delay="indefinite"/>
                      </p:stCondLst>
                      <p:childTnLst>
                        <p:par>
                          <p:cTn id="125" fill="hold">
                            <p:stCondLst>
                              <p:cond delay="0"/>
                            </p:stCondLst>
                            <p:childTnLst>
                              <p:par>
                                <p:cTn id="126" presetID="22" presetClass="entr" presetSubtype="8" fill="hold" grpId="0" nodeType="clickEffect">
                                  <p:stCondLst>
                                    <p:cond delay="0"/>
                                  </p:stCondLst>
                                  <p:childTnLst>
                                    <p:set>
                                      <p:cBhvr>
                                        <p:cTn id="127" dur="1" fill="hold">
                                          <p:stCondLst>
                                            <p:cond delay="0"/>
                                          </p:stCondLst>
                                        </p:cTn>
                                        <p:tgtEl>
                                          <p:spTgt spid="177191"/>
                                        </p:tgtEl>
                                        <p:attrNameLst>
                                          <p:attrName>style.visibility</p:attrName>
                                        </p:attrNameLst>
                                      </p:cBhvr>
                                      <p:to>
                                        <p:strVal val="visible"/>
                                      </p:to>
                                    </p:set>
                                    <p:animEffect transition="in" filter="wipe(left)">
                                      <p:cBhvr>
                                        <p:cTn id="128" dur="1000"/>
                                        <p:tgtEl>
                                          <p:spTgt spid="177191"/>
                                        </p:tgtEl>
                                      </p:cBhvr>
                                    </p:animEffect>
                                  </p:childTnLst>
                                </p:cTn>
                              </p:par>
                            </p:childTnLst>
                          </p:cTn>
                        </p:par>
                      </p:childTnLst>
                    </p:cTn>
                  </p:par>
                  <p:par>
                    <p:cTn id="129" fill="hold">
                      <p:stCondLst>
                        <p:cond delay="indefinite"/>
                      </p:stCondLst>
                      <p:childTnLst>
                        <p:par>
                          <p:cTn id="130" fill="hold">
                            <p:stCondLst>
                              <p:cond delay="0"/>
                            </p:stCondLst>
                            <p:childTnLst>
                              <p:par>
                                <p:cTn id="131" presetID="22" presetClass="entr" presetSubtype="8" fill="hold" grpId="0" nodeType="clickEffect">
                                  <p:stCondLst>
                                    <p:cond delay="0"/>
                                  </p:stCondLst>
                                  <p:childTnLst>
                                    <p:set>
                                      <p:cBhvr>
                                        <p:cTn id="132" dur="1" fill="hold">
                                          <p:stCondLst>
                                            <p:cond delay="0"/>
                                          </p:stCondLst>
                                        </p:cTn>
                                        <p:tgtEl>
                                          <p:spTgt spid="177197"/>
                                        </p:tgtEl>
                                        <p:attrNameLst>
                                          <p:attrName>style.visibility</p:attrName>
                                        </p:attrNameLst>
                                      </p:cBhvr>
                                      <p:to>
                                        <p:strVal val="visible"/>
                                      </p:to>
                                    </p:set>
                                    <p:animEffect transition="in" filter="wipe(left)">
                                      <p:cBhvr>
                                        <p:cTn id="133" dur="1000"/>
                                        <p:tgtEl>
                                          <p:spTgt spid="177197"/>
                                        </p:tgtEl>
                                      </p:cBhvr>
                                    </p:animEffect>
                                  </p:childTnLst>
                                </p:cTn>
                              </p:par>
                            </p:childTnLst>
                          </p:cTn>
                        </p:par>
                      </p:childTnLst>
                    </p:cTn>
                  </p:par>
                  <p:par>
                    <p:cTn id="134" fill="hold">
                      <p:stCondLst>
                        <p:cond delay="indefinite"/>
                      </p:stCondLst>
                      <p:childTnLst>
                        <p:par>
                          <p:cTn id="135" fill="hold">
                            <p:stCondLst>
                              <p:cond delay="0"/>
                            </p:stCondLst>
                            <p:childTnLst>
                              <p:par>
                                <p:cTn id="136" presetID="22" presetClass="entr" presetSubtype="8" fill="hold" grpId="0" nodeType="clickEffect">
                                  <p:stCondLst>
                                    <p:cond delay="0"/>
                                  </p:stCondLst>
                                  <p:childTnLst>
                                    <p:set>
                                      <p:cBhvr>
                                        <p:cTn id="137" dur="1" fill="hold">
                                          <p:stCondLst>
                                            <p:cond delay="0"/>
                                          </p:stCondLst>
                                        </p:cTn>
                                        <p:tgtEl>
                                          <p:spTgt spid="177195"/>
                                        </p:tgtEl>
                                        <p:attrNameLst>
                                          <p:attrName>style.visibility</p:attrName>
                                        </p:attrNameLst>
                                      </p:cBhvr>
                                      <p:to>
                                        <p:strVal val="visible"/>
                                      </p:to>
                                    </p:set>
                                    <p:animEffect transition="in" filter="wipe(left)">
                                      <p:cBhvr>
                                        <p:cTn id="138" dur="1000"/>
                                        <p:tgtEl>
                                          <p:spTgt spid="177195"/>
                                        </p:tgtEl>
                                      </p:cBhvr>
                                    </p:animEffect>
                                  </p:childTnLst>
                                </p:cTn>
                              </p:par>
                            </p:childTnLst>
                          </p:cTn>
                        </p:par>
                      </p:childTnLst>
                    </p:cTn>
                  </p:par>
                  <p:par>
                    <p:cTn id="139" fill="hold">
                      <p:stCondLst>
                        <p:cond delay="indefinite"/>
                      </p:stCondLst>
                      <p:childTnLst>
                        <p:par>
                          <p:cTn id="140" fill="hold">
                            <p:stCondLst>
                              <p:cond delay="0"/>
                            </p:stCondLst>
                            <p:childTnLst>
                              <p:par>
                                <p:cTn id="141" presetID="22" presetClass="entr" presetSubtype="8" fill="hold" grpId="0" nodeType="clickEffect">
                                  <p:stCondLst>
                                    <p:cond delay="0"/>
                                  </p:stCondLst>
                                  <p:childTnLst>
                                    <p:set>
                                      <p:cBhvr>
                                        <p:cTn id="142" dur="1" fill="hold">
                                          <p:stCondLst>
                                            <p:cond delay="0"/>
                                          </p:stCondLst>
                                        </p:cTn>
                                        <p:tgtEl>
                                          <p:spTgt spid="48"/>
                                        </p:tgtEl>
                                        <p:attrNameLst>
                                          <p:attrName>style.visibility</p:attrName>
                                        </p:attrNameLst>
                                      </p:cBhvr>
                                      <p:to>
                                        <p:strVal val="visible"/>
                                      </p:to>
                                    </p:set>
                                    <p:animEffect transition="in" filter="wipe(left)">
                                      <p:cBhvr>
                                        <p:cTn id="143" dur="5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7154" grpId="0" animBg="1"/>
      <p:bldP spid="177155" grpId="0"/>
      <p:bldP spid="177174" grpId="0"/>
      <p:bldP spid="177175" grpId="0"/>
      <p:bldP spid="177176" grpId="0"/>
      <p:bldP spid="177177" grpId="0"/>
      <p:bldP spid="177179" grpId="0"/>
      <p:bldP spid="177181" grpId="0"/>
      <p:bldP spid="177183" grpId="0"/>
      <p:bldP spid="177186" grpId="0"/>
      <p:bldP spid="177188" grpId="0"/>
      <p:bldP spid="177189" grpId="0" animBg="1"/>
      <p:bldP spid="177190" grpId="0"/>
      <p:bldP spid="177191" grpId="0"/>
      <p:bldP spid="177193" grpId="0"/>
      <p:bldP spid="177194" grpId="0"/>
      <p:bldP spid="177195" grpId="0"/>
      <p:bldP spid="177196" grpId="0"/>
      <p:bldP spid="177197" grpId="0"/>
      <p:bldP spid="177198" grpId="0"/>
      <p:bldP spid="48"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41" name="Text Box 41"/>
          <p:cNvSpPr txBox="1">
            <a:spLocks noChangeArrowheads="1"/>
          </p:cNvSpPr>
          <p:nvPr/>
        </p:nvSpPr>
        <p:spPr bwMode="auto">
          <a:xfrm>
            <a:off x="257175" y="461963"/>
            <a:ext cx="7699375" cy="519112"/>
          </a:xfrm>
          <a:prstGeom prst="rect">
            <a:avLst/>
          </a:prstGeom>
          <a:noFill/>
          <a:ln w="12700" cap="sq">
            <a:noFill/>
            <a:miter lim="800000"/>
            <a:headEnd type="none" w="sm" len="sm"/>
            <a:tailEnd type="none" w="sm" len="sm"/>
          </a:ln>
        </p:spPr>
        <p:txBody>
          <a:bodyPr>
            <a:spAutoFit/>
          </a:bodyPr>
          <a:lstStyle/>
          <a:p>
            <a:pPr algn="ctr">
              <a:lnSpc>
                <a:spcPct val="100000"/>
              </a:lnSpc>
              <a:spcBef>
                <a:spcPct val="0"/>
              </a:spcBef>
            </a:pPr>
            <a:r>
              <a:rPr lang="en-US" altLang="zh-CN" sz="2800">
                <a:solidFill>
                  <a:srgbClr val="002060"/>
                </a:solidFill>
                <a:ea typeface="黑体" pitchFamily="49" charset="-122"/>
              </a:rPr>
              <a:t>§2.3    </a:t>
            </a:r>
            <a:r>
              <a:rPr lang="zh-CN" altLang="en-US" sz="2800">
                <a:solidFill>
                  <a:srgbClr val="002060"/>
                </a:solidFill>
                <a:ea typeface="黑体" pitchFamily="49" charset="-122"/>
              </a:rPr>
              <a:t>刚体转动定理 </a:t>
            </a:r>
          </a:p>
        </p:txBody>
      </p:sp>
      <p:sp>
        <p:nvSpPr>
          <p:cNvPr id="179242" name="Text Box 42"/>
          <p:cNvSpPr txBox="1">
            <a:spLocks noChangeArrowheads="1"/>
          </p:cNvSpPr>
          <p:nvPr/>
        </p:nvSpPr>
        <p:spPr bwMode="auto">
          <a:xfrm>
            <a:off x="215900" y="1100138"/>
            <a:ext cx="4140200" cy="457200"/>
          </a:xfrm>
          <a:prstGeom prst="rect">
            <a:avLst/>
          </a:prstGeom>
          <a:noFill/>
          <a:ln w="9525" algn="ctr">
            <a:noFill/>
            <a:miter lim="800000"/>
            <a:headEnd type="none" w="sm" len="sm"/>
            <a:tailEnd type="none" w="sm" len="sm"/>
          </a:ln>
        </p:spPr>
        <p:txBody>
          <a:bodyPr>
            <a:spAutoFit/>
          </a:bodyPr>
          <a:lstStyle/>
          <a:p>
            <a:pPr>
              <a:lnSpc>
                <a:spcPct val="100000"/>
              </a:lnSpc>
            </a:pPr>
            <a:r>
              <a:rPr lang="en-US" altLang="zh-CN" sz="2400">
                <a:solidFill>
                  <a:srgbClr val="0000FF"/>
                </a:solidFill>
                <a:ea typeface="宋体" pitchFamily="2" charset="-122"/>
              </a:rPr>
              <a:t>2.3.1  </a:t>
            </a:r>
            <a:r>
              <a:rPr lang="zh-CN" altLang="en-US" sz="2400">
                <a:solidFill>
                  <a:srgbClr val="0000FF"/>
                </a:solidFill>
                <a:ea typeface="宋体" pitchFamily="2" charset="-122"/>
              </a:rPr>
              <a:t>力矩</a:t>
            </a:r>
          </a:p>
        </p:txBody>
      </p:sp>
      <p:sp>
        <p:nvSpPr>
          <p:cNvPr id="179254" name="Text Box 54"/>
          <p:cNvSpPr txBox="1">
            <a:spLocks noChangeArrowheads="1"/>
          </p:cNvSpPr>
          <p:nvPr/>
        </p:nvSpPr>
        <p:spPr bwMode="auto">
          <a:xfrm>
            <a:off x="385763" y="1612900"/>
            <a:ext cx="863600" cy="512763"/>
          </a:xfrm>
          <a:prstGeom prst="rect">
            <a:avLst/>
          </a:prstGeom>
          <a:noFill/>
          <a:ln w="9525">
            <a:noFill/>
            <a:miter lim="800000"/>
            <a:headEnd/>
            <a:tailEnd/>
          </a:ln>
        </p:spPr>
        <p:txBody>
          <a:bodyPr>
            <a:spAutoFit/>
          </a:bodyPr>
          <a:lstStyle/>
          <a:p>
            <a:pPr>
              <a:lnSpc>
                <a:spcPct val="115000"/>
              </a:lnSpc>
              <a:spcBef>
                <a:spcPct val="0"/>
              </a:spcBef>
              <a:buClr>
                <a:srgbClr val="00CC00"/>
              </a:buClr>
              <a:buSzPct val="80000"/>
              <a:buFont typeface="Wingdings" pitchFamily="2" charset="2"/>
              <a:buChar char="v"/>
            </a:pPr>
            <a:r>
              <a:rPr kumimoji="0" lang="zh-CN" altLang="en-US" sz="2400">
                <a:solidFill>
                  <a:srgbClr val="FF6600"/>
                </a:solidFill>
                <a:ea typeface="宋体" pitchFamily="2" charset="-122"/>
              </a:rPr>
              <a:t>力</a:t>
            </a:r>
          </a:p>
        </p:txBody>
      </p:sp>
      <p:sp>
        <p:nvSpPr>
          <p:cNvPr id="179255" name="AutoShape 55"/>
          <p:cNvSpPr>
            <a:spLocks noChangeArrowheads="1"/>
          </p:cNvSpPr>
          <p:nvPr/>
        </p:nvSpPr>
        <p:spPr bwMode="auto">
          <a:xfrm>
            <a:off x="1249363" y="1854200"/>
            <a:ext cx="504825" cy="117475"/>
          </a:xfrm>
          <a:prstGeom prst="rightArrow">
            <a:avLst>
              <a:gd name="adj1" fmla="val 50000"/>
              <a:gd name="adj2" fmla="val 107432"/>
            </a:avLst>
          </a:prstGeom>
          <a:solidFill>
            <a:srgbClr val="0000FF"/>
          </a:solidFill>
          <a:ln w="9525">
            <a:solidFill>
              <a:schemeClr val="tx1"/>
            </a:solidFill>
            <a:miter lim="800000"/>
            <a:headEnd/>
            <a:tailEnd/>
          </a:ln>
        </p:spPr>
        <p:txBody>
          <a:bodyPr wrap="none" anchor="ctr"/>
          <a:lstStyle/>
          <a:p>
            <a:endParaRPr lang="zh-CN" altLang="en-US"/>
          </a:p>
        </p:txBody>
      </p:sp>
      <p:sp>
        <p:nvSpPr>
          <p:cNvPr id="179256" name="Text Box 56"/>
          <p:cNvSpPr txBox="1">
            <a:spLocks noChangeArrowheads="1"/>
          </p:cNvSpPr>
          <p:nvPr/>
        </p:nvSpPr>
        <p:spPr bwMode="auto">
          <a:xfrm>
            <a:off x="1836738" y="1612900"/>
            <a:ext cx="3409950" cy="512763"/>
          </a:xfrm>
          <a:prstGeom prst="rect">
            <a:avLst/>
          </a:prstGeom>
          <a:noFill/>
          <a:ln w="9525">
            <a:noFill/>
            <a:miter lim="800000"/>
            <a:headEnd/>
            <a:tailEnd/>
          </a:ln>
        </p:spPr>
        <p:txBody>
          <a:bodyPr>
            <a:spAutoFit/>
          </a:bodyPr>
          <a:lstStyle/>
          <a:p>
            <a:pPr eaLnBrk="0" hangingPunct="0">
              <a:lnSpc>
                <a:spcPct val="115000"/>
              </a:lnSpc>
              <a:spcBef>
                <a:spcPct val="0"/>
              </a:spcBef>
            </a:pPr>
            <a:r>
              <a:rPr kumimoji="0" lang="zh-CN" altLang="en-US" sz="2400">
                <a:ea typeface="宋体" pitchFamily="2" charset="-122"/>
              </a:rPr>
              <a:t>改变质点的运动状态</a:t>
            </a:r>
          </a:p>
        </p:txBody>
      </p:sp>
      <p:sp>
        <p:nvSpPr>
          <p:cNvPr id="179257" name="AutoShape 57"/>
          <p:cNvSpPr>
            <a:spLocks noChangeArrowheads="1"/>
          </p:cNvSpPr>
          <p:nvPr/>
        </p:nvSpPr>
        <p:spPr bwMode="auto">
          <a:xfrm>
            <a:off x="4876800" y="1871663"/>
            <a:ext cx="504825" cy="117475"/>
          </a:xfrm>
          <a:prstGeom prst="rightArrow">
            <a:avLst>
              <a:gd name="adj1" fmla="val 50000"/>
              <a:gd name="adj2" fmla="val 107432"/>
            </a:avLst>
          </a:prstGeom>
          <a:solidFill>
            <a:srgbClr val="0000FF"/>
          </a:solidFill>
          <a:ln w="9525">
            <a:solidFill>
              <a:schemeClr val="tx1"/>
            </a:solidFill>
            <a:miter lim="800000"/>
            <a:headEnd/>
            <a:tailEnd/>
          </a:ln>
        </p:spPr>
        <p:txBody>
          <a:bodyPr wrap="none" anchor="ctr"/>
          <a:lstStyle/>
          <a:p>
            <a:endParaRPr lang="zh-CN" altLang="en-US"/>
          </a:p>
        </p:txBody>
      </p:sp>
      <p:sp>
        <p:nvSpPr>
          <p:cNvPr id="179258" name="Text Box 58"/>
          <p:cNvSpPr txBox="1">
            <a:spLocks noChangeArrowheads="1"/>
          </p:cNvSpPr>
          <p:nvPr/>
        </p:nvSpPr>
        <p:spPr bwMode="auto">
          <a:xfrm>
            <a:off x="5392738" y="1612900"/>
            <a:ext cx="2959100" cy="512763"/>
          </a:xfrm>
          <a:prstGeom prst="rect">
            <a:avLst/>
          </a:prstGeom>
          <a:noFill/>
          <a:ln w="9525">
            <a:noFill/>
            <a:miter lim="800000"/>
            <a:headEnd/>
            <a:tailEnd/>
          </a:ln>
        </p:spPr>
        <p:txBody>
          <a:bodyPr>
            <a:spAutoFit/>
          </a:bodyPr>
          <a:lstStyle/>
          <a:p>
            <a:pPr eaLnBrk="0" hangingPunct="0">
              <a:lnSpc>
                <a:spcPct val="115000"/>
              </a:lnSpc>
              <a:spcBef>
                <a:spcPct val="0"/>
              </a:spcBef>
            </a:pPr>
            <a:r>
              <a:rPr kumimoji="0" lang="zh-CN" altLang="en-US" sz="2400">
                <a:solidFill>
                  <a:srgbClr val="CC0000"/>
                </a:solidFill>
                <a:ea typeface="宋体" pitchFamily="2" charset="-122"/>
              </a:rPr>
              <a:t>质点获得加速度</a:t>
            </a:r>
          </a:p>
        </p:txBody>
      </p:sp>
      <p:sp>
        <p:nvSpPr>
          <p:cNvPr id="179259" name="Text Box 59"/>
          <p:cNvSpPr txBox="1">
            <a:spLocks noChangeArrowheads="1"/>
          </p:cNvSpPr>
          <p:nvPr/>
        </p:nvSpPr>
        <p:spPr bwMode="auto">
          <a:xfrm>
            <a:off x="385763" y="2138363"/>
            <a:ext cx="1584325" cy="512762"/>
          </a:xfrm>
          <a:prstGeom prst="rect">
            <a:avLst/>
          </a:prstGeom>
          <a:noFill/>
          <a:ln w="9525">
            <a:noFill/>
            <a:miter lim="800000"/>
            <a:headEnd/>
            <a:tailEnd/>
          </a:ln>
        </p:spPr>
        <p:txBody>
          <a:bodyPr>
            <a:spAutoFit/>
          </a:bodyPr>
          <a:lstStyle/>
          <a:p>
            <a:pPr>
              <a:lnSpc>
                <a:spcPct val="115000"/>
              </a:lnSpc>
              <a:spcBef>
                <a:spcPct val="0"/>
              </a:spcBef>
              <a:buClr>
                <a:srgbClr val="00CC00"/>
              </a:buClr>
              <a:buSzPct val="80000"/>
              <a:buFont typeface="Wingdings" pitchFamily="2" charset="2"/>
              <a:buChar char="v"/>
            </a:pPr>
            <a:r>
              <a:rPr kumimoji="0" lang="zh-CN" altLang="en-US" sz="2400">
                <a:solidFill>
                  <a:srgbClr val="FF6600"/>
                </a:solidFill>
                <a:ea typeface="宋体" pitchFamily="2" charset="-122"/>
              </a:rPr>
              <a:t>力矩</a:t>
            </a:r>
          </a:p>
        </p:txBody>
      </p:sp>
      <p:sp>
        <p:nvSpPr>
          <p:cNvPr id="179260" name="AutoShape 60"/>
          <p:cNvSpPr>
            <a:spLocks noChangeArrowheads="1"/>
          </p:cNvSpPr>
          <p:nvPr/>
        </p:nvSpPr>
        <p:spPr bwMode="auto">
          <a:xfrm>
            <a:off x="1366838" y="2393950"/>
            <a:ext cx="504825" cy="117475"/>
          </a:xfrm>
          <a:prstGeom prst="rightArrow">
            <a:avLst>
              <a:gd name="adj1" fmla="val 50000"/>
              <a:gd name="adj2" fmla="val 107432"/>
            </a:avLst>
          </a:prstGeom>
          <a:solidFill>
            <a:srgbClr val="0000FF"/>
          </a:solidFill>
          <a:ln w="9525">
            <a:solidFill>
              <a:schemeClr val="tx1"/>
            </a:solidFill>
            <a:miter lim="800000"/>
            <a:headEnd/>
            <a:tailEnd/>
          </a:ln>
        </p:spPr>
        <p:txBody>
          <a:bodyPr wrap="none" anchor="ctr"/>
          <a:lstStyle/>
          <a:p>
            <a:endParaRPr lang="zh-CN" altLang="en-US"/>
          </a:p>
        </p:txBody>
      </p:sp>
      <p:sp>
        <p:nvSpPr>
          <p:cNvPr id="179261" name="Text Box 61"/>
          <p:cNvSpPr txBox="1">
            <a:spLocks noChangeArrowheads="1"/>
          </p:cNvSpPr>
          <p:nvPr/>
        </p:nvSpPr>
        <p:spPr bwMode="auto">
          <a:xfrm>
            <a:off x="1922463" y="2195513"/>
            <a:ext cx="3684587" cy="512762"/>
          </a:xfrm>
          <a:prstGeom prst="rect">
            <a:avLst/>
          </a:prstGeom>
          <a:noFill/>
          <a:ln w="9525">
            <a:noFill/>
            <a:miter lim="800000"/>
            <a:headEnd/>
            <a:tailEnd/>
          </a:ln>
        </p:spPr>
        <p:txBody>
          <a:bodyPr>
            <a:spAutoFit/>
          </a:bodyPr>
          <a:lstStyle/>
          <a:p>
            <a:pPr eaLnBrk="0" hangingPunct="0">
              <a:lnSpc>
                <a:spcPct val="115000"/>
              </a:lnSpc>
              <a:spcBef>
                <a:spcPct val="0"/>
              </a:spcBef>
            </a:pPr>
            <a:r>
              <a:rPr kumimoji="0" lang="zh-CN" altLang="en-US" sz="2400">
                <a:solidFill>
                  <a:schemeClr val="tx2"/>
                </a:solidFill>
                <a:ea typeface="宋体" pitchFamily="2" charset="-122"/>
              </a:rPr>
              <a:t>改变刚体的转动状态 </a:t>
            </a:r>
          </a:p>
        </p:txBody>
      </p:sp>
      <p:sp>
        <p:nvSpPr>
          <p:cNvPr id="179262" name="AutoShape 62"/>
          <p:cNvSpPr>
            <a:spLocks noChangeArrowheads="1"/>
          </p:cNvSpPr>
          <p:nvPr/>
        </p:nvSpPr>
        <p:spPr bwMode="auto">
          <a:xfrm>
            <a:off x="4967288" y="2411413"/>
            <a:ext cx="504825" cy="117475"/>
          </a:xfrm>
          <a:prstGeom prst="rightArrow">
            <a:avLst>
              <a:gd name="adj1" fmla="val 50000"/>
              <a:gd name="adj2" fmla="val 107432"/>
            </a:avLst>
          </a:prstGeom>
          <a:solidFill>
            <a:srgbClr val="0000FF"/>
          </a:solidFill>
          <a:ln w="9525">
            <a:solidFill>
              <a:schemeClr val="tx1"/>
            </a:solidFill>
            <a:miter lim="800000"/>
            <a:headEnd/>
            <a:tailEnd/>
          </a:ln>
        </p:spPr>
        <p:txBody>
          <a:bodyPr wrap="none" anchor="ctr"/>
          <a:lstStyle/>
          <a:p>
            <a:endParaRPr lang="zh-CN" altLang="en-US"/>
          </a:p>
        </p:txBody>
      </p:sp>
      <p:sp>
        <p:nvSpPr>
          <p:cNvPr id="179263" name="Text Box 63"/>
          <p:cNvSpPr txBox="1">
            <a:spLocks noChangeArrowheads="1"/>
          </p:cNvSpPr>
          <p:nvPr/>
        </p:nvSpPr>
        <p:spPr bwMode="auto">
          <a:xfrm>
            <a:off x="5511800" y="2151063"/>
            <a:ext cx="3246438" cy="512762"/>
          </a:xfrm>
          <a:prstGeom prst="rect">
            <a:avLst/>
          </a:prstGeom>
          <a:noFill/>
          <a:ln w="9525">
            <a:noFill/>
            <a:miter lim="800000"/>
            <a:headEnd/>
            <a:tailEnd/>
          </a:ln>
        </p:spPr>
        <p:txBody>
          <a:bodyPr>
            <a:spAutoFit/>
          </a:bodyPr>
          <a:lstStyle/>
          <a:p>
            <a:pPr eaLnBrk="0" hangingPunct="0">
              <a:lnSpc>
                <a:spcPct val="115000"/>
              </a:lnSpc>
              <a:spcBef>
                <a:spcPct val="0"/>
              </a:spcBef>
            </a:pPr>
            <a:r>
              <a:rPr kumimoji="0" lang="zh-CN" altLang="en-US" sz="2400">
                <a:solidFill>
                  <a:srgbClr val="CC0000"/>
                </a:solidFill>
                <a:ea typeface="宋体" pitchFamily="2" charset="-122"/>
              </a:rPr>
              <a:t>刚体获得角加速度</a:t>
            </a:r>
          </a:p>
        </p:txBody>
      </p:sp>
      <p:sp>
        <p:nvSpPr>
          <p:cNvPr id="179264" name="Text Box 64"/>
          <p:cNvSpPr txBox="1">
            <a:spLocks noChangeArrowheads="1"/>
          </p:cNvSpPr>
          <p:nvPr/>
        </p:nvSpPr>
        <p:spPr bwMode="auto">
          <a:xfrm>
            <a:off x="539750" y="2781300"/>
            <a:ext cx="2663825" cy="466725"/>
          </a:xfrm>
          <a:prstGeom prst="rect">
            <a:avLst/>
          </a:prstGeom>
          <a:solidFill>
            <a:srgbClr val="FFCCFF"/>
          </a:solidFill>
          <a:ln w="9525">
            <a:solidFill>
              <a:srgbClr val="0000FF"/>
            </a:solidFill>
            <a:miter lim="800000"/>
            <a:headEnd/>
            <a:tailEnd/>
          </a:ln>
        </p:spPr>
        <p:txBody>
          <a:bodyPr>
            <a:spAutoFit/>
          </a:bodyPr>
          <a:lstStyle/>
          <a:p>
            <a:pPr eaLnBrk="0" hangingPunct="0">
              <a:lnSpc>
                <a:spcPct val="100000"/>
              </a:lnSpc>
              <a:spcBef>
                <a:spcPct val="0"/>
              </a:spcBef>
            </a:pPr>
            <a:r>
              <a:rPr kumimoji="0" lang="zh-CN" altLang="en-US" sz="2400">
                <a:ea typeface="宋体" pitchFamily="2" charset="-122"/>
              </a:rPr>
              <a:t>力 </a:t>
            </a:r>
            <a:r>
              <a:rPr kumimoji="0" lang="en-US" altLang="zh-CN" sz="2400" i="1">
                <a:solidFill>
                  <a:srgbClr val="FF6600"/>
                </a:solidFill>
                <a:ea typeface="宋体" pitchFamily="2" charset="-122"/>
              </a:rPr>
              <a:t>F </a:t>
            </a:r>
            <a:r>
              <a:rPr kumimoji="0" lang="zh-CN" altLang="en-US" sz="2400">
                <a:ea typeface="宋体" pitchFamily="2" charset="-122"/>
              </a:rPr>
              <a:t>对</a:t>
            </a:r>
            <a:r>
              <a:rPr kumimoji="0" lang="en-US" altLang="zh-CN" sz="2400" i="1">
                <a:solidFill>
                  <a:srgbClr val="FF6600"/>
                </a:solidFill>
                <a:ea typeface="宋体" pitchFamily="2" charset="-122"/>
              </a:rPr>
              <a:t>z  </a:t>
            </a:r>
            <a:r>
              <a:rPr kumimoji="0" lang="zh-CN" altLang="en-US" sz="2400">
                <a:ea typeface="宋体" pitchFamily="2" charset="-122"/>
              </a:rPr>
              <a:t>轴的力矩</a:t>
            </a:r>
            <a:endParaRPr kumimoji="0" lang="zh-CN" altLang="en-US" sz="1800" i="1">
              <a:latin typeface="楷体_GB2312" pitchFamily="49" charset="-122"/>
            </a:endParaRPr>
          </a:p>
        </p:txBody>
      </p:sp>
      <p:graphicFrame>
        <p:nvGraphicFramePr>
          <p:cNvPr id="179265" name="Object 65"/>
          <p:cNvGraphicFramePr>
            <a:graphicFrameLocks noChangeAspect="1"/>
          </p:cNvGraphicFramePr>
          <p:nvPr/>
        </p:nvGraphicFramePr>
        <p:xfrm>
          <a:off x="684213" y="4060825"/>
          <a:ext cx="1597025" cy="411163"/>
        </p:xfrm>
        <a:graphic>
          <a:graphicData uri="http://schemas.openxmlformats.org/presentationml/2006/ole">
            <p:oleObj spid="_x0000_s24578" name="公式" r:id="rId3" imgW="888840" imgH="228600" progId="Equation.3">
              <p:embed/>
            </p:oleObj>
          </a:graphicData>
        </a:graphic>
      </p:graphicFrame>
      <p:sp>
        <p:nvSpPr>
          <p:cNvPr id="179266" name="Line 66"/>
          <p:cNvSpPr>
            <a:spLocks noChangeShapeType="1"/>
          </p:cNvSpPr>
          <p:nvPr/>
        </p:nvSpPr>
        <p:spPr bwMode="auto">
          <a:xfrm flipH="1">
            <a:off x="6731000" y="5060950"/>
            <a:ext cx="1588" cy="695325"/>
          </a:xfrm>
          <a:prstGeom prst="line">
            <a:avLst/>
          </a:prstGeom>
          <a:noFill/>
          <a:ln w="50800">
            <a:solidFill>
              <a:srgbClr val="FF0000"/>
            </a:solidFill>
            <a:round/>
            <a:headEnd/>
            <a:tailEnd/>
          </a:ln>
        </p:spPr>
        <p:txBody>
          <a:bodyPr wrap="none" anchor="ctr"/>
          <a:lstStyle/>
          <a:p>
            <a:endParaRPr lang="zh-CN" altLang="en-US"/>
          </a:p>
        </p:txBody>
      </p:sp>
      <p:sp>
        <p:nvSpPr>
          <p:cNvPr id="179267" name="Freeform 67"/>
          <p:cNvSpPr>
            <a:spLocks/>
          </p:cNvSpPr>
          <p:nvPr/>
        </p:nvSpPr>
        <p:spPr bwMode="auto">
          <a:xfrm>
            <a:off x="5076825" y="2643188"/>
            <a:ext cx="3795713" cy="2997200"/>
          </a:xfrm>
          <a:custGeom>
            <a:avLst/>
            <a:gdLst>
              <a:gd name="T0" fmla="*/ 2147483647 w 2391"/>
              <a:gd name="T1" fmla="*/ 32762829 h 1888"/>
              <a:gd name="T2" fmla="*/ 942538574 w 2391"/>
              <a:gd name="T3" fmla="*/ 297378460 h 1888"/>
              <a:gd name="T4" fmla="*/ 115927205 w 2391"/>
              <a:gd name="T5" fmla="*/ 1683464733 h 1888"/>
              <a:gd name="T6" fmla="*/ 322580010 w 2391"/>
              <a:gd name="T7" fmla="*/ 2147483647 h 1888"/>
              <a:gd name="T8" fmla="*/ 2056447725 w 2391"/>
              <a:gd name="T9" fmla="*/ 2147483647 h 1888"/>
              <a:gd name="T10" fmla="*/ 2147483647 w 2391"/>
              <a:gd name="T11" fmla="*/ 2147483647 h 1888"/>
              <a:gd name="T12" fmla="*/ 2147483647 w 2391"/>
              <a:gd name="T13" fmla="*/ 2147483647 h 1888"/>
              <a:gd name="T14" fmla="*/ 2147483647 w 2391"/>
              <a:gd name="T15" fmla="*/ 2147483647 h 1888"/>
              <a:gd name="T16" fmla="*/ 2147483647 w 2391"/>
              <a:gd name="T17" fmla="*/ 1559977506 h 1888"/>
              <a:gd name="T18" fmla="*/ 2147483647 w 2391"/>
              <a:gd name="T19" fmla="*/ 486391023 h 1888"/>
              <a:gd name="T20" fmla="*/ 2147483647 w 2391"/>
              <a:gd name="T21" fmla="*/ 32762829 h 188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391"/>
              <a:gd name="T34" fmla="*/ 0 h 1888"/>
              <a:gd name="T35" fmla="*/ 2391 w 2391"/>
              <a:gd name="T36" fmla="*/ 1888 h 188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391" h="1888">
                <a:moveTo>
                  <a:pt x="1316" y="13"/>
                </a:moveTo>
                <a:cubicBezTo>
                  <a:pt x="1062" y="0"/>
                  <a:pt x="586" y="9"/>
                  <a:pt x="374" y="118"/>
                </a:cubicBezTo>
                <a:cubicBezTo>
                  <a:pt x="162" y="227"/>
                  <a:pt x="87" y="473"/>
                  <a:pt x="46" y="668"/>
                </a:cubicBezTo>
                <a:cubicBezTo>
                  <a:pt x="5" y="863"/>
                  <a:pt x="0" y="1116"/>
                  <a:pt x="128" y="1289"/>
                </a:cubicBezTo>
                <a:cubicBezTo>
                  <a:pt x="256" y="1462"/>
                  <a:pt x="645" y="1613"/>
                  <a:pt x="816" y="1708"/>
                </a:cubicBezTo>
                <a:cubicBezTo>
                  <a:pt x="987" y="1803"/>
                  <a:pt x="997" y="1838"/>
                  <a:pt x="1153" y="1858"/>
                </a:cubicBezTo>
                <a:cubicBezTo>
                  <a:pt x="1309" y="1878"/>
                  <a:pt x="1551" y="1888"/>
                  <a:pt x="1750" y="1831"/>
                </a:cubicBezTo>
                <a:cubicBezTo>
                  <a:pt x="1949" y="1774"/>
                  <a:pt x="2309" y="1716"/>
                  <a:pt x="2350" y="1514"/>
                </a:cubicBezTo>
                <a:cubicBezTo>
                  <a:pt x="2391" y="1312"/>
                  <a:pt x="2072" y="839"/>
                  <a:pt x="1997" y="619"/>
                </a:cubicBezTo>
                <a:cubicBezTo>
                  <a:pt x="1922" y="399"/>
                  <a:pt x="2013" y="294"/>
                  <a:pt x="1900" y="193"/>
                </a:cubicBezTo>
                <a:cubicBezTo>
                  <a:pt x="1787" y="92"/>
                  <a:pt x="1570" y="26"/>
                  <a:pt x="1316" y="13"/>
                </a:cubicBezTo>
                <a:close/>
              </a:path>
            </a:pathLst>
          </a:custGeom>
          <a:solidFill>
            <a:srgbClr val="8FB4FF"/>
          </a:solidFill>
          <a:ln w="9525">
            <a:miter lim="800000"/>
            <a:headEnd/>
            <a:tailEnd/>
          </a:ln>
          <a:scene3d>
            <a:camera prst="legacyPerspectiveFront">
              <a:rot lat="18000000" lon="0" rev="0"/>
            </a:camera>
            <a:lightRig rig="legacyFlat2" dir="t"/>
          </a:scene3d>
          <a:sp3d extrusionH="430200" prstMaterial="legacyMetal">
            <a:bevelT w="13500" h="13500" prst="angle"/>
            <a:bevelB w="13500" h="13500" prst="angle"/>
            <a:extrusionClr>
              <a:srgbClr val="006699"/>
            </a:extrusionClr>
          </a:sp3d>
        </p:spPr>
        <p:txBody>
          <a:bodyPr wrap="none" anchor="ctr">
            <a:flatTx/>
          </a:bodyPr>
          <a:lstStyle/>
          <a:p>
            <a:endParaRPr lang="zh-CN" altLang="en-US"/>
          </a:p>
        </p:txBody>
      </p:sp>
      <p:sp>
        <p:nvSpPr>
          <p:cNvPr id="179268" name="Oval 68"/>
          <p:cNvSpPr>
            <a:spLocks noChangeArrowheads="1"/>
          </p:cNvSpPr>
          <p:nvPr/>
        </p:nvSpPr>
        <p:spPr bwMode="auto">
          <a:xfrm>
            <a:off x="6659563" y="4078288"/>
            <a:ext cx="142875" cy="71437"/>
          </a:xfrm>
          <a:prstGeom prst="ellipse">
            <a:avLst/>
          </a:prstGeom>
          <a:solidFill>
            <a:srgbClr val="CC0099"/>
          </a:solidFill>
          <a:ln w="9525">
            <a:solidFill>
              <a:srgbClr val="00FF00"/>
            </a:solidFill>
            <a:round/>
            <a:headEnd/>
            <a:tailEnd/>
          </a:ln>
        </p:spPr>
        <p:txBody>
          <a:bodyPr wrap="none" anchor="ctr"/>
          <a:lstStyle/>
          <a:p>
            <a:endParaRPr lang="zh-CN" altLang="en-US"/>
          </a:p>
        </p:txBody>
      </p:sp>
      <p:graphicFrame>
        <p:nvGraphicFramePr>
          <p:cNvPr id="179269" name="Object 69"/>
          <p:cNvGraphicFramePr>
            <a:graphicFrameLocks noChangeAspect="1"/>
          </p:cNvGraphicFramePr>
          <p:nvPr/>
        </p:nvGraphicFramePr>
        <p:xfrm>
          <a:off x="7024688" y="4022725"/>
          <a:ext cx="212725" cy="282575"/>
        </p:xfrm>
        <a:graphic>
          <a:graphicData uri="http://schemas.openxmlformats.org/presentationml/2006/ole">
            <p:oleObj spid="_x0000_s24579" name="公式" r:id="rId4" imgW="126720" imgH="164880" progId="Equation.3">
              <p:embed/>
            </p:oleObj>
          </a:graphicData>
        </a:graphic>
      </p:graphicFrame>
      <p:sp>
        <p:nvSpPr>
          <p:cNvPr id="179270" name="Oval 70"/>
          <p:cNvSpPr>
            <a:spLocks noChangeArrowheads="1"/>
          </p:cNvSpPr>
          <p:nvPr/>
        </p:nvSpPr>
        <p:spPr bwMode="auto">
          <a:xfrm>
            <a:off x="5508625" y="3690938"/>
            <a:ext cx="2447925" cy="865187"/>
          </a:xfrm>
          <a:prstGeom prst="ellipse">
            <a:avLst/>
          </a:prstGeom>
          <a:noFill/>
          <a:ln w="28575">
            <a:solidFill>
              <a:srgbClr val="FF6600"/>
            </a:solidFill>
            <a:prstDash val="dash"/>
            <a:round/>
            <a:headEnd/>
            <a:tailEnd/>
          </a:ln>
        </p:spPr>
        <p:txBody>
          <a:bodyPr wrap="none" anchor="ctr"/>
          <a:lstStyle/>
          <a:p>
            <a:endParaRPr lang="zh-CN" altLang="en-US"/>
          </a:p>
        </p:txBody>
      </p:sp>
      <p:sp>
        <p:nvSpPr>
          <p:cNvPr id="179271" name="Line 71"/>
          <p:cNvSpPr>
            <a:spLocks noChangeShapeType="1"/>
          </p:cNvSpPr>
          <p:nvPr/>
        </p:nvSpPr>
        <p:spPr bwMode="auto">
          <a:xfrm>
            <a:off x="6711950" y="2690813"/>
            <a:ext cx="26988" cy="1422400"/>
          </a:xfrm>
          <a:prstGeom prst="line">
            <a:avLst/>
          </a:prstGeom>
          <a:noFill/>
          <a:ln w="50800">
            <a:solidFill>
              <a:srgbClr val="FF0000"/>
            </a:solidFill>
            <a:round/>
            <a:headEnd type="triangle" w="med" len="med"/>
            <a:tailEnd/>
          </a:ln>
        </p:spPr>
        <p:txBody>
          <a:bodyPr wrap="none" anchor="ctr"/>
          <a:lstStyle/>
          <a:p>
            <a:endParaRPr lang="zh-CN" altLang="en-US"/>
          </a:p>
        </p:txBody>
      </p:sp>
      <p:sp>
        <p:nvSpPr>
          <p:cNvPr id="179272" name="Line 72"/>
          <p:cNvSpPr>
            <a:spLocks noChangeShapeType="1"/>
          </p:cNvSpPr>
          <p:nvPr/>
        </p:nvSpPr>
        <p:spPr bwMode="auto">
          <a:xfrm>
            <a:off x="8523288" y="3187700"/>
            <a:ext cx="19050" cy="1439863"/>
          </a:xfrm>
          <a:prstGeom prst="line">
            <a:avLst/>
          </a:prstGeom>
          <a:noFill/>
          <a:ln w="28575">
            <a:solidFill>
              <a:srgbClr val="33CC33"/>
            </a:solidFill>
            <a:prstDash val="sysDot"/>
            <a:round/>
            <a:headEnd/>
            <a:tailEnd/>
          </a:ln>
        </p:spPr>
        <p:txBody>
          <a:bodyPr wrap="none" anchor="ctr"/>
          <a:lstStyle/>
          <a:p>
            <a:endParaRPr lang="zh-CN" altLang="en-US"/>
          </a:p>
        </p:txBody>
      </p:sp>
      <p:sp>
        <p:nvSpPr>
          <p:cNvPr id="179273" name="Line 73"/>
          <p:cNvSpPr>
            <a:spLocks noChangeShapeType="1"/>
          </p:cNvSpPr>
          <p:nvPr/>
        </p:nvSpPr>
        <p:spPr bwMode="auto">
          <a:xfrm flipV="1">
            <a:off x="7451725" y="3068638"/>
            <a:ext cx="0" cy="1403350"/>
          </a:xfrm>
          <a:prstGeom prst="line">
            <a:avLst/>
          </a:prstGeom>
          <a:noFill/>
          <a:ln w="28575">
            <a:solidFill>
              <a:srgbClr val="00CC00"/>
            </a:solidFill>
            <a:round/>
            <a:headEnd/>
            <a:tailEnd type="triangle" w="med" len="lg"/>
          </a:ln>
        </p:spPr>
        <p:txBody>
          <a:bodyPr wrap="none" anchor="ctr"/>
          <a:lstStyle/>
          <a:p>
            <a:endParaRPr lang="zh-CN" altLang="en-US"/>
          </a:p>
        </p:txBody>
      </p:sp>
      <p:sp>
        <p:nvSpPr>
          <p:cNvPr id="179274" name="Line 74"/>
          <p:cNvSpPr>
            <a:spLocks noChangeShapeType="1"/>
          </p:cNvSpPr>
          <p:nvPr/>
        </p:nvSpPr>
        <p:spPr bwMode="auto">
          <a:xfrm>
            <a:off x="6731000" y="4122738"/>
            <a:ext cx="685800" cy="328612"/>
          </a:xfrm>
          <a:prstGeom prst="line">
            <a:avLst/>
          </a:prstGeom>
          <a:noFill/>
          <a:ln w="19050">
            <a:solidFill>
              <a:srgbClr val="FF6600"/>
            </a:solidFill>
            <a:round/>
            <a:headEnd/>
            <a:tailEnd type="arrow" w="med" len="med"/>
          </a:ln>
        </p:spPr>
        <p:txBody>
          <a:bodyPr wrap="none" anchor="ctr"/>
          <a:lstStyle/>
          <a:p>
            <a:endParaRPr lang="zh-CN" altLang="en-US"/>
          </a:p>
        </p:txBody>
      </p:sp>
      <p:graphicFrame>
        <p:nvGraphicFramePr>
          <p:cNvPr id="179275" name="Object 75"/>
          <p:cNvGraphicFramePr>
            <a:graphicFrameLocks noChangeAspect="1"/>
          </p:cNvGraphicFramePr>
          <p:nvPr/>
        </p:nvGraphicFramePr>
        <p:xfrm>
          <a:off x="8451850" y="4508500"/>
          <a:ext cx="346075" cy="385763"/>
        </p:xfrm>
        <a:graphic>
          <a:graphicData uri="http://schemas.openxmlformats.org/presentationml/2006/ole">
            <p:oleObj spid="_x0000_s24580" name="公式" r:id="rId5" imgW="215640" imgH="241200" progId="Equation.3">
              <p:embed/>
            </p:oleObj>
          </a:graphicData>
        </a:graphic>
      </p:graphicFrame>
      <p:graphicFrame>
        <p:nvGraphicFramePr>
          <p:cNvPr id="179276" name="Object 76"/>
          <p:cNvGraphicFramePr>
            <a:graphicFrameLocks noChangeAspect="1"/>
          </p:cNvGraphicFramePr>
          <p:nvPr/>
        </p:nvGraphicFramePr>
        <p:xfrm>
          <a:off x="7281863" y="2636838"/>
          <a:ext cx="323850" cy="407987"/>
        </p:xfrm>
        <a:graphic>
          <a:graphicData uri="http://schemas.openxmlformats.org/presentationml/2006/ole">
            <p:oleObj spid="_x0000_s24581" name="公式" r:id="rId6" imgW="203040" imgH="253800" progId="Equation.3">
              <p:embed/>
            </p:oleObj>
          </a:graphicData>
        </a:graphic>
      </p:graphicFrame>
      <p:graphicFrame>
        <p:nvGraphicFramePr>
          <p:cNvPr id="179277" name="Object 77"/>
          <p:cNvGraphicFramePr>
            <a:graphicFrameLocks noChangeAspect="1"/>
          </p:cNvGraphicFramePr>
          <p:nvPr/>
        </p:nvGraphicFramePr>
        <p:xfrm>
          <a:off x="7686675" y="4732338"/>
          <a:ext cx="327025" cy="406400"/>
        </p:xfrm>
        <a:graphic>
          <a:graphicData uri="http://schemas.openxmlformats.org/presentationml/2006/ole">
            <p:oleObj spid="_x0000_s24582" name="公式" r:id="rId7" imgW="203040" imgH="253800" progId="Equation.3">
              <p:embed/>
            </p:oleObj>
          </a:graphicData>
        </a:graphic>
      </p:graphicFrame>
      <p:graphicFrame>
        <p:nvGraphicFramePr>
          <p:cNvPr id="179278" name="Object 78"/>
          <p:cNvGraphicFramePr>
            <a:graphicFrameLocks noChangeAspect="1"/>
          </p:cNvGraphicFramePr>
          <p:nvPr/>
        </p:nvGraphicFramePr>
        <p:xfrm>
          <a:off x="7956550" y="4013200"/>
          <a:ext cx="306388" cy="407988"/>
        </p:xfrm>
        <a:graphic>
          <a:graphicData uri="http://schemas.openxmlformats.org/presentationml/2006/ole">
            <p:oleObj spid="_x0000_s24583" name="公式" r:id="rId8" imgW="190440" imgH="253800" progId="Equation.3">
              <p:embed/>
            </p:oleObj>
          </a:graphicData>
        </a:graphic>
      </p:graphicFrame>
      <p:sp>
        <p:nvSpPr>
          <p:cNvPr id="179279" name="Line 79"/>
          <p:cNvSpPr>
            <a:spLocks noChangeShapeType="1"/>
          </p:cNvSpPr>
          <p:nvPr/>
        </p:nvSpPr>
        <p:spPr bwMode="auto">
          <a:xfrm>
            <a:off x="7451725" y="3030538"/>
            <a:ext cx="1079500" cy="146050"/>
          </a:xfrm>
          <a:prstGeom prst="line">
            <a:avLst/>
          </a:prstGeom>
          <a:noFill/>
          <a:ln w="28575">
            <a:solidFill>
              <a:srgbClr val="33CC33"/>
            </a:solidFill>
            <a:prstDash val="sysDot"/>
            <a:round/>
            <a:headEnd/>
            <a:tailEnd type="none" w="med" len="lg"/>
          </a:ln>
        </p:spPr>
        <p:txBody>
          <a:bodyPr wrap="none" anchor="ctr"/>
          <a:lstStyle/>
          <a:p>
            <a:endParaRPr lang="zh-CN" altLang="en-US"/>
          </a:p>
        </p:txBody>
      </p:sp>
      <p:sp>
        <p:nvSpPr>
          <p:cNvPr id="179280" name="Line 80"/>
          <p:cNvSpPr>
            <a:spLocks noChangeShapeType="1"/>
          </p:cNvSpPr>
          <p:nvPr/>
        </p:nvSpPr>
        <p:spPr bwMode="auto">
          <a:xfrm>
            <a:off x="7956550" y="4338638"/>
            <a:ext cx="431800" cy="219075"/>
          </a:xfrm>
          <a:prstGeom prst="line">
            <a:avLst/>
          </a:prstGeom>
          <a:noFill/>
          <a:ln w="28575" cap="rnd">
            <a:solidFill>
              <a:srgbClr val="660033"/>
            </a:solidFill>
            <a:prstDash val="sysDot"/>
            <a:round/>
            <a:headEnd/>
            <a:tailEnd/>
          </a:ln>
        </p:spPr>
        <p:txBody>
          <a:bodyPr wrap="none" anchor="ctr"/>
          <a:lstStyle/>
          <a:p>
            <a:endParaRPr lang="zh-CN" altLang="en-US"/>
          </a:p>
        </p:txBody>
      </p:sp>
      <p:sp>
        <p:nvSpPr>
          <p:cNvPr id="179281" name="Line 81"/>
          <p:cNvSpPr>
            <a:spLocks noChangeShapeType="1"/>
          </p:cNvSpPr>
          <p:nvPr/>
        </p:nvSpPr>
        <p:spPr bwMode="auto">
          <a:xfrm flipV="1">
            <a:off x="7956550" y="4629150"/>
            <a:ext cx="503238" cy="142875"/>
          </a:xfrm>
          <a:prstGeom prst="line">
            <a:avLst/>
          </a:prstGeom>
          <a:noFill/>
          <a:ln w="28575" cap="rnd">
            <a:solidFill>
              <a:srgbClr val="660033"/>
            </a:solidFill>
            <a:prstDash val="sysDot"/>
            <a:round/>
            <a:headEnd/>
            <a:tailEnd/>
          </a:ln>
        </p:spPr>
        <p:txBody>
          <a:bodyPr wrap="none" anchor="ctr"/>
          <a:lstStyle/>
          <a:p>
            <a:endParaRPr lang="zh-CN" altLang="en-US"/>
          </a:p>
        </p:txBody>
      </p:sp>
      <p:sp>
        <p:nvSpPr>
          <p:cNvPr id="179282" name="Line 82"/>
          <p:cNvSpPr>
            <a:spLocks noChangeShapeType="1"/>
          </p:cNvSpPr>
          <p:nvPr/>
        </p:nvSpPr>
        <p:spPr bwMode="auto">
          <a:xfrm>
            <a:off x="7451725" y="4468813"/>
            <a:ext cx="1079500" cy="146050"/>
          </a:xfrm>
          <a:prstGeom prst="line">
            <a:avLst/>
          </a:prstGeom>
          <a:noFill/>
          <a:ln w="28575">
            <a:solidFill>
              <a:srgbClr val="00FF00"/>
            </a:solidFill>
            <a:round/>
            <a:headEnd/>
            <a:tailEnd type="triangle" w="med" len="lg"/>
          </a:ln>
        </p:spPr>
        <p:txBody>
          <a:bodyPr wrap="none" anchor="ctr"/>
          <a:lstStyle/>
          <a:p>
            <a:endParaRPr lang="zh-CN" altLang="en-US"/>
          </a:p>
        </p:txBody>
      </p:sp>
      <p:sp>
        <p:nvSpPr>
          <p:cNvPr id="179283" name="Line 83"/>
          <p:cNvSpPr>
            <a:spLocks noChangeShapeType="1"/>
          </p:cNvSpPr>
          <p:nvPr/>
        </p:nvSpPr>
        <p:spPr bwMode="auto">
          <a:xfrm>
            <a:off x="7451725" y="4481513"/>
            <a:ext cx="576263" cy="290512"/>
          </a:xfrm>
          <a:prstGeom prst="line">
            <a:avLst/>
          </a:prstGeom>
          <a:noFill/>
          <a:ln w="28575">
            <a:solidFill>
              <a:srgbClr val="660033"/>
            </a:solidFill>
            <a:round/>
            <a:headEnd/>
            <a:tailEnd type="triangle" w="med" len="lg"/>
          </a:ln>
        </p:spPr>
        <p:txBody>
          <a:bodyPr wrap="none" anchor="ctr"/>
          <a:lstStyle/>
          <a:p>
            <a:endParaRPr lang="zh-CN" altLang="en-US"/>
          </a:p>
        </p:txBody>
      </p:sp>
      <p:sp>
        <p:nvSpPr>
          <p:cNvPr id="179284" name="Line 84"/>
          <p:cNvSpPr>
            <a:spLocks noChangeShapeType="1"/>
          </p:cNvSpPr>
          <p:nvPr/>
        </p:nvSpPr>
        <p:spPr bwMode="auto">
          <a:xfrm flipV="1">
            <a:off x="7451725" y="4338638"/>
            <a:ext cx="504825" cy="142875"/>
          </a:xfrm>
          <a:prstGeom prst="line">
            <a:avLst/>
          </a:prstGeom>
          <a:noFill/>
          <a:ln w="28575">
            <a:solidFill>
              <a:srgbClr val="660033"/>
            </a:solidFill>
            <a:round/>
            <a:headEnd/>
            <a:tailEnd type="triangle" w="med" len="med"/>
          </a:ln>
        </p:spPr>
        <p:txBody>
          <a:bodyPr wrap="none" anchor="ctr"/>
          <a:lstStyle/>
          <a:p>
            <a:endParaRPr lang="zh-CN" altLang="en-US"/>
          </a:p>
        </p:txBody>
      </p:sp>
      <p:sp>
        <p:nvSpPr>
          <p:cNvPr id="179285" name="Line 85"/>
          <p:cNvSpPr>
            <a:spLocks noChangeShapeType="1"/>
          </p:cNvSpPr>
          <p:nvPr/>
        </p:nvSpPr>
        <p:spPr bwMode="auto">
          <a:xfrm flipH="1">
            <a:off x="6564313" y="4130675"/>
            <a:ext cx="142875" cy="215900"/>
          </a:xfrm>
          <a:prstGeom prst="line">
            <a:avLst/>
          </a:prstGeom>
          <a:noFill/>
          <a:ln w="19050">
            <a:solidFill>
              <a:srgbClr val="FF6600"/>
            </a:solidFill>
            <a:round/>
            <a:headEnd/>
            <a:tailEnd/>
          </a:ln>
        </p:spPr>
        <p:txBody>
          <a:bodyPr wrap="none" anchor="ctr"/>
          <a:lstStyle/>
          <a:p>
            <a:endParaRPr lang="zh-CN" altLang="en-US"/>
          </a:p>
        </p:txBody>
      </p:sp>
      <p:sp>
        <p:nvSpPr>
          <p:cNvPr id="179286" name="Text Box 86"/>
          <p:cNvSpPr txBox="1">
            <a:spLocks noChangeArrowheads="1"/>
          </p:cNvSpPr>
          <p:nvPr/>
        </p:nvSpPr>
        <p:spPr bwMode="auto">
          <a:xfrm>
            <a:off x="6223000" y="3906838"/>
            <a:ext cx="336550" cy="457200"/>
          </a:xfrm>
          <a:prstGeom prst="rect">
            <a:avLst/>
          </a:prstGeom>
          <a:noFill/>
          <a:ln w="9525">
            <a:noFill/>
            <a:miter lim="800000"/>
            <a:headEnd/>
            <a:tailEnd/>
          </a:ln>
        </p:spPr>
        <p:txBody>
          <a:bodyPr wrap="none">
            <a:spAutoFit/>
          </a:bodyPr>
          <a:lstStyle/>
          <a:p>
            <a:pPr algn="ctr">
              <a:lnSpc>
                <a:spcPct val="100000"/>
              </a:lnSpc>
              <a:spcBef>
                <a:spcPct val="0"/>
              </a:spcBef>
            </a:pPr>
            <a:r>
              <a:rPr lang="en-US" altLang="zh-CN" sz="2400" i="1">
                <a:solidFill>
                  <a:srgbClr val="66FFFF"/>
                </a:solidFill>
                <a:ea typeface="宋体" pitchFamily="2" charset="-122"/>
              </a:rPr>
              <a:t>d</a:t>
            </a:r>
          </a:p>
        </p:txBody>
      </p:sp>
      <p:grpSp>
        <p:nvGrpSpPr>
          <p:cNvPr id="2" name="Group 87"/>
          <p:cNvGrpSpPr>
            <a:grpSpLocks/>
          </p:cNvGrpSpPr>
          <p:nvPr/>
        </p:nvGrpSpPr>
        <p:grpSpPr bwMode="auto">
          <a:xfrm>
            <a:off x="6630988" y="4252913"/>
            <a:ext cx="71437" cy="107950"/>
            <a:chOff x="4014" y="2296"/>
            <a:chExt cx="45" cy="45"/>
          </a:xfrm>
        </p:grpSpPr>
        <p:sp>
          <p:nvSpPr>
            <p:cNvPr id="24633" name="Line 88"/>
            <p:cNvSpPr>
              <a:spLocks noChangeShapeType="1"/>
            </p:cNvSpPr>
            <p:nvPr/>
          </p:nvSpPr>
          <p:spPr bwMode="auto">
            <a:xfrm>
              <a:off x="4014" y="2296"/>
              <a:ext cx="45" cy="0"/>
            </a:xfrm>
            <a:prstGeom prst="line">
              <a:avLst/>
            </a:prstGeom>
            <a:noFill/>
            <a:ln w="9525">
              <a:solidFill>
                <a:srgbClr val="CC0099"/>
              </a:solidFill>
              <a:round/>
              <a:headEnd/>
              <a:tailEnd/>
            </a:ln>
          </p:spPr>
          <p:txBody>
            <a:bodyPr wrap="none" anchor="ctr"/>
            <a:lstStyle/>
            <a:p>
              <a:endParaRPr lang="zh-CN" altLang="en-US"/>
            </a:p>
          </p:txBody>
        </p:sp>
        <p:sp>
          <p:nvSpPr>
            <p:cNvPr id="24634" name="Line 89"/>
            <p:cNvSpPr>
              <a:spLocks noChangeShapeType="1"/>
            </p:cNvSpPr>
            <p:nvPr/>
          </p:nvSpPr>
          <p:spPr bwMode="auto">
            <a:xfrm flipH="1">
              <a:off x="4014" y="2296"/>
              <a:ext cx="45" cy="45"/>
            </a:xfrm>
            <a:prstGeom prst="line">
              <a:avLst/>
            </a:prstGeom>
            <a:noFill/>
            <a:ln w="9525">
              <a:solidFill>
                <a:srgbClr val="CC0099"/>
              </a:solidFill>
              <a:round/>
              <a:headEnd/>
              <a:tailEnd/>
            </a:ln>
          </p:spPr>
          <p:txBody>
            <a:bodyPr wrap="none" anchor="ctr"/>
            <a:lstStyle/>
            <a:p>
              <a:endParaRPr lang="zh-CN" altLang="en-US"/>
            </a:p>
          </p:txBody>
        </p:sp>
      </p:grpSp>
      <p:sp>
        <p:nvSpPr>
          <p:cNvPr id="179290" name="Line 90"/>
          <p:cNvSpPr>
            <a:spLocks noChangeShapeType="1"/>
          </p:cNvSpPr>
          <p:nvPr/>
        </p:nvSpPr>
        <p:spPr bwMode="auto">
          <a:xfrm>
            <a:off x="6424613" y="4337050"/>
            <a:ext cx="1079500" cy="146050"/>
          </a:xfrm>
          <a:prstGeom prst="line">
            <a:avLst/>
          </a:prstGeom>
          <a:noFill/>
          <a:ln w="28575">
            <a:solidFill>
              <a:srgbClr val="00FF00"/>
            </a:solidFill>
            <a:prstDash val="dash"/>
            <a:round/>
            <a:headEnd/>
            <a:tailEnd type="none" w="med" len="lg"/>
          </a:ln>
        </p:spPr>
        <p:txBody>
          <a:bodyPr wrap="none" anchor="ctr"/>
          <a:lstStyle/>
          <a:p>
            <a:endParaRPr lang="zh-CN" altLang="en-US"/>
          </a:p>
        </p:txBody>
      </p:sp>
      <p:sp>
        <p:nvSpPr>
          <p:cNvPr id="179291" name="Oval 91"/>
          <p:cNvSpPr>
            <a:spLocks noChangeArrowheads="1"/>
          </p:cNvSpPr>
          <p:nvPr/>
        </p:nvSpPr>
        <p:spPr bwMode="auto">
          <a:xfrm>
            <a:off x="7415213" y="4435475"/>
            <a:ext cx="73025" cy="71438"/>
          </a:xfrm>
          <a:prstGeom prst="ellipse">
            <a:avLst/>
          </a:prstGeom>
          <a:solidFill>
            <a:srgbClr val="FF7C80"/>
          </a:solidFill>
          <a:ln w="38100">
            <a:solidFill>
              <a:srgbClr val="FF7C80"/>
            </a:solidFill>
            <a:round/>
            <a:headEnd/>
            <a:tailEnd/>
          </a:ln>
        </p:spPr>
        <p:txBody>
          <a:bodyPr wrap="none" anchor="ctr"/>
          <a:lstStyle/>
          <a:p>
            <a:pPr algn="ctr">
              <a:lnSpc>
                <a:spcPct val="100000"/>
              </a:lnSpc>
              <a:spcBef>
                <a:spcPct val="0"/>
              </a:spcBef>
            </a:pPr>
            <a:endParaRPr lang="zh-CN" altLang="zh-CN" sz="2400">
              <a:solidFill>
                <a:srgbClr val="FFFFFF"/>
              </a:solidFill>
              <a:ea typeface="宋体" pitchFamily="2" charset="-122"/>
            </a:endParaRPr>
          </a:p>
        </p:txBody>
      </p:sp>
      <p:graphicFrame>
        <p:nvGraphicFramePr>
          <p:cNvPr id="179292" name="Object 92"/>
          <p:cNvGraphicFramePr>
            <a:graphicFrameLocks noChangeAspect="1"/>
          </p:cNvGraphicFramePr>
          <p:nvPr/>
        </p:nvGraphicFramePr>
        <p:xfrm>
          <a:off x="8451850" y="4508500"/>
          <a:ext cx="266700" cy="325438"/>
        </p:xfrm>
        <a:graphic>
          <a:graphicData uri="http://schemas.openxmlformats.org/presentationml/2006/ole">
            <p:oleObj spid="_x0000_s24584" name="公式" r:id="rId9" imgW="164880" imgH="203040" progId="Equation.3">
              <p:embed/>
            </p:oleObj>
          </a:graphicData>
        </a:graphic>
      </p:graphicFrame>
      <p:sp>
        <p:nvSpPr>
          <p:cNvPr id="179293" name="Text Box 93"/>
          <p:cNvSpPr txBox="1">
            <a:spLocks noChangeArrowheads="1"/>
          </p:cNvSpPr>
          <p:nvPr/>
        </p:nvSpPr>
        <p:spPr bwMode="auto">
          <a:xfrm>
            <a:off x="7188200" y="4483100"/>
            <a:ext cx="387350" cy="457200"/>
          </a:xfrm>
          <a:prstGeom prst="rect">
            <a:avLst/>
          </a:prstGeom>
          <a:noFill/>
          <a:ln w="9525">
            <a:noFill/>
            <a:miter lim="800000"/>
            <a:headEnd/>
            <a:tailEnd/>
          </a:ln>
        </p:spPr>
        <p:txBody>
          <a:bodyPr wrap="none">
            <a:spAutoFit/>
          </a:bodyPr>
          <a:lstStyle/>
          <a:p>
            <a:pPr algn="ctr">
              <a:lnSpc>
                <a:spcPct val="100000"/>
              </a:lnSpc>
              <a:spcBef>
                <a:spcPct val="0"/>
              </a:spcBef>
            </a:pPr>
            <a:r>
              <a:rPr lang="en-US" altLang="zh-CN" sz="2400" i="1">
                <a:solidFill>
                  <a:srgbClr val="FF66FF"/>
                </a:solidFill>
                <a:ea typeface="宋体" pitchFamily="2" charset="-122"/>
              </a:rPr>
              <a:t>A</a:t>
            </a:r>
          </a:p>
        </p:txBody>
      </p:sp>
      <p:graphicFrame>
        <p:nvGraphicFramePr>
          <p:cNvPr id="179294" name="Object 94"/>
          <p:cNvGraphicFramePr>
            <a:graphicFrameLocks/>
          </p:cNvGraphicFramePr>
          <p:nvPr/>
        </p:nvGraphicFramePr>
        <p:xfrm>
          <a:off x="6403975" y="2762250"/>
          <a:ext cx="201613" cy="215900"/>
        </p:xfrm>
        <a:graphic>
          <a:graphicData uri="http://schemas.openxmlformats.org/presentationml/2006/ole">
            <p:oleObj spid="_x0000_s24585" name="公式" r:id="rId10" imgW="203040" imgH="215640" progId="Equation.3">
              <p:embed/>
            </p:oleObj>
          </a:graphicData>
        </a:graphic>
      </p:graphicFrame>
      <p:sp>
        <p:nvSpPr>
          <p:cNvPr id="179295" name="Text Box 95"/>
          <p:cNvSpPr txBox="1">
            <a:spLocks noChangeArrowheads="1"/>
          </p:cNvSpPr>
          <p:nvPr/>
        </p:nvSpPr>
        <p:spPr bwMode="auto">
          <a:xfrm flipH="1">
            <a:off x="6678613" y="4059238"/>
            <a:ext cx="333375" cy="396875"/>
          </a:xfrm>
          <a:prstGeom prst="rect">
            <a:avLst/>
          </a:prstGeom>
          <a:noFill/>
          <a:ln w="19050">
            <a:noFill/>
            <a:miter lim="800000"/>
            <a:headEnd/>
            <a:tailEnd/>
          </a:ln>
        </p:spPr>
        <p:txBody>
          <a:bodyPr>
            <a:spAutoFit/>
          </a:bodyPr>
          <a:lstStyle/>
          <a:p>
            <a:pPr algn="ctr">
              <a:lnSpc>
                <a:spcPct val="100000"/>
              </a:lnSpc>
              <a:spcBef>
                <a:spcPct val="0"/>
              </a:spcBef>
            </a:pPr>
            <a:r>
              <a:rPr lang="en-US" altLang="zh-CN" sz="2000" i="1">
                <a:solidFill>
                  <a:srgbClr val="66FFFF"/>
                </a:solidFill>
                <a:latin typeface="Symbol" pitchFamily="18" charset="2"/>
                <a:ea typeface="宋体" pitchFamily="2" charset="-122"/>
                <a:sym typeface="Symbol" pitchFamily="18" charset="2"/>
              </a:rPr>
              <a:t>q</a:t>
            </a:r>
          </a:p>
        </p:txBody>
      </p:sp>
      <p:sp>
        <p:nvSpPr>
          <p:cNvPr id="179296" name="Arc 96"/>
          <p:cNvSpPr>
            <a:spLocks/>
          </p:cNvSpPr>
          <p:nvPr/>
        </p:nvSpPr>
        <p:spPr bwMode="auto">
          <a:xfrm rot="7529080">
            <a:off x="7132638" y="4262438"/>
            <a:ext cx="158750" cy="355600"/>
          </a:xfrm>
          <a:custGeom>
            <a:avLst/>
            <a:gdLst>
              <a:gd name="T0" fmla="*/ 45085740 w 9420"/>
              <a:gd name="T1" fmla="*/ 89889496 h 21344"/>
              <a:gd name="T2" fmla="*/ 15880407 w 9420"/>
              <a:gd name="T3" fmla="*/ 98703721 h 21344"/>
              <a:gd name="T4" fmla="*/ 0 w 9420"/>
              <a:gd name="T5" fmla="*/ 0 h 21344"/>
              <a:gd name="T6" fmla="*/ 0 60000 65536"/>
              <a:gd name="T7" fmla="*/ 0 60000 65536"/>
              <a:gd name="T8" fmla="*/ 0 60000 65536"/>
              <a:gd name="T9" fmla="*/ 0 w 9420"/>
              <a:gd name="T10" fmla="*/ 0 h 21344"/>
              <a:gd name="T11" fmla="*/ 9420 w 9420"/>
              <a:gd name="T12" fmla="*/ 21344 h 21344"/>
            </a:gdLst>
            <a:ahLst/>
            <a:cxnLst>
              <a:cxn ang="T6">
                <a:pos x="T0" y="T1"/>
              </a:cxn>
              <a:cxn ang="T7">
                <a:pos x="T2" y="T3"/>
              </a:cxn>
              <a:cxn ang="T8">
                <a:pos x="T4" y="T5"/>
              </a:cxn>
            </a:cxnLst>
            <a:rect l="T9" t="T10" r="T11" b="T12"/>
            <a:pathLst>
              <a:path w="9420" h="21344" fill="none" extrusionOk="0">
                <a:moveTo>
                  <a:pt x="9419" y="19437"/>
                </a:moveTo>
                <a:cubicBezTo>
                  <a:pt x="7491" y="20372"/>
                  <a:pt x="5435" y="21014"/>
                  <a:pt x="3317" y="21343"/>
                </a:cubicBezTo>
              </a:path>
              <a:path w="9420" h="21344" stroke="0" extrusionOk="0">
                <a:moveTo>
                  <a:pt x="9419" y="19437"/>
                </a:moveTo>
                <a:cubicBezTo>
                  <a:pt x="7491" y="20372"/>
                  <a:pt x="5435" y="21014"/>
                  <a:pt x="3317" y="21343"/>
                </a:cubicBezTo>
                <a:lnTo>
                  <a:pt x="0" y="0"/>
                </a:lnTo>
                <a:close/>
              </a:path>
            </a:pathLst>
          </a:custGeom>
          <a:noFill/>
          <a:ln w="19050">
            <a:solidFill>
              <a:srgbClr val="CC0099"/>
            </a:solidFill>
            <a:round/>
            <a:headEnd/>
            <a:tailEnd/>
          </a:ln>
        </p:spPr>
        <p:txBody>
          <a:bodyPr wrap="none" anchor="ctr"/>
          <a:lstStyle/>
          <a:p>
            <a:endParaRPr lang="zh-CN" altLang="en-US"/>
          </a:p>
        </p:txBody>
      </p:sp>
      <p:graphicFrame>
        <p:nvGraphicFramePr>
          <p:cNvPr id="179297" name="Object 97"/>
          <p:cNvGraphicFramePr>
            <a:graphicFrameLocks/>
          </p:cNvGraphicFramePr>
          <p:nvPr/>
        </p:nvGraphicFramePr>
        <p:xfrm>
          <a:off x="2452688" y="4073525"/>
          <a:ext cx="1255712" cy="434975"/>
        </p:xfrm>
        <a:graphic>
          <a:graphicData uri="http://schemas.openxmlformats.org/presentationml/2006/ole">
            <p:oleObj spid="_x0000_s24586" name="公式" r:id="rId11" imgW="698400" imgH="241200" progId="Equation.3">
              <p:embed/>
            </p:oleObj>
          </a:graphicData>
        </a:graphic>
      </p:graphicFrame>
      <p:graphicFrame>
        <p:nvGraphicFramePr>
          <p:cNvPr id="179298" name="Object 98"/>
          <p:cNvGraphicFramePr>
            <a:graphicFrameLocks noChangeAspect="1"/>
          </p:cNvGraphicFramePr>
          <p:nvPr/>
        </p:nvGraphicFramePr>
        <p:xfrm>
          <a:off x="571500" y="5324475"/>
          <a:ext cx="2073275" cy="409575"/>
        </p:xfrm>
        <a:graphic>
          <a:graphicData uri="http://schemas.openxmlformats.org/presentationml/2006/ole">
            <p:oleObj spid="_x0000_s24587" name="公式" r:id="rId12" imgW="1155600" imgH="228600" progId="Equation.3">
              <p:embed/>
            </p:oleObj>
          </a:graphicData>
        </a:graphic>
      </p:graphicFrame>
      <p:graphicFrame>
        <p:nvGraphicFramePr>
          <p:cNvPr id="179299" name="Object 99"/>
          <p:cNvGraphicFramePr>
            <a:graphicFrameLocks noChangeAspect="1"/>
          </p:cNvGraphicFramePr>
          <p:nvPr/>
        </p:nvGraphicFramePr>
        <p:xfrm>
          <a:off x="3851275" y="4098925"/>
          <a:ext cx="704850" cy="409575"/>
        </p:xfrm>
        <a:graphic>
          <a:graphicData uri="http://schemas.openxmlformats.org/presentationml/2006/ole">
            <p:oleObj spid="_x0000_s24588" name="公式" r:id="rId13" imgW="393480" imgH="228600" progId="Equation.3">
              <p:embed/>
            </p:oleObj>
          </a:graphicData>
        </a:graphic>
      </p:graphicFrame>
      <p:sp>
        <p:nvSpPr>
          <p:cNvPr id="179300" name="Text Box 100"/>
          <p:cNvSpPr txBox="1">
            <a:spLocks noChangeArrowheads="1"/>
          </p:cNvSpPr>
          <p:nvPr/>
        </p:nvSpPr>
        <p:spPr bwMode="auto">
          <a:xfrm>
            <a:off x="496888" y="4700588"/>
            <a:ext cx="4435475" cy="457200"/>
          </a:xfrm>
          <a:prstGeom prst="rect">
            <a:avLst/>
          </a:prstGeom>
          <a:noFill/>
          <a:ln w="9525">
            <a:noFill/>
            <a:miter lim="800000"/>
            <a:headEnd/>
            <a:tailEnd/>
          </a:ln>
        </p:spPr>
        <p:txBody>
          <a:bodyPr>
            <a:spAutoFit/>
          </a:bodyPr>
          <a:lstStyle/>
          <a:p>
            <a:pPr eaLnBrk="0" hangingPunct="0">
              <a:lnSpc>
                <a:spcPct val="100000"/>
              </a:lnSpc>
              <a:spcBef>
                <a:spcPct val="0"/>
              </a:spcBef>
            </a:pPr>
            <a:r>
              <a:rPr kumimoji="0" lang="zh-CN" altLang="en-US" sz="2400">
                <a:solidFill>
                  <a:srgbClr val="CC0000"/>
                </a:solidFill>
                <a:ea typeface="宋体" pitchFamily="2" charset="-122"/>
              </a:rPr>
              <a:t>力不在垂直于轴的平面内</a:t>
            </a:r>
            <a:endParaRPr kumimoji="0" lang="zh-CN" altLang="en-US" sz="2400" i="1">
              <a:solidFill>
                <a:srgbClr val="CC0000"/>
              </a:solidFill>
              <a:ea typeface="宋体" pitchFamily="2" charset="-122"/>
            </a:endParaRPr>
          </a:p>
        </p:txBody>
      </p:sp>
      <p:graphicFrame>
        <p:nvGraphicFramePr>
          <p:cNvPr id="179301" name="Object 101"/>
          <p:cNvGraphicFramePr>
            <a:graphicFrameLocks noChangeAspect="1"/>
          </p:cNvGraphicFramePr>
          <p:nvPr/>
        </p:nvGraphicFramePr>
        <p:xfrm>
          <a:off x="8542338" y="2978150"/>
          <a:ext cx="261937" cy="323850"/>
        </p:xfrm>
        <a:graphic>
          <a:graphicData uri="http://schemas.openxmlformats.org/presentationml/2006/ole">
            <p:oleObj spid="_x0000_s24589" name="公式" r:id="rId14" imgW="164880" imgH="203040" progId="Equation.3">
              <p:embed/>
            </p:oleObj>
          </a:graphicData>
        </a:graphic>
      </p:graphicFrame>
      <p:sp>
        <p:nvSpPr>
          <p:cNvPr id="179302" name="Line 102"/>
          <p:cNvSpPr>
            <a:spLocks noChangeShapeType="1"/>
          </p:cNvSpPr>
          <p:nvPr/>
        </p:nvSpPr>
        <p:spPr bwMode="auto">
          <a:xfrm flipV="1">
            <a:off x="7451725" y="3187700"/>
            <a:ext cx="1060450" cy="1293813"/>
          </a:xfrm>
          <a:prstGeom prst="line">
            <a:avLst/>
          </a:prstGeom>
          <a:noFill/>
          <a:ln w="28575">
            <a:solidFill>
              <a:srgbClr val="CC00CC"/>
            </a:solidFill>
            <a:round/>
            <a:headEnd/>
            <a:tailEnd type="triangle" w="med" len="med"/>
          </a:ln>
        </p:spPr>
        <p:txBody>
          <a:bodyPr wrap="none" anchor="ctr"/>
          <a:lstStyle/>
          <a:p>
            <a:endParaRPr lang="zh-CN" altLang="en-US"/>
          </a:p>
        </p:txBody>
      </p:sp>
      <p:sp>
        <p:nvSpPr>
          <p:cNvPr id="179303" name="Text Box 103"/>
          <p:cNvSpPr txBox="1">
            <a:spLocks noChangeArrowheads="1"/>
          </p:cNvSpPr>
          <p:nvPr/>
        </p:nvSpPr>
        <p:spPr bwMode="auto">
          <a:xfrm>
            <a:off x="539750" y="3403600"/>
            <a:ext cx="4121150" cy="457200"/>
          </a:xfrm>
          <a:prstGeom prst="rect">
            <a:avLst/>
          </a:prstGeom>
          <a:noFill/>
          <a:ln w="9525">
            <a:noFill/>
            <a:miter lim="800000"/>
            <a:headEnd/>
            <a:tailEnd/>
          </a:ln>
        </p:spPr>
        <p:txBody>
          <a:bodyPr>
            <a:spAutoFit/>
          </a:bodyPr>
          <a:lstStyle/>
          <a:p>
            <a:pPr eaLnBrk="0" hangingPunct="0">
              <a:lnSpc>
                <a:spcPct val="100000"/>
              </a:lnSpc>
              <a:spcBef>
                <a:spcPct val="0"/>
              </a:spcBef>
            </a:pPr>
            <a:r>
              <a:rPr kumimoji="0" lang="zh-CN" altLang="en-US" sz="2400">
                <a:solidFill>
                  <a:srgbClr val="CC0000"/>
                </a:solidFill>
                <a:ea typeface="宋体" pitchFamily="2" charset="-122"/>
              </a:rPr>
              <a:t>力</a:t>
            </a:r>
            <a:r>
              <a:rPr kumimoji="0" lang="en-US" altLang="zh-CN" sz="2400" i="1">
                <a:solidFill>
                  <a:srgbClr val="CC0000"/>
                </a:solidFill>
                <a:ea typeface="宋体" pitchFamily="2" charset="-122"/>
              </a:rPr>
              <a:t>F </a:t>
            </a:r>
            <a:r>
              <a:rPr kumimoji="0" lang="zh-CN" altLang="en-US" sz="2400">
                <a:solidFill>
                  <a:srgbClr val="CC0000"/>
                </a:solidFill>
                <a:ea typeface="宋体" pitchFamily="2" charset="-122"/>
              </a:rPr>
              <a:t>在垂直于轴的平面内</a:t>
            </a:r>
            <a:endParaRPr kumimoji="0" lang="zh-CN" altLang="en-US" sz="2400" i="1">
              <a:solidFill>
                <a:srgbClr val="CC0000"/>
              </a:solidFill>
              <a:ea typeface="宋体" pitchFamily="2" charset="-122"/>
            </a:endParaRPr>
          </a:p>
        </p:txBody>
      </p:sp>
      <p:sp>
        <p:nvSpPr>
          <p:cNvPr id="179304" name="Line 104"/>
          <p:cNvSpPr>
            <a:spLocks noChangeShapeType="1"/>
          </p:cNvSpPr>
          <p:nvPr/>
        </p:nvSpPr>
        <p:spPr bwMode="auto">
          <a:xfrm>
            <a:off x="1620838" y="2889250"/>
            <a:ext cx="214312" cy="0"/>
          </a:xfrm>
          <a:prstGeom prst="line">
            <a:avLst/>
          </a:prstGeom>
          <a:noFill/>
          <a:ln w="9525">
            <a:solidFill>
              <a:srgbClr val="FF6600"/>
            </a:solidFill>
            <a:round/>
            <a:headEnd/>
            <a:tailEnd type="triangle" w="med" len="med"/>
          </a:ln>
        </p:spPr>
        <p:txBody>
          <a:bodyPr/>
          <a:lstStyle/>
          <a:p>
            <a:endParaRPr lang="zh-CN" altLang="en-US"/>
          </a:p>
        </p:txBody>
      </p:sp>
      <p:graphicFrame>
        <p:nvGraphicFramePr>
          <p:cNvPr id="179305" name="Object 105"/>
          <p:cNvGraphicFramePr>
            <a:graphicFrameLocks noChangeAspect="1"/>
          </p:cNvGraphicFramePr>
          <p:nvPr/>
        </p:nvGraphicFramePr>
        <p:xfrm>
          <a:off x="6483350" y="3941763"/>
          <a:ext cx="212725" cy="239712"/>
        </p:xfrm>
        <a:graphic>
          <a:graphicData uri="http://schemas.openxmlformats.org/presentationml/2006/ole">
            <p:oleObj spid="_x0000_s24590" name="公式" r:id="rId15" imgW="126720" imgH="139680" progId="Equation.3">
              <p:embed/>
            </p:oleObj>
          </a:graphicData>
        </a:graphic>
      </p:graphicFrame>
      <p:graphicFrame>
        <p:nvGraphicFramePr>
          <p:cNvPr id="179306" name="Object 106"/>
          <p:cNvGraphicFramePr>
            <a:graphicFrameLocks noChangeAspect="1"/>
          </p:cNvGraphicFramePr>
          <p:nvPr/>
        </p:nvGraphicFramePr>
        <p:xfrm>
          <a:off x="2700338" y="5324475"/>
          <a:ext cx="2735262" cy="409575"/>
        </p:xfrm>
        <a:graphic>
          <a:graphicData uri="http://schemas.openxmlformats.org/presentationml/2006/ole">
            <p:oleObj spid="_x0000_s24591" name="公式" r:id="rId16" imgW="1523880" imgH="228600" progId="Equation.3">
              <p:embed/>
            </p:oleObj>
          </a:graphicData>
        </a:graphic>
      </p:graphicFrame>
      <p:sp>
        <p:nvSpPr>
          <p:cNvPr id="179308" name="Text Box 108"/>
          <p:cNvSpPr txBox="1">
            <a:spLocks noChangeArrowheads="1"/>
          </p:cNvSpPr>
          <p:nvPr/>
        </p:nvSpPr>
        <p:spPr bwMode="auto">
          <a:xfrm>
            <a:off x="428625" y="5921375"/>
            <a:ext cx="8715375" cy="536575"/>
          </a:xfrm>
          <a:prstGeom prst="rect">
            <a:avLst/>
          </a:prstGeom>
          <a:noFill/>
          <a:ln w="9525" algn="ctr">
            <a:noFill/>
            <a:miter lim="800000"/>
            <a:headEnd/>
            <a:tailEnd/>
          </a:ln>
        </p:spPr>
        <p:txBody>
          <a:bodyPr>
            <a:spAutoFit/>
          </a:bodyPr>
          <a:lstStyle/>
          <a:p>
            <a:pPr eaLnBrk="0" hangingPunct="0">
              <a:spcBef>
                <a:spcPct val="0"/>
              </a:spcBef>
            </a:pPr>
            <a:r>
              <a:rPr kumimoji="0" lang="zh-CN" altLang="en-US" sz="2400">
                <a:ea typeface="宋体" pitchFamily="2" charset="-122"/>
              </a:rPr>
              <a:t>若力                也作用在 </a:t>
            </a:r>
            <a:r>
              <a:rPr kumimoji="0" lang="en-US" altLang="zh-CN" sz="2400" i="1">
                <a:solidFill>
                  <a:srgbClr val="FF6600"/>
                </a:solidFill>
                <a:ea typeface="宋体" pitchFamily="2" charset="-122"/>
              </a:rPr>
              <a:t>A </a:t>
            </a:r>
            <a:r>
              <a:rPr kumimoji="0" lang="zh-CN" altLang="en-US" sz="2400">
                <a:ea typeface="宋体" pitchFamily="2" charset="-122"/>
              </a:rPr>
              <a:t>点上，则力矩大小相等，效果不同。 </a:t>
            </a:r>
          </a:p>
        </p:txBody>
      </p:sp>
      <p:graphicFrame>
        <p:nvGraphicFramePr>
          <p:cNvPr id="179309" name="Object 109"/>
          <p:cNvGraphicFramePr>
            <a:graphicFrameLocks noChangeAspect="1"/>
          </p:cNvGraphicFramePr>
          <p:nvPr/>
        </p:nvGraphicFramePr>
        <p:xfrm>
          <a:off x="1187450" y="6021388"/>
          <a:ext cx="1008063" cy="352425"/>
        </p:xfrm>
        <a:graphic>
          <a:graphicData uri="http://schemas.openxmlformats.org/presentationml/2006/ole">
            <p:oleObj spid="_x0000_s24592" name="Equation" r:id="rId17" imgW="545760" imgH="190440" progId="Equation.DSMT4">
              <p:embed/>
            </p:oleObj>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79241"/>
                                        </p:tgtEl>
                                        <p:attrNameLst>
                                          <p:attrName>style.visibility</p:attrName>
                                        </p:attrNameLst>
                                      </p:cBhvr>
                                      <p:to>
                                        <p:strVal val="visible"/>
                                      </p:to>
                                    </p:set>
                                    <p:animEffect transition="in" filter="wipe(left)">
                                      <p:cBhvr>
                                        <p:cTn id="7" dur="1000"/>
                                        <p:tgtEl>
                                          <p:spTgt spid="17924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79242"/>
                                        </p:tgtEl>
                                        <p:attrNameLst>
                                          <p:attrName>style.visibility</p:attrName>
                                        </p:attrNameLst>
                                      </p:cBhvr>
                                      <p:to>
                                        <p:strVal val="visible"/>
                                      </p:to>
                                    </p:set>
                                    <p:animEffect transition="in" filter="wipe(left)">
                                      <p:cBhvr>
                                        <p:cTn id="12" dur="1000"/>
                                        <p:tgtEl>
                                          <p:spTgt spid="179242"/>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grpId="0" nodeType="clickEffect">
                                  <p:stCondLst>
                                    <p:cond delay="0"/>
                                  </p:stCondLst>
                                  <p:childTnLst>
                                    <p:set>
                                      <p:cBhvr>
                                        <p:cTn id="16" dur="1" fill="hold">
                                          <p:stCondLst>
                                            <p:cond delay="0"/>
                                          </p:stCondLst>
                                        </p:cTn>
                                        <p:tgtEl>
                                          <p:spTgt spid="179254"/>
                                        </p:tgtEl>
                                        <p:attrNameLst>
                                          <p:attrName>style.visibility</p:attrName>
                                        </p:attrNameLst>
                                      </p:cBhvr>
                                      <p:to>
                                        <p:strVal val="visible"/>
                                      </p:to>
                                    </p:set>
                                    <p:anim calcmode="lin" valueType="num">
                                      <p:cBhvr additive="base">
                                        <p:cTn id="17" dur="500" fill="hold"/>
                                        <p:tgtEl>
                                          <p:spTgt spid="179254"/>
                                        </p:tgtEl>
                                        <p:attrNameLst>
                                          <p:attrName>ppt_x</p:attrName>
                                        </p:attrNameLst>
                                      </p:cBhvr>
                                      <p:tavLst>
                                        <p:tav tm="0">
                                          <p:val>
                                            <p:strVal val="0-#ppt_w/2"/>
                                          </p:val>
                                        </p:tav>
                                        <p:tav tm="100000">
                                          <p:val>
                                            <p:strVal val="#ppt_x"/>
                                          </p:val>
                                        </p:tav>
                                      </p:tavLst>
                                    </p:anim>
                                    <p:anim calcmode="lin" valueType="num">
                                      <p:cBhvr additive="base">
                                        <p:cTn id="18" dur="500" fill="hold"/>
                                        <p:tgtEl>
                                          <p:spTgt spid="179254"/>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79255"/>
                                        </p:tgtEl>
                                        <p:attrNameLst>
                                          <p:attrName>style.visibility</p:attrName>
                                        </p:attrNameLst>
                                      </p:cBhvr>
                                      <p:to>
                                        <p:strVal val="visible"/>
                                      </p:to>
                                    </p:set>
                                    <p:animEffect transition="in" filter="wipe(left)">
                                      <p:cBhvr>
                                        <p:cTn id="23" dur="500"/>
                                        <p:tgtEl>
                                          <p:spTgt spid="179255"/>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79256"/>
                                        </p:tgtEl>
                                        <p:attrNameLst>
                                          <p:attrName>style.visibility</p:attrName>
                                        </p:attrNameLst>
                                      </p:cBhvr>
                                      <p:to>
                                        <p:strVal val="visible"/>
                                      </p:to>
                                    </p:set>
                                    <p:animEffect transition="in" filter="wipe(left)">
                                      <p:cBhvr>
                                        <p:cTn id="28" dur="500"/>
                                        <p:tgtEl>
                                          <p:spTgt spid="179256"/>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179257"/>
                                        </p:tgtEl>
                                        <p:attrNameLst>
                                          <p:attrName>style.visibility</p:attrName>
                                        </p:attrNameLst>
                                      </p:cBhvr>
                                      <p:to>
                                        <p:strVal val="visible"/>
                                      </p:to>
                                    </p:set>
                                    <p:animEffect transition="in" filter="wipe(left)">
                                      <p:cBhvr>
                                        <p:cTn id="33" dur="500"/>
                                        <p:tgtEl>
                                          <p:spTgt spid="179257"/>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179258"/>
                                        </p:tgtEl>
                                        <p:attrNameLst>
                                          <p:attrName>style.visibility</p:attrName>
                                        </p:attrNameLst>
                                      </p:cBhvr>
                                      <p:to>
                                        <p:strVal val="visible"/>
                                      </p:to>
                                    </p:set>
                                    <p:animEffect transition="in" filter="wipe(left)">
                                      <p:cBhvr>
                                        <p:cTn id="38" dur="500"/>
                                        <p:tgtEl>
                                          <p:spTgt spid="179258"/>
                                        </p:tgtEl>
                                      </p:cBhvr>
                                    </p:animEffect>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179259"/>
                                        </p:tgtEl>
                                        <p:attrNameLst>
                                          <p:attrName>style.visibility</p:attrName>
                                        </p:attrNameLst>
                                      </p:cBhvr>
                                      <p:to>
                                        <p:strVal val="visible"/>
                                      </p:to>
                                    </p:set>
                                    <p:anim calcmode="lin" valueType="num">
                                      <p:cBhvr additive="base">
                                        <p:cTn id="43" dur="500" fill="hold"/>
                                        <p:tgtEl>
                                          <p:spTgt spid="179259"/>
                                        </p:tgtEl>
                                        <p:attrNameLst>
                                          <p:attrName>ppt_x</p:attrName>
                                        </p:attrNameLst>
                                      </p:cBhvr>
                                      <p:tavLst>
                                        <p:tav tm="0">
                                          <p:val>
                                            <p:strVal val="0-#ppt_w/2"/>
                                          </p:val>
                                        </p:tav>
                                        <p:tav tm="100000">
                                          <p:val>
                                            <p:strVal val="#ppt_x"/>
                                          </p:val>
                                        </p:tav>
                                      </p:tavLst>
                                    </p:anim>
                                    <p:anim calcmode="lin" valueType="num">
                                      <p:cBhvr additive="base">
                                        <p:cTn id="44" dur="500" fill="hold"/>
                                        <p:tgtEl>
                                          <p:spTgt spid="179259"/>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grpId="0" nodeType="clickEffect">
                                  <p:stCondLst>
                                    <p:cond delay="0"/>
                                  </p:stCondLst>
                                  <p:childTnLst>
                                    <p:set>
                                      <p:cBhvr>
                                        <p:cTn id="48" dur="1" fill="hold">
                                          <p:stCondLst>
                                            <p:cond delay="0"/>
                                          </p:stCondLst>
                                        </p:cTn>
                                        <p:tgtEl>
                                          <p:spTgt spid="179260"/>
                                        </p:tgtEl>
                                        <p:attrNameLst>
                                          <p:attrName>style.visibility</p:attrName>
                                        </p:attrNameLst>
                                      </p:cBhvr>
                                      <p:to>
                                        <p:strVal val="visible"/>
                                      </p:to>
                                    </p:set>
                                    <p:animEffect transition="in" filter="wipe(left)">
                                      <p:cBhvr>
                                        <p:cTn id="49" dur="500"/>
                                        <p:tgtEl>
                                          <p:spTgt spid="179260"/>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8" fill="hold" grpId="0" nodeType="clickEffect">
                                  <p:stCondLst>
                                    <p:cond delay="0"/>
                                  </p:stCondLst>
                                  <p:childTnLst>
                                    <p:set>
                                      <p:cBhvr>
                                        <p:cTn id="53" dur="1" fill="hold">
                                          <p:stCondLst>
                                            <p:cond delay="0"/>
                                          </p:stCondLst>
                                        </p:cTn>
                                        <p:tgtEl>
                                          <p:spTgt spid="179261"/>
                                        </p:tgtEl>
                                        <p:attrNameLst>
                                          <p:attrName>style.visibility</p:attrName>
                                        </p:attrNameLst>
                                      </p:cBhvr>
                                      <p:to>
                                        <p:strVal val="visible"/>
                                      </p:to>
                                    </p:set>
                                    <p:animEffect transition="in" filter="wipe(left)">
                                      <p:cBhvr>
                                        <p:cTn id="54" dur="500"/>
                                        <p:tgtEl>
                                          <p:spTgt spid="179261"/>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8" fill="hold" grpId="0" nodeType="clickEffect">
                                  <p:stCondLst>
                                    <p:cond delay="0"/>
                                  </p:stCondLst>
                                  <p:childTnLst>
                                    <p:set>
                                      <p:cBhvr>
                                        <p:cTn id="58" dur="1" fill="hold">
                                          <p:stCondLst>
                                            <p:cond delay="0"/>
                                          </p:stCondLst>
                                        </p:cTn>
                                        <p:tgtEl>
                                          <p:spTgt spid="179262"/>
                                        </p:tgtEl>
                                        <p:attrNameLst>
                                          <p:attrName>style.visibility</p:attrName>
                                        </p:attrNameLst>
                                      </p:cBhvr>
                                      <p:to>
                                        <p:strVal val="visible"/>
                                      </p:to>
                                    </p:set>
                                    <p:animEffect transition="in" filter="wipe(left)">
                                      <p:cBhvr>
                                        <p:cTn id="59" dur="500"/>
                                        <p:tgtEl>
                                          <p:spTgt spid="179262"/>
                                        </p:tgtEl>
                                      </p:cBhvr>
                                    </p:animEffect>
                                  </p:childTnLst>
                                </p:cTn>
                              </p:par>
                            </p:childTnLst>
                          </p:cTn>
                        </p:par>
                      </p:childTnLst>
                    </p:cTn>
                  </p:par>
                  <p:par>
                    <p:cTn id="60" fill="hold">
                      <p:stCondLst>
                        <p:cond delay="indefinite"/>
                      </p:stCondLst>
                      <p:childTnLst>
                        <p:par>
                          <p:cTn id="61" fill="hold">
                            <p:stCondLst>
                              <p:cond delay="0"/>
                            </p:stCondLst>
                            <p:childTnLst>
                              <p:par>
                                <p:cTn id="62" presetID="22" presetClass="entr" presetSubtype="8" fill="hold" grpId="0" nodeType="clickEffect">
                                  <p:stCondLst>
                                    <p:cond delay="0"/>
                                  </p:stCondLst>
                                  <p:childTnLst>
                                    <p:set>
                                      <p:cBhvr>
                                        <p:cTn id="63" dur="1" fill="hold">
                                          <p:stCondLst>
                                            <p:cond delay="0"/>
                                          </p:stCondLst>
                                        </p:cTn>
                                        <p:tgtEl>
                                          <p:spTgt spid="179263"/>
                                        </p:tgtEl>
                                        <p:attrNameLst>
                                          <p:attrName>style.visibility</p:attrName>
                                        </p:attrNameLst>
                                      </p:cBhvr>
                                      <p:to>
                                        <p:strVal val="visible"/>
                                      </p:to>
                                    </p:set>
                                    <p:animEffect transition="in" filter="wipe(left)">
                                      <p:cBhvr>
                                        <p:cTn id="64" dur="500"/>
                                        <p:tgtEl>
                                          <p:spTgt spid="179263"/>
                                        </p:tgtEl>
                                      </p:cBhvr>
                                    </p:animEffect>
                                  </p:childTnLst>
                                </p:cTn>
                              </p:par>
                            </p:childTnLst>
                          </p:cTn>
                        </p:par>
                      </p:childTnLst>
                    </p:cTn>
                  </p:par>
                  <p:par>
                    <p:cTn id="65" fill="hold">
                      <p:stCondLst>
                        <p:cond delay="indefinite"/>
                      </p:stCondLst>
                      <p:childTnLst>
                        <p:par>
                          <p:cTn id="66" fill="hold">
                            <p:stCondLst>
                              <p:cond delay="0"/>
                            </p:stCondLst>
                            <p:childTnLst>
                              <p:par>
                                <p:cTn id="67" presetID="23" presetClass="entr" presetSubtype="16" fill="hold" grpId="0" nodeType="clickEffect">
                                  <p:stCondLst>
                                    <p:cond delay="0"/>
                                  </p:stCondLst>
                                  <p:childTnLst>
                                    <p:set>
                                      <p:cBhvr>
                                        <p:cTn id="68" dur="1" fill="hold">
                                          <p:stCondLst>
                                            <p:cond delay="0"/>
                                          </p:stCondLst>
                                        </p:cTn>
                                        <p:tgtEl>
                                          <p:spTgt spid="179267"/>
                                        </p:tgtEl>
                                        <p:attrNameLst>
                                          <p:attrName>style.visibility</p:attrName>
                                        </p:attrNameLst>
                                      </p:cBhvr>
                                      <p:to>
                                        <p:strVal val="visible"/>
                                      </p:to>
                                    </p:set>
                                    <p:anim calcmode="lin" valueType="num">
                                      <p:cBhvr>
                                        <p:cTn id="69" dur="500" fill="hold"/>
                                        <p:tgtEl>
                                          <p:spTgt spid="179267"/>
                                        </p:tgtEl>
                                        <p:attrNameLst>
                                          <p:attrName>ppt_w</p:attrName>
                                        </p:attrNameLst>
                                      </p:cBhvr>
                                      <p:tavLst>
                                        <p:tav tm="0">
                                          <p:val>
                                            <p:fltVal val="0"/>
                                          </p:val>
                                        </p:tav>
                                        <p:tav tm="100000">
                                          <p:val>
                                            <p:strVal val="#ppt_w"/>
                                          </p:val>
                                        </p:tav>
                                      </p:tavLst>
                                    </p:anim>
                                    <p:anim calcmode="lin" valueType="num">
                                      <p:cBhvr>
                                        <p:cTn id="70" dur="500" fill="hold"/>
                                        <p:tgtEl>
                                          <p:spTgt spid="179267"/>
                                        </p:tgtEl>
                                        <p:attrNameLst>
                                          <p:attrName>ppt_h</p:attrName>
                                        </p:attrNameLst>
                                      </p:cBhvr>
                                      <p:tavLst>
                                        <p:tav tm="0">
                                          <p:val>
                                            <p:fltVal val="0"/>
                                          </p:val>
                                        </p:tav>
                                        <p:tav tm="100000">
                                          <p:val>
                                            <p:strVal val="#ppt_h"/>
                                          </p:val>
                                        </p:tav>
                                      </p:tavLst>
                                    </p:anim>
                                  </p:childTnLst>
                                </p:cTn>
                              </p:par>
                            </p:childTnLst>
                          </p:cTn>
                        </p:par>
                      </p:childTnLst>
                    </p:cTn>
                  </p:par>
                  <p:par>
                    <p:cTn id="71" fill="hold">
                      <p:stCondLst>
                        <p:cond delay="indefinite"/>
                      </p:stCondLst>
                      <p:childTnLst>
                        <p:par>
                          <p:cTn id="72" fill="hold">
                            <p:stCondLst>
                              <p:cond delay="0"/>
                            </p:stCondLst>
                            <p:childTnLst>
                              <p:par>
                                <p:cTn id="73" presetID="23" presetClass="entr" presetSubtype="16" fill="hold" grpId="0" nodeType="clickEffect">
                                  <p:stCondLst>
                                    <p:cond delay="0"/>
                                  </p:stCondLst>
                                  <p:childTnLst>
                                    <p:set>
                                      <p:cBhvr>
                                        <p:cTn id="74" dur="1" fill="hold">
                                          <p:stCondLst>
                                            <p:cond delay="0"/>
                                          </p:stCondLst>
                                        </p:cTn>
                                        <p:tgtEl>
                                          <p:spTgt spid="179268"/>
                                        </p:tgtEl>
                                        <p:attrNameLst>
                                          <p:attrName>style.visibility</p:attrName>
                                        </p:attrNameLst>
                                      </p:cBhvr>
                                      <p:to>
                                        <p:strVal val="visible"/>
                                      </p:to>
                                    </p:set>
                                    <p:anim calcmode="lin" valueType="num">
                                      <p:cBhvr>
                                        <p:cTn id="75" dur="500" fill="hold"/>
                                        <p:tgtEl>
                                          <p:spTgt spid="179268"/>
                                        </p:tgtEl>
                                        <p:attrNameLst>
                                          <p:attrName>ppt_w</p:attrName>
                                        </p:attrNameLst>
                                      </p:cBhvr>
                                      <p:tavLst>
                                        <p:tav tm="0">
                                          <p:val>
                                            <p:fltVal val="0"/>
                                          </p:val>
                                        </p:tav>
                                        <p:tav tm="100000">
                                          <p:val>
                                            <p:strVal val="#ppt_w"/>
                                          </p:val>
                                        </p:tav>
                                      </p:tavLst>
                                    </p:anim>
                                    <p:anim calcmode="lin" valueType="num">
                                      <p:cBhvr>
                                        <p:cTn id="76" dur="500" fill="hold"/>
                                        <p:tgtEl>
                                          <p:spTgt spid="179268"/>
                                        </p:tgtEl>
                                        <p:attrNameLst>
                                          <p:attrName>ppt_h</p:attrName>
                                        </p:attrNameLst>
                                      </p:cBhvr>
                                      <p:tavLst>
                                        <p:tav tm="0">
                                          <p:val>
                                            <p:fltVal val="0"/>
                                          </p:val>
                                        </p:tav>
                                        <p:tav tm="100000">
                                          <p:val>
                                            <p:strVal val="#ppt_h"/>
                                          </p:val>
                                        </p:tav>
                                      </p:tavLst>
                                    </p:anim>
                                  </p:childTnLst>
                                </p:cTn>
                              </p:par>
                            </p:childTnLst>
                          </p:cTn>
                        </p:par>
                        <p:par>
                          <p:cTn id="77" fill="hold">
                            <p:stCondLst>
                              <p:cond delay="500"/>
                            </p:stCondLst>
                            <p:childTnLst>
                              <p:par>
                                <p:cTn id="78" presetID="22" presetClass="entr" presetSubtype="4" fill="hold" grpId="0" nodeType="afterEffect">
                                  <p:stCondLst>
                                    <p:cond delay="0"/>
                                  </p:stCondLst>
                                  <p:childTnLst>
                                    <p:set>
                                      <p:cBhvr>
                                        <p:cTn id="79" dur="1" fill="hold">
                                          <p:stCondLst>
                                            <p:cond delay="0"/>
                                          </p:stCondLst>
                                        </p:cTn>
                                        <p:tgtEl>
                                          <p:spTgt spid="179266"/>
                                        </p:tgtEl>
                                        <p:attrNameLst>
                                          <p:attrName>style.visibility</p:attrName>
                                        </p:attrNameLst>
                                      </p:cBhvr>
                                      <p:to>
                                        <p:strVal val="visible"/>
                                      </p:to>
                                    </p:set>
                                    <p:animEffect transition="in" filter="wipe(down)">
                                      <p:cBhvr>
                                        <p:cTn id="80" dur="500"/>
                                        <p:tgtEl>
                                          <p:spTgt spid="179266"/>
                                        </p:tgtEl>
                                      </p:cBhvr>
                                    </p:animEffect>
                                  </p:childTnLst>
                                </p:cTn>
                              </p:par>
                            </p:childTnLst>
                          </p:cTn>
                        </p:par>
                        <p:par>
                          <p:cTn id="81" fill="hold">
                            <p:stCondLst>
                              <p:cond delay="1000"/>
                            </p:stCondLst>
                            <p:childTnLst>
                              <p:par>
                                <p:cTn id="82" presetID="22" presetClass="entr" presetSubtype="4" fill="hold" grpId="0" nodeType="afterEffect">
                                  <p:stCondLst>
                                    <p:cond delay="0"/>
                                  </p:stCondLst>
                                  <p:childTnLst>
                                    <p:set>
                                      <p:cBhvr>
                                        <p:cTn id="83" dur="1" fill="hold">
                                          <p:stCondLst>
                                            <p:cond delay="0"/>
                                          </p:stCondLst>
                                        </p:cTn>
                                        <p:tgtEl>
                                          <p:spTgt spid="179271"/>
                                        </p:tgtEl>
                                        <p:attrNameLst>
                                          <p:attrName>style.visibility</p:attrName>
                                        </p:attrNameLst>
                                      </p:cBhvr>
                                      <p:to>
                                        <p:strVal val="visible"/>
                                      </p:to>
                                    </p:set>
                                    <p:animEffect transition="in" filter="wipe(down)">
                                      <p:cBhvr>
                                        <p:cTn id="84" dur="500"/>
                                        <p:tgtEl>
                                          <p:spTgt spid="179271"/>
                                        </p:tgtEl>
                                      </p:cBhvr>
                                    </p:animEffect>
                                  </p:childTnLst>
                                </p:cTn>
                              </p:par>
                            </p:childTnLst>
                          </p:cTn>
                        </p:par>
                        <p:par>
                          <p:cTn id="85" fill="hold">
                            <p:stCondLst>
                              <p:cond delay="1500"/>
                            </p:stCondLst>
                            <p:childTnLst>
                              <p:par>
                                <p:cTn id="86" presetID="22" presetClass="entr" presetSubtype="4" fill="hold" nodeType="afterEffect">
                                  <p:stCondLst>
                                    <p:cond delay="0"/>
                                  </p:stCondLst>
                                  <p:childTnLst>
                                    <p:set>
                                      <p:cBhvr>
                                        <p:cTn id="87" dur="1" fill="hold">
                                          <p:stCondLst>
                                            <p:cond delay="0"/>
                                          </p:stCondLst>
                                        </p:cTn>
                                        <p:tgtEl>
                                          <p:spTgt spid="179294"/>
                                        </p:tgtEl>
                                        <p:attrNameLst>
                                          <p:attrName>style.visibility</p:attrName>
                                        </p:attrNameLst>
                                      </p:cBhvr>
                                      <p:to>
                                        <p:strVal val="visible"/>
                                      </p:to>
                                    </p:set>
                                    <p:animEffect transition="in" filter="wipe(down)">
                                      <p:cBhvr>
                                        <p:cTn id="88" dur="500"/>
                                        <p:tgtEl>
                                          <p:spTgt spid="179294"/>
                                        </p:tgtEl>
                                      </p:cBhvr>
                                    </p:animEffect>
                                  </p:childTnLst>
                                </p:cTn>
                              </p:par>
                            </p:childTnLst>
                          </p:cTn>
                        </p:par>
                      </p:childTnLst>
                    </p:cTn>
                  </p:par>
                  <p:par>
                    <p:cTn id="89" fill="hold">
                      <p:stCondLst>
                        <p:cond delay="indefinite"/>
                      </p:stCondLst>
                      <p:childTnLst>
                        <p:par>
                          <p:cTn id="90" fill="hold">
                            <p:stCondLst>
                              <p:cond delay="0"/>
                            </p:stCondLst>
                            <p:childTnLst>
                              <p:par>
                                <p:cTn id="91" presetID="23" presetClass="entr" presetSubtype="16" fill="hold" grpId="0" nodeType="clickEffect">
                                  <p:stCondLst>
                                    <p:cond delay="0"/>
                                  </p:stCondLst>
                                  <p:childTnLst>
                                    <p:set>
                                      <p:cBhvr>
                                        <p:cTn id="92" dur="1" fill="hold">
                                          <p:stCondLst>
                                            <p:cond delay="0"/>
                                          </p:stCondLst>
                                        </p:cTn>
                                        <p:tgtEl>
                                          <p:spTgt spid="179291"/>
                                        </p:tgtEl>
                                        <p:attrNameLst>
                                          <p:attrName>style.visibility</p:attrName>
                                        </p:attrNameLst>
                                      </p:cBhvr>
                                      <p:to>
                                        <p:strVal val="visible"/>
                                      </p:to>
                                    </p:set>
                                    <p:anim calcmode="lin" valueType="num">
                                      <p:cBhvr>
                                        <p:cTn id="93" dur="500" fill="hold"/>
                                        <p:tgtEl>
                                          <p:spTgt spid="179291"/>
                                        </p:tgtEl>
                                        <p:attrNameLst>
                                          <p:attrName>ppt_w</p:attrName>
                                        </p:attrNameLst>
                                      </p:cBhvr>
                                      <p:tavLst>
                                        <p:tav tm="0">
                                          <p:val>
                                            <p:fltVal val="0"/>
                                          </p:val>
                                        </p:tav>
                                        <p:tav tm="100000">
                                          <p:val>
                                            <p:strVal val="#ppt_w"/>
                                          </p:val>
                                        </p:tav>
                                      </p:tavLst>
                                    </p:anim>
                                    <p:anim calcmode="lin" valueType="num">
                                      <p:cBhvr>
                                        <p:cTn id="94" dur="500" fill="hold"/>
                                        <p:tgtEl>
                                          <p:spTgt spid="179291"/>
                                        </p:tgtEl>
                                        <p:attrNameLst>
                                          <p:attrName>ppt_h</p:attrName>
                                        </p:attrNameLst>
                                      </p:cBhvr>
                                      <p:tavLst>
                                        <p:tav tm="0">
                                          <p:val>
                                            <p:fltVal val="0"/>
                                          </p:val>
                                        </p:tav>
                                        <p:tav tm="100000">
                                          <p:val>
                                            <p:strVal val="#ppt_h"/>
                                          </p:val>
                                        </p:tav>
                                      </p:tavLst>
                                    </p:anim>
                                  </p:childTnLst>
                                </p:cTn>
                              </p:par>
                            </p:childTnLst>
                          </p:cTn>
                        </p:par>
                        <p:par>
                          <p:cTn id="95" fill="hold">
                            <p:stCondLst>
                              <p:cond delay="500"/>
                            </p:stCondLst>
                            <p:childTnLst>
                              <p:par>
                                <p:cTn id="96" presetID="23" presetClass="entr" presetSubtype="16" fill="hold" grpId="0" nodeType="afterEffect">
                                  <p:stCondLst>
                                    <p:cond delay="0"/>
                                  </p:stCondLst>
                                  <p:childTnLst>
                                    <p:set>
                                      <p:cBhvr>
                                        <p:cTn id="97" dur="1" fill="hold">
                                          <p:stCondLst>
                                            <p:cond delay="0"/>
                                          </p:stCondLst>
                                        </p:cTn>
                                        <p:tgtEl>
                                          <p:spTgt spid="179293"/>
                                        </p:tgtEl>
                                        <p:attrNameLst>
                                          <p:attrName>style.visibility</p:attrName>
                                        </p:attrNameLst>
                                      </p:cBhvr>
                                      <p:to>
                                        <p:strVal val="visible"/>
                                      </p:to>
                                    </p:set>
                                    <p:anim calcmode="lin" valueType="num">
                                      <p:cBhvr>
                                        <p:cTn id="98" dur="500" fill="hold"/>
                                        <p:tgtEl>
                                          <p:spTgt spid="179293"/>
                                        </p:tgtEl>
                                        <p:attrNameLst>
                                          <p:attrName>ppt_w</p:attrName>
                                        </p:attrNameLst>
                                      </p:cBhvr>
                                      <p:tavLst>
                                        <p:tav tm="0">
                                          <p:val>
                                            <p:fltVal val="0"/>
                                          </p:val>
                                        </p:tav>
                                        <p:tav tm="100000">
                                          <p:val>
                                            <p:strVal val="#ppt_w"/>
                                          </p:val>
                                        </p:tav>
                                      </p:tavLst>
                                    </p:anim>
                                    <p:anim calcmode="lin" valueType="num">
                                      <p:cBhvr>
                                        <p:cTn id="99" dur="500" fill="hold"/>
                                        <p:tgtEl>
                                          <p:spTgt spid="179293"/>
                                        </p:tgtEl>
                                        <p:attrNameLst>
                                          <p:attrName>ppt_h</p:attrName>
                                        </p:attrNameLst>
                                      </p:cBhvr>
                                      <p:tavLst>
                                        <p:tav tm="0">
                                          <p:val>
                                            <p:fltVal val="0"/>
                                          </p:val>
                                        </p:tav>
                                        <p:tav tm="100000">
                                          <p:val>
                                            <p:strVal val="#ppt_h"/>
                                          </p:val>
                                        </p:tav>
                                      </p:tavLst>
                                    </p:anim>
                                  </p:childTnLst>
                                </p:cTn>
                              </p:par>
                            </p:childTnLst>
                          </p:cTn>
                        </p:par>
                      </p:childTnLst>
                    </p:cTn>
                  </p:par>
                  <p:par>
                    <p:cTn id="100" fill="hold">
                      <p:stCondLst>
                        <p:cond delay="indefinite"/>
                      </p:stCondLst>
                      <p:childTnLst>
                        <p:par>
                          <p:cTn id="101" fill="hold">
                            <p:stCondLst>
                              <p:cond delay="0"/>
                            </p:stCondLst>
                            <p:childTnLst>
                              <p:par>
                                <p:cTn id="102" presetID="22" presetClass="entr" presetSubtype="4" fill="hold" nodeType="clickEffect">
                                  <p:stCondLst>
                                    <p:cond delay="0"/>
                                  </p:stCondLst>
                                  <p:childTnLst>
                                    <p:set>
                                      <p:cBhvr>
                                        <p:cTn id="103" dur="1" fill="hold">
                                          <p:stCondLst>
                                            <p:cond delay="0"/>
                                          </p:stCondLst>
                                        </p:cTn>
                                        <p:tgtEl>
                                          <p:spTgt spid="179305"/>
                                        </p:tgtEl>
                                        <p:attrNameLst>
                                          <p:attrName>style.visibility</p:attrName>
                                        </p:attrNameLst>
                                      </p:cBhvr>
                                      <p:to>
                                        <p:strVal val="visible"/>
                                      </p:to>
                                    </p:set>
                                    <p:animEffect transition="in" filter="wipe(down)">
                                      <p:cBhvr>
                                        <p:cTn id="104" dur="500"/>
                                        <p:tgtEl>
                                          <p:spTgt spid="179305"/>
                                        </p:tgtEl>
                                      </p:cBhvr>
                                    </p:animEffect>
                                  </p:childTnLst>
                                </p:cTn>
                              </p:par>
                            </p:childTnLst>
                          </p:cTn>
                        </p:par>
                      </p:childTnLst>
                    </p:cTn>
                  </p:par>
                  <p:par>
                    <p:cTn id="105" fill="hold">
                      <p:stCondLst>
                        <p:cond delay="indefinite"/>
                      </p:stCondLst>
                      <p:childTnLst>
                        <p:par>
                          <p:cTn id="106" fill="hold">
                            <p:stCondLst>
                              <p:cond delay="0"/>
                            </p:stCondLst>
                            <p:childTnLst>
                              <p:par>
                                <p:cTn id="107" presetID="22" presetClass="entr" presetSubtype="8" fill="hold" grpId="0" nodeType="clickEffect">
                                  <p:stCondLst>
                                    <p:cond delay="0"/>
                                  </p:stCondLst>
                                  <p:childTnLst>
                                    <p:set>
                                      <p:cBhvr>
                                        <p:cTn id="108" dur="1" fill="hold">
                                          <p:stCondLst>
                                            <p:cond delay="0"/>
                                          </p:stCondLst>
                                        </p:cTn>
                                        <p:tgtEl>
                                          <p:spTgt spid="179274"/>
                                        </p:tgtEl>
                                        <p:attrNameLst>
                                          <p:attrName>style.visibility</p:attrName>
                                        </p:attrNameLst>
                                      </p:cBhvr>
                                      <p:to>
                                        <p:strVal val="visible"/>
                                      </p:to>
                                    </p:set>
                                    <p:animEffect transition="in" filter="wipe(left)">
                                      <p:cBhvr>
                                        <p:cTn id="109" dur="500"/>
                                        <p:tgtEl>
                                          <p:spTgt spid="179274"/>
                                        </p:tgtEl>
                                      </p:cBhvr>
                                    </p:animEffect>
                                  </p:childTnLst>
                                </p:cTn>
                              </p:par>
                            </p:childTnLst>
                          </p:cTn>
                        </p:par>
                        <p:par>
                          <p:cTn id="110" fill="hold">
                            <p:stCondLst>
                              <p:cond delay="500"/>
                            </p:stCondLst>
                            <p:childTnLst>
                              <p:par>
                                <p:cTn id="111" presetID="22" presetClass="entr" presetSubtype="4" fill="hold" nodeType="afterEffect">
                                  <p:stCondLst>
                                    <p:cond delay="0"/>
                                  </p:stCondLst>
                                  <p:childTnLst>
                                    <p:set>
                                      <p:cBhvr>
                                        <p:cTn id="112" dur="1" fill="hold">
                                          <p:stCondLst>
                                            <p:cond delay="0"/>
                                          </p:stCondLst>
                                        </p:cTn>
                                        <p:tgtEl>
                                          <p:spTgt spid="179269"/>
                                        </p:tgtEl>
                                        <p:attrNameLst>
                                          <p:attrName>style.visibility</p:attrName>
                                        </p:attrNameLst>
                                      </p:cBhvr>
                                      <p:to>
                                        <p:strVal val="visible"/>
                                      </p:to>
                                    </p:set>
                                    <p:animEffect transition="in" filter="wipe(down)">
                                      <p:cBhvr>
                                        <p:cTn id="113" dur="500"/>
                                        <p:tgtEl>
                                          <p:spTgt spid="179269"/>
                                        </p:tgtEl>
                                      </p:cBhvr>
                                    </p:animEffect>
                                  </p:childTnLst>
                                </p:cTn>
                              </p:par>
                            </p:childTnLst>
                          </p:cTn>
                        </p:par>
                      </p:childTnLst>
                    </p:cTn>
                  </p:par>
                  <p:par>
                    <p:cTn id="114" fill="hold">
                      <p:stCondLst>
                        <p:cond delay="indefinite"/>
                      </p:stCondLst>
                      <p:childTnLst>
                        <p:par>
                          <p:cTn id="115" fill="hold">
                            <p:stCondLst>
                              <p:cond delay="0"/>
                            </p:stCondLst>
                            <p:childTnLst>
                              <p:par>
                                <p:cTn id="116" presetID="23" presetClass="entr" presetSubtype="16" fill="hold" grpId="0" nodeType="clickEffect">
                                  <p:stCondLst>
                                    <p:cond delay="0"/>
                                  </p:stCondLst>
                                  <p:childTnLst>
                                    <p:set>
                                      <p:cBhvr>
                                        <p:cTn id="117" dur="1" fill="hold">
                                          <p:stCondLst>
                                            <p:cond delay="0"/>
                                          </p:stCondLst>
                                        </p:cTn>
                                        <p:tgtEl>
                                          <p:spTgt spid="179270"/>
                                        </p:tgtEl>
                                        <p:attrNameLst>
                                          <p:attrName>style.visibility</p:attrName>
                                        </p:attrNameLst>
                                      </p:cBhvr>
                                      <p:to>
                                        <p:strVal val="visible"/>
                                      </p:to>
                                    </p:set>
                                    <p:anim calcmode="lin" valueType="num">
                                      <p:cBhvr>
                                        <p:cTn id="118" dur="500" fill="hold"/>
                                        <p:tgtEl>
                                          <p:spTgt spid="179270"/>
                                        </p:tgtEl>
                                        <p:attrNameLst>
                                          <p:attrName>ppt_w</p:attrName>
                                        </p:attrNameLst>
                                      </p:cBhvr>
                                      <p:tavLst>
                                        <p:tav tm="0">
                                          <p:val>
                                            <p:fltVal val="0"/>
                                          </p:val>
                                        </p:tav>
                                        <p:tav tm="100000">
                                          <p:val>
                                            <p:strVal val="#ppt_w"/>
                                          </p:val>
                                        </p:tav>
                                      </p:tavLst>
                                    </p:anim>
                                    <p:anim calcmode="lin" valueType="num">
                                      <p:cBhvr>
                                        <p:cTn id="119" dur="500" fill="hold"/>
                                        <p:tgtEl>
                                          <p:spTgt spid="179270"/>
                                        </p:tgtEl>
                                        <p:attrNameLst>
                                          <p:attrName>ppt_h</p:attrName>
                                        </p:attrNameLst>
                                      </p:cBhvr>
                                      <p:tavLst>
                                        <p:tav tm="0">
                                          <p:val>
                                            <p:fltVal val="0"/>
                                          </p:val>
                                        </p:tav>
                                        <p:tav tm="100000">
                                          <p:val>
                                            <p:strVal val="#ppt_h"/>
                                          </p:val>
                                        </p:tav>
                                      </p:tavLst>
                                    </p:anim>
                                  </p:childTnLst>
                                </p:cTn>
                              </p:par>
                            </p:childTnLst>
                          </p:cTn>
                        </p:par>
                      </p:childTnLst>
                    </p:cTn>
                  </p:par>
                  <p:par>
                    <p:cTn id="120" fill="hold">
                      <p:stCondLst>
                        <p:cond delay="indefinite"/>
                      </p:stCondLst>
                      <p:childTnLst>
                        <p:par>
                          <p:cTn id="121" fill="hold">
                            <p:stCondLst>
                              <p:cond delay="0"/>
                            </p:stCondLst>
                            <p:childTnLst>
                              <p:par>
                                <p:cTn id="122" presetID="22" presetClass="entr" presetSubtype="8" fill="hold" grpId="0" nodeType="clickEffect">
                                  <p:stCondLst>
                                    <p:cond delay="0"/>
                                  </p:stCondLst>
                                  <p:childTnLst>
                                    <p:set>
                                      <p:cBhvr>
                                        <p:cTn id="123" dur="1" fill="hold">
                                          <p:stCondLst>
                                            <p:cond delay="0"/>
                                          </p:stCondLst>
                                        </p:cTn>
                                        <p:tgtEl>
                                          <p:spTgt spid="179282"/>
                                        </p:tgtEl>
                                        <p:attrNameLst>
                                          <p:attrName>style.visibility</p:attrName>
                                        </p:attrNameLst>
                                      </p:cBhvr>
                                      <p:to>
                                        <p:strVal val="visible"/>
                                      </p:to>
                                    </p:set>
                                    <p:animEffect transition="in" filter="wipe(left)">
                                      <p:cBhvr>
                                        <p:cTn id="124" dur="500"/>
                                        <p:tgtEl>
                                          <p:spTgt spid="179282"/>
                                        </p:tgtEl>
                                      </p:cBhvr>
                                    </p:animEffect>
                                  </p:childTnLst>
                                </p:cTn>
                              </p:par>
                            </p:childTnLst>
                          </p:cTn>
                        </p:par>
                        <p:par>
                          <p:cTn id="125" fill="hold">
                            <p:stCondLst>
                              <p:cond delay="500"/>
                            </p:stCondLst>
                            <p:childTnLst>
                              <p:par>
                                <p:cTn id="126" presetID="1" presetClass="entr" presetSubtype="0" fill="hold" nodeType="afterEffect">
                                  <p:stCondLst>
                                    <p:cond delay="0"/>
                                  </p:stCondLst>
                                  <p:childTnLst>
                                    <p:set>
                                      <p:cBhvr>
                                        <p:cTn id="127" dur="1" fill="hold">
                                          <p:stCondLst>
                                            <p:cond delay="0"/>
                                          </p:stCondLst>
                                        </p:cTn>
                                        <p:tgtEl>
                                          <p:spTgt spid="179292"/>
                                        </p:tgtEl>
                                        <p:attrNameLst>
                                          <p:attrName>style.visibility</p:attrName>
                                        </p:attrNameLst>
                                      </p:cBhvr>
                                      <p:to>
                                        <p:strVal val="visible"/>
                                      </p:to>
                                    </p:set>
                                  </p:childTnLst>
                                </p:cTn>
                              </p:par>
                            </p:childTnLst>
                          </p:cTn>
                        </p:par>
                      </p:childTnLst>
                    </p:cTn>
                  </p:par>
                  <p:par>
                    <p:cTn id="128" fill="hold">
                      <p:stCondLst>
                        <p:cond delay="indefinite"/>
                      </p:stCondLst>
                      <p:childTnLst>
                        <p:par>
                          <p:cTn id="129" fill="hold">
                            <p:stCondLst>
                              <p:cond delay="0"/>
                            </p:stCondLst>
                            <p:childTnLst>
                              <p:par>
                                <p:cTn id="130" presetID="22" presetClass="entr" presetSubtype="8" fill="hold" grpId="0" nodeType="clickEffect">
                                  <p:stCondLst>
                                    <p:cond delay="0"/>
                                  </p:stCondLst>
                                  <p:childTnLst>
                                    <p:set>
                                      <p:cBhvr>
                                        <p:cTn id="131" dur="1" fill="hold">
                                          <p:stCondLst>
                                            <p:cond delay="0"/>
                                          </p:stCondLst>
                                        </p:cTn>
                                        <p:tgtEl>
                                          <p:spTgt spid="179264"/>
                                        </p:tgtEl>
                                        <p:attrNameLst>
                                          <p:attrName>style.visibility</p:attrName>
                                        </p:attrNameLst>
                                      </p:cBhvr>
                                      <p:to>
                                        <p:strVal val="visible"/>
                                      </p:to>
                                    </p:set>
                                    <p:animEffect transition="in" filter="wipe(left)">
                                      <p:cBhvr>
                                        <p:cTn id="132" dur="500"/>
                                        <p:tgtEl>
                                          <p:spTgt spid="179264"/>
                                        </p:tgtEl>
                                      </p:cBhvr>
                                    </p:animEffect>
                                  </p:childTnLst>
                                </p:cTn>
                              </p:par>
                              <p:par>
                                <p:cTn id="133" presetID="22" presetClass="entr" presetSubtype="8" fill="hold" grpId="0" nodeType="withEffect">
                                  <p:stCondLst>
                                    <p:cond delay="0"/>
                                  </p:stCondLst>
                                  <p:childTnLst>
                                    <p:set>
                                      <p:cBhvr>
                                        <p:cTn id="134" dur="1" fill="hold">
                                          <p:stCondLst>
                                            <p:cond delay="0"/>
                                          </p:stCondLst>
                                        </p:cTn>
                                        <p:tgtEl>
                                          <p:spTgt spid="179304"/>
                                        </p:tgtEl>
                                        <p:attrNameLst>
                                          <p:attrName>style.visibility</p:attrName>
                                        </p:attrNameLst>
                                      </p:cBhvr>
                                      <p:to>
                                        <p:strVal val="visible"/>
                                      </p:to>
                                    </p:set>
                                    <p:animEffect transition="in" filter="wipe(left)">
                                      <p:cBhvr>
                                        <p:cTn id="135" dur="500"/>
                                        <p:tgtEl>
                                          <p:spTgt spid="179304"/>
                                        </p:tgtEl>
                                      </p:cBhvr>
                                    </p:animEffect>
                                  </p:childTnLst>
                                </p:cTn>
                              </p:par>
                            </p:childTnLst>
                          </p:cTn>
                        </p:par>
                      </p:childTnLst>
                    </p:cTn>
                  </p:par>
                  <p:par>
                    <p:cTn id="136" fill="hold">
                      <p:stCondLst>
                        <p:cond delay="indefinite"/>
                      </p:stCondLst>
                      <p:childTnLst>
                        <p:par>
                          <p:cTn id="137" fill="hold">
                            <p:stCondLst>
                              <p:cond delay="0"/>
                            </p:stCondLst>
                            <p:childTnLst>
                              <p:par>
                                <p:cTn id="138" presetID="22" presetClass="entr" presetSubtype="8" fill="hold" grpId="0" nodeType="clickEffect">
                                  <p:stCondLst>
                                    <p:cond delay="0"/>
                                  </p:stCondLst>
                                  <p:childTnLst>
                                    <p:set>
                                      <p:cBhvr>
                                        <p:cTn id="139" dur="1" fill="hold">
                                          <p:stCondLst>
                                            <p:cond delay="0"/>
                                          </p:stCondLst>
                                        </p:cTn>
                                        <p:tgtEl>
                                          <p:spTgt spid="179303"/>
                                        </p:tgtEl>
                                        <p:attrNameLst>
                                          <p:attrName>style.visibility</p:attrName>
                                        </p:attrNameLst>
                                      </p:cBhvr>
                                      <p:to>
                                        <p:strVal val="visible"/>
                                      </p:to>
                                    </p:set>
                                    <p:animEffect transition="in" filter="wipe(left)">
                                      <p:cBhvr>
                                        <p:cTn id="140" dur="500"/>
                                        <p:tgtEl>
                                          <p:spTgt spid="179303"/>
                                        </p:tgtEl>
                                      </p:cBhvr>
                                    </p:animEffect>
                                  </p:childTnLst>
                                </p:cTn>
                              </p:par>
                            </p:childTnLst>
                          </p:cTn>
                        </p:par>
                      </p:childTnLst>
                    </p:cTn>
                  </p:par>
                  <p:par>
                    <p:cTn id="141" fill="hold">
                      <p:stCondLst>
                        <p:cond delay="indefinite"/>
                      </p:stCondLst>
                      <p:childTnLst>
                        <p:par>
                          <p:cTn id="142" fill="hold">
                            <p:stCondLst>
                              <p:cond delay="0"/>
                            </p:stCondLst>
                            <p:childTnLst>
                              <p:par>
                                <p:cTn id="143" presetID="22" presetClass="entr" presetSubtype="2" fill="hold" grpId="0" nodeType="clickEffect">
                                  <p:stCondLst>
                                    <p:cond delay="0"/>
                                  </p:stCondLst>
                                  <p:childTnLst>
                                    <p:set>
                                      <p:cBhvr>
                                        <p:cTn id="144" dur="1" fill="hold">
                                          <p:stCondLst>
                                            <p:cond delay="0"/>
                                          </p:stCondLst>
                                        </p:cTn>
                                        <p:tgtEl>
                                          <p:spTgt spid="179285"/>
                                        </p:tgtEl>
                                        <p:attrNameLst>
                                          <p:attrName>style.visibility</p:attrName>
                                        </p:attrNameLst>
                                      </p:cBhvr>
                                      <p:to>
                                        <p:strVal val="visible"/>
                                      </p:to>
                                    </p:set>
                                    <p:animEffect transition="in" filter="wipe(right)">
                                      <p:cBhvr>
                                        <p:cTn id="145" dur="500"/>
                                        <p:tgtEl>
                                          <p:spTgt spid="179285"/>
                                        </p:tgtEl>
                                      </p:cBhvr>
                                    </p:animEffect>
                                  </p:childTnLst>
                                </p:cTn>
                              </p:par>
                              <p:par>
                                <p:cTn id="146" presetID="22" presetClass="entr" presetSubtype="2" fill="hold" grpId="0" nodeType="withEffect">
                                  <p:stCondLst>
                                    <p:cond delay="0"/>
                                  </p:stCondLst>
                                  <p:childTnLst>
                                    <p:set>
                                      <p:cBhvr>
                                        <p:cTn id="147" dur="1" fill="hold">
                                          <p:stCondLst>
                                            <p:cond delay="0"/>
                                          </p:stCondLst>
                                        </p:cTn>
                                        <p:tgtEl>
                                          <p:spTgt spid="179290"/>
                                        </p:tgtEl>
                                        <p:attrNameLst>
                                          <p:attrName>style.visibility</p:attrName>
                                        </p:attrNameLst>
                                      </p:cBhvr>
                                      <p:to>
                                        <p:strVal val="visible"/>
                                      </p:to>
                                    </p:set>
                                    <p:animEffect transition="in" filter="wipe(right)">
                                      <p:cBhvr>
                                        <p:cTn id="148" dur="500"/>
                                        <p:tgtEl>
                                          <p:spTgt spid="179290"/>
                                        </p:tgtEl>
                                      </p:cBhvr>
                                    </p:animEffect>
                                  </p:childTnLst>
                                </p:cTn>
                              </p:par>
                              <p:par>
                                <p:cTn id="149" presetID="22" presetClass="entr" presetSubtype="2" fill="hold" nodeType="withEffect">
                                  <p:stCondLst>
                                    <p:cond delay="0"/>
                                  </p:stCondLst>
                                  <p:childTnLst>
                                    <p:set>
                                      <p:cBhvr>
                                        <p:cTn id="150" dur="1" fill="hold">
                                          <p:stCondLst>
                                            <p:cond delay="0"/>
                                          </p:stCondLst>
                                        </p:cTn>
                                        <p:tgtEl>
                                          <p:spTgt spid="2"/>
                                        </p:tgtEl>
                                        <p:attrNameLst>
                                          <p:attrName>style.visibility</p:attrName>
                                        </p:attrNameLst>
                                      </p:cBhvr>
                                      <p:to>
                                        <p:strVal val="visible"/>
                                      </p:to>
                                    </p:set>
                                    <p:animEffect transition="in" filter="wipe(right)">
                                      <p:cBhvr>
                                        <p:cTn id="151" dur="500"/>
                                        <p:tgtEl>
                                          <p:spTgt spid="2"/>
                                        </p:tgtEl>
                                      </p:cBhvr>
                                    </p:animEffect>
                                  </p:childTnLst>
                                </p:cTn>
                              </p:par>
                            </p:childTnLst>
                          </p:cTn>
                        </p:par>
                        <p:par>
                          <p:cTn id="152" fill="hold">
                            <p:stCondLst>
                              <p:cond delay="500"/>
                            </p:stCondLst>
                            <p:childTnLst>
                              <p:par>
                                <p:cTn id="153" presetID="9" presetClass="entr" presetSubtype="0" fill="hold" grpId="0" nodeType="afterEffect">
                                  <p:stCondLst>
                                    <p:cond delay="0"/>
                                  </p:stCondLst>
                                  <p:childTnLst>
                                    <p:set>
                                      <p:cBhvr>
                                        <p:cTn id="154" dur="1" fill="hold">
                                          <p:stCondLst>
                                            <p:cond delay="0"/>
                                          </p:stCondLst>
                                        </p:cTn>
                                        <p:tgtEl>
                                          <p:spTgt spid="179286"/>
                                        </p:tgtEl>
                                        <p:attrNameLst>
                                          <p:attrName>style.visibility</p:attrName>
                                        </p:attrNameLst>
                                      </p:cBhvr>
                                      <p:to>
                                        <p:strVal val="visible"/>
                                      </p:to>
                                    </p:set>
                                    <p:animEffect transition="in" filter="dissolve">
                                      <p:cBhvr>
                                        <p:cTn id="155" dur="500"/>
                                        <p:tgtEl>
                                          <p:spTgt spid="179286"/>
                                        </p:tgtEl>
                                      </p:cBhvr>
                                    </p:animEffect>
                                  </p:childTnLst>
                                </p:cTn>
                              </p:par>
                            </p:childTnLst>
                          </p:cTn>
                        </p:par>
                      </p:childTnLst>
                    </p:cTn>
                  </p:par>
                  <p:par>
                    <p:cTn id="156" fill="hold">
                      <p:stCondLst>
                        <p:cond delay="indefinite"/>
                      </p:stCondLst>
                      <p:childTnLst>
                        <p:par>
                          <p:cTn id="157" fill="hold">
                            <p:stCondLst>
                              <p:cond delay="0"/>
                            </p:stCondLst>
                            <p:childTnLst>
                              <p:par>
                                <p:cTn id="158" presetID="22" presetClass="entr" presetSubtype="8" fill="hold" nodeType="clickEffect">
                                  <p:stCondLst>
                                    <p:cond delay="0"/>
                                  </p:stCondLst>
                                  <p:childTnLst>
                                    <p:set>
                                      <p:cBhvr>
                                        <p:cTn id="159" dur="1" fill="hold">
                                          <p:stCondLst>
                                            <p:cond delay="0"/>
                                          </p:stCondLst>
                                        </p:cTn>
                                        <p:tgtEl>
                                          <p:spTgt spid="179265"/>
                                        </p:tgtEl>
                                        <p:attrNameLst>
                                          <p:attrName>style.visibility</p:attrName>
                                        </p:attrNameLst>
                                      </p:cBhvr>
                                      <p:to>
                                        <p:strVal val="visible"/>
                                      </p:to>
                                    </p:set>
                                    <p:animEffect transition="in" filter="wipe(left)">
                                      <p:cBhvr>
                                        <p:cTn id="160" dur="500"/>
                                        <p:tgtEl>
                                          <p:spTgt spid="179265"/>
                                        </p:tgtEl>
                                      </p:cBhvr>
                                    </p:animEffect>
                                  </p:childTnLst>
                                </p:cTn>
                              </p:par>
                            </p:childTnLst>
                          </p:cTn>
                        </p:par>
                      </p:childTnLst>
                    </p:cTn>
                  </p:par>
                  <p:par>
                    <p:cTn id="161" fill="hold">
                      <p:stCondLst>
                        <p:cond delay="indefinite"/>
                      </p:stCondLst>
                      <p:childTnLst>
                        <p:par>
                          <p:cTn id="162" fill="hold">
                            <p:stCondLst>
                              <p:cond delay="0"/>
                            </p:stCondLst>
                            <p:childTnLst>
                              <p:par>
                                <p:cTn id="163" presetID="22" presetClass="entr" presetSubtype="4" fill="hold" grpId="0" nodeType="clickEffect">
                                  <p:stCondLst>
                                    <p:cond delay="0"/>
                                  </p:stCondLst>
                                  <p:childTnLst>
                                    <p:set>
                                      <p:cBhvr>
                                        <p:cTn id="164" dur="1" fill="hold">
                                          <p:stCondLst>
                                            <p:cond delay="0"/>
                                          </p:stCondLst>
                                        </p:cTn>
                                        <p:tgtEl>
                                          <p:spTgt spid="179296"/>
                                        </p:tgtEl>
                                        <p:attrNameLst>
                                          <p:attrName>style.visibility</p:attrName>
                                        </p:attrNameLst>
                                      </p:cBhvr>
                                      <p:to>
                                        <p:strVal val="visible"/>
                                      </p:to>
                                    </p:set>
                                    <p:animEffect transition="in" filter="wipe(down)">
                                      <p:cBhvr>
                                        <p:cTn id="165" dur="500"/>
                                        <p:tgtEl>
                                          <p:spTgt spid="179296"/>
                                        </p:tgtEl>
                                      </p:cBhvr>
                                    </p:animEffect>
                                  </p:childTnLst>
                                </p:cTn>
                              </p:par>
                            </p:childTnLst>
                          </p:cTn>
                        </p:par>
                      </p:childTnLst>
                    </p:cTn>
                  </p:par>
                  <p:par>
                    <p:cTn id="166" fill="hold">
                      <p:stCondLst>
                        <p:cond delay="indefinite"/>
                      </p:stCondLst>
                      <p:childTnLst>
                        <p:par>
                          <p:cTn id="167" fill="hold">
                            <p:stCondLst>
                              <p:cond delay="0"/>
                            </p:stCondLst>
                            <p:childTnLst>
                              <p:par>
                                <p:cTn id="168" presetID="22" presetClass="entr" presetSubtype="8" fill="hold" grpId="0" nodeType="clickEffect">
                                  <p:stCondLst>
                                    <p:cond delay="0"/>
                                  </p:stCondLst>
                                  <p:childTnLst>
                                    <p:set>
                                      <p:cBhvr>
                                        <p:cTn id="169" dur="1" fill="hold">
                                          <p:stCondLst>
                                            <p:cond delay="0"/>
                                          </p:stCondLst>
                                        </p:cTn>
                                        <p:tgtEl>
                                          <p:spTgt spid="179295"/>
                                        </p:tgtEl>
                                        <p:attrNameLst>
                                          <p:attrName>style.visibility</p:attrName>
                                        </p:attrNameLst>
                                      </p:cBhvr>
                                      <p:to>
                                        <p:strVal val="visible"/>
                                      </p:to>
                                    </p:set>
                                    <p:animEffect transition="in" filter="wipe(left)">
                                      <p:cBhvr>
                                        <p:cTn id="170" dur="500"/>
                                        <p:tgtEl>
                                          <p:spTgt spid="179295"/>
                                        </p:tgtEl>
                                      </p:cBhvr>
                                    </p:animEffect>
                                  </p:childTnLst>
                                </p:cTn>
                              </p:par>
                            </p:childTnLst>
                          </p:cTn>
                        </p:par>
                      </p:childTnLst>
                    </p:cTn>
                  </p:par>
                  <p:par>
                    <p:cTn id="171" fill="hold">
                      <p:stCondLst>
                        <p:cond delay="indefinite"/>
                      </p:stCondLst>
                      <p:childTnLst>
                        <p:par>
                          <p:cTn id="172" fill="hold">
                            <p:stCondLst>
                              <p:cond delay="0"/>
                            </p:stCondLst>
                            <p:childTnLst>
                              <p:par>
                                <p:cTn id="173" presetID="22" presetClass="entr" presetSubtype="8" fill="hold" nodeType="clickEffect">
                                  <p:stCondLst>
                                    <p:cond delay="0"/>
                                  </p:stCondLst>
                                  <p:childTnLst>
                                    <p:set>
                                      <p:cBhvr>
                                        <p:cTn id="174" dur="1" fill="hold">
                                          <p:stCondLst>
                                            <p:cond delay="0"/>
                                          </p:stCondLst>
                                        </p:cTn>
                                        <p:tgtEl>
                                          <p:spTgt spid="179297"/>
                                        </p:tgtEl>
                                        <p:attrNameLst>
                                          <p:attrName>style.visibility</p:attrName>
                                        </p:attrNameLst>
                                      </p:cBhvr>
                                      <p:to>
                                        <p:strVal val="visible"/>
                                      </p:to>
                                    </p:set>
                                    <p:animEffect transition="in" filter="wipe(left)">
                                      <p:cBhvr>
                                        <p:cTn id="175" dur="500"/>
                                        <p:tgtEl>
                                          <p:spTgt spid="179297"/>
                                        </p:tgtEl>
                                      </p:cBhvr>
                                    </p:animEffect>
                                  </p:childTnLst>
                                </p:cTn>
                              </p:par>
                            </p:childTnLst>
                          </p:cTn>
                        </p:par>
                      </p:childTnLst>
                    </p:cTn>
                  </p:par>
                  <p:par>
                    <p:cTn id="176" fill="hold">
                      <p:stCondLst>
                        <p:cond delay="indefinite"/>
                      </p:stCondLst>
                      <p:childTnLst>
                        <p:par>
                          <p:cTn id="177" fill="hold">
                            <p:stCondLst>
                              <p:cond delay="0"/>
                            </p:stCondLst>
                            <p:childTnLst>
                              <p:par>
                                <p:cTn id="178" presetID="18" presetClass="entr" presetSubtype="6" fill="hold" grpId="0" nodeType="clickEffect">
                                  <p:stCondLst>
                                    <p:cond delay="0"/>
                                  </p:stCondLst>
                                  <p:childTnLst>
                                    <p:set>
                                      <p:cBhvr>
                                        <p:cTn id="179" dur="1" fill="hold">
                                          <p:stCondLst>
                                            <p:cond delay="0"/>
                                          </p:stCondLst>
                                        </p:cTn>
                                        <p:tgtEl>
                                          <p:spTgt spid="179283"/>
                                        </p:tgtEl>
                                        <p:attrNameLst>
                                          <p:attrName>style.visibility</p:attrName>
                                        </p:attrNameLst>
                                      </p:cBhvr>
                                      <p:to>
                                        <p:strVal val="visible"/>
                                      </p:to>
                                    </p:set>
                                    <p:animEffect transition="in" filter="strips(downRight)">
                                      <p:cBhvr>
                                        <p:cTn id="180" dur="500"/>
                                        <p:tgtEl>
                                          <p:spTgt spid="179283"/>
                                        </p:tgtEl>
                                      </p:cBhvr>
                                    </p:animEffect>
                                  </p:childTnLst>
                                </p:cTn>
                              </p:par>
                            </p:childTnLst>
                          </p:cTn>
                        </p:par>
                        <p:par>
                          <p:cTn id="181" fill="hold">
                            <p:stCondLst>
                              <p:cond delay="500"/>
                            </p:stCondLst>
                            <p:childTnLst>
                              <p:par>
                                <p:cTn id="182" presetID="9" presetClass="entr" presetSubtype="0" fill="hold" grpId="0" nodeType="afterEffect">
                                  <p:stCondLst>
                                    <p:cond delay="0"/>
                                  </p:stCondLst>
                                  <p:childTnLst>
                                    <p:set>
                                      <p:cBhvr>
                                        <p:cTn id="183" dur="1" fill="hold">
                                          <p:stCondLst>
                                            <p:cond delay="0"/>
                                          </p:stCondLst>
                                        </p:cTn>
                                        <p:tgtEl>
                                          <p:spTgt spid="179280"/>
                                        </p:tgtEl>
                                        <p:attrNameLst>
                                          <p:attrName>style.visibility</p:attrName>
                                        </p:attrNameLst>
                                      </p:cBhvr>
                                      <p:to>
                                        <p:strVal val="visible"/>
                                      </p:to>
                                    </p:set>
                                    <p:animEffect transition="in" filter="dissolve">
                                      <p:cBhvr>
                                        <p:cTn id="184" dur="500"/>
                                        <p:tgtEl>
                                          <p:spTgt spid="179280"/>
                                        </p:tgtEl>
                                      </p:cBhvr>
                                    </p:animEffect>
                                  </p:childTnLst>
                                </p:cTn>
                              </p:par>
                              <p:par>
                                <p:cTn id="185" presetID="9" presetClass="entr" presetSubtype="0" fill="hold" grpId="0" nodeType="withEffect">
                                  <p:stCondLst>
                                    <p:cond delay="0"/>
                                  </p:stCondLst>
                                  <p:childTnLst>
                                    <p:set>
                                      <p:cBhvr>
                                        <p:cTn id="186" dur="1" fill="hold">
                                          <p:stCondLst>
                                            <p:cond delay="0"/>
                                          </p:stCondLst>
                                        </p:cTn>
                                        <p:tgtEl>
                                          <p:spTgt spid="179281"/>
                                        </p:tgtEl>
                                        <p:attrNameLst>
                                          <p:attrName>style.visibility</p:attrName>
                                        </p:attrNameLst>
                                      </p:cBhvr>
                                      <p:to>
                                        <p:strVal val="visible"/>
                                      </p:to>
                                    </p:set>
                                    <p:animEffect transition="in" filter="dissolve">
                                      <p:cBhvr>
                                        <p:cTn id="187" dur="500"/>
                                        <p:tgtEl>
                                          <p:spTgt spid="179281"/>
                                        </p:tgtEl>
                                      </p:cBhvr>
                                    </p:animEffect>
                                  </p:childTnLst>
                                </p:cTn>
                              </p:par>
                            </p:childTnLst>
                          </p:cTn>
                        </p:par>
                        <p:par>
                          <p:cTn id="188" fill="hold">
                            <p:stCondLst>
                              <p:cond delay="1000"/>
                            </p:stCondLst>
                            <p:childTnLst>
                              <p:par>
                                <p:cTn id="189" presetID="1" presetClass="entr" presetSubtype="0" fill="hold" nodeType="afterEffect">
                                  <p:stCondLst>
                                    <p:cond delay="0"/>
                                  </p:stCondLst>
                                  <p:childTnLst>
                                    <p:set>
                                      <p:cBhvr>
                                        <p:cTn id="190" dur="1" fill="hold">
                                          <p:stCondLst>
                                            <p:cond delay="0"/>
                                          </p:stCondLst>
                                        </p:cTn>
                                        <p:tgtEl>
                                          <p:spTgt spid="179277"/>
                                        </p:tgtEl>
                                        <p:attrNameLst>
                                          <p:attrName>style.visibility</p:attrName>
                                        </p:attrNameLst>
                                      </p:cBhvr>
                                      <p:to>
                                        <p:strVal val="visible"/>
                                      </p:to>
                                    </p:set>
                                  </p:childTnLst>
                                </p:cTn>
                              </p:par>
                              <p:par>
                                <p:cTn id="191" presetID="1" presetClass="entr" presetSubtype="0" fill="hold" nodeType="withEffect">
                                  <p:stCondLst>
                                    <p:cond delay="0"/>
                                  </p:stCondLst>
                                  <p:childTnLst>
                                    <p:set>
                                      <p:cBhvr>
                                        <p:cTn id="192" dur="1" fill="hold">
                                          <p:stCondLst>
                                            <p:cond delay="0"/>
                                          </p:stCondLst>
                                        </p:cTn>
                                        <p:tgtEl>
                                          <p:spTgt spid="179278"/>
                                        </p:tgtEl>
                                        <p:attrNameLst>
                                          <p:attrName>style.visibility</p:attrName>
                                        </p:attrNameLst>
                                      </p:cBhvr>
                                      <p:to>
                                        <p:strVal val="visible"/>
                                      </p:to>
                                    </p:set>
                                  </p:childTnLst>
                                </p:cTn>
                              </p:par>
                            </p:childTnLst>
                          </p:cTn>
                        </p:par>
                        <p:par>
                          <p:cTn id="193" fill="hold">
                            <p:stCondLst>
                              <p:cond delay="1000"/>
                            </p:stCondLst>
                            <p:childTnLst>
                              <p:par>
                                <p:cTn id="194" presetID="18" presetClass="entr" presetSubtype="3" fill="hold" grpId="0" nodeType="afterEffect">
                                  <p:stCondLst>
                                    <p:cond delay="0"/>
                                  </p:stCondLst>
                                  <p:childTnLst>
                                    <p:set>
                                      <p:cBhvr>
                                        <p:cTn id="195" dur="1" fill="hold">
                                          <p:stCondLst>
                                            <p:cond delay="0"/>
                                          </p:stCondLst>
                                        </p:cTn>
                                        <p:tgtEl>
                                          <p:spTgt spid="179284"/>
                                        </p:tgtEl>
                                        <p:attrNameLst>
                                          <p:attrName>style.visibility</p:attrName>
                                        </p:attrNameLst>
                                      </p:cBhvr>
                                      <p:to>
                                        <p:strVal val="visible"/>
                                      </p:to>
                                    </p:set>
                                    <p:animEffect transition="in" filter="strips(upRight)">
                                      <p:cBhvr>
                                        <p:cTn id="196" dur="500"/>
                                        <p:tgtEl>
                                          <p:spTgt spid="179284"/>
                                        </p:tgtEl>
                                      </p:cBhvr>
                                    </p:animEffect>
                                  </p:childTnLst>
                                </p:cTn>
                              </p:par>
                            </p:childTnLst>
                          </p:cTn>
                        </p:par>
                      </p:childTnLst>
                    </p:cTn>
                  </p:par>
                  <p:par>
                    <p:cTn id="197" fill="hold">
                      <p:stCondLst>
                        <p:cond delay="indefinite"/>
                      </p:stCondLst>
                      <p:childTnLst>
                        <p:par>
                          <p:cTn id="198" fill="hold">
                            <p:stCondLst>
                              <p:cond delay="0"/>
                            </p:stCondLst>
                            <p:childTnLst>
                              <p:par>
                                <p:cTn id="199" presetID="32" presetClass="emph" presetSubtype="0" fill="hold" grpId="1" nodeType="clickEffect">
                                  <p:stCondLst>
                                    <p:cond delay="0"/>
                                  </p:stCondLst>
                                  <p:childTnLst>
                                    <p:animClr clrSpc="rgb" dir="cw">
                                      <p:cBhvr override="childStyle">
                                        <p:cTn id="200" dur="100" fill="hold"/>
                                        <p:tgtEl>
                                          <p:spTgt spid="179284"/>
                                        </p:tgtEl>
                                        <p:attrNameLst>
                                          <p:attrName>style.color</p:attrName>
                                        </p:attrNameLst>
                                      </p:cBhvr>
                                      <p:to>
                                        <a:schemeClr val="accent2"/>
                                      </p:to>
                                    </p:animClr>
                                    <p:animClr clrSpc="rgb" dir="cw">
                                      <p:cBhvr>
                                        <p:cTn id="201" dur="100" fill="hold"/>
                                        <p:tgtEl>
                                          <p:spTgt spid="179284"/>
                                        </p:tgtEl>
                                        <p:attrNameLst>
                                          <p:attrName>fillcolor</p:attrName>
                                        </p:attrNameLst>
                                      </p:cBhvr>
                                      <p:to>
                                        <a:schemeClr val="accent2"/>
                                      </p:to>
                                    </p:animClr>
                                    <p:set>
                                      <p:cBhvr>
                                        <p:cTn id="202" dur="100" fill="hold"/>
                                        <p:tgtEl>
                                          <p:spTgt spid="179284"/>
                                        </p:tgtEl>
                                        <p:attrNameLst>
                                          <p:attrName>fill.type</p:attrName>
                                        </p:attrNameLst>
                                      </p:cBhvr>
                                      <p:to>
                                        <p:strVal val="solid"/>
                                      </p:to>
                                    </p:set>
                                    <p:set>
                                      <p:cBhvr>
                                        <p:cTn id="203" dur="100" fill="hold"/>
                                        <p:tgtEl>
                                          <p:spTgt spid="179284"/>
                                        </p:tgtEl>
                                        <p:attrNameLst>
                                          <p:attrName>fill.on</p:attrName>
                                        </p:attrNameLst>
                                      </p:cBhvr>
                                      <p:to>
                                        <p:strVal val="true"/>
                                      </p:to>
                                    </p:set>
                                    <p:animRot by="120000">
                                      <p:cBhvr>
                                        <p:cTn id="204" dur="100" fill="hold">
                                          <p:stCondLst>
                                            <p:cond delay="0"/>
                                          </p:stCondLst>
                                        </p:cTn>
                                        <p:tgtEl>
                                          <p:spTgt spid="179284"/>
                                        </p:tgtEl>
                                        <p:attrNameLst>
                                          <p:attrName>r</p:attrName>
                                        </p:attrNameLst>
                                      </p:cBhvr>
                                    </p:animRot>
                                    <p:animRot by="-240000">
                                      <p:cBhvr>
                                        <p:cTn id="205" dur="200" fill="hold">
                                          <p:stCondLst>
                                            <p:cond delay="200"/>
                                          </p:stCondLst>
                                        </p:cTn>
                                        <p:tgtEl>
                                          <p:spTgt spid="179284"/>
                                        </p:tgtEl>
                                        <p:attrNameLst>
                                          <p:attrName>r</p:attrName>
                                        </p:attrNameLst>
                                      </p:cBhvr>
                                    </p:animRot>
                                    <p:animRot by="240000">
                                      <p:cBhvr>
                                        <p:cTn id="206" dur="200" fill="hold">
                                          <p:stCondLst>
                                            <p:cond delay="400"/>
                                          </p:stCondLst>
                                        </p:cTn>
                                        <p:tgtEl>
                                          <p:spTgt spid="179284"/>
                                        </p:tgtEl>
                                        <p:attrNameLst>
                                          <p:attrName>r</p:attrName>
                                        </p:attrNameLst>
                                      </p:cBhvr>
                                    </p:animRot>
                                    <p:animRot by="-240000">
                                      <p:cBhvr>
                                        <p:cTn id="207" dur="200" fill="hold">
                                          <p:stCondLst>
                                            <p:cond delay="600"/>
                                          </p:stCondLst>
                                        </p:cTn>
                                        <p:tgtEl>
                                          <p:spTgt spid="179284"/>
                                        </p:tgtEl>
                                        <p:attrNameLst>
                                          <p:attrName>r</p:attrName>
                                        </p:attrNameLst>
                                      </p:cBhvr>
                                    </p:animRot>
                                    <p:animRot by="120000">
                                      <p:cBhvr>
                                        <p:cTn id="208" dur="200" fill="hold">
                                          <p:stCondLst>
                                            <p:cond delay="800"/>
                                          </p:stCondLst>
                                        </p:cTn>
                                        <p:tgtEl>
                                          <p:spTgt spid="179284"/>
                                        </p:tgtEl>
                                        <p:attrNameLst>
                                          <p:attrName>r</p:attrName>
                                        </p:attrNameLst>
                                      </p:cBhvr>
                                    </p:animRot>
                                  </p:childTnLst>
                                </p:cTn>
                              </p:par>
                            </p:childTnLst>
                          </p:cTn>
                        </p:par>
                      </p:childTnLst>
                    </p:cTn>
                  </p:par>
                  <p:par>
                    <p:cTn id="209" fill="hold">
                      <p:stCondLst>
                        <p:cond delay="indefinite"/>
                      </p:stCondLst>
                      <p:childTnLst>
                        <p:par>
                          <p:cTn id="210" fill="hold">
                            <p:stCondLst>
                              <p:cond delay="0"/>
                            </p:stCondLst>
                            <p:childTnLst>
                              <p:par>
                                <p:cTn id="211" presetID="22" presetClass="entr" presetSubtype="8" fill="hold" nodeType="clickEffect">
                                  <p:stCondLst>
                                    <p:cond delay="0"/>
                                  </p:stCondLst>
                                  <p:childTnLst>
                                    <p:set>
                                      <p:cBhvr>
                                        <p:cTn id="212" dur="1" fill="hold">
                                          <p:stCondLst>
                                            <p:cond delay="0"/>
                                          </p:stCondLst>
                                        </p:cTn>
                                        <p:tgtEl>
                                          <p:spTgt spid="179299"/>
                                        </p:tgtEl>
                                        <p:attrNameLst>
                                          <p:attrName>style.visibility</p:attrName>
                                        </p:attrNameLst>
                                      </p:cBhvr>
                                      <p:to>
                                        <p:strVal val="visible"/>
                                      </p:to>
                                    </p:set>
                                    <p:animEffect transition="in" filter="wipe(left)">
                                      <p:cBhvr>
                                        <p:cTn id="213" dur="500"/>
                                        <p:tgtEl>
                                          <p:spTgt spid="179299"/>
                                        </p:tgtEl>
                                      </p:cBhvr>
                                    </p:animEffect>
                                  </p:childTnLst>
                                </p:cTn>
                              </p:par>
                            </p:childTnLst>
                          </p:cTn>
                        </p:par>
                      </p:childTnLst>
                    </p:cTn>
                  </p:par>
                  <p:par>
                    <p:cTn id="214" fill="hold">
                      <p:stCondLst>
                        <p:cond delay="indefinite"/>
                      </p:stCondLst>
                      <p:childTnLst>
                        <p:par>
                          <p:cTn id="215" fill="hold">
                            <p:stCondLst>
                              <p:cond delay="0"/>
                            </p:stCondLst>
                            <p:childTnLst>
                              <p:par>
                                <p:cTn id="216" presetID="22" presetClass="entr" presetSubtype="8" fill="hold" grpId="0" nodeType="clickEffect">
                                  <p:stCondLst>
                                    <p:cond delay="0"/>
                                  </p:stCondLst>
                                  <p:childTnLst>
                                    <p:set>
                                      <p:cBhvr>
                                        <p:cTn id="217" dur="1" fill="hold">
                                          <p:stCondLst>
                                            <p:cond delay="0"/>
                                          </p:stCondLst>
                                        </p:cTn>
                                        <p:tgtEl>
                                          <p:spTgt spid="179300"/>
                                        </p:tgtEl>
                                        <p:attrNameLst>
                                          <p:attrName>style.visibility</p:attrName>
                                        </p:attrNameLst>
                                      </p:cBhvr>
                                      <p:to>
                                        <p:strVal val="visible"/>
                                      </p:to>
                                    </p:set>
                                    <p:animEffect transition="in" filter="wipe(left)">
                                      <p:cBhvr>
                                        <p:cTn id="218" dur="500"/>
                                        <p:tgtEl>
                                          <p:spTgt spid="179300"/>
                                        </p:tgtEl>
                                      </p:cBhvr>
                                    </p:animEffect>
                                  </p:childTnLst>
                                </p:cTn>
                              </p:par>
                            </p:childTnLst>
                          </p:cTn>
                        </p:par>
                      </p:childTnLst>
                    </p:cTn>
                  </p:par>
                  <p:par>
                    <p:cTn id="219" fill="hold">
                      <p:stCondLst>
                        <p:cond delay="indefinite"/>
                      </p:stCondLst>
                      <p:childTnLst>
                        <p:par>
                          <p:cTn id="220" fill="hold">
                            <p:stCondLst>
                              <p:cond delay="0"/>
                            </p:stCondLst>
                            <p:childTnLst>
                              <p:par>
                                <p:cTn id="221" presetID="18" presetClass="entr" presetSubtype="3" fill="hold" grpId="0" nodeType="clickEffect">
                                  <p:stCondLst>
                                    <p:cond delay="0"/>
                                  </p:stCondLst>
                                  <p:childTnLst>
                                    <p:set>
                                      <p:cBhvr>
                                        <p:cTn id="222" dur="1" fill="hold">
                                          <p:stCondLst>
                                            <p:cond delay="0"/>
                                          </p:stCondLst>
                                        </p:cTn>
                                        <p:tgtEl>
                                          <p:spTgt spid="179302"/>
                                        </p:tgtEl>
                                        <p:attrNameLst>
                                          <p:attrName>style.visibility</p:attrName>
                                        </p:attrNameLst>
                                      </p:cBhvr>
                                      <p:to>
                                        <p:strVal val="visible"/>
                                      </p:to>
                                    </p:set>
                                    <p:animEffect transition="in" filter="strips(upRight)">
                                      <p:cBhvr>
                                        <p:cTn id="223" dur="500"/>
                                        <p:tgtEl>
                                          <p:spTgt spid="179302"/>
                                        </p:tgtEl>
                                      </p:cBhvr>
                                    </p:animEffect>
                                  </p:childTnLst>
                                </p:cTn>
                              </p:par>
                            </p:childTnLst>
                          </p:cTn>
                        </p:par>
                      </p:childTnLst>
                    </p:cTn>
                  </p:par>
                  <p:par>
                    <p:cTn id="224" fill="hold">
                      <p:stCondLst>
                        <p:cond delay="indefinite"/>
                      </p:stCondLst>
                      <p:childTnLst>
                        <p:par>
                          <p:cTn id="225" fill="hold">
                            <p:stCondLst>
                              <p:cond delay="0"/>
                            </p:stCondLst>
                            <p:childTnLst>
                              <p:par>
                                <p:cTn id="226" presetID="22" presetClass="entr" presetSubtype="4" fill="hold" grpId="0" nodeType="clickEffect">
                                  <p:stCondLst>
                                    <p:cond delay="0"/>
                                  </p:stCondLst>
                                  <p:childTnLst>
                                    <p:set>
                                      <p:cBhvr>
                                        <p:cTn id="227" dur="1" fill="hold">
                                          <p:stCondLst>
                                            <p:cond delay="0"/>
                                          </p:stCondLst>
                                        </p:cTn>
                                        <p:tgtEl>
                                          <p:spTgt spid="179273"/>
                                        </p:tgtEl>
                                        <p:attrNameLst>
                                          <p:attrName>style.visibility</p:attrName>
                                        </p:attrNameLst>
                                      </p:cBhvr>
                                      <p:to>
                                        <p:strVal val="visible"/>
                                      </p:to>
                                    </p:set>
                                    <p:animEffect transition="in" filter="wipe(down)">
                                      <p:cBhvr>
                                        <p:cTn id="228" dur="500"/>
                                        <p:tgtEl>
                                          <p:spTgt spid="179273"/>
                                        </p:tgtEl>
                                      </p:cBhvr>
                                    </p:animEffect>
                                  </p:childTnLst>
                                </p:cTn>
                              </p:par>
                              <p:par>
                                <p:cTn id="229" presetID="9" presetClass="entr" presetSubtype="0" fill="hold" grpId="0" nodeType="withEffect">
                                  <p:stCondLst>
                                    <p:cond delay="0"/>
                                  </p:stCondLst>
                                  <p:childTnLst>
                                    <p:set>
                                      <p:cBhvr>
                                        <p:cTn id="230" dur="1" fill="hold">
                                          <p:stCondLst>
                                            <p:cond delay="0"/>
                                          </p:stCondLst>
                                        </p:cTn>
                                        <p:tgtEl>
                                          <p:spTgt spid="179279"/>
                                        </p:tgtEl>
                                        <p:attrNameLst>
                                          <p:attrName>style.visibility</p:attrName>
                                        </p:attrNameLst>
                                      </p:cBhvr>
                                      <p:to>
                                        <p:strVal val="visible"/>
                                      </p:to>
                                    </p:set>
                                    <p:animEffect transition="in" filter="dissolve">
                                      <p:cBhvr>
                                        <p:cTn id="231" dur="500"/>
                                        <p:tgtEl>
                                          <p:spTgt spid="179279"/>
                                        </p:tgtEl>
                                      </p:cBhvr>
                                    </p:animEffect>
                                  </p:childTnLst>
                                </p:cTn>
                              </p:par>
                              <p:par>
                                <p:cTn id="232" presetID="9" presetClass="entr" presetSubtype="0" fill="hold" grpId="0" nodeType="withEffect">
                                  <p:stCondLst>
                                    <p:cond delay="0"/>
                                  </p:stCondLst>
                                  <p:childTnLst>
                                    <p:set>
                                      <p:cBhvr>
                                        <p:cTn id="233" dur="1" fill="hold">
                                          <p:stCondLst>
                                            <p:cond delay="0"/>
                                          </p:stCondLst>
                                        </p:cTn>
                                        <p:tgtEl>
                                          <p:spTgt spid="179272"/>
                                        </p:tgtEl>
                                        <p:attrNameLst>
                                          <p:attrName>style.visibility</p:attrName>
                                        </p:attrNameLst>
                                      </p:cBhvr>
                                      <p:to>
                                        <p:strVal val="visible"/>
                                      </p:to>
                                    </p:set>
                                    <p:animEffect transition="in" filter="dissolve">
                                      <p:cBhvr>
                                        <p:cTn id="234" dur="500"/>
                                        <p:tgtEl>
                                          <p:spTgt spid="179272"/>
                                        </p:tgtEl>
                                      </p:cBhvr>
                                    </p:animEffect>
                                  </p:childTnLst>
                                </p:cTn>
                              </p:par>
                            </p:childTnLst>
                          </p:cTn>
                        </p:par>
                        <p:par>
                          <p:cTn id="235" fill="hold">
                            <p:stCondLst>
                              <p:cond delay="500"/>
                            </p:stCondLst>
                            <p:childTnLst>
                              <p:par>
                                <p:cTn id="236" presetID="22" presetClass="entr" presetSubtype="8" fill="hold" nodeType="afterEffect">
                                  <p:stCondLst>
                                    <p:cond delay="0"/>
                                  </p:stCondLst>
                                  <p:childTnLst>
                                    <p:set>
                                      <p:cBhvr>
                                        <p:cTn id="237" dur="1" fill="hold">
                                          <p:stCondLst>
                                            <p:cond delay="0"/>
                                          </p:stCondLst>
                                        </p:cTn>
                                        <p:tgtEl>
                                          <p:spTgt spid="179276"/>
                                        </p:tgtEl>
                                        <p:attrNameLst>
                                          <p:attrName>style.visibility</p:attrName>
                                        </p:attrNameLst>
                                      </p:cBhvr>
                                      <p:to>
                                        <p:strVal val="visible"/>
                                      </p:to>
                                    </p:set>
                                    <p:animEffect transition="in" filter="wipe(left)">
                                      <p:cBhvr>
                                        <p:cTn id="238" dur="500"/>
                                        <p:tgtEl>
                                          <p:spTgt spid="179276"/>
                                        </p:tgtEl>
                                      </p:cBhvr>
                                    </p:animEffect>
                                  </p:childTnLst>
                                </p:cTn>
                              </p:par>
                              <p:par>
                                <p:cTn id="239" presetID="22" presetClass="entr" presetSubtype="8" fill="hold" nodeType="withEffect">
                                  <p:stCondLst>
                                    <p:cond delay="0"/>
                                  </p:stCondLst>
                                  <p:childTnLst>
                                    <p:set>
                                      <p:cBhvr>
                                        <p:cTn id="240" dur="1" fill="hold">
                                          <p:stCondLst>
                                            <p:cond delay="0"/>
                                          </p:stCondLst>
                                        </p:cTn>
                                        <p:tgtEl>
                                          <p:spTgt spid="179275"/>
                                        </p:tgtEl>
                                        <p:attrNameLst>
                                          <p:attrName>style.visibility</p:attrName>
                                        </p:attrNameLst>
                                      </p:cBhvr>
                                      <p:to>
                                        <p:strVal val="visible"/>
                                      </p:to>
                                    </p:set>
                                    <p:animEffect transition="in" filter="wipe(left)">
                                      <p:cBhvr>
                                        <p:cTn id="241" dur="500"/>
                                        <p:tgtEl>
                                          <p:spTgt spid="179275"/>
                                        </p:tgtEl>
                                      </p:cBhvr>
                                    </p:animEffect>
                                  </p:childTnLst>
                                </p:cTn>
                              </p:par>
                            </p:childTnLst>
                          </p:cTn>
                        </p:par>
                        <p:par>
                          <p:cTn id="242" fill="hold">
                            <p:stCondLst>
                              <p:cond delay="1000"/>
                            </p:stCondLst>
                            <p:childTnLst>
                              <p:par>
                                <p:cTn id="243" presetID="22" presetClass="entr" presetSubtype="8" fill="hold" nodeType="afterEffect">
                                  <p:stCondLst>
                                    <p:cond delay="0"/>
                                  </p:stCondLst>
                                  <p:childTnLst>
                                    <p:set>
                                      <p:cBhvr>
                                        <p:cTn id="244" dur="1" fill="hold">
                                          <p:stCondLst>
                                            <p:cond delay="0"/>
                                          </p:stCondLst>
                                        </p:cTn>
                                        <p:tgtEl>
                                          <p:spTgt spid="179294"/>
                                        </p:tgtEl>
                                        <p:attrNameLst>
                                          <p:attrName>style.visibility</p:attrName>
                                        </p:attrNameLst>
                                      </p:cBhvr>
                                      <p:to>
                                        <p:strVal val="visible"/>
                                      </p:to>
                                    </p:set>
                                    <p:animEffect transition="in" filter="wipe(left)">
                                      <p:cBhvr>
                                        <p:cTn id="245" dur="500"/>
                                        <p:tgtEl>
                                          <p:spTgt spid="179294"/>
                                        </p:tgtEl>
                                      </p:cBhvr>
                                    </p:animEffect>
                                  </p:childTnLst>
                                </p:cTn>
                              </p:par>
                            </p:childTnLst>
                          </p:cTn>
                        </p:par>
                      </p:childTnLst>
                    </p:cTn>
                  </p:par>
                  <p:par>
                    <p:cTn id="246" fill="hold">
                      <p:stCondLst>
                        <p:cond delay="indefinite"/>
                      </p:stCondLst>
                      <p:childTnLst>
                        <p:par>
                          <p:cTn id="247" fill="hold">
                            <p:stCondLst>
                              <p:cond delay="0"/>
                            </p:stCondLst>
                            <p:childTnLst>
                              <p:par>
                                <p:cTn id="248" presetID="22" presetClass="entr" presetSubtype="8" fill="hold" nodeType="clickEffect">
                                  <p:stCondLst>
                                    <p:cond delay="0"/>
                                  </p:stCondLst>
                                  <p:childTnLst>
                                    <p:set>
                                      <p:cBhvr>
                                        <p:cTn id="249" dur="1" fill="hold">
                                          <p:stCondLst>
                                            <p:cond delay="0"/>
                                          </p:stCondLst>
                                        </p:cTn>
                                        <p:tgtEl>
                                          <p:spTgt spid="179298"/>
                                        </p:tgtEl>
                                        <p:attrNameLst>
                                          <p:attrName>style.visibility</p:attrName>
                                        </p:attrNameLst>
                                      </p:cBhvr>
                                      <p:to>
                                        <p:strVal val="visible"/>
                                      </p:to>
                                    </p:set>
                                    <p:animEffect transition="in" filter="wipe(left)">
                                      <p:cBhvr>
                                        <p:cTn id="250" dur="500"/>
                                        <p:tgtEl>
                                          <p:spTgt spid="179298"/>
                                        </p:tgtEl>
                                      </p:cBhvr>
                                    </p:animEffect>
                                  </p:childTnLst>
                                </p:cTn>
                              </p:par>
                            </p:childTnLst>
                          </p:cTn>
                        </p:par>
                        <p:par>
                          <p:cTn id="251" fill="hold">
                            <p:stCondLst>
                              <p:cond delay="500"/>
                            </p:stCondLst>
                            <p:childTnLst>
                              <p:par>
                                <p:cTn id="252" presetID="1" presetClass="entr" presetSubtype="0" fill="hold" nodeType="afterEffect">
                                  <p:stCondLst>
                                    <p:cond delay="0"/>
                                  </p:stCondLst>
                                  <p:childTnLst>
                                    <p:set>
                                      <p:cBhvr>
                                        <p:cTn id="253" dur="1" fill="hold">
                                          <p:stCondLst>
                                            <p:cond delay="0"/>
                                          </p:stCondLst>
                                        </p:cTn>
                                        <p:tgtEl>
                                          <p:spTgt spid="179301"/>
                                        </p:tgtEl>
                                        <p:attrNameLst>
                                          <p:attrName>style.visibility</p:attrName>
                                        </p:attrNameLst>
                                      </p:cBhvr>
                                      <p:to>
                                        <p:strVal val="visible"/>
                                      </p:to>
                                    </p:set>
                                  </p:childTnLst>
                                </p:cTn>
                              </p:par>
                            </p:childTnLst>
                          </p:cTn>
                        </p:par>
                      </p:childTnLst>
                    </p:cTn>
                  </p:par>
                  <p:par>
                    <p:cTn id="254" fill="hold">
                      <p:stCondLst>
                        <p:cond delay="indefinite"/>
                      </p:stCondLst>
                      <p:childTnLst>
                        <p:par>
                          <p:cTn id="255" fill="hold">
                            <p:stCondLst>
                              <p:cond delay="0"/>
                            </p:stCondLst>
                            <p:childTnLst>
                              <p:par>
                                <p:cTn id="256" presetID="22" presetClass="entr" presetSubtype="8" fill="hold" nodeType="clickEffect">
                                  <p:stCondLst>
                                    <p:cond delay="0"/>
                                  </p:stCondLst>
                                  <p:childTnLst>
                                    <p:set>
                                      <p:cBhvr>
                                        <p:cTn id="257" dur="1" fill="hold">
                                          <p:stCondLst>
                                            <p:cond delay="0"/>
                                          </p:stCondLst>
                                        </p:cTn>
                                        <p:tgtEl>
                                          <p:spTgt spid="179306"/>
                                        </p:tgtEl>
                                        <p:attrNameLst>
                                          <p:attrName>style.visibility</p:attrName>
                                        </p:attrNameLst>
                                      </p:cBhvr>
                                      <p:to>
                                        <p:strVal val="visible"/>
                                      </p:to>
                                    </p:set>
                                    <p:animEffect transition="in" filter="wipe(left)">
                                      <p:cBhvr>
                                        <p:cTn id="258" dur="500"/>
                                        <p:tgtEl>
                                          <p:spTgt spid="179306"/>
                                        </p:tgtEl>
                                      </p:cBhvr>
                                    </p:animEffect>
                                  </p:childTnLst>
                                </p:cTn>
                              </p:par>
                            </p:childTnLst>
                          </p:cTn>
                        </p:par>
                      </p:childTnLst>
                    </p:cTn>
                  </p:par>
                  <p:par>
                    <p:cTn id="259" fill="hold">
                      <p:stCondLst>
                        <p:cond delay="indefinite"/>
                      </p:stCondLst>
                      <p:childTnLst>
                        <p:par>
                          <p:cTn id="260" fill="hold">
                            <p:stCondLst>
                              <p:cond delay="0"/>
                            </p:stCondLst>
                            <p:childTnLst>
                              <p:par>
                                <p:cTn id="261" presetID="22" presetClass="entr" presetSubtype="8" fill="hold" grpId="0" nodeType="clickEffect">
                                  <p:stCondLst>
                                    <p:cond delay="0"/>
                                  </p:stCondLst>
                                  <p:childTnLst>
                                    <p:set>
                                      <p:cBhvr>
                                        <p:cTn id="262" dur="1" fill="hold">
                                          <p:stCondLst>
                                            <p:cond delay="0"/>
                                          </p:stCondLst>
                                        </p:cTn>
                                        <p:tgtEl>
                                          <p:spTgt spid="179308"/>
                                        </p:tgtEl>
                                        <p:attrNameLst>
                                          <p:attrName>style.visibility</p:attrName>
                                        </p:attrNameLst>
                                      </p:cBhvr>
                                      <p:to>
                                        <p:strVal val="visible"/>
                                      </p:to>
                                    </p:set>
                                    <p:animEffect transition="in" filter="wipe(left)">
                                      <p:cBhvr>
                                        <p:cTn id="263" dur="1000"/>
                                        <p:tgtEl>
                                          <p:spTgt spid="179308"/>
                                        </p:tgtEl>
                                      </p:cBhvr>
                                    </p:animEffect>
                                  </p:childTnLst>
                                </p:cTn>
                              </p:par>
                              <p:par>
                                <p:cTn id="264" presetID="22" presetClass="entr" presetSubtype="8" fill="hold" nodeType="withEffect">
                                  <p:stCondLst>
                                    <p:cond delay="0"/>
                                  </p:stCondLst>
                                  <p:childTnLst>
                                    <p:set>
                                      <p:cBhvr>
                                        <p:cTn id="265" dur="1" fill="hold">
                                          <p:stCondLst>
                                            <p:cond delay="0"/>
                                          </p:stCondLst>
                                        </p:cTn>
                                        <p:tgtEl>
                                          <p:spTgt spid="179309"/>
                                        </p:tgtEl>
                                        <p:attrNameLst>
                                          <p:attrName>style.visibility</p:attrName>
                                        </p:attrNameLst>
                                      </p:cBhvr>
                                      <p:to>
                                        <p:strVal val="visible"/>
                                      </p:to>
                                    </p:set>
                                    <p:animEffect transition="in" filter="wipe(left)">
                                      <p:cBhvr>
                                        <p:cTn id="266" dur="1000"/>
                                        <p:tgtEl>
                                          <p:spTgt spid="1793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9241" grpId="0"/>
      <p:bldP spid="179242" grpId="0"/>
      <p:bldP spid="179254" grpId="0" autoUpdateAnimBg="0"/>
      <p:bldP spid="179255" grpId="0" animBg="1"/>
      <p:bldP spid="179256" grpId="0"/>
      <p:bldP spid="179257" grpId="0" animBg="1"/>
      <p:bldP spid="179258" grpId="0" autoUpdateAnimBg="0"/>
      <p:bldP spid="179259" grpId="0" autoUpdateAnimBg="0"/>
      <p:bldP spid="179260" grpId="0" animBg="1"/>
      <p:bldP spid="179261" grpId="0" autoUpdateAnimBg="0"/>
      <p:bldP spid="179262" grpId="0" animBg="1"/>
      <p:bldP spid="179263" grpId="0" autoUpdateAnimBg="0"/>
      <p:bldP spid="179264" grpId="0" animBg="1" autoUpdateAnimBg="0"/>
      <p:bldP spid="179266" grpId="0" animBg="1"/>
      <p:bldP spid="179267" grpId="0" animBg="1"/>
      <p:bldP spid="179268" grpId="0" animBg="1"/>
      <p:bldP spid="179270" grpId="0" animBg="1"/>
      <p:bldP spid="179271" grpId="0" animBg="1"/>
      <p:bldP spid="179272" grpId="0" animBg="1"/>
      <p:bldP spid="179273" grpId="0" animBg="1"/>
      <p:bldP spid="179274" grpId="0" animBg="1"/>
      <p:bldP spid="179279" grpId="0" animBg="1"/>
      <p:bldP spid="179280" grpId="0" animBg="1"/>
      <p:bldP spid="179281" grpId="0" animBg="1"/>
      <p:bldP spid="179282" grpId="0" animBg="1"/>
      <p:bldP spid="179283" grpId="0" animBg="1"/>
      <p:bldP spid="179284" grpId="0" animBg="1"/>
      <p:bldP spid="179284" grpId="1" animBg="1"/>
      <p:bldP spid="179285" grpId="0" animBg="1"/>
      <p:bldP spid="179286" grpId="0"/>
      <p:bldP spid="179290" grpId="0" animBg="1"/>
      <p:bldP spid="179291" grpId="0" animBg="1"/>
      <p:bldP spid="179293" grpId="0"/>
      <p:bldP spid="179295" grpId="0"/>
      <p:bldP spid="179296" grpId="0" animBg="1"/>
      <p:bldP spid="179300" grpId="0" autoUpdateAnimBg="0"/>
      <p:bldP spid="179302" grpId="0" animBg="1"/>
      <p:bldP spid="179303" grpId="0" autoUpdateAnimBg="0"/>
      <p:bldP spid="179304" grpId="0" animBg="1"/>
      <p:bldP spid="179308"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9618" name="Text Box 2"/>
          <p:cNvSpPr txBox="1">
            <a:spLocks noChangeArrowheads="1"/>
          </p:cNvSpPr>
          <p:nvPr/>
        </p:nvSpPr>
        <p:spPr bwMode="auto">
          <a:xfrm>
            <a:off x="206375" y="503238"/>
            <a:ext cx="2062163" cy="522287"/>
          </a:xfrm>
          <a:prstGeom prst="rect">
            <a:avLst/>
          </a:prstGeom>
          <a:solidFill>
            <a:srgbClr val="FFCCFF"/>
          </a:solidFill>
          <a:ln w="9525">
            <a:solidFill>
              <a:srgbClr val="0000FF"/>
            </a:solidFill>
            <a:miter lim="800000"/>
            <a:headEnd/>
            <a:tailEnd/>
          </a:ln>
        </p:spPr>
        <p:txBody>
          <a:bodyPr>
            <a:spAutoFit/>
          </a:bodyPr>
          <a:lstStyle/>
          <a:p>
            <a:pPr eaLnBrk="0" hangingPunct="0">
              <a:lnSpc>
                <a:spcPct val="115000"/>
              </a:lnSpc>
              <a:spcBef>
                <a:spcPct val="0"/>
              </a:spcBef>
            </a:pPr>
            <a:r>
              <a:rPr kumimoji="0" lang="zh-CN" altLang="en-US" sz="2400">
                <a:latin typeface="宋体" pitchFamily="2" charset="-122"/>
                <a:ea typeface="宋体" pitchFamily="2" charset="-122"/>
              </a:rPr>
              <a:t>力对点的力矩</a:t>
            </a:r>
            <a:endParaRPr kumimoji="0" lang="zh-CN" altLang="en-US" sz="2400" i="1">
              <a:latin typeface="宋体" pitchFamily="2" charset="-122"/>
              <a:ea typeface="宋体" pitchFamily="2" charset="-122"/>
            </a:endParaRPr>
          </a:p>
        </p:txBody>
      </p:sp>
      <p:sp>
        <p:nvSpPr>
          <p:cNvPr id="239619" name="Line 3"/>
          <p:cNvSpPr>
            <a:spLocks noChangeShapeType="1"/>
          </p:cNvSpPr>
          <p:nvPr/>
        </p:nvSpPr>
        <p:spPr bwMode="auto">
          <a:xfrm>
            <a:off x="5643563" y="2138363"/>
            <a:ext cx="1268412" cy="481012"/>
          </a:xfrm>
          <a:prstGeom prst="line">
            <a:avLst/>
          </a:prstGeom>
          <a:noFill/>
          <a:ln w="38100">
            <a:solidFill>
              <a:srgbClr val="6600CC"/>
            </a:solidFill>
            <a:round/>
            <a:headEnd/>
            <a:tailEnd type="triangle" w="med" len="med"/>
          </a:ln>
        </p:spPr>
        <p:txBody>
          <a:bodyPr wrap="none" anchor="ctr"/>
          <a:lstStyle/>
          <a:p>
            <a:endParaRPr lang="zh-CN" altLang="en-US"/>
          </a:p>
        </p:txBody>
      </p:sp>
      <p:sp>
        <p:nvSpPr>
          <p:cNvPr id="239620" name="Line 4"/>
          <p:cNvSpPr>
            <a:spLocks noChangeShapeType="1"/>
          </p:cNvSpPr>
          <p:nvPr/>
        </p:nvSpPr>
        <p:spPr bwMode="auto">
          <a:xfrm flipV="1">
            <a:off x="6862763" y="1528763"/>
            <a:ext cx="1447800" cy="1066800"/>
          </a:xfrm>
          <a:prstGeom prst="line">
            <a:avLst/>
          </a:prstGeom>
          <a:noFill/>
          <a:ln w="38100">
            <a:solidFill>
              <a:srgbClr val="FF0000"/>
            </a:solidFill>
            <a:round/>
            <a:headEnd/>
            <a:tailEnd type="triangle" w="med" len="med"/>
          </a:ln>
        </p:spPr>
        <p:txBody>
          <a:bodyPr wrap="none" anchor="ctr"/>
          <a:lstStyle/>
          <a:p>
            <a:endParaRPr lang="zh-CN" altLang="en-US"/>
          </a:p>
        </p:txBody>
      </p:sp>
      <p:sp>
        <p:nvSpPr>
          <p:cNvPr id="239621" name="Line 5"/>
          <p:cNvSpPr>
            <a:spLocks noChangeShapeType="1"/>
          </p:cNvSpPr>
          <p:nvPr/>
        </p:nvSpPr>
        <p:spPr bwMode="auto">
          <a:xfrm flipV="1">
            <a:off x="5653088" y="1528763"/>
            <a:ext cx="2667000" cy="609600"/>
          </a:xfrm>
          <a:prstGeom prst="line">
            <a:avLst/>
          </a:prstGeom>
          <a:noFill/>
          <a:ln w="19050">
            <a:solidFill>
              <a:schemeClr val="accent2"/>
            </a:solidFill>
            <a:prstDash val="dash"/>
            <a:round/>
            <a:headEnd/>
            <a:tailEnd/>
          </a:ln>
        </p:spPr>
        <p:txBody>
          <a:bodyPr wrap="none" anchor="ctr"/>
          <a:lstStyle/>
          <a:p>
            <a:endParaRPr lang="zh-CN" altLang="en-US"/>
          </a:p>
        </p:txBody>
      </p:sp>
      <p:sp>
        <p:nvSpPr>
          <p:cNvPr id="239622" name="Line 6"/>
          <p:cNvSpPr>
            <a:spLocks noChangeShapeType="1"/>
          </p:cNvSpPr>
          <p:nvPr/>
        </p:nvSpPr>
        <p:spPr bwMode="auto">
          <a:xfrm flipH="1" flipV="1">
            <a:off x="5262563" y="690563"/>
            <a:ext cx="381000" cy="1447800"/>
          </a:xfrm>
          <a:prstGeom prst="line">
            <a:avLst/>
          </a:prstGeom>
          <a:noFill/>
          <a:ln w="38100">
            <a:solidFill>
              <a:srgbClr val="00CC00"/>
            </a:solidFill>
            <a:round/>
            <a:headEnd/>
            <a:tailEnd type="triangle" w="med" len="med"/>
          </a:ln>
        </p:spPr>
        <p:txBody>
          <a:bodyPr wrap="none" anchor="ctr"/>
          <a:lstStyle/>
          <a:p>
            <a:endParaRPr lang="zh-CN" altLang="en-US"/>
          </a:p>
        </p:txBody>
      </p:sp>
      <p:sp>
        <p:nvSpPr>
          <p:cNvPr id="239623" name="Line 7"/>
          <p:cNvSpPr>
            <a:spLocks noChangeShapeType="1"/>
          </p:cNvSpPr>
          <p:nvPr/>
        </p:nvSpPr>
        <p:spPr bwMode="auto">
          <a:xfrm flipV="1">
            <a:off x="5653088" y="690563"/>
            <a:ext cx="0" cy="1439862"/>
          </a:xfrm>
          <a:prstGeom prst="line">
            <a:avLst/>
          </a:prstGeom>
          <a:noFill/>
          <a:ln w="19050">
            <a:solidFill>
              <a:schemeClr val="accent2"/>
            </a:solidFill>
            <a:round/>
            <a:headEnd/>
            <a:tailEnd/>
          </a:ln>
        </p:spPr>
        <p:txBody>
          <a:bodyPr wrap="none" anchor="ctr"/>
          <a:lstStyle/>
          <a:p>
            <a:endParaRPr lang="zh-CN" altLang="en-US"/>
          </a:p>
        </p:txBody>
      </p:sp>
      <p:sp>
        <p:nvSpPr>
          <p:cNvPr id="239624" name="Line 8"/>
          <p:cNvSpPr>
            <a:spLocks noChangeShapeType="1"/>
          </p:cNvSpPr>
          <p:nvPr/>
        </p:nvSpPr>
        <p:spPr bwMode="auto">
          <a:xfrm flipH="1">
            <a:off x="4967288" y="2138363"/>
            <a:ext cx="685800" cy="533400"/>
          </a:xfrm>
          <a:prstGeom prst="line">
            <a:avLst/>
          </a:prstGeom>
          <a:noFill/>
          <a:ln w="19050">
            <a:solidFill>
              <a:schemeClr val="accent2"/>
            </a:solidFill>
            <a:prstDash val="dash"/>
            <a:round/>
            <a:headEnd/>
            <a:tailEnd/>
          </a:ln>
        </p:spPr>
        <p:txBody>
          <a:bodyPr wrap="none" anchor="ctr"/>
          <a:lstStyle/>
          <a:p>
            <a:endParaRPr lang="zh-CN" altLang="en-US"/>
          </a:p>
        </p:txBody>
      </p:sp>
      <p:sp>
        <p:nvSpPr>
          <p:cNvPr id="239625" name="Line 9"/>
          <p:cNvSpPr>
            <a:spLocks noChangeShapeType="1"/>
          </p:cNvSpPr>
          <p:nvPr/>
        </p:nvSpPr>
        <p:spPr bwMode="auto">
          <a:xfrm>
            <a:off x="5653088" y="2138363"/>
            <a:ext cx="2673350" cy="1587"/>
          </a:xfrm>
          <a:prstGeom prst="line">
            <a:avLst/>
          </a:prstGeom>
          <a:noFill/>
          <a:ln w="19050">
            <a:solidFill>
              <a:schemeClr val="accent2"/>
            </a:solidFill>
            <a:prstDash val="dash"/>
            <a:round/>
            <a:headEnd/>
            <a:tailEnd/>
          </a:ln>
        </p:spPr>
        <p:txBody>
          <a:bodyPr wrap="none" anchor="ctr"/>
          <a:lstStyle/>
          <a:p>
            <a:endParaRPr lang="zh-CN" altLang="en-US"/>
          </a:p>
        </p:txBody>
      </p:sp>
      <p:sp>
        <p:nvSpPr>
          <p:cNvPr id="239626" name="Text Box 10"/>
          <p:cNvSpPr txBox="1">
            <a:spLocks noChangeArrowheads="1"/>
          </p:cNvSpPr>
          <p:nvPr/>
        </p:nvSpPr>
        <p:spPr bwMode="auto">
          <a:xfrm>
            <a:off x="5208588" y="1763713"/>
            <a:ext cx="938212" cy="457200"/>
          </a:xfrm>
          <a:prstGeom prst="rect">
            <a:avLst/>
          </a:prstGeom>
          <a:noFill/>
          <a:ln w="9525">
            <a:noFill/>
            <a:miter lim="800000"/>
            <a:headEnd/>
            <a:tailEnd/>
          </a:ln>
        </p:spPr>
        <p:txBody>
          <a:bodyPr/>
          <a:lstStyle/>
          <a:p>
            <a:pPr algn="just" eaLnBrk="0" hangingPunct="0">
              <a:lnSpc>
                <a:spcPct val="100000"/>
              </a:lnSpc>
              <a:spcBef>
                <a:spcPct val="0"/>
              </a:spcBef>
            </a:pPr>
            <a:r>
              <a:rPr kumimoji="0" lang="en-US" altLang="zh-CN" sz="2400" i="1">
                <a:solidFill>
                  <a:srgbClr val="3333CC"/>
                </a:solidFill>
                <a:ea typeface="宋体" pitchFamily="2" charset="-122"/>
              </a:rPr>
              <a:t>O</a:t>
            </a:r>
            <a:r>
              <a:rPr kumimoji="0" lang="en-US" altLang="zh-CN" sz="2400">
                <a:solidFill>
                  <a:srgbClr val="FF6600"/>
                </a:solidFill>
                <a:ea typeface="宋体" pitchFamily="2" charset="-122"/>
              </a:rPr>
              <a:t> </a:t>
            </a:r>
            <a:r>
              <a:rPr kumimoji="0" lang="en-US" altLang="zh-CN" sz="2800">
                <a:ea typeface="宋体" pitchFamily="2" charset="-122"/>
              </a:rPr>
              <a:t>.</a:t>
            </a:r>
          </a:p>
        </p:txBody>
      </p:sp>
      <p:graphicFrame>
        <p:nvGraphicFramePr>
          <p:cNvPr id="239627" name="Object 11"/>
          <p:cNvGraphicFramePr>
            <a:graphicFrameLocks noChangeAspect="1"/>
          </p:cNvGraphicFramePr>
          <p:nvPr/>
        </p:nvGraphicFramePr>
        <p:xfrm>
          <a:off x="1422400" y="1306513"/>
          <a:ext cx="1363663" cy="457200"/>
        </p:xfrm>
        <a:graphic>
          <a:graphicData uri="http://schemas.openxmlformats.org/presentationml/2006/ole">
            <p:oleObj spid="_x0000_s25602" name="公式" r:id="rId4" imgW="761760" imgH="253800" progId="Equation.3">
              <p:embed/>
            </p:oleObj>
          </a:graphicData>
        </a:graphic>
      </p:graphicFrame>
      <p:graphicFrame>
        <p:nvGraphicFramePr>
          <p:cNvPr id="239628" name="Object 12"/>
          <p:cNvGraphicFramePr>
            <a:graphicFrameLocks noChangeAspect="1"/>
          </p:cNvGraphicFramePr>
          <p:nvPr/>
        </p:nvGraphicFramePr>
        <p:xfrm>
          <a:off x="8202613" y="1554163"/>
          <a:ext cx="284162" cy="344487"/>
        </p:xfrm>
        <a:graphic>
          <a:graphicData uri="http://schemas.openxmlformats.org/presentationml/2006/ole">
            <p:oleObj spid="_x0000_s25603" name="公式" r:id="rId5" imgW="164880" imgH="203040" progId="Equation.3">
              <p:embed/>
            </p:oleObj>
          </a:graphicData>
        </a:graphic>
      </p:graphicFrame>
      <p:graphicFrame>
        <p:nvGraphicFramePr>
          <p:cNvPr id="239629" name="Object 13"/>
          <p:cNvGraphicFramePr>
            <a:graphicFrameLocks noChangeAspect="1"/>
          </p:cNvGraphicFramePr>
          <p:nvPr/>
        </p:nvGraphicFramePr>
        <p:xfrm>
          <a:off x="6011863" y="2409825"/>
          <a:ext cx="230187" cy="298450"/>
        </p:xfrm>
        <a:graphic>
          <a:graphicData uri="http://schemas.openxmlformats.org/presentationml/2006/ole">
            <p:oleObj spid="_x0000_s25604" name="公式" r:id="rId6" imgW="126720" imgH="164880" progId="Equation.3">
              <p:embed/>
            </p:oleObj>
          </a:graphicData>
        </a:graphic>
      </p:graphicFrame>
      <p:graphicFrame>
        <p:nvGraphicFramePr>
          <p:cNvPr id="239630" name="Object 14"/>
          <p:cNvGraphicFramePr>
            <a:graphicFrameLocks noChangeAspect="1"/>
          </p:cNvGraphicFramePr>
          <p:nvPr/>
        </p:nvGraphicFramePr>
        <p:xfrm>
          <a:off x="4751388" y="684213"/>
          <a:ext cx="439737" cy="433387"/>
        </p:xfrm>
        <a:graphic>
          <a:graphicData uri="http://schemas.openxmlformats.org/presentationml/2006/ole">
            <p:oleObj spid="_x0000_s25605" name="公式" r:id="rId7" imgW="253800" imgH="253800" progId="Equation.3">
              <p:embed/>
            </p:oleObj>
          </a:graphicData>
        </a:graphic>
      </p:graphicFrame>
      <p:sp>
        <p:nvSpPr>
          <p:cNvPr id="239631" name="Line 15"/>
          <p:cNvSpPr>
            <a:spLocks noChangeShapeType="1"/>
          </p:cNvSpPr>
          <p:nvPr/>
        </p:nvSpPr>
        <p:spPr bwMode="auto">
          <a:xfrm flipH="1">
            <a:off x="6605588" y="1644650"/>
            <a:ext cx="1228725" cy="863600"/>
          </a:xfrm>
          <a:prstGeom prst="line">
            <a:avLst/>
          </a:prstGeom>
          <a:noFill/>
          <a:ln w="19050">
            <a:solidFill>
              <a:schemeClr val="accent2"/>
            </a:solidFill>
            <a:round/>
            <a:headEnd/>
            <a:tailEnd/>
          </a:ln>
        </p:spPr>
        <p:txBody>
          <a:bodyPr wrap="none" anchor="ctr"/>
          <a:lstStyle/>
          <a:p>
            <a:endParaRPr lang="zh-CN" altLang="en-US"/>
          </a:p>
        </p:txBody>
      </p:sp>
      <p:sp>
        <p:nvSpPr>
          <p:cNvPr id="239632" name="Line 16"/>
          <p:cNvSpPr>
            <a:spLocks noChangeShapeType="1"/>
          </p:cNvSpPr>
          <p:nvPr/>
        </p:nvSpPr>
        <p:spPr bwMode="auto">
          <a:xfrm flipH="1">
            <a:off x="6375400" y="1808163"/>
            <a:ext cx="863600" cy="576262"/>
          </a:xfrm>
          <a:prstGeom prst="line">
            <a:avLst/>
          </a:prstGeom>
          <a:noFill/>
          <a:ln w="19050">
            <a:solidFill>
              <a:schemeClr val="accent2"/>
            </a:solidFill>
            <a:round/>
            <a:headEnd/>
            <a:tailEnd/>
          </a:ln>
        </p:spPr>
        <p:txBody>
          <a:bodyPr wrap="none" anchor="ctr"/>
          <a:lstStyle/>
          <a:p>
            <a:endParaRPr lang="zh-CN" altLang="en-US"/>
          </a:p>
        </p:txBody>
      </p:sp>
      <p:sp>
        <p:nvSpPr>
          <p:cNvPr id="239633" name="Line 17"/>
          <p:cNvSpPr>
            <a:spLocks noChangeShapeType="1"/>
          </p:cNvSpPr>
          <p:nvPr/>
        </p:nvSpPr>
        <p:spPr bwMode="auto">
          <a:xfrm flipH="1">
            <a:off x="6132513" y="1879600"/>
            <a:ext cx="617537" cy="431800"/>
          </a:xfrm>
          <a:prstGeom prst="line">
            <a:avLst/>
          </a:prstGeom>
          <a:noFill/>
          <a:ln w="19050">
            <a:solidFill>
              <a:schemeClr val="accent2"/>
            </a:solidFill>
            <a:round/>
            <a:headEnd/>
            <a:tailEnd/>
          </a:ln>
        </p:spPr>
        <p:txBody>
          <a:bodyPr wrap="none" anchor="ctr"/>
          <a:lstStyle/>
          <a:p>
            <a:endParaRPr lang="zh-CN" altLang="en-US"/>
          </a:p>
        </p:txBody>
      </p:sp>
      <p:sp>
        <p:nvSpPr>
          <p:cNvPr id="239634" name="Line 18"/>
          <p:cNvSpPr>
            <a:spLocks noChangeShapeType="1"/>
          </p:cNvSpPr>
          <p:nvPr/>
        </p:nvSpPr>
        <p:spPr bwMode="auto">
          <a:xfrm flipH="1">
            <a:off x="5876925" y="2024063"/>
            <a:ext cx="287338" cy="215900"/>
          </a:xfrm>
          <a:prstGeom prst="line">
            <a:avLst/>
          </a:prstGeom>
          <a:noFill/>
          <a:ln w="19050">
            <a:solidFill>
              <a:schemeClr val="accent2"/>
            </a:solidFill>
            <a:round/>
            <a:headEnd/>
            <a:tailEnd/>
          </a:ln>
        </p:spPr>
        <p:txBody>
          <a:bodyPr wrap="none" anchor="ctr"/>
          <a:lstStyle/>
          <a:p>
            <a:endParaRPr lang="zh-CN" altLang="en-US"/>
          </a:p>
        </p:txBody>
      </p:sp>
      <p:graphicFrame>
        <p:nvGraphicFramePr>
          <p:cNvPr id="239635" name="Object 19"/>
          <p:cNvGraphicFramePr>
            <a:graphicFrameLocks noChangeAspect="1"/>
          </p:cNvGraphicFramePr>
          <p:nvPr/>
        </p:nvGraphicFramePr>
        <p:xfrm>
          <a:off x="1441450" y="2168525"/>
          <a:ext cx="1679575" cy="409575"/>
        </p:xfrm>
        <a:graphic>
          <a:graphicData uri="http://schemas.openxmlformats.org/presentationml/2006/ole">
            <p:oleObj spid="_x0000_s25606" name="公式" r:id="rId8" imgW="939600" imgH="228600" progId="Equation.3">
              <p:embed/>
            </p:oleObj>
          </a:graphicData>
        </a:graphic>
      </p:graphicFrame>
      <p:sp>
        <p:nvSpPr>
          <p:cNvPr id="239636" name="Text Box 20"/>
          <p:cNvSpPr txBox="1">
            <a:spLocks noChangeArrowheads="1"/>
          </p:cNvSpPr>
          <p:nvPr/>
        </p:nvSpPr>
        <p:spPr bwMode="auto">
          <a:xfrm>
            <a:off x="476250" y="2108200"/>
            <a:ext cx="1846263" cy="457200"/>
          </a:xfrm>
          <a:prstGeom prst="rect">
            <a:avLst/>
          </a:prstGeom>
          <a:noFill/>
          <a:ln w="9525">
            <a:noFill/>
            <a:miter lim="800000"/>
            <a:headEnd/>
            <a:tailEnd/>
          </a:ln>
        </p:spPr>
        <p:txBody>
          <a:bodyPr>
            <a:spAutoFit/>
          </a:bodyPr>
          <a:lstStyle/>
          <a:p>
            <a:pPr eaLnBrk="0" hangingPunct="0">
              <a:lnSpc>
                <a:spcPct val="100000"/>
              </a:lnSpc>
              <a:spcBef>
                <a:spcPct val="0"/>
              </a:spcBef>
            </a:pPr>
            <a:r>
              <a:rPr kumimoji="0" lang="zh-CN" altLang="en-US" sz="2400">
                <a:latin typeface="宋体" pitchFamily="2" charset="-122"/>
                <a:ea typeface="宋体" pitchFamily="2" charset="-122"/>
              </a:rPr>
              <a:t>大小</a:t>
            </a:r>
            <a:endParaRPr kumimoji="0" lang="zh-CN" altLang="en-US" sz="2400" i="1">
              <a:latin typeface="宋体" pitchFamily="2" charset="-122"/>
              <a:ea typeface="宋体" pitchFamily="2" charset="-122"/>
            </a:endParaRPr>
          </a:p>
        </p:txBody>
      </p:sp>
      <p:sp>
        <p:nvSpPr>
          <p:cNvPr id="239637" name="Text Box 21"/>
          <p:cNvSpPr txBox="1">
            <a:spLocks noChangeArrowheads="1"/>
          </p:cNvSpPr>
          <p:nvPr/>
        </p:nvSpPr>
        <p:spPr bwMode="auto">
          <a:xfrm>
            <a:off x="7137400" y="2259013"/>
            <a:ext cx="458788" cy="457200"/>
          </a:xfrm>
          <a:prstGeom prst="rect">
            <a:avLst/>
          </a:prstGeom>
          <a:noFill/>
          <a:ln w="19050">
            <a:noFill/>
            <a:miter lim="800000"/>
            <a:headEnd/>
            <a:tailEnd/>
          </a:ln>
        </p:spPr>
        <p:txBody>
          <a:bodyPr>
            <a:spAutoFit/>
          </a:bodyPr>
          <a:lstStyle/>
          <a:p>
            <a:pPr algn="ctr">
              <a:lnSpc>
                <a:spcPct val="100000"/>
              </a:lnSpc>
              <a:spcBef>
                <a:spcPct val="0"/>
              </a:spcBef>
            </a:pPr>
            <a:r>
              <a:rPr lang="en-US" altLang="zh-CN" sz="2400" i="1">
                <a:latin typeface="Symbol" pitchFamily="18" charset="2"/>
                <a:ea typeface="宋体" pitchFamily="2" charset="-122"/>
                <a:sym typeface="Symbol" pitchFamily="18" charset="2"/>
              </a:rPr>
              <a:t>q</a:t>
            </a:r>
          </a:p>
        </p:txBody>
      </p:sp>
      <p:sp>
        <p:nvSpPr>
          <p:cNvPr id="239638" name="Arc 22"/>
          <p:cNvSpPr>
            <a:spLocks/>
          </p:cNvSpPr>
          <p:nvPr/>
        </p:nvSpPr>
        <p:spPr bwMode="auto">
          <a:xfrm>
            <a:off x="6777038" y="2352675"/>
            <a:ext cx="358775" cy="342900"/>
          </a:xfrm>
          <a:custGeom>
            <a:avLst/>
            <a:gdLst>
              <a:gd name="T0" fmla="*/ 100681338 w 21417"/>
              <a:gd name="T1" fmla="*/ 28343708 h 15859"/>
              <a:gd name="T2" fmla="*/ 68935617 w 21417"/>
              <a:gd name="T3" fmla="*/ 160306392 h 15859"/>
              <a:gd name="T4" fmla="*/ 0 w 21417"/>
              <a:gd name="T5" fmla="*/ 0 h 15859"/>
              <a:gd name="T6" fmla="*/ 0 60000 65536"/>
              <a:gd name="T7" fmla="*/ 0 60000 65536"/>
              <a:gd name="T8" fmla="*/ 0 60000 65536"/>
              <a:gd name="T9" fmla="*/ 0 w 21417"/>
              <a:gd name="T10" fmla="*/ 0 h 15859"/>
              <a:gd name="T11" fmla="*/ 21417 w 21417"/>
              <a:gd name="T12" fmla="*/ 15859 h 15859"/>
            </a:gdLst>
            <a:ahLst/>
            <a:cxnLst>
              <a:cxn ang="T6">
                <a:pos x="T0" y="T1"/>
              </a:cxn>
              <a:cxn ang="T7">
                <a:pos x="T2" y="T3"/>
              </a:cxn>
              <a:cxn ang="T8">
                <a:pos x="T4" y="T5"/>
              </a:cxn>
            </a:cxnLst>
            <a:rect l="T9" t="T10" r="T11" b="T12"/>
            <a:pathLst>
              <a:path w="21417" h="15859" fill="none" extrusionOk="0">
                <a:moveTo>
                  <a:pt x="21417" y="2804"/>
                </a:moveTo>
                <a:cubicBezTo>
                  <a:pt x="20761" y="7811"/>
                  <a:pt x="18372" y="12430"/>
                  <a:pt x="14664" y="15859"/>
                </a:cubicBezTo>
              </a:path>
              <a:path w="21417" h="15859" stroke="0" extrusionOk="0">
                <a:moveTo>
                  <a:pt x="21417" y="2804"/>
                </a:moveTo>
                <a:cubicBezTo>
                  <a:pt x="20761" y="7811"/>
                  <a:pt x="18372" y="12430"/>
                  <a:pt x="14664" y="15859"/>
                </a:cubicBezTo>
                <a:lnTo>
                  <a:pt x="0" y="0"/>
                </a:lnTo>
                <a:close/>
              </a:path>
            </a:pathLst>
          </a:custGeom>
          <a:noFill/>
          <a:ln w="28575">
            <a:solidFill>
              <a:schemeClr val="tx1"/>
            </a:solidFill>
            <a:round/>
            <a:headEnd/>
            <a:tailEnd/>
          </a:ln>
        </p:spPr>
        <p:txBody>
          <a:bodyPr wrap="none" anchor="ctr"/>
          <a:lstStyle/>
          <a:p>
            <a:endParaRPr lang="zh-CN" altLang="en-US"/>
          </a:p>
        </p:txBody>
      </p:sp>
      <p:sp>
        <p:nvSpPr>
          <p:cNvPr id="239639" name="Rectangle 23"/>
          <p:cNvSpPr>
            <a:spLocks noChangeArrowheads="1"/>
          </p:cNvSpPr>
          <p:nvPr/>
        </p:nvSpPr>
        <p:spPr bwMode="auto">
          <a:xfrm>
            <a:off x="476250" y="2746375"/>
            <a:ext cx="4779963" cy="479425"/>
          </a:xfrm>
          <a:prstGeom prst="rect">
            <a:avLst/>
          </a:prstGeom>
          <a:noFill/>
          <a:ln w="9525">
            <a:noFill/>
            <a:miter lim="800000"/>
            <a:headEnd/>
            <a:tailEnd/>
          </a:ln>
          <a:effectLst/>
        </p:spPr>
        <p:txBody>
          <a:bodyPr>
            <a:spAutoFit/>
          </a:bodyPr>
          <a:lstStyle/>
          <a:p>
            <a:pPr eaLnBrk="0" hangingPunct="0">
              <a:lnSpc>
                <a:spcPct val="115000"/>
              </a:lnSpc>
              <a:spcBef>
                <a:spcPct val="0"/>
              </a:spcBef>
              <a:defRPr/>
            </a:pPr>
            <a:r>
              <a:rPr kumimoji="0" lang="zh-CN" altLang="en-US" sz="2400" dirty="0">
                <a:ea typeface="宋体" pitchFamily="2" charset="-122"/>
              </a:rPr>
              <a:t>指向由</a:t>
            </a:r>
            <a:r>
              <a:rPr kumimoji="0" lang="zh-CN" altLang="en-US" sz="2400" dirty="0">
                <a:solidFill>
                  <a:srgbClr val="FF0000"/>
                </a:solidFill>
                <a:effectLst>
                  <a:outerShdw blurRad="38100" dist="38100" dir="2700000" algn="tl">
                    <a:srgbClr val="C0C0C0"/>
                  </a:outerShdw>
                </a:effectLst>
                <a:ea typeface="宋体" pitchFamily="2" charset="-122"/>
              </a:rPr>
              <a:t>右螺旋法则</a:t>
            </a:r>
            <a:r>
              <a:rPr kumimoji="0" lang="zh-CN" altLang="en-US" sz="2400" dirty="0">
                <a:ea typeface="宋体" pitchFamily="2" charset="-122"/>
              </a:rPr>
              <a:t>确定</a:t>
            </a:r>
            <a:endParaRPr kumimoji="0" lang="zh-CN" altLang="en-US" sz="2400" b="0" dirty="0">
              <a:ea typeface="宋体" pitchFamily="2" charset="-122"/>
            </a:endParaRPr>
          </a:p>
        </p:txBody>
      </p:sp>
      <p:sp>
        <p:nvSpPr>
          <p:cNvPr id="239640" name="Text Box 24"/>
          <p:cNvSpPr txBox="1">
            <a:spLocks noChangeArrowheads="1"/>
          </p:cNvSpPr>
          <p:nvPr/>
        </p:nvSpPr>
        <p:spPr bwMode="auto">
          <a:xfrm>
            <a:off x="568325" y="3760788"/>
            <a:ext cx="3959225" cy="457200"/>
          </a:xfrm>
          <a:prstGeom prst="rect">
            <a:avLst/>
          </a:prstGeom>
          <a:noFill/>
          <a:ln w="9525">
            <a:noFill/>
            <a:miter lim="800000"/>
            <a:headEnd/>
            <a:tailEnd/>
          </a:ln>
        </p:spPr>
        <p:txBody>
          <a:bodyPr>
            <a:spAutoFit/>
          </a:bodyPr>
          <a:lstStyle/>
          <a:p>
            <a:pPr eaLnBrk="0" hangingPunct="0">
              <a:lnSpc>
                <a:spcPct val="100000"/>
              </a:lnSpc>
              <a:spcBef>
                <a:spcPct val="0"/>
              </a:spcBef>
              <a:buClr>
                <a:srgbClr val="CC0000"/>
              </a:buClr>
              <a:buFont typeface="Wingdings" pitchFamily="2" charset="2"/>
              <a:buNone/>
            </a:pPr>
            <a:r>
              <a:rPr kumimoji="0" lang="zh-CN" altLang="en-US" sz="2400">
                <a:solidFill>
                  <a:srgbClr val="FF6600"/>
                </a:solidFill>
                <a:ea typeface="宋体" pitchFamily="2" charset="-122"/>
              </a:rPr>
              <a:t>力对定轴力矩的矢量形式</a:t>
            </a:r>
          </a:p>
        </p:txBody>
      </p:sp>
      <p:graphicFrame>
        <p:nvGraphicFramePr>
          <p:cNvPr id="239641" name="Object 25"/>
          <p:cNvGraphicFramePr>
            <a:graphicFrameLocks noChangeAspect="1"/>
          </p:cNvGraphicFramePr>
          <p:nvPr/>
        </p:nvGraphicFramePr>
        <p:xfrm>
          <a:off x="1922463" y="4503738"/>
          <a:ext cx="1465262" cy="436562"/>
        </p:xfrm>
        <a:graphic>
          <a:graphicData uri="http://schemas.openxmlformats.org/presentationml/2006/ole">
            <p:oleObj spid="_x0000_s25607" name="公式" r:id="rId9" imgW="812520" imgH="241200" progId="Equation.3">
              <p:embed/>
            </p:oleObj>
          </a:graphicData>
        </a:graphic>
      </p:graphicFrame>
      <p:sp>
        <p:nvSpPr>
          <p:cNvPr id="239642" name="Text Box 26"/>
          <p:cNvSpPr txBox="1">
            <a:spLocks noChangeArrowheads="1"/>
          </p:cNvSpPr>
          <p:nvPr/>
        </p:nvSpPr>
        <p:spPr bwMode="auto">
          <a:xfrm>
            <a:off x="357188" y="5237163"/>
            <a:ext cx="4500562" cy="461962"/>
          </a:xfrm>
          <a:prstGeom prst="rect">
            <a:avLst/>
          </a:prstGeom>
          <a:noFill/>
          <a:ln w="9525">
            <a:noFill/>
            <a:miter lim="800000"/>
            <a:headEnd/>
            <a:tailEnd/>
          </a:ln>
        </p:spPr>
        <p:txBody>
          <a:bodyPr>
            <a:spAutoFit/>
          </a:bodyPr>
          <a:lstStyle/>
          <a:p>
            <a:pPr eaLnBrk="0" hangingPunct="0">
              <a:lnSpc>
                <a:spcPct val="100000"/>
              </a:lnSpc>
              <a:spcBef>
                <a:spcPct val="0"/>
              </a:spcBef>
            </a:pPr>
            <a:r>
              <a:rPr kumimoji="0" lang="zh-CN" altLang="en-US" sz="2400">
                <a:solidFill>
                  <a:srgbClr val="00CC00"/>
                </a:solidFill>
                <a:ea typeface="宋体" pitchFamily="2" charset="-122"/>
              </a:rPr>
              <a:t>（力对轴的力矩只有两个指向）</a:t>
            </a:r>
          </a:p>
        </p:txBody>
      </p:sp>
      <p:sp>
        <p:nvSpPr>
          <p:cNvPr id="239643" name="Line 27"/>
          <p:cNvSpPr>
            <a:spLocks noChangeShapeType="1"/>
          </p:cNvSpPr>
          <p:nvPr/>
        </p:nvSpPr>
        <p:spPr bwMode="auto">
          <a:xfrm flipH="1">
            <a:off x="6577013" y="5757863"/>
            <a:ext cx="1587" cy="695325"/>
          </a:xfrm>
          <a:prstGeom prst="line">
            <a:avLst/>
          </a:prstGeom>
          <a:noFill/>
          <a:ln w="50800">
            <a:solidFill>
              <a:srgbClr val="FF0000"/>
            </a:solidFill>
            <a:round/>
            <a:headEnd/>
            <a:tailEnd/>
          </a:ln>
        </p:spPr>
        <p:txBody>
          <a:bodyPr wrap="none" anchor="ctr"/>
          <a:lstStyle/>
          <a:p>
            <a:endParaRPr lang="zh-CN" altLang="en-US"/>
          </a:p>
        </p:txBody>
      </p:sp>
      <p:sp>
        <p:nvSpPr>
          <p:cNvPr id="239644" name="Freeform 28"/>
          <p:cNvSpPr>
            <a:spLocks/>
          </p:cNvSpPr>
          <p:nvPr/>
        </p:nvSpPr>
        <p:spPr bwMode="auto">
          <a:xfrm>
            <a:off x="4922838" y="3340100"/>
            <a:ext cx="3795712" cy="2997200"/>
          </a:xfrm>
          <a:custGeom>
            <a:avLst/>
            <a:gdLst>
              <a:gd name="T0" fmla="*/ 2147483647 w 2391"/>
              <a:gd name="T1" fmla="*/ 32762829 h 1888"/>
              <a:gd name="T2" fmla="*/ 942538325 w 2391"/>
              <a:gd name="T3" fmla="*/ 297378460 h 1888"/>
              <a:gd name="T4" fmla="*/ 115927174 w 2391"/>
              <a:gd name="T5" fmla="*/ 1683464733 h 1888"/>
              <a:gd name="T6" fmla="*/ 322579925 w 2391"/>
              <a:gd name="T7" fmla="*/ 2147483647 h 1888"/>
              <a:gd name="T8" fmla="*/ 2056447183 w 2391"/>
              <a:gd name="T9" fmla="*/ 2147483647 h 1888"/>
              <a:gd name="T10" fmla="*/ 2147483647 w 2391"/>
              <a:gd name="T11" fmla="*/ 2147483647 h 1888"/>
              <a:gd name="T12" fmla="*/ 2147483647 w 2391"/>
              <a:gd name="T13" fmla="*/ 2147483647 h 1888"/>
              <a:gd name="T14" fmla="*/ 2147483647 w 2391"/>
              <a:gd name="T15" fmla="*/ 2147483647 h 1888"/>
              <a:gd name="T16" fmla="*/ 2147483647 w 2391"/>
              <a:gd name="T17" fmla="*/ 1559977506 h 1888"/>
              <a:gd name="T18" fmla="*/ 2147483647 w 2391"/>
              <a:gd name="T19" fmla="*/ 486391023 h 1888"/>
              <a:gd name="T20" fmla="*/ 2147483647 w 2391"/>
              <a:gd name="T21" fmla="*/ 32762829 h 188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391"/>
              <a:gd name="T34" fmla="*/ 0 h 1888"/>
              <a:gd name="T35" fmla="*/ 2391 w 2391"/>
              <a:gd name="T36" fmla="*/ 1888 h 188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391" h="1888">
                <a:moveTo>
                  <a:pt x="1316" y="13"/>
                </a:moveTo>
                <a:cubicBezTo>
                  <a:pt x="1062" y="0"/>
                  <a:pt x="586" y="9"/>
                  <a:pt x="374" y="118"/>
                </a:cubicBezTo>
                <a:cubicBezTo>
                  <a:pt x="162" y="227"/>
                  <a:pt x="87" y="473"/>
                  <a:pt x="46" y="668"/>
                </a:cubicBezTo>
                <a:cubicBezTo>
                  <a:pt x="5" y="863"/>
                  <a:pt x="0" y="1116"/>
                  <a:pt x="128" y="1289"/>
                </a:cubicBezTo>
                <a:cubicBezTo>
                  <a:pt x="256" y="1462"/>
                  <a:pt x="645" y="1613"/>
                  <a:pt x="816" y="1708"/>
                </a:cubicBezTo>
                <a:cubicBezTo>
                  <a:pt x="987" y="1803"/>
                  <a:pt x="997" y="1838"/>
                  <a:pt x="1153" y="1858"/>
                </a:cubicBezTo>
                <a:cubicBezTo>
                  <a:pt x="1309" y="1878"/>
                  <a:pt x="1551" y="1888"/>
                  <a:pt x="1750" y="1831"/>
                </a:cubicBezTo>
                <a:cubicBezTo>
                  <a:pt x="1949" y="1774"/>
                  <a:pt x="2309" y="1716"/>
                  <a:pt x="2350" y="1514"/>
                </a:cubicBezTo>
                <a:cubicBezTo>
                  <a:pt x="2391" y="1312"/>
                  <a:pt x="2072" y="839"/>
                  <a:pt x="1997" y="619"/>
                </a:cubicBezTo>
                <a:cubicBezTo>
                  <a:pt x="1922" y="399"/>
                  <a:pt x="2013" y="294"/>
                  <a:pt x="1900" y="193"/>
                </a:cubicBezTo>
                <a:cubicBezTo>
                  <a:pt x="1787" y="92"/>
                  <a:pt x="1570" y="26"/>
                  <a:pt x="1316" y="13"/>
                </a:cubicBezTo>
                <a:close/>
              </a:path>
            </a:pathLst>
          </a:custGeom>
          <a:solidFill>
            <a:srgbClr val="8FB4FF"/>
          </a:solidFill>
          <a:ln w="9525">
            <a:miter lim="800000"/>
            <a:headEnd/>
            <a:tailEnd/>
          </a:ln>
          <a:scene3d>
            <a:camera prst="legacyPerspectiveFront">
              <a:rot lat="18000000" lon="0" rev="0"/>
            </a:camera>
            <a:lightRig rig="legacyFlat2" dir="t"/>
          </a:scene3d>
          <a:sp3d extrusionH="430200" prstMaterial="legacyMetal">
            <a:bevelT w="13500" h="13500" prst="angle"/>
            <a:bevelB w="13500" h="13500" prst="angle"/>
            <a:extrusionClr>
              <a:srgbClr val="006699"/>
            </a:extrusionClr>
          </a:sp3d>
        </p:spPr>
        <p:txBody>
          <a:bodyPr wrap="none" anchor="ctr">
            <a:flatTx/>
          </a:bodyPr>
          <a:lstStyle/>
          <a:p>
            <a:endParaRPr lang="zh-CN" altLang="en-US"/>
          </a:p>
        </p:txBody>
      </p:sp>
      <p:sp>
        <p:nvSpPr>
          <p:cNvPr id="239645" name="Oval 29"/>
          <p:cNvSpPr>
            <a:spLocks noChangeArrowheads="1"/>
          </p:cNvSpPr>
          <p:nvPr/>
        </p:nvSpPr>
        <p:spPr bwMode="auto">
          <a:xfrm>
            <a:off x="6505575" y="4775200"/>
            <a:ext cx="142875" cy="71438"/>
          </a:xfrm>
          <a:prstGeom prst="ellipse">
            <a:avLst/>
          </a:prstGeom>
          <a:solidFill>
            <a:srgbClr val="CC0099"/>
          </a:solidFill>
          <a:ln w="9525">
            <a:solidFill>
              <a:srgbClr val="00FF00"/>
            </a:solidFill>
            <a:round/>
            <a:headEnd/>
            <a:tailEnd/>
          </a:ln>
        </p:spPr>
        <p:txBody>
          <a:bodyPr wrap="none" anchor="ctr"/>
          <a:lstStyle/>
          <a:p>
            <a:endParaRPr lang="zh-CN" altLang="en-US"/>
          </a:p>
        </p:txBody>
      </p:sp>
      <p:sp>
        <p:nvSpPr>
          <p:cNvPr id="239646" name="Oval 30"/>
          <p:cNvSpPr>
            <a:spLocks noChangeArrowheads="1"/>
          </p:cNvSpPr>
          <p:nvPr/>
        </p:nvSpPr>
        <p:spPr bwMode="auto">
          <a:xfrm>
            <a:off x="5354638" y="4387850"/>
            <a:ext cx="2447925" cy="865188"/>
          </a:xfrm>
          <a:prstGeom prst="ellipse">
            <a:avLst/>
          </a:prstGeom>
          <a:noFill/>
          <a:ln w="19050">
            <a:solidFill>
              <a:srgbClr val="FF6600"/>
            </a:solidFill>
            <a:prstDash val="dash"/>
            <a:round/>
            <a:headEnd/>
            <a:tailEnd/>
          </a:ln>
        </p:spPr>
        <p:txBody>
          <a:bodyPr wrap="none" anchor="ctr"/>
          <a:lstStyle/>
          <a:p>
            <a:endParaRPr lang="zh-CN" altLang="en-US"/>
          </a:p>
        </p:txBody>
      </p:sp>
      <p:sp>
        <p:nvSpPr>
          <p:cNvPr id="239647" name="Line 31"/>
          <p:cNvSpPr>
            <a:spLocks noChangeShapeType="1"/>
          </p:cNvSpPr>
          <p:nvPr/>
        </p:nvSpPr>
        <p:spPr bwMode="auto">
          <a:xfrm>
            <a:off x="6557963" y="3387725"/>
            <a:ext cx="26987" cy="1422400"/>
          </a:xfrm>
          <a:prstGeom prst="line">
            <a:avLst/>
          </a:prstGeom>
          <a:noFill/>
          <a:ln w="50800">
            <a:solidFill>
              <a:srgbClr val="FF0000"/>
            </a:solidFill>
            <a:round/>
            <a:headEnd type="triangle" w="med" len="med"/>
            <a:tailEnd/>
          </a:ln>
        </p:spPr>
        <p:txBody>
          <a:bodyPr wrap="none" anchor="ctr"/>
          <a:lstStyle/>
          <a:p>
            <a:endParaRPr lang="zh-CN" altLang="en-US"/>
          </a:p>
        </p:txBody>
      </p:sp>
      <p:sp>
        <p:nvSpPr>
          <p:cNvPr id="239648" name="Line 32"/>
          <p:cNvSpPr>
            <a:spLocks noChangeShapeType="1"/>
          </p:cNvSpPr>
          <p:nvPr/>
        </p:nvSpPr>
        <p:spPr bwMode="auto">
          <a:xfrm>
            <a:off x="8369300" y="3884613"/>
            <a:ext cx="19050" cy="1439862"/>
          </a:xfrm>
          <a:prstGeom prst="line">
            <a:avLst/>
          </a:prstGeom>
          <a:noFill/>
          <a:ln w="28575">
            <a:solidFill>
              <a:srgbClr val="00FF00"/>
            </a:solidFill>
            <a:prstDash val="sysDot"/>
            <a:round/>
            <a:headEnd/>
            <a:tailEnd/>
          </a:ln>
        </p:spPr>
        <p:txBody>
          <a:bodyPr wrap="none" anchor="ctr"/>
          <a:lstStyle/>
          <a:p>
            <a:endParaRPr lang="zh-CN" altLang="en-US"/>
          </a:p>
        </p:txBody>
      </p:sp>
      <p:sp>
        <p:nvSpPr>
          <p:cNvPr id="239649" name="Line 33"/>
          <p:cNvSpPr>
            <a:spLocks noChangeShapeType="1"/>
          </p:cNvSpPr>
          <p:nvPr/>
        </p:nvSpPr>
        <p:spPr bwMode="auto">
          <a:xfrm flipV="1">
            <a:off x="7297738" y="3730625"/>
            <a:ext cx="0" cy="1403350"/>
          </a:xfrm>
          <a:prstGeom prst="line">
            <a:avLst/>
          </a:prstGeom>
          <a:noFill/>
          <a:ln w="28575">
            <a:solidFill>
              <a:srgbClr val="00FF00"/>
            </a:solidFill>
            <a:round/>
            <a:headEnd/>
            <a:tailEnd type="triangle" w="med" len="lg"/>
          </a:ln>
        </p:spPr>
        <p:txBody>
          <a:bodyPr wrap="none" anchor="ctr"/>
          <a:lstStyle/>
          <a:p>
            <a:endParaRPr lang="zh-CN" altLang="en-US"/>
          </a:p>
        </p:txBody>
      </p:sp>
      <p:sp>
        <p:nvSpPr>
          <p:cNvPr id="239650" name="Line 34"/>
          <p:cNvSpPr>
            <a:spLocks noChangeShapeType="1"/>
          </p:cNvSpPr>
          <p:nvPr/>
        </p:nvSpPr>
        <p:spPr bwMode="auto">
          <a:xfrm>
            <a:off x="6577013" y="4819650"/>
            <a:ext cx="687387" cy="327025"/>
          </a:xfrm>
          <a:prstGeom prst="line">
            <a:avLst/>
          </a:prstGeom>
          <a:noFill/>
          <a:ln w="19050">
            <a:solidFill>
              <a:srgbClr val="FF6600"/>
            </a:solidFill>
            <a:round/>
            <a:headEnd/>
            <a:tailEnd type="triangle" w="med" len="med"/>
          </a:ln>
        </p:spPr>
        <p:txBody>
          <a:bodyPr wrap="none" anchor="ctr"/>
          <a:lstStyle/>
          <a:p>
            <a:endParaRPr lang="zh-CN" altLang="en-US"/>
          </a:p>
        </p:txBody>
      </p:sp>
      <p:graphicFrame>
        <p:nvGraphicFramePr>
          <p:cNvPr id="239651" name="Object 35"/>
          <p:cNvGraphicFramePr>
            <a:graphicFrameLocks noChangeAspect="1"/>
          </p:cNvGraphicFramePr>
          <p:nvPr/>
        </p:nvGraphicFramePr>
        <p:xfrm>
          <a:off x="8402638" y="5205413"/>
          <a:ext cx="346075" cy="385762"/>
        </p:xfrm>
        <a:graphic>
          <a:graphicData uri="http://schemas.openxmlformats.org/presentationml/2006/ole">
            <p:oleObj spid="_x0000_s25608" name="公式" r:id="rId10" imgW="215640" imgH="241200" progId="Equation.3">
              <p:embed/>
            </p:oleObj>
          </a:graphicData>
        </a:graphic>
      </p:graphicFrame>
      <p:graphicFrame>
        <p:nvGraphicFramePr>
          <p:cNvPr id="239652" name="Object 36"/>
          <p:cNvGraphicFramePr>
            <a:graphicFrameLocks noChangeAspect="1"/>
          </p:cNvGraphicFramePr>
          <p:nvPr/>
        </p:nvGraphicFramePr>
        <p:xfrm>
          <a:off x="6948488" y="3435350"/>
          <a:ext cx="323850" cy="406400"/>
        </p:xfrm>
        <a:graphic>
          <a:graphicData uri="http://schemas.openxmlformats.org/presentationml/2006/ole">
            <p:oleObj spid="_x0000_s25609" name="公式" r:id="rId11" imgW="203040" imgH="253800" progId="Equation.3">
              <p:embed/>
            </p:oleObj>
          </a:graphicData>
        </a:graphic>
      </p:graphicFrame>
      <p:sp>
        <p:nvSpPr>
          <p:cNvPr id="239653" name="Line 37"/>
          <p:cNvSpPr>
            <a:spLocks noChangeShapeType="1"/>
          </p:cNvSpPr>
          <p:nvPr/>
        </p:nvSpPr>
        <p:spPr bwMode="auto">
          <a:xfrm>
            <a:off x="7297738" y="3727450"/>
            <a:ext cx="1079500" cy="146050"/>
          </a:xfrm>
          <a:prstGeom prst="line">
            <a:avLst/>
          </a:prstGeom>
          <a:noFill/>
          <a:ln w="28575">
            <a:solidFill>
              <a:srgbClr val="00FF00"/>
            </a:solidFill>
            <a:prstDash val="sysDot"/>
            <a:round/>
            <a:headEnd/>
            <a:tailEnd type="none" w="med" len="lg"/>
          </a:ln>
        </p:spPr>
        <p:txBody>
          <a:bodyPr wrap="none" anchor="ctr"/>
          <a:lstStyle/>
          <a:p>
            <a:endParaRPr lang="zh-CN" altLang="en-US"/>
          </a:p>
        </p:txBody>
      </p:sp>
      <p:sp>
        <p:nvSpPr>
          <p:cNvPr id="239654" name="Line 38"/>
          <p:cNvSpPr>
            <a:spLocks noChangeShapeType="1"/>
          </p:cNvSpPr>
          <p:nvPr/>
        </p:nvSpPr>
        <p:spPr bwMode="auto">
          <a:xfrm>
            <a:off x="7297738" y="5165725"/>
            <a:ext cx="1079500" cy="146050"/>
          </a:xfrm>
          <a:prstGeom prst="line">
            <a:avLst/>
          </a:prstGeom>
          <a:noFill/>
          <a:ln w="28575">
            <a:solidFill>
              <a:srgbClr val="00FF00"/>
            </a:solidFill>
            <a:round/>
            <a:headEnd/>
            <a:tailEnd type="triangle" w="med" len="lg"/>
          </a:ln>
        </p:spPr>
        <p:txBody>
          <a:bodyPr wrap="none" anchor="ctr"/>
          <a:lstStyle/>
          <a:p>
            <a:endParaRPr lang="zh-CN" altLang="en-US"/>
          </a:p>
        </p:txBody>
      </p:sp>
      <p:sp>
        <p:nvSpPr>
          <p:cNvPr id="239655" name="Oval 39"/>
          <p:cNvSpPr>
            <a:spLocks noChangeArrowheads="1"/>
          </p:cNvSpPr>
          <p:nvPr/>
        </p:nvSpPr>
        <p:spPr bwMode="auto">
          <a:xfrm>
            <a:off x="7261225" y="5132388"/>
            <a:ext cx="73025" cy="71437"/>
          </a:xfrm>
          <a:prstGeom prst="ellipse">
            <a:avLst/>
          </a:prstGeom>
          <a:solidFill>
            <a:srgbClr val="FF7C80"/>
          </a:solidFill>
          <a:ln w="38100">
            <a:solidFill>
              <a:srgbClr val="FF7C80"/>
            </a:solidFill>
            <a:round/>
            <a:headEnd/>
            <a:tailEnd/>
          </a:ln>
        </p:spPr>
        <p:txBody>
          <a:bodyPr wrap="none" anchor="ctr"/>
          <a:lstStyle/>
          <a:p>
            <a:pPr algn="ctr">
              <a:lnSpc>
                <a:spcPct val="100000"/>
              </a:lnSpc>
              <a:spcBef>
                <a:spcPct val="0"/>
              </a:spcBef>
            </a:pPr>
            <a:endParaRPr lang="zh-CN" altLang="zh-CN" sz="2400">
              <a:solidFill>
                <a:srgbClr val="FFFFFF"/>
              </a:solidFill>
              <a:ea typeface="宋体" pitchFamily="2" charset="-122"/>
            </a:endParaRPr>
          </a:p>
        </p:txBody>
      </p:sp>
      <p:sp>
        <p:nvSpPr>
          <p:cNvPr id="239656" name="Text Box 40"/>
          <p:cNvSpPr txBox="1">
            <a:spLocks noChangeArrowheads="1"/>
          </p:cNvSpPr>
          <p:nvPr/>
        </p:nvSpPr>
        <p:spPr bwMode="auto">
          <a:xfrm>
            <a:off x="7034213" y="5180013"/>
            <a:ext cx="387350" cy="457200"/>
          </a:xfrm>
          <a:prstGeom prst="rect">
            <a:avLst/>
          </a:prstGeom>
          <a:noFill/>
          <a:ln w="9525">
            <a:noFill/>
            <a:miter lim="800000"/>
            <a:headEnd/>
            <a:tailEnd/>
          </a:ln>
        </p:spPr>
        <p:txBody>
          <a:bodyPr wrap="none">
            <a:spAutoFit/>
          </a:bodyPr>
          <a:lstStyle/>
          <a:p>
            <a:pPr algn="ctr">
              <a:lnSpc>
                <a:spcPct val="100000"/>
              </a:lnSpc>
              <a:spcBef>
                <a:spcPct val="0"/>
              </a:spcBef>
            </a:pPr>
            <a:r>
              <a:rPr lang="en-US" altLang="zh-CN" sz="2400" i="1">
                <a:solidFill>
                  <a:srgbClr val="FF66FF"/>
                </a:solidFill>
                <a:ea typeface="宋体" pitchFamily="2" charset="-122"/>
              </a:rPr>
              <a:t>A</a:t>
            </a:r>
          </a:p>
        </p:txBody>
      </p:sp>
      <p:graphicFrame>
        <p:nvGraphicFramePr>
          <p:cNvPr id="239657" name="Object 41"/>
          <p:cNvGraphicFramePr>
            <a:graphicFrameLocks/>
          </p:cNvGraphicFramePr>
          <p:nvPr/>
        </p:nvGraphicFramePr>
        <p:xfrm>
          <a:off x="6249988" y="3459163"/>
          <a:ext cx="201612" cy="215900"/>
        </p:xfrm>
        <a:graphic>
          <a:graphicData uri="http://schemas.openxmlformats.org/presentationml/2006/ole">
            <p:oleObj spid="_x0000_s25610" name="公式" r:id="rId12" imgW="203040" imgH="215640" progId="Equation.3">
              <p:embed/>
            </p:oleObj>
          </a:graphicData>
        </a:graphic>
      </p:graphicFrame>
      <p:graphicFrame>
        <p:nvGraphicFramePr>
          <p:cNvPr id="239658" name="Object 42"/>
          <p:cNvGraphicFramePr>
            <a:graphicFrameLocks noChangeAspect="1"/>
          </p:cNvGraphicFramePr>
          <p:nvPr/>
        </p:nvGraphicFramePr>
        <p:xfrm>
          <a:off x="8388350" y="3571875"/>
          <a:ext cx="261938" cy="323850"/>
        </p:xfrm>
        <a:graphic>
          <a:graphicData uri="http://schemas.openxmlformats.org/presentationml/2006/ole">
            <p:oleObj spid="_x0000_s25611" name="公式" r:id="rId13" imgW="164880" imgH="203040" progId="Equation.3">
              <p:embed/>
            </p:oleObj>
          </a:graphicData>
        </a:graphic>
      </p:graphicFrame>
      <p:sp>
        <p:nvSpPr>
          <p:cNvPr id="239659" name="Line 43"/>
          <p:cNvSpPr>
            <a:spLocks noChangeShapeType="1"/>
          </p:cNvSpPr>
          <p:nvPr/>
        </p:nvSpPr>
        <p:spPr bwMode="auto">
          <a:xfrm flipV="1">
            <a:off x="7297738" y="3884613"/>
            <a:ext cx="1060450" cy="1293812"/>
          </a:xfrm>
          <a:prstGeom prst="line">
            <a:avLst/>
          </a:prstGeom>
          <a:noFill/>
          <a:ln w="28575">
            <a:solidFill>
              <a:srgbClr val="800000"/>
            </a:solidFill>
            <a:round/>
            <a:headEnd/>
            <a:tailEnd type="triangle" w="med" len="med"/>
          </a:ln>
        </p:spPr>
        <p:txBody>
          <a:bodyPr wrap="none" anchor="ctr"/>
          <a:lstStyle/>
          <a:p>
            <a:endParaRPr lang="zh-CN" altLang="en-US"/>
          </a:p>
        </p:txBody>
      </p:sp>
      <p:sp>
        <p:nvSpPr>
          <p:cNvPr id="239660" name="AutoShape 44"/>
          <p:cNvSpPr>
            <a:spLocks noChangeArrowheads="1"/>
          </p:cNvSpPr>
          <p:nvPr/>
        </p:nvSpPr>
        <p:spPr bwMode="auto">
          <a:xfrm>
            <a:off x="206375" y="3708400"/>
            <a:ext cx="360363" cy="576263"/>
          </a:xfrm>
          <a:prstGeom prst="star4">
            <a:avLst>
              <a:gd name="adj" fmla="val 18519"/>
            </a:avLst>
          </a:prstGeom>
          <a:gradFill rotWithShape="1">
            <a:gsLst>
              <a:gs pos="0">
                <a:srgbClr val="FF9900"/>
              </a:gs>
              <a:gs pos="100000">
                <a:srgbClr val="764700"/>
              </a:gs>
            </a:gsLst>
            <a:path path="shape">
              <a:fillToRect l="50000" t="50000" r="50000" b="50000"/>
            </a:path>
          </a:gradFill>
          <a:ln w="9525">
            <a:noFill/>
            <a:miter lim="800000"/>
            <a:headEnd/>
            <a:tailEnd/>
          </a:ln>
        </p:spPr>
        <p:txBody>
          <a:bodyPr wrap="none" anchor="ctr"/>
          <a:lstStyle/>
          <a:p>
            <a:endParaRPr lang="zh-CN" altLang="en-US"/>
          </a:p>
        </p:txBody>
      </p:sp>
      <p:sp>
        <p:nvSpPr>
          <p:cNvPr id="239661" name="Line 45"/>
          <p:cNvSpPr>
            <a:spLocks noChangeAspect="1" noChangeShapeType="1"/>
          </p:cNvSpPr>
          <p:nvPr/>
        </p:nvSpPr>
        <p:spPr bwMode="auto">
          <a:xfrm>
            <a:off x="6815138" y="2601913"/>
            <a:ext cx="636587" cy="241300"/>
          </a:xfrm>
          <a:prstGeom prst="line">
            <a:avLst/>
          </a:prstGeom>
          <a:noFill/>
          <a:ln w="38100">
            <a:solidFill>
              <a:schemeClr val="tx1"/>
            </a:solidFill>
            <a:prstDash val="dash"/>
            <a:round/>
            <a:headEnd/>
            <a:tailEnd/>
          </a:ln>
        </p:spPr>
        <p:txBody>
          <a:bodyPr wrap="none" anchor="ctr"/>
          <a:lstStyle/>
          <a:p>
            <a:endParaRPr lang="zh-CN" altLang="en-US"/>
          </a:p>
        </p:txBody>
      </p:sp>
      <p:graphicFrame>
        <p:nvGraphicFramePr>
          <p:cNvPr id="239663" name="Object 47"/>
          <p:cNvGraphicFramePr>
            <a:graphicFrameLocks noChangeAspect="1"/>
          </p:cNvGraphicFramePr>
          <p:nvPr/>
        </p:nvGraphicFramePr>
        <p:xfrm>
          <a:off x="6870700" y="4652963"/>
          <a:ext cx="212725" cy="282575"/>
        </p:xfrm>
        <a:graphic>
          <a:graphicData uri="http://schemas.openxmlformats.org/presentationml/2006/ole">
            <p:oleObj spid="_x0000_s25612" name="公式" r:id="rId14" imgW="126720" imgH="164880" progId="Equation.3">
              <p:embed/>
            </p:oleObj>
          </a:graphicData>
        </a:graphic>
      </p:graphicFrame>
      <p:graphicFrame>
        <p:nvGraphicFramePr>
          <p:cNvPr id="239664" name="Object 48"/>
          <p:cNvGraphicFramePr>
            <a:graphicFrameLocks noChangeAspect="1"/>
          </p:cNvGraphicFramePr>
          <p:nvPr/>
        </p:nvGraphicFramePr>
        <p:xfrm>
          <a:off x="6273800" y="4697413"/>
          <a:ext cx="212725" cy="239712"/>
        </p:xfrm>
        <a:graphic>
          <a:graphicData uri="http://schemas.openxmlformats.org/presentationml/2006/ole">
            <p:oleObj spid="_x0000_s25613" name="公式" r:id="rId15" imgW="126720" imgH="139680" progId="Equation.3">
              <p:embed/>
            </p:oleObj>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39618"/>
                                        </p:tgtEl>
                                        <p:attrNameLst>
                                          <p:attrName>style.visibility</p:attrName>
                                        </p:attrNameLst>
                                      </p:cBhvr>
                                      <p:to>
                                        <p:strVal val="visible"/>
                                      </p:to>
                                    </p:set>
                                    <p:animEffect transition="in" filter="wipe(left)">
                                      <p:cBhvr>
                                        <p:cTn id="7" dur="500"/>
                                        <p:tgtEl>
                                          <p:spTgt spid="23961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39626"/>
                                        </p:tgtEl>
                                        <p:attrNameLst>
                                          <p:attrName>style.visibility</p:attrName>
                                        </p:attrNameLst>
                                      </p:cBhvr>
                                      <p:to>
                                        <p:strVal val="visible"/>
                                      </p:to>
                                    </p:set>
                                    <p:animEffect transition="in" filter="wipe(left)">
                                      <p:cBhvr>
                                        <p:cTn id="12" dur="500"/>
                                        <p:tgtEl>
                                          <p:spTgt spid="23962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39620"/>
                                        </p:tgtEl>
                                        <p:attrNameLst>
                                          <p:attrName>style.visibility</p:attrName>
                                        </p:attrNameLst>
                                      </p:cBhvr>
                                      <p:to>
                                        <p:strVal val="visible"/>
                                      </p:to>
                                    </p:set>
                                    <p:animEffect transition="in" filter="wipe(left)">
                                      <p:cBhvr>
                                        <p:cTn id="17" dur="500"/>
                                        <p:tgtEl>
                                          <p:spTgt spid="23962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39628"/>
                                        </p:tgtEl>
                                        <p:attrNameLst>
                                          <p:attrName>style.visibility</p:attrName>
                                        </p:attrNameLst>
                                      </p:cBhvr>
                                      <p:to>
                                        <p:strVal val="visible"/>
                                      </p:to>
                                    </p:set>
                                    <p:animEffect transition="in" filter="wipe(left)">
                                      <p:cBhvr>
                                        <p:cTn id="22" dur="500"/>
                                        <p:tgtEl>
                                          <p:spTgt spid="23962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39619"/>
                                        </p:tgtEl>
                                        <p:attrNameLst>
                                          <p:attrName>style.visibility</p:attrName>
                                        </p:attrNameLst>
                                      </p:cBhvr>
                                      <p:to>
                                        <p:strVal val="visible"/>
                                      </p:to>
                                    </p:set>
                                    <p:animEffect transition="in" filter="wipe(left)">
                                      <p:cBhvr>
                                        <p:cTn id="27" dur="500"/>
                                        <p:tgtEl>
                                          <p:spTgt spid="239619"/>
                                        </p:tgtEl>
                                      </p:cBhvr>
                                    </p:animEffect>
                                  </p:childTnLst>
                                </p:cTn>
                              </p:par>
                            </p:childTnLst>
                          </p:cTn>
                        </p:par>
                        <p:par>
                          <p:cTn id="28" fill="hold">
                            <p:stCondLst>
                              <p:cond delay="500"/>
                            </p:stCondLst>
                            <p:childTnLst>
                              <p:par>
                                <p:cTn id="29" presetID="22" presetClass="entr" presetSubtype="8" fill="hold" nodeType="afterEffect">
                                  <p:stCondLst>
                                    <p:cond delay="0"/>
                                  </p:stCondLst>
                                  <p:childTnLst>
                                    <p:set>
                                      <p:cBhvr>
                                        <p:cTn id="30" dur="1" fill="hold">
                                          <p:stCondLst>
                                            <p:cond delay="0"/>
                                          </p:stCondLst>
                                        </p:cTn>
                                        <p:tgtEl>
                                          <p:spTgt spid="239629"/>
                                        </p:tgtEl>
                                        <p:attrNameLst>
                                          <p:attrName>style.visibility</p:attrName>
                                        </p:attrNameLst>
                                      </p:cBhvr>
                                      <p:to>
                                        <p:strVal val="visible"/>
                                      </p:to>
                                    </p:set>
                                    <p:animEffect transition="in" filter="wipe(left)">
                                      <p:cBhvr>
                                        <p:cTn id="31" dur="500"/>
                                        <p:tgtEl>
                                          <p:spTgt spid="239629"/>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239624"/>
                                        </p:tgtEl>
                                        <p:attrNameLst>
                                          <p:attrName>style.visibility</p:attrName>
                                        </p:attrNameLst>
                                      </p:cBhvr>
                                      <p:to>
                                        <p:strVal val="visible"/>
                                      </p:to>
                                    </p:set>
                                    <p:animEffect transition="in" filter="wipe(left)">
                                      <p:cBhvr>
                                        <p:cTn id="36" dur="500"/>
                                        <p:tgtEl>
                                          <p:spTgt spid="239624"/>
                                        </p:tgtEl>
                                      </p:cBhvr>
                                    </p:animEffect>
                                  </p:childTnLst>
                                </p:cTn>
                              </p:par>
                            </p:childTnLst>
                          </p:cTn>
                        </p:par>
                        <p:par>
                          <p:cTn id="37" fill="hold">
                            <p:stCondLst>
                              <p:cond delay="500"/>
                            </p:stCondLst>
                            <p:childTnLst>
                              <p:par>
                                <p:cTn id="38" presetID="22" presetClass="entr" presetSubtype="8" fill="hold" grpId="0" nodeType="afterEffect">
                                  <p:stCondLst>
                                    <p:cond delay="0"/>
                                  </p:stCondLst>
                                  <p:childTnLst>
                                    <p:set>
                                      <p:cBhvr>
                                        <p:cTn id="39" dur="1" fill="hold">
                                          <p:stCondLst>
                                            <p:cond delay="0"/>
                                          </p:stCondLst>
                                        </p:cTn>
                                        <p:tgtEl>
                                          <p:spTgt spid="239625"/>
                                        </p:tgtEl>
                                        <p:attrNameLst>
                                          <p:attrName>style.visibility</p:attrName>
                                        </p:attrNameLst>
                                      </p:cBhvr>
                                      <p:to>
                                        <p:strVal val="visible"/>
                                      </p:to>
                                    </p:set>
                                    <p:animEffect transition="in" filter="wipe(left)">
                                      <p:cBhvr>
                                        <p:cTn id="40" dur="500"/>
                                        <p:tgtEl>
                                          <p:spTgt spid="239625"/>
                                        </p:tgtEl>
                                      </p:cBhvr>
                                    </p:animEffect>
                                  </p:childTnLst>
                                </p:cTn>
                              </p:par>
                            </p:childTnLst>
                          </p:cTn>
                        </p:par>
                        <p:par>
                          <p:cTn id="41" fill="hold">
                            <p:stCondLst>
                              <p:cond delay="1000"/>
                            </p:stCondLst>
                            <p:childTnLst>
                              <p:par>
                                <p:cTn id="42" presetID="22" presetClass="entr" presetSubtype="8" fill="hold" grpId="0" nodeType="afterEffect">
                                  <p:stCondLst>
                                    <p:cond delay="0"/>
                                  </p:stCondLst>
                                  <p:childTnLst>
                                    <p:set>
                                      <p:cBhvr>
                                        <p:cTn id="43" dur="1" fill="hold">
                                          <p:stCondLst>
                                            <p:cond delay="0"/>
                                          </p:stCondLst>
                                        </p:cTn>
                                        <p:tgtEl>
                                          <p:spTgt spid="239623"/>
                                        </p:tgtEl>
                                        <p:attrNameLst>
                                          <p:attrName>style.visibility</p:attrName>
                                        </p:attrNameLst>
                                      </p:cBhvr>
                                      <p:to>
                                        <p:strVal val="visible"/>
                                      </p:to>
                                    </p:set>
                                    <p:animEffect transition="in" filter="wipe(left)">
                                      <p:cBhvr>
                                        <p:cTn id="44" dur="500"/>
                                        <p:tgtEl>
                                          <p:spTgt spid="239623"/>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grpId="0" nodeType="clickEffect">
                                  <p:stCondLst>
                                    <p:cond delay="0"/>
                                  </p:stCondLst>
                                  <p:childTnLst>
                                    <p:set>
                                      <p:cBhvr>
                                        <p:cTn id="48" dur="1" fill="hold">
                                          <p:stCondLst>
                                            <p:cond delay="0"/>
                                          </p:stCondLst>
                                        </p:cTn>
                                        <p:tgtEl>
                                          <p:spTgt spid="239621"/>
                                        </p:tgtEl>
                                        <p:attrNameLst>
                                          <p:attrName>style.visibility</p:attrName>
                                        </p:attrNameLst>
                                      </p:cBhvr>
                                      <p:to>
                                        <p:strVal val="visible"/>
                                      </p:to>
                                    </p:set>
                                    <p:animEffect transition="in" filter="wipe(left)">
                                      <p:cBhvr>
                                        <p:cTn id="49" dur="500"/>
                                        <p:tgtEl>
                                          <p:spTgt spid="239621"/>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1" fill="hold" grpId="0" nodeType="clickEffect">
                                  <p:stCondLst>
                                    <p:cond delay="0"/>
                                  </p:stCondLst>
                                  <p:childTnLst>
                                    <p:set>
                                      <p:cBhvr>
                                        <p:cTn id="53" dur="1" fill="hold">
                                          <p:stCondLst>
                                            <p:cond delay="0"/>
                                          </p:stCondLst>
                                        </p:cTn>
                                        <p:tgtEl>
                                          <p:spTgt spid="239631"/>
                                        </p:tgtEl>
                                        <p:attrNameLst>
                                          <p:attrName>style.visibility</p:attrName>
                                        </p:attrNameLst>
                                      </p:cBhvr>
                                      <p:to>
                                        <p:strVal val="visible"/>
                                      </p:to>
                                    </p:set>
                                    <p:animEffect transition="in" filter="wipe(up)">
                                      <p:cBhvr>
                                        <p:cTn id="54" dur="500"/>
                                        <p:tgtEl>
                                          <p:spTgt spid="239631"/>
                                        </p:tgtEl>
                                      </p:cBhvr>
                                    </p:animEffect>
                                  </p:childTnLst>
                                </p:cTn>
                              </p:par>
                              <p:par>
                                <p:cTn id="55" presetID="22" presetClass="entr" presetSubtype="1" fill="hold" grpId="0" nodeType="withEffect">
                                  <p:stCondLst>
                                    <p:cond delay="0"/>
                                  </p:stCondLst>
                                  <p:childTnLst>
                                    <p:set>
                                      <p:cBhvr>
                                        <p:cTn id="56" dur="1" fill="hold">
                                          <p:stCondLst>
                                            <p:cond delay="0"/>
                                          </p:stCondLst>
                                        </p:cTn>
                                        <p:tgtEl>
                                          <p:spTgt spid="239632"/>
                                        </p:tgtEl>
                                        <p:attrNameLst>
                                          <p:attrName>style.visibility</p:attrName>
                                        </p:attrNameLst>
                                      </p:cBhvr>
                                      <p:to>
                                        <p:strVal val="visible"/>
                                      </p:to>
                                    </p:set>
                                    <p:animEffect transition="in" filter="wipe(up)">
                                      <p:cBhvr>
                                        <p:cTn id="57" dur="500"/>
                                        <p:tgtEl>
                                          <p:spTgt spid="239632"/>
                                        </p:tgtEl>
                                      </p:cBhvr>
                                    </p:animEffect>
                                  </p:childTnLst>
                                </p:cTn>
                              </p:par>
                              <p:par>
                                <p:cTn id="58" presetID="22" presetClass="entr" presetSubtype="1" fill="hold" grpId="0" nodeType="withEffect">
                                  <p:stCondLst>
                                    <p:cond delay="0"/>
                                  </p:stCondLst>
                                  <p:childTnLst>
                                    <p:set>
                                      <p:cBhvr>
                                        <p:cTn id="59" dur="1" fill="hold">
                                          <p:stCondLst>
                                            <p:cond delay="0"/>
                                          </p:stCondLst>
                                        </p:cTn>
                                        <p:tgtEl>
                                          <p:spTgt spid="239633"/>
                                        </p:tgtEl>
                                        <p:attrNameLst>
                                          <p:attrName>style.visibility</p:attrName>
                                        </p:attrNameLst>
                                      </p:cBhvr>
                                      <p:to>
                                        <p:strVal val="visible"/>
                                      </p:to>
                                    </p:set>
                                    <p:animEffect transition="in" filter="wipe(up)">
                                      <p:cBhvr>
                                        <p:cTn id="60" dur="500"/>
                                        <p:tgtEl>
                                          <p:spTgt spid="239633"/>
                                        </p:tgtEl>
                                      </p:cBhvr>
                                    </p:animEffect>
                                  </p:childTnLst>
                                </p:cTn>
                              </p:par>
                              <p:par>
                                <p:cTn id="61" presetID="22" presetClass="entr" presetSubtype="1" fill="hold" grpId="0" nodeType="withEffect">
                                  <p:stCondLst>
                                    <p:cond delay="0"/>
                                  </p:stCondLst>
                                  <p:childTnLst>
                                    <p:set>
                                      <p:cBhvr>
                                        <p:cTn id="62" dur="1" fill="hold">
                                          <p:stCondLst>
                                            <p:cond delay="0"/>
                                          </p:stCondLst>
                                        </p:cTn>
                                        <p:tgtEl>
                                          <p:spTgt spid="239634"/>
                                        </p:tgtEl>
                                        <p:attrNameLst>
                                          <p:attrName>style.visibility</p:attrName>
                                        </p:attrNameLst>
                                      </p:cBhvr>
                                      <p:to>
                                        <p:strVal val="visible"/>
                                      </p:to>
                                    </p:set>
                                    <p:animEffect transition="in" filter="wipe(up)">
                                      <p:cBhvr>
                                        <p:cTn id="63" dur="500"/>
                                        <p:tgtEl>
                                          <p:spTgt spid="239634"/>
                                        </p:tgtEl>
                                      </p:cBhvr>
                                    </p:animEffect>
                                  </p:childTnLst>
                                </p:cTn>
                              </p:par>
                            </p:childTnLst>
                          </p:cTn>
                        </p:par>
                      </p:childTnLst>
                    </p:cTn>
                  </p:par>
                  <p:par>
                    <p:cTn id="64" fill="hold">
                      <p:stCondLst>
                        <p:cond delay="indefinite"/>
                      </p:stCondLst>
                      <p:childTnLst>
                        <p:par>
                          <p:cTn id="65" fill="hold">
                            <p:stCondLst>
                              <p:cond delay="0"/>
                            </p:stCondLst>
                            <p:childTnLst>
                              <p:par>
                                <p:cTn id="66" presetID="22" presetClass="entr" presetSubtype="4" fill="hold" grpId="0" nodeType="clickEffect">
                                  <p:stCondLst>
                                    <p:cond delay="0"/>
                                  </p:stCondLst>
                                  <p:childTnLst>
                                    <p:set>
                                      <p:cBhvr>
                                        <p:cTn id="67" dur="1" fill="hold">
                                          <p:stCondLst>
                                            <p:cond delay="0"/>
                                          </p:stCondLst>
                                        </p:cTn>
                                        <p:tgtEl>
                                          <p:spTgt spid="239622"/>
                                        </p:tgtEl>
                                        <p:attrNameLst>
                                          <p:attrName>style.visibility</p:attrName>
                                        </p:attrNameLst>
                                      </p:cBhvr>
                                      <p:to>
                                        <p:strVal val="visible"/>
                                      </p:to>
                                    </p:set>
                                    <p:animEffect transition="in" filter="wipe(down)">
                                      <p:cBhvr>
                                        <p:cTn id="68" dur="500"/>
                                        <p:tgtEl>
                                          <p:spTgt spid="239622"/>
                                        </p:tgtEl>
                                      </p:cBhvr>
                                    </p:animEffect>
                                  </p:childTnLst>
                                </p:cTn>
                              </p:par>
                            </p:childTnLst>
                          </p:cTn>
                        </p:par>
                      </p:childTnLst>
                    </p:cTn>
                  </p:par>
                  <p:par>
                    <p:cTn id="69" fill="hold">
                      <p:stCondLst>
                        <p:cond delay="indefinite"/>
                      </p:stCondLst>
                      <p:childTnLst>
                        <p:par>
                          <p:cTn id="70" fill="hold">
                            <p:stCondLst>
                              <p:cond delay="0"/>
                            </p:stCondLst>
                            <p:childTnLst>
                              <p:par>
                                <p:cTn id="71" presetID="22" presetClass="entr" presetSubtype="8" fill="hold" nodeType="clickEffect">
                                  <p:stCondLst>
                                    <p:cond delay="0"/>
                                  </p:stCondLst>
                                  <p:childTnLst>
                                    <p:set>
                                      <p:cBhvr>
                                        <p:cTn id="72" dur="1" fill="hold">
                                          <p:stCondLst>
                                            <p:cond delay="0"/>
                                          </p:stCondLst>
                                        </p:cTn>
                                        <p:tgtEl>
                                          <p:spTgt spid="239630"/>
                                        </p:tgtEl>
                                        <p:attrNameLst>
                                          <p:attrName>style.visibility</p:attrName>
                                        </p:attrNameLst>
                                      </p:cBhvr>
                                      <p:to>
                                        <p:strVal val="visible"/>
                                      </p:to>
                                    </p:set>
                                    <p:animEffect transition="in" filter="wipe(left)">
                                      <p:cBhvr>
                                        <p:cTn id="73" dur="500"/>
                                        <p:tgtEl>
                                          <p:spTgt spid="239630"/>
                                        </p:tgtEl>
                                      </p:cBhvr>
                                    </p:animEffect>
                                  </p:childTnLst>
                                </p:cTn>
                              </p:par>
                            </p:childTnLst>
                          </p:cTn>
                        </p:par>
                      </p:childTnLst>
                    </p:cTn>
                  </p:par>
                  <p:par>
                    <p:cTn id="74" fill="hold">
                      <p:stCondLst>
                        <p:cond delay="indefinite"/>
                      </p:stCondLst>
                      <p:childTnLst>
                        <p:par>
                          <p:cTn id="75" fill="hold">
                            <p:stCondLst>
                              <p:cond delay="0"/>
                            </p:stCondLst>
                            <p:childTnLst>
                              <p:par>
                                <p:cTn id="76" presetID="22" presetClass="entr" presetSubtype="8" fill="hold" nodeType="clickEffect">
                                  <p:stCondLst>
                                    <p:cond delay="0"/>
                                  </p:stCondLst>
                                  <p:childTnLst>
                                    <p:set>
                                      <p:cBhvr>
                                        <p:cTn id="77" dur="1" fill="hold">
                                          <p:stCondLst>
                                            <p:cond delay="0"/>
                                          </p:stCondLst>
                                        </p:cTn>
                                        <p:tgtEl>
                                          <p:spTgt spid="239627"/>
                                        </p:tgtEl>
                                        <p:attrNameLst>
                                          <p:attrName>style.visibility</p:attrName>
                                        </p:attrNameLst>
                                      </p:cBhvr>
                                      <p:to>
                                        <p:strVal val="visible"/>
                                      </p:to>
                                    </p:set>
                                    <p:animEffect transition="in" filter="wipe(left)">
                                      <p:cBhvr>
                                        <p:cTn id="78" dur="500"/>
                                        <p:tgtEl>
                                          <p:spTgt spid="239627"/>
                                        </p:tgtEl>
                                      </p:cBhvr>
                                    </p:animEffect>
                                  </p:childTnLst>
                                </p:cTn>
                              </p:par>
                            </p:childTnLst>
                          </p:cTn>
                        </p:par>
                      </p:childTnLst>
                    </p:cTn>
                  </p:par>
                  <p:par>
                    <p:cTn id="79" fill="hold">
                      <p:stCondLst>
                        <p:cond delay="indefinite"/>
                      </p:stCondLst>
                      <p:childTnLst>
                        <p:par>
                          <p:cTn id="80" fill="hold">
                            <p:stCondLst>
                              <p:cond delay="0"/>
                            </p:stCondLst>
                            <p:childTnLst>
                              <p:par>
                                <p:cTn id="81" presetID="22" presetClass="entr" presetSubtype="8" fill="hold" grpId="0" nodeType="clickEffect">
                                  <p:stCondLst>
                                    <p:cond delay="0"/>
                                  </p:stCondLst>
                                  <p:childTnLst>
                                    <p:set>
                                      <p:cBhvr>
                                        <p:cTn id="82" dur="1" fill="hold">
                                          <p:stCondLst>
                                            <p:cond delay="0"/>
                                          </p:stCondLst>
                                        </p:cTn>
                                        <p:tgtEl>
                                          <p:spTgt spid="239661"/>
                                        </p:tgtEl>
                                        <p:attrNameLst>
                                          <p:attrName>style.visibility</p:attrName>
                                        </p:attrNameLst>
                                      </p:cBhvr>
                                      <p:to>
                                        <p:strVal val="visible"/>
                                      </p:to>
                                    </p:set>
                                    <p:animEffect transition="in" filter="wipe(left)">
                                      <p:cBhvr>
                                        <p:cTn id="83" dur="500"/>
                                        <p:tgtEl>
                                          <p:spTgt spid="239661"/>
                                        </p:tgtEl>
                                      </p:cBhvr>
                                    </p:animEffect>
                                  </p:childTnLst>
                                </p:cTn>
                              </p:par>
                            </p:childTnLst>
                          </p:cTn>
                        </p:par>
                        <p:par>
                          <p:cTn id="84" fill="hold">
                            <p:stCondLst>
                              <p:cond delay="500"/>
                            </p:stCondLst>
                            <p:childTnLst>
                              <p:par>
                                <p:cTn id="85" presetID="22" presetClass="entr" presetSubtype="8" fill="hold" grpId="0" nodeType="afterEffect">
                                  <p:stCondLst>
                                    <p:cond delay="0"/>
                                  </p:stCondLst>
                                  <p:childTnLst>
                                    <p:set>
                                      <p:cBhvr>
                                        <p:cTn id="86" dur="1" fill="hold">
                                          <p:stCondLst>
                                            <p:cond delay="0"/>
                                          </p:stCondLst>
                                        </p:cTn>
                                        <p:tgtEl>
                                          <p:spTgt spid="239638"/>
                                        </p:tgtEl>
                                        <p:attrNameLst>
                                          <p:attrName>style.visibility</p:attrName>
                                        </p:attrNameLst>
                                      </p:cBhvr>
                                      <p:to>
                                        <p:strVal val="visible"/>
                                      </p:to>
                                    </p:set>
                                    <p:animEffect transition="in" filter="wipe(left)">
                                      <p:cBhvr>
                                        <p:cTn id="87" dur="500"/>
                                        <p:tgtEl>
                                          <p:spTgt spid="239638"/>
                                        </p:tgtEl>
                                      </p:cBhvr>
                                    </p:animEffect>
                                  </p:childTnLst>
                                </p:cTn>
                              </p:par>
                              <p:par>
                                <p:cTn id="88" presetID="22" presetClass="entr" presetSubtype="8" fill="hold" grpId="0" nodeType="withEffect">
                                  <p:stCondLst>
                                    <p:cond delay="0"/>
                                  </p:stCondLst>
                                  <p:childTnLst>
                                    <p:set>
                                      <p:cBhvr>
                                        <p:cTn id="89" dur="1" fill="hold">
                                          <p:stCondLst>
                                            <p:cond delay="0"/>
                                          </p:stCondLst>
                                        </p:cTn>
                                        <p:tgtEl>
                                          <p:spTgt spid="239637"/>
                                        </p:tgtEl>
                                        <p:attrNameLst>
                                          <p:attrName>style.visibility</p:attrName>
                                        </p:attrNameLst>
                                      </p:cBhvr>
                                      <p:to>
                                        <p:strVal val="visible"/>
                                      </p:to>
                                    </p:set>
                                    <p:animEffect transition="in" filter="wipe(left)">
                                      <p:cBhvr>
                                        <p:cTn id="90" dur="500"/>
                                        <p:tgtEl>
                                          <p:spTgt spid="239637"/>
                                        </p:tgtEl>
                                      </p:cBhvr>
                                    </p:animEffect>
                                  </p:childTnLst>
                                </p:cTn>
                              </p:par>
                            </p:childTnLst>
                          </p:cTn>
                        </p:par>
                      </p:childTnLst>
                    </p:cTn>
                  </p:par>
                  <p:par>
                    <p:cTn id="91" fill="hold">
                      <p:stCondLst>
                        <p:cond delay="indefinite"/>
                      </p:stCondLst>
                      <p:childTnLst>
                        <p:par>
                          <p:cTn id="92" fill="hold">
                            <p:stCondLst>
                              <p:cond delay="0"/>
                            </p:stCondLst>
                            <p:childTnLst>
                              <p:par>
                                <p:cTn id="93" presetID="22" presetClass="entr" presetSubtype="8" fill="hold" grpId="0" nodeType="clickEffect">
                                  <p:stCondLst>
                                    <p:cond delay="0"/>
                                  </p:stCondLst>
                                  <p:childTnLst>
                                    <p:set>
                                      <p:cBhvr>
                                        <p:cTn id="94" dur="1" fill="hold">
                                          <p:stCondLst>
                                            <p:cond delay="0"/>
                                          </p:stCondLst>
                                        </p:cTn>
                                        <p:tgtEl>
                                          <p:spTgt spid="239636"/>
                                        </p:tgtEl>
                                        <p:attrNameLst>
                                          <p:attrName>style.visibility</p:attrName>
                                        </p:attrNameLst>
                                      </p:cBhvr>
                                      <p:to>
                                        <p:strVal val="visible"/>
                                      </p:to>
                                    </p:set>
                                    <p:animEffect transition="in" filter="wipe(left)">
                                      <p:cBhvr>
                                        <p:cTn id="95" dur="500"/>
                                        <p:tgtEl>
                                          <p:spTgt spid="239636"/>
                                        </p:tgtEl>
                                      </p:cBhvr>
                                    </p:animEffect>
                                  </p:childTnLst>
                                </p:cTn>
                              </p:par>
                            </p:childTnLst>
                          </p:cTn>
                        </p:par>
                      </p:childTnLst>
                    </p:cTn>
                  </p:par>
                  <p:par>
                    <p:cTn id="96" fill="hold">
                      <p:stCondLst>
                        <p:cond delay="indefinite"/>
                      </p:stCondLst>
                      <p:childTnLst>
                        <p:par>
                          <p:cTn id="97" fill="hold">
                            <p:stCondLst>
                              <p:cond delay="0"/>
                            </p:stCondLst>
                            <p:childTnLst>
                              <p:par>
                                <p:cTn id="98" presetID="22" presetClass="entr" presetSubtype="8" fill="hold" nodeType="clickEffect">
                                  <p:stCondLst>
                                    <p:cond delay="0"/>
                                  </p:stCondLst>
                                  <p:childTnLst>
                                    <p:set>
                                      <p:cBhvr>
                                        <p:cTn id="99" dur="1" fill="hold">
                                          <p:stCondLst>
                                            <p:cond delay="0"/>
                                          </p:stCondLst>
                                        </p:cTn>
                                        <p:tgtEl>
                                          <p:spTgt spid="239635"/>
                                        </p:tgtEl>
                                        <p:attrNameLst>
                                          <p:attrName>style.visibility</p:attrName>
                                        </p:attrNameLst>
                                      </p:cBhvr>
                                      <p:to>
                                        <p:strVal val="visible"/>
                                      </p:to>
                                    </p:set>
                                    <p:animEffect transition="in" filter="wipe(left)">
                                      <p:cBhvr>
                                        <p:cTn id="100" dur="500"/>
                                        <p:tgtEl>
                                          <p:spTgt spid="239635"/>
                                        </p:tgtEl>
                                      </p:cBhvr>
                                    </p:animEffect>
                                  </p:childTnLst>
                                </p:cTn>
                              </p:par>
                            </p:childTnLst>
                          </p:cTn>
                        </p:par>
                      </p:childTnLst>
                    </p:cTn>
                  </p:par>
                  <p:par>
                    <p:cTn id="101" fill="hold">
                      <p:stCondLst>
                        <p:cond delay="indefinite"/>
                      </p:stCondLst>
                      <p:childTnLst>
                        <p:par>
                          <p:cTn id="102" fill="hold">
                            <p:stCondLst>
                              <p:cond delay="0"/>
                            </p:stCondLst>
                            <p:childTnLst>
                              <p:par>
                                <p:cTn id="103" presetID="22" presetClass="entr" presetSubtype="8" fill="hold" grpId="0" nodeType="clickEffect">
                                  <p:stCondLst>
                                    <p:cond delay="0"/>
                                  </p:stCondLst>
                                  <p:childTnLst>
                                    <p:set>
                                      <p:cBhvr>
                                        <p:cTn id="104" dur="1" fill="hold">
                                          <p:stCondLst>
                                            <p:cond delay="0"/>
                                          </p:stCondLst>
                                        </p:cTn>
                                        <p:tgtEl>
                                          <p:spTgt spid="239639"/>
                                        </p:tgtEl>
                                        <p:attrNameLst>
                                          <p:attrName>style.visibility</p:attrName>
                                        </p:attrNameLst>
                                      </p:cBhvr>
                                      <p:to>
                                        <p:strVal val="visible"/>
                                      </p:to>
                                    </p:set>
                                    <p:animEffect transition="in" filter="wipe(left)">
                                      <p:cBhvr>
                                        <p:cTn id="105" dur="500"/>
                                        <p:tgtEl>
                                          <p:spTgt spid="239639"/>
                                        </p:tgtEl>
                                      </p:cBhvr>
                                    </p:animEffect>
                                  </p:childTnLst>
                                </p:cTn>
                              </p:par>
                            </p:childTnLst>
                          </p:cTn>
                        </p:par>
                      </p:childTnLst>
                    </p:cTn>
                  </p:par>
                  <p:par>
                    <p:cTn id="106" fill="hold">
                      <p:stCondLst>
                        <p:cond delay="indefinite"/>
                      </p:stCondLst>
                      <p:childTnLst>
                        <p:par>
                          <p:cTn id="107" fill="hold">
                            <p:stCondLst>
                              <p:cond delay="0"/>
                            </p:stCondLst>
                            <p:childTnLst>
                              <p:par>
                                <p:cTn id="108" presetID="9" presetClass="entr" presetSubtype="0" fill="hold" grpId="0" nodeType="clickEffect">
                                  <p:stCondLst>
                                    <p:cond delay="0"/>
                                  </p:stCondLst>
                                  <p:childTnLst>
                                    <p:set>
                                      <p:cBhvr>
                                        <p:cTn id="109" dur="1" fill="hold">
                                          <p:stCondLst>
                                            <p:cond delay="0"/>
                                          </p:stCondLst>
                                        </p:cTn>
                                        <p:tgtEl>
                                          <p:spTgt spid="239660"/>
                                        </p:tgtEl>
                                        <p:attrNameLst>
                                          <p:attrName>style.visibility</p:attrName>
                                        </p:attrNameLst>
                                      </p:cBhvr>
                                      <p:to>
                                        <p:strVal val="visible"/>
                                      </p:to>
                                    </p:set>
                                    <p:animEffect transition="in" filter="dissolve">
                                      <p:cBhvr>
                                        <p:cTn id="110" dur="1000"/>
                                        <p:tgtEl>
                                          <p:spTgt spid="239660"/>
                                        </p:tgtEl>
                                      </p:cBhvr>
                                    </p:animEffect>
                                  </p:childTnLst>
                                </p:cTn>
                              </p:par>
                            </p:childTnLst>
                          </p:cTn>
                        </p:par>
                        <p:par>
                          <p:cTn id="111" fill="hold">
                            <p:stCondLst>
                              <p:cond delay="1000"/>
                            </p:stCondLst>
                            <p:childTnLst>
                              <p:par>
                                <p:cTn id="112" presetID="22" presetClass="entr" presetSubtype="8" fill="hold" grpId="0" nodeType="afterEffect">
                                  <p:stCondLst>
                                    <p:cond delay="0"/>
                                  </p:stCondLst>
                                  <p:childTnLst>
                                    <p:set>
                                      <p:cBhvr>
                                        <p:cTn id="113" dur="1" fill="hold">
                                          <p:stCondLst>
                                            <p:cond delay="0"/>
                                          </p:stCondLst>
                                        </p:cTn>
                                        <p:tgtEl>
                                          <p:spTgt spid="239640"/>
                                        </p:tgtEl>
                                        <p:attrNameLst>
                                          <p:attrName>style.visibility</p:attrName>
                                        </p:attrNameLst>
                                      </p:cBhvr>
                                      <p:to>
                                        <p:strVal val="visible"/>
                                      </p:to>
                                    </p:set>
                                    <p:animEffect transition="in" filter="wipe(left)">
                                      <p:cBhvr>
                                        <p:cTn id="114" dur="500"/>
                                        <p:tgtEl>
                                          <p:spTgt spid="239640"/>
                                        </p:tgtEl>
                                      </p:cBhvr>
                                    </p:animEffect>
                                  </p:childTnLst>
                                </p:cTn>
                              </p:par>
                            </p:childTnLst>
                          </p:cTn>
                        </p:par>
                      </p:childTnLst>
                    </p:cTn>
                  </p:par>
                  <p:par>
                    <p:cTn id="115" fill="hold">
                      <p:stCondLst>
                        <p:cond delay="indefinite"/>
                      </p:stCondLst>
                      <p:childTnLst>
                        <p:par>
                          <p:cTn id="116" fill="hold">
                            <p:stCondLst>
                              <p:cond delay="0"/>
                            </p:stCondLst>
                            <p:childTnLst>
                              <p:par>
                                <p:cTn id="117" presetID="23" presetClass="entr" presetSubtype="16" fill="hold" grpId="0" nodeType="clickEffect">
                                  <p:stCondLst>
                                    <p:cond delay="0"/>
                                  </p:stCondLst>
                                  <p:childTnLst>
                                    <p:set>
                                      <p:cBhvr>
                                        <p:cTn id="118" dur="1" fill="hold">
                                          <p:stCondLst>
                                            <p:cond delay="0"/>
                                          </p:stCondLst>
                                        </p:cTn>
                                        <p:tgtEl>
                                          <p:spTgt spid="239644"/>
                                        </p:tgtEl>
                                        <p:attrNameLst>
                                          <p:attrName>style.visibility</p:attrName>
                                        </p:attrNameLst>
                                      </p:cBhvr>
                                      <p:to>
                                        <p:strVal val="visible"/>
                                      </p:to>
                                    </p:set>
                                    <p:anim calcmode="lin" valueType="num">
                                      <p:cBhvr>
                                        <p:cTn id="119" dur="500" fill="hold"/>
                                        <p:tgtEl>
                                          <p:spTgt spid="239644"/>
                                        </p:tgtEl>
                                        <p:attrNameLst>
                                          <p:attrName>ppt_w</p:attrName>
                                        </p:attrNameLst>
                                      </p:cBhvr>
                                      <p:tavLst>
                                        <p:tav tm="0">
                                          <p:val>
                                            <p:fltVal val="0"/>
                                          </p:val>
                                        </p:tav>
                                        <p:tav tm="100000">
                                          <p:val>
                                            <p:strVal val="#ppt_w"/>
                                          </p:val>
                                        </p:tav>
                                      </p:tavLst>
                                    </p:anim>
                                    <p:anim calcmode="lin" valueType="num">
                                      <p:cBhvr>
                                        <p:cTn id="120" dur="500" fill="hold"/>
                                        <p:tgtEl>
                                          <p:spTgt spid="239644"/>
                                        </p:tgtEl>
                                        <p:attrNameLst>
                                          <p:attrName>ppt_h</p:attrName>
                                        </p:attrNameLst>
                                      </p:cBhvr>
                                      <p:tavLst>
                                        <p:tav tm="0">
                                          <p:val>
                                            <p:fltVal val="0"/>
                                          </p:val>
                                        </p:tav>
                                        <p:tav tm="100000">
                                          <p:val>
                                            <p:strVal val="#ppt_h"/>
                                          </p:val>
                                        </p:tav>
                                      </p:tavLst>
                                    </p:anim>
                                  </p:childTnLst>
                                </p:cTn>
                              </p:par>
                            </p:childTnLst>
                          </p:cTn>
                        </p:par>
                      </p:childTnLst>
                    </p:cTn>
                  </p:par>
                  <p:par>
                    <p:cTn id="121" fill="hold">
                      <p:stCondLst>
                        <p:cond delay="indefinite"/>
                      </p:stCondLst>
                      <p:childTnLst>
                        <p:par>
                          <p:cTn id="122" fill="hold">
                            <p:stCondLst>
                              <p:cond delay="0"/>
                            </p:stCondLst>
                            <p:childTnLst>
                              <p:par>
                                <p:cTn id="123" presetID="23" presetClass="entr" presetSubtype="16" fill="hold" grpId="0" nodeType="clickEffect">
                                  <p:stCondLst>
                                    <p:cond delay="0"/>
                                  </p:stCondLst>
                                  <p:childTnLst>
                                    <p:set>
                                      <p:cBhvr>
                                        <p:cTn id="124" dur="1" fill="hold">
                                          <p:stCondLst>
                                            <p:cond delay="0"/>
                                          </p:stCondLst>
                                        </p:cTn>
                                        <p:tgtEl>
                                          <p:spTgt spid="239645"/>
                                        </p:tgtEl>
                                        <p:attrNameLst>
                                          <p:attrName>style.visibility</p:attrName>
                                        </p:attrNameLst>
                                      </p:cBhvr>
                                      <p:to>
                                        <p:strVal val="visible"/>
                                      </p:to>
                                    </p:set>
                                    <p:anim calcmode="lin" valueType="num">
                                      <p:cBhvr>
                                        <p:cTn id="125" dur="500" fill="hold"/>
                                        <p:tgtEl>
                                          <p:spTgt spid="239645"/>
                                        </p:tgtEl>
                                        <p:attrNameLst>
                                          <p:attrName>ppt_w</p:attrName>
                                        </p:attrNameLst>
                                      </p:cBhvr>
                                      <p:tavLst>
                                        <p:tav tm="0">
                                          <p:val>
                                            <p:fltVal val="0"/>
                                          </p:val>
                                        </p:tav>
                                        <p:tav tm="100000">
                                          <p:val>
                                            <p:strVal val="#ppt_w"/>
                                          </p:val>
                                        </p:tav>
                                      </p:tavLst>
                                    </p:anim>
                                    <p:anim calcmode="lin" valueType="num">
                                      <p:cBhvr>
                                        <p:cTn id="126" dur="500" fill="hold"/>
                                        <p:tgtEl>
                                          <p:spTgt spid="239645"/>
                                        </p:tgtEl>
                                        <p:attrNameLst>
                                          <p:attrName>ppt_h</p:attrName>
                                        </p:attrNameLst>
                                      </p:cBhvr>
                                      <p:tavLst>
                                        <p:tav tm="0">
                                          <p:val>
                                            <p:fltVal val="0"/>
                                          </p:val>
                                        </p:tav>
                                        <p:tav tm="100000">
                                          <p:val>
                                            <p:strVal val="#ppt_h"/>
                                          </p:val>
                                        </p:tav>
                                      </p:tavLst>
                                    </p:anim>
                                  </p:childTnLst>
                                </p:cTn>
                              </p:par>
                            </p:childTnLst>
                          </p:cTn>
                        </p:par>
                        <p:par>
                          <p:cTn id="127" fill="hold">
                            <p:stCondLst>
                              <p:cond delay="500"/>
                            </p:stCondLst>
                            <p:childTnLst>
                              <p:par>
                                <p:cTn id="128" presetID="22" presetClass="entr" presetSubtype="4" fill="hold" grpId="0" nodeType="afterEffect">
                                  <p:stCondLst>
                                    <p:cond delay="0"/>
                                  </p:stCondLst>
                                  <p:childTnLst>
                                    <p:set>
                                      <p:cBhvr>
                                        <p:cTn id="129" dur="1" fill="hold">
                                          <p:stCondLst>
                                            <p:cond delay="0"/>
                                          </p:stCondLst>
                                        </p:cTn>
                                        <p:tgtEl>
                                          <p:spTgt spid="239643"/>
                                        </p:tgtEl>
                                        <p:attrNameLst>
                                          <p:attrName>style.visibility</p:attrName>
                                        </p:attrNameLst>
                                      </p:cBhvr>
                                      <p:to>
                                        <p:strVal val="visible"/>
                                      </p:to>
                                    </p:set>
                                    <p:animEffect transition="in" filter="wipe(down)">
                                      <p:cBhvr>
                                        <p:cTn id="130" dur="500"/>
                                        <p:tgtEl>
                                          <p:spTgt spid="239643"/>
                                        </p:tgtEl>
                                      </p:cBhvr>
                                    </p:animEffect>
                                  </p:childTnLst>
                                </p:cTn>
                              </p:par>
                            </p:childTnLst>
                          </p:cTn>
                        </p:par>
                        <p:par>
                          <p:cTn id="131" fill="hold">
                            <p:stCondLst>
                              <p:cond delay="1000"/>
                            </p:stCondLst>
                            <p:childTnLst>
                              <p:par>
                                <p:cTn id="132" presetID="22" presetClass="entr" presetSubtype="4" fill="hold" grpId="0" nodeType="afterEffect">
                                  <p:stCondLst>
                                    <p:cond delay="0"/>
                                  </p:stCondLst>
                                  <p:childTnLst>
                                    <p:set>
                                      <p:cBhvr>
                                        <p:cTn id="133" dur="1" fill="hold">
                                          <p:stCondLst>
                                            <p:cond delay="0"/>
                                          </p:stCondLst>
                                        </p:cTn>
                                        <p:tgtEl>
                                          <p:spTgt spid="239647"/>
                                        </p:tgtEl>
                                        <p:attrNameLst>
                                          <p:attrName>style.visibility</p:attrName>
                                        </p:attrNameLst>
                                      </p:cBhvr>
                                      <p:to>
                                        <p:strVal val="visible"/>
                                      </p:to>
                                    </p:set>
                                    <p:animEffect transition="in" filter="wipe(down)">
                                      <p:cBhvr>
                                        <p:cTn id="134" dur="500"/>
                                        <p:tgtEl>
                                          <p:spTgt spid="239647"/>
                                        </p:tgtEl>
                                      </p:cBhvr>
                                    </p:animEffect>
                                  </p:childTnLst>
                                </p:cTn>
                              </p:par>
                            </p:childTnLst>
                          </p:cTn>
                        </p:par>
                        <p:par>
                          <p:cTn id="135" fill="hold">
                            <p:stCondLst>
                              <p:cond delay="1500"/>
                            </p:stCondLst>
                            <p:childTnLst>
                              <p:par>
                                <p:cTn id="136" presetID="22" presetClass="entr" presetSubtype="4" fill="hold" nodeType="afterEffect">
                                  <p:stCondLst>
                                    <p:cond delay="0"/>
                                  </p:stCondLst>
                                  <p:childTnLst>
                                    <p:set>
                                      <p:cBhvr>
                                        <p:cTn id="137" dur="1" fill="hold">
                                          <p:stCondLst>
                                            <p:cond delay="0"/>
                                          </p:stCondLst>
                                        </p:cTn>
                                        <p:tgtEl>
                                          <p:spTgt spid="239657"/>
                                        </p:tgtEl>
                                        <p:attrNameLst>
                                          <p:attrName>style.visibility</p:attrName>
                                        </p:attrNameLst>
                                      </p:cBhvr>
                                      <p:to>
                                        <p:strVal val="visible"/>
                                      </p:to>
                                    </p:set>
                                    <p:animEffect transition="in" filter="wipe(down)">
                                      <p:cBhvr>
                                        <p:cTn id="138" dur="500"/>
                                        <p:tgtEl>
                                          <p:spTgt spid="239657"/>
                                        </p:tgtEl>
                                      </p:cBhvr>
                                    </p:animEffect>
                                  </p:childTnLst>
                                </p:cTn>
                              </p:par>
                            </p:childTnLst>
                          </p:cTn>
                        </p:par>
                      </p:childTnLst>
                    </p:cTn>
                  </p:par>
                  <p:par>
                    <p:cTn id="139" fill="hold">
                      <p:stCondLst>
                        <p:cond delay="indefinite"/>
                      </p:stCondLst>
                      <p:childTnLst>
                        <p:par>
                          <p:cTn id="140" fill="hold">
                            <p:stCondLst>
                              <p:cond delay="0"/>
                            </p:stCondLst>
                            <p:childTnLst>
                              <p:par>
                                <p:cTn id="141" presetID="23" presetClass="entr" presetSubtype="16" fill="hold" grpId="0" nodeType="clickEffect">
                                  <p:stCondLst>
                                    <p:cond delay="0"/>
                                  </p:stCondLst>
                                  <p:childTnLst>
                                    <p:set>
                                      <p:cBhvr>
                                        <p:cTn id="142" dur="1" fill="hold">
                                          <p:stCondLst>
                                            <p:cond delay="0"/>
                                          </p:stCondLst>
                                        </p:cTn>
                                        <p:tgtEl>
                                          <p:spTgt spid="239655"/>
                                        </p:tgtEl>
                                        <p:attrNameLst>
                                          <p:attrName>style.visibility</p:attrName>
                                        </p:attrNameLst>
                                      </p:cBhvr>
                                      <p:to>
                                        <p:strVal val="visible"/>
                                      </p:to>
                                    </p:set>
                                    <p:anim calcmode="lin" valueType="num">
                                      <p:cBhvr>
                                        <p:cTn id="143" dur="500" fill="hold"/>
                                        <p:tgtEl>
                                          <p:spTgt spid="239655"/>
                                        </p:tgtEl>
                                        <p:attrNameLst>
                                          <p:attrName>ppt_w</p:attrName>
                                        </p:attrNameLst>
                                      </p:cBhvr>
                                      <p:tavLst>
                                        <p:tav tm="0">
                                          <p:val>
                                            <p:fltVal val="0"/>
                                          </p:val>
                                        </p:tav>
                                        <p:tav tm="100000">
                                          <p:val>
                                            <p:strVal val="#ppt_w"/>
                                          </p:val>
                                        </p:tav>
                                      </p:tavLst>
                                    </p:anim>
                                    <p:anim calcmode="lin" valueType="num">
                                      <p:cBhvr>
                                        <p:cTn id="144" dur="500" fill="hold"/>
                                        <p:tgtEl>
                                          <p:spTgt spid="239655"/>
                                        </p:tgtEl>
                                        <p:attrNameLst>
                                          <p:attrName>ppt_h</p:attrName>
                                        </p:attrNameLst>
                                      </p:cBhvr>
                                      <p:tavLst>
                                        <p:tav tm="0">
                                          <p:val>
                                            <p:fltVal val="0"/>
                                          </p:val>
                                        </p:tav>
                                        <p:tav tm="100000">
                                          <p:val>
                                            <p:strVal val="#ppt_h"/>
                                          </p:val>
                                        </p:tav>
                                      </p:tavLst>
                                    </p:anim>
                                  </p:childTnLst>
                                </p:cTn>
                              </p:par>
                            </p:childTnLst>
                          </p:cTn>
                        </p:par>
                        <p:par>
                          <p:cTn id="145" fill="hold">
                            <p:stCondLst>
                              <p:cond delay="500"/>
                            </p:stCondLst>
                            <p:childTnLst>
                              <p:par>
                                <p:cTn id="146" presetID="23" presetClass="entr" presetSubtype="16" fill="hold" grpId="0" nodeType="afterEffect">
                                  <p:stCondLst>
                                    <p:cond delay="0"/>
                                  </p:stCondLst>
                                  <p:childTnLst>
                                    <p:set>
                                      <p:cBhvr>
                                        <p:cTn id="147" dur="1" fill="hold">
                                          <p:stCondLst>
                                            <p:cond delay="0"/>
                                          </p:stCondLst>
                                        </p:cTn>
                                        <p:tgtEl>
                                          <p:spTgt spid="239656"/>
                                        </p:tgtEl>
                                        <p:attrNameLst>
                                          <p:attrName>style.visibility</p:attrName>
                                        </p:attrNameLst>
                                      </p:cBhvr>
                                      <p:to>
                                        <p:strVal val="visible"/>
                                      </p:to>
                                    </p:set>
                                    <p:anim calcmode="lin" valueType="num">
                                      <p:cBhvr>
                                        <p:cTn id="148" dur="500" fill="hold"/>
                                        <p:tgtEl>
                                          <p:spTgt spid="239656"/>
                                        </p:tgtEl>
                                        <p:attrNameLst>
                                          <p:attrName>ppt_w</p:attrName>
                                        </p:attrNameLst>
                                      </p:cBhvr>
                                      <p:tavLst>
                                        <p:tav tm="0">
                                          <p:val>
                                            <p:fltVal val="0"/>
                                          </p:val>
                                        </p:tav>
                                        <p:tav tm="100000">
                                          <p:val>
                                            <p:strVal val="#ppt_w"/>
                                          </p:val>
                                        </p:tav>
                                      </p:tavLst>
                                    </p:anim>
                                    <p:anim calcmode="lin" valueType="num">
                                      <p:cBhvr>
                                        <p:cTn id="149" dur="500" fill="hold"/>
                                        <p:tgtEl>
                                          <p:spTgt spid="239656"/>
                                        </p:tgtEl>
                                        <p:attrNameLst>
                                          <p:attrName>ppt_h</p:attrName>
                                        </p:attrNameLst>
                                      </p:cBhvr>
                                      <p:tavLst>
                                        <p:tav tm="0">
                                          <p:val>
                                            <p:fltVal val="0"/>
                                          </p:val>
                                        </p:tav>
                                        <p:tav tm="100000">
                                          <p:val>
                                            <p:strVal val="#ppt_h"/>
                                          </p:val>
                                        </p:tav>
                                      </p:tavLst>
                                    </p:anim>
                                  </p:childTnLst>
                                </p:cTn>
                              </p:par>
                            </p:childTnLst>
                          </p:cTn>
                        </p:par>
                      </p:childTnLst>
                    </p:cTn>
                  </p:par>
                  <p:par>
                    <p:cTn id="150" fill="hold">
                      <p:stCondLst>
                        <p:cond delay="indefinite"/>
                      </p:stCondLst>
                      <p:childTnLst>
                        <p:par>
                          <p:cTn id="151" fill="hold">
                            <p:stCondLst>
                              <p:cond delay="0"/>
                            </p:stCondLst>
                            <p:childTnLst>
                              <p:par>
                                <p:cTn id="152" presetID="18" presetClass="entr" presetSubtype="3" fill="hold" grpId="0" nodeType="clickEffect">
                                  <p:stCondLst>
                                    <p:cond delay="0"/>
                                  </p:stCondLst>
                                  <p:childTnLst>
                                    <p:set>
                                      <p:cBhvr>
                                        <p:cTn id="153" dur="1" fill="hold">
                                          <p:stCondLst>
                                            <p:cond delay="0"/>
                                          </p:stCondLst>
                                        </p:cTn>
                                        <p:tgtEl>
                                          <p:spTgt spid="239659"/>
                                        </p:tgtEl>
                                        <p:attrNameLst>
                                          <p:attrName>style.visibility</p:attrName>
                                        </p:attrNameLst>
                                      </p:cBhvr>
                                      <p:to>
                                        <p:strVal val="visible"/>
                                      </p:to>
                                    </p:set>
                                    <p:animEffect transition="in" filter="strips(upRight)">
                                      <p:cBhvr>
                                        <p:cTn id="154" dur="500"/>
                                        <p:tgtEl>
                                          <p:spTgt spid="239659"/>
                                        </p:tgtEl>
                                      </p:cBhvr>
                                    </p:animEffect>
                                  </p:childTnLst>
                                </p:cTn>
                              </p:par>
                            </p:childTnLst>
                          </p:cTn>
                        </p:par>
                        <p:par>
                          <p:cTn id="155" fill="hold">
                            <p:stCondLst>
                              <p:cond delay="500"/>
                            </p:stCondLst>
                            <p:childTnLst>
                              <p:par>
                                <p:cTn id="156" presetID="1" presetClass="entr" presetSubtype="0" fill="hold" nodeType="afterEffect">
                                  <p:stCondLst>
                                    <p:cond delay="0"/>
                                  </p:stCondLst>
                                  <p:childTnLst>
                                    <p:set>
                                      <p:cBhvr>
                                        <p:cTn id="157" dur="1" fill="hold">
                                          <p:stCondLst>
                                            <p:cond delay="0"/>
                                          </p:stCondLst>
                                        </p:cTn>
                                        <p:tgtEl>
                                          <p:spTgt spid="239658"/>
                                        </p:tgtEl>
                                        <p:attrNameLst>
                                          <p:attrName>style.visibility</p:attrName>
                                        </p:attrNameLst>
                                      </p:cBhvr>
                                      <p:to>
                                        <p:strVal val="visible"/>
                                      </p:to>
                                    </p:set>
                                  </p:childTnLst>
                                </p:cTn>
                              </p:par>
                            </p:childTnLst>
                          </p:cTn>
                        </p:par>
                      </p:childTnLst>
                    </p:cTn>
                  </p:par>
                  <p:par>
                    <p:cTn id="158" fill="hold">
                      <p:stCondLst>
                        <p:cond delay="indefinite"/>
                      </p:stCondLst>
                      <p:childTnLst>
                        <p:par>
                          <p:cTn id="159" fill="hold">
                            <p:stCondLst>
                              <p:cond delay="0"/>
                            </p:stCondLst>
                            <p:childTnLst>
                              <p:par>
                                <p:cTn id="160" presetID="22" presetClass="entr" presetSubtype="4" fill="hold" nodeType="clickEffect">
                                  <p:stCondLst>
                                    <p:cond delay="0"/>
                                  </p:stCondLst>
                                  <p:childTnLst>
                                    <p:set>
                                      <p:cBhvr>
                                        <p:cTn id="161" dur="1" fill="hold">
                                          <p:stCondLst>
                                            <p:cond delay="0"/>
                                          </p:stCondLst>
                                        </p:cTn>
                                        <p:tgtEl>
                                          <p:spTgt spid="239664"/>
                                        </p:tgtEl>
                                        <p:attrNameLst>
                                          <p:attrName>style.visibility</p:attrName>
                                        </p:attrNameLst>
                                      </p:cBhvr>
                                      <p:to>
                                        <p:strVal val="visible"/>
                                      </p:to>
                                    </p:set>
                                    <p:animEffect transition="in" filter="wipe(down)">
                                      <p:cBhvr>
                                        <p:cTn id="162" dur="500"/>
                                        <p:tgtEl>
                                          <p:spTgt spid="239664"/>
                                        </p:tgtEl>
                                      </p:cBhvr>
                                    </p:animEffect>
                                  </p:childTnLst>
                                </p:cTn>
                              </p:par>
                            </p:childTnLst>
                          </p:cTn>
                        </p:par>
                      </p:childTnLst>
                    </p:cTn>
                  </p:par>
                  <p:par>
                    <p:cTn id="163" fill="hold">
                      <p:stCondLst>
                        <p:cond delay="indefinite"/>
                      </p:stCondLst>
                      <p:childTnLst>
                        <p:par>
                          <p:cTn id="164" fill="hold">
                            <p:stCondLst>
                              <p:cond delay="0"/>
                            </p:stCondLst>
                            <p:childTnLst>
                              <p:par>
                                <p:cTn id="165" presetID="22" presetClass="entr" presetSubtype="8" fill="hold" grpId="0" nodeType="clickEffect">
                                  <p:stCondLst>
                                    <p:cond delay="0"/>
                                  </p:stCondLst>
                                  <p:childTnLst>
                                    <p:set>
                                      <p:cBhvr>
                                        <p:cTn id="166" dur="1" fill="hold">
                                          <p:stCondLst>
                                            <p:cond delay="0"/>
                                          </p:stCondLst>
                                        </p:cTn>
                                        <p:tgtEl>
                                          <p:spTgt spid="239650"/>
                                        </p:tgtEl>
                                        <p:attrNameLst>
                                          <p:attrName>style.visibility</p:attrName>
                                        </p:attrNameLst>
                                      </p:cBhvr>
                                      <p:to>
                                        <p:strVal val="visible"/>
                                      </p:to>
                                    </p:set>
                                    <p:animEffect transition="in" filter="wipe(left)">
                                      <p:cBhvr>
                                        <p:cTn id="167" dur="500"/>
                                        <p:tgtEl>
                                          <p:spTgt spid="239650"/>
                                        </p:tgtEl>
                                      </p:cBhvr>
                                    </p:animEffect>
                                  </p:childTnLst>
                                </p:cTn>
                              </p:par>
                            </p:childTnLst>
                          </p:cTn>
                        </p:par>
                        <p:par>
                          <p:cTn id="168" fill="hold">
                            <p:stCondLst>
                              <p:cond delay="500"/>
                            </p:stCondLst>
                            <p:childTnLst>
                              <p:par>
                                <p:cTn id="169" presetID="22" presetClass="entr" presetSubtype="4" fill="hold" nodeType="afterEffect">
                                  <p:stCondLst>
                                    <p:cond delay="0"/>
                                  </p:stCondLst>
                                  <p:childTnLst>
                                    <p:set>
                                      <p:cBhvr>
                                        <p:cTn id="170" dur="1" fill="hold">
                                          <p:stCondLst>
                                            <p:cond delay="0"/>
                                          </p:stCondLst>
                                        </p:cTn>
                                        <p:tgtEl>
                                          <p:spTgt spid="239663"/>
                                        </p:tgtEl>
                                        <p:attrNameLst>
                                          <p:attrName>style.visibility</p:attrName>
                                        </p:attrNameLst>
                                      </p:cBhvr>
                                      <p:to>
                                        <p:strVal val="visible"/>
                                      </p:to>
                                    </p:set>
                                    <p:animEffect transition="in" filter="wipe(down)">
                                      <p:cBhvr>
                                        <p:cTn id="171" dur="500"/>
                                        <p:tgtEl>
                                          <p:spTgt spid="239663"/>
                                        </p:tgtEl>
                                      </p:cBhvr>
                                    </p:animEffect>
                                  </p:childTnLst>
                                </p:cTn>
                              </p:par>
                            </p:childTnLst>
                          </p:cTn>
                        </p:par>
                      </p:childTnLst>
                    </p:cTn>
                  </p:par>
                  <p:par>
                    <p:cTn id="172" fill="hold">
                      <p:stCondLst>
                        <p:cond delay="indefinite"/>
                      </p:stCondLst>
                      <p:childTnLst>
                        <p:par>
                          <p:cTn id="173" fill="hold">
                            <p:stCondLst>
                              <p:cond delay="0"/>
                            </p:stCondLst>
                            <p:childTnLst>
                              <p:par>
                                <p:cTn id="174" presetID="23" presetClass="entr" presetSubtype="16" fill="hold" grpId="0" nodeType="clickEffect">
                                  <p:stCondLst>
                                    <p:cond delay="0"/>
                                  </p:stCondLst>
                                  <p:childTnLst>
                                    <p:set>
                                      <p:cBhvr>
                                        <p:cTn id="175" dur="1" fill="hold">
                                          <p:stCondLst>
                                            <p:cond delay="0"/>
                                          </p:stCondLst>
                                        </p:cTn>
                                        <p:tgtEl>
                                          <p:spTgt spid="239646"/>
                                        </p:tgtEl>
                                        <p:attrNameLst>
                                          <p:attrName>style.visibility</p:attrName>
                                        </p:attrNameLst>
                                      </p:cBhvr>
                                      <p:to>
                                        <p:strVal val="visible"/>
                                      </p:to>
                                    </p:set>
                                    <p:anim calcmode="lin" valueType="num">
                                      <p:cBhvr>
                                        <p:cTn id="176" dur="500" fill="hold"/>
                                        <p:tgtEl>
                                          <p:spTgt spid="239646"/>
                                        </p:tgtEl>
                                        <p:attrNameLst>
                                          <p:attrName>ppt_w</p:attrName>
                                        </p:attrNameLst>
                                      </p:cBhvr>
                                      <p:tavLst>
                                        <p:tav tm="0">
                                          <p:val>
                                            <p:fltVal val="0"/>
                                          </p:val>
                                        </p:tav>
                                        <p:tav tm="100000">
                                          <p:val>
                                            <p:strVal val="#ppt_w"/>
                                          </p:val>
                                        </p:tav>
                                      </p:tavLst>
                                    </p:anim>
                                    <p:anim calcmode="lin" valueType="num">
                                      <p:cBhvr>
                                        <p:cTn id="177" dur="500" fill="hold"/>
                                        <p:tgtEl>
                                          <p:spTgt spid="239646"/>
                                        </p:tgtEl>
                                        <p:attrNameLst>
                                          <p:attrName>ppt_h</p:attrName>
                                        </p:attrNameLst>
                                      </p:cBhvr>
                                      <p:tavLst>
                                        <p:tav tm="0">
                                          <p:val>
                                            <p:fltVal val="0"/>
                                          </p:val>
                                        </p:tav>
                                        <p:tav tm="100000">
                                          <p:val>
                                            <p:strVal val="#ppt_h"/>
                                          </p:val>
                                        </p:tav>
                                      </p:tavLst>
                                    </p:anim>
                                  </p:childTnLst>
                                </p:cTn>
                              </p:par>
                            </p:childTnLst>
                          </p:cTn>
                        </p:par>
                      </p:childTnLst>
                    </p:cTn>
                  </p:par>
                  <p:par>
                    <p:cTn id="178" fill="hold">
                      <p:stCondLst>
                        <p:cond delay="indefinite"/>
                      </p:stCondLst>
                      <p:childTnLst>
                        <p:par>
                          <p:cTn id="179" fill="hold">
                            <p:stCondLst>
                              <p:cond delay="0"/>
                            </p:stCondLst>
                            <p:childTnLst>
                              <p:par>
                                <p:cTn id="180" presetID="22" presetClass="entr" presetSubtype="4" fill="hold" grpId="0" nodeType="clickEffect">
                                  <p:stCondLst>
                                    <p:cond delay="0"/>
                                  </p:stCondLst>
                                  <p:childTnLst>
                                    <p:set>
                                      <p:cBhvr>
                                        <p:cTn id="181" dur="1" fill="hold">
                                          <p:stCondLst>
                                            <p:cond delay="0"/>
                                          </p:stCondLst>
                                        </p:cTn>
                                        <p:tgtEl>
                                          <p:spTgt spid="239649"/>
                                        </p:tgtEl>
                                        <p:attrNameLst>
                                          <p:attrName>style.visibility</p:attrName>
                                        </p:attrNameLst>
                                      </p:cBhvr>
                                      <p:to>
                                        <p:strVal val="visible"/>
                                      </p:to>
                                    </p:set>
                                    <p:animEffect transition="in" filter="wipe(down)">
                                      <p:cBhvr>
                                        <p:cTn id="182" dur="500"/>
                                        <p:tgtEl>
                                          <p:spTgt spid="239649"/>
                                        </p:tgtEl>
                                      </p:cBhvr>
                                    </p:animEffect>
                                  </p:childTnLst>
                                </p:cTn>
                              </p:par>
                            </p:childTnLst>
                          </p:cTn>
                        </p:par>
                        <p:par>
                          <p:cTn id="183" fill="hold">
                            <p:stCondLst>
                              <p:cond delay="500"/>
                            </p:stCondLst>
                            <p:childTnLst>
                              <p:par>
                                <p:cTn id="184" presetID="22" presetClass="entr" presetSubtype="8" fill="hold" grpId="0" nodeType="afterEffect">
                                  <p:stCondLst>
                                    <p:cond delay="0"/>
                                  </p:stCondLst>
                                  <p:childTnLst>
                                    <p:set>
                                      <p:cBhvr>
                                        <p:cTn id="185" dur="1" fill="hold">
                                          <p:stCondLst>
                                            <p:cond delay="0"/>
                                          </p:stCondLst>
                                        </p:cTn>
                                        <p:tgtEl>
                                          <p:spTgt spid="239654"/>
                                        </p:tgtEl>
                                        <p:attrNameLst>
                                          <p:attrName>style.visibility</p:attrName>
                                        </p:attrNameLst>
                                      </p:cBhvr>
                                      <p:to>
                                        <p:strVal val="visible"/>
                                      </p:to>
                                    </p:set>
                                    <p:animEffect transition="in" filter="wipe(left)">
                                      <p:cBhvr>
                                        <p:cTn id="186" dur="500"/>
                                        <p:tgtEl>
                                          <p:spTgt spid="239654"/>
                                        </p:tgtEl>
                                      </p:cBhvr>
                                    </p:animEffect>
                                  </p:childTnLst>
                                </p:cTn>
                              </p:par>
                              <p:par>
                                <p:cTn id="187" presetID="9" presetClass="entr" presetSubtype="0" fill="hold" grpId="0" nodeType="withEffect">
                                  <p:stCondLst>
                                    <p:cond delay="0"/>
                                  </p:stCondLst>
                                  <p:childTnLst>
                                    <p:set>
                                      <p:cBhvr>
                                        <p:cTn id="188" dur="1" fill="hold">
                                          <p:stCondLst>
                                            <p:cond delay="0"/>
                                          </p:stCondLst>
                                        </p:cTn>
                                        <p:tgtEl>
                                          <p:spTgt spid="239653"/>
                                        </p:tgtEl>
                                        <p:attrNameLst>
                                          <p:attrName>style.visibility</p:attrName>
                                        </p:attrNameLst>
                                      </p:cBhvr>
                                      <p:to>
                                        <p:strVal val="visible"/>
                                      </p:to>
                                    </p:set>
                                    <p:animEffect transition="in" filter="dissolve">
                                      <p:cBhvr>
                                        <p:cTn id="189" dur="500"/>
                                        <p:tgtEl>
                                          <p:spTgt spid="239653"/>
                                        </p:tgtEl>
                                      </p:cBhvr>
                                    </p:animEffect>
                                  </p:childTnLst>
                                </p:cTn>
                              </p:par>
                              <p:par>
                                <p:cTn id="190" presetID="9" presetClass="entr" presetSubtype="0" fill="hold" grpId="0" nodeType="withEffect">
                                  <p:stCondLst>
                                    <p:cond delay="0"/>
                                  </p:stCondLst>
                                  <p:childTnLst>
                                    <p:set>
                                      <p:cBhvr>
                                        <p:cTn id="191" dur="1" fill="hold">
                                          <p:stCondLst>
                                            <p:cond delay="0"/>
                                          </p:stCondLst>
                                        </p:cTn>
                                        <p:tgtEl>
                                          <p:spTgt spid="239648"/>
                                        </p:tgtEl>
                                        <p:attrNameLst>
                                          <p:attrName>style.visibility</p:attrName>
                                        </p:attrNameLst>
                                      </p:cBhvr>
                                      <p:to>
                                        <p:strVal val="visible"/>
                                      </p:to>
                                    </p:set>
                                    <p:animEffect transition="in" filter="dissolve">
                                      <p:cBhvr>
                                        <p:cTn id="192" dur="500"/>
                                        <p:tgtEl>
                                          <p:spTgt spid="239648"/>
                                        </p:tgtEl>
                                      </p:cBhvr>
                                    </p:animEffect>
                                  </p:childTnLst>
                                </p:cTn>
                              </p:par>
                            </p:childTnLst>
                          </p:cTn>
                        </p:par>
                        <p:par>
                          <p:cTn id="193" fill="hold">
                            <p:stCondLst>
                              <p:cond delay="1000"/>
                            </p:stCondLst>
                            <p:childTnLst>
                              <p:par>
                                <p:cTn id="194" presetID="22" presetClass="entr" presetSubtype="8" fill="hold" nodeType="afterEffect">
                                  <p:stCondLst>
                                    <p:cond delay="0"/>
                                  </p:stCondLst>
                                  <p:childTnLst>
                                    <p:set>
                                      <p:cBhvr>
                                        <p:cTn id="195" dur="1" fill="hold">
                                          <p:stCondLst>
                                            <p:cond delay="0"/>
                                          </p:stCondLst>
                                        </p:cTn>
                                        <p:tgtEl>
                                          <p:spTgt spid="239652"/>
                                        </p:tgtEl>
                                        <p:attrNameLst>
                                          <p:attrName>style.visibility</p:attrName>
                                        </p:attrNameLst>
                                      </p:cBhvr>
                                      <p:to>
                                        <p:strVal val="visible"/>
                                      </p:to>
                                    </p:set>
                                    <p:animEffect transition="in" filter="wipe(left)">
                                      <p:cBhvr>
                                        <p:cTn id="196" dur="500"/>
                                        <p:tgtEl>
                                          <p:spTgt spid="239652"/>
                                        </p:tgtEl>
                                      </p:cBhvr>
                                    </p:animEffect>
                                  </p:childTnLst>
                                </p:cTn>
                              </p:par>
                              <p:par>
                                <p:cTn id="197" presetID="22" presetClass="entr" presetSubtype="8" fill="hold" nodeType="withEffect">
                                  <p:stCondLst>
                                    <p:cond delay="0"/>
                                  </p:stCondLst>
                                  <p:childTnLst>
                                    <p:set>
                                      <p:cBhvr>
                                        <p:cTn id="198" dur="1" fill="hold">
                                          <p:stCondLst>
                                            <p:cond delay="0"/>
                                          </p:stCondLst>
                                        </p:cTn>
                                        <p:tgtEl>
                                          <p:spTgt spid="239651"/>
                                        </p:tgtEl>
                                        <p:attrNameLst>
                                          <p:attrName>style.visibility</p:attrName>
                                        </p:attrNameLst>
                                      </p:cBhvr>
                                      <p:to>
                                        <p:strVal val="visible"/>
                                      </p:to>
                                    </p:set>
                                    <p:animEffect transition="in" filter="wipe(left)">
                                      <p:cBhvr>
                                        <p:cTn id="199" dur="500"/>
                                        <p:tgtEl>
                                          <p:spTgt spid="239651"/>
                                        </p:tgtEl>
                                      </p:cBhvr>
                                    </p:animEffect>
                                  </p:childTnLst>
                                </p:cTn>
                              </p:par>
                            </p:childTnLst>
                          </p:cTn>
                        </p:par>
                      </p:childTnLst>
                    </p:cTn>
                  </p:par>
                  <p:par>
                    <p:cTn id="200" fill="hold">
                      <p:stCondLst>
                        <p:cond delay="indefinite"/>
                      </p:stCondLst>
                      <p:childTnLst>
                        <p:par>
                          <p:cTn id="201" fill="hold">
                            <p:stCondLst>
                              <p:cond delay="0"/>
                            </p:stCondLst>
                            <p:childTnLst>
                              <p:par>
                                <p:cTn id="202" presetID="22" presetClass="entr" presetSubtype="8" fill="hold" nodeType="clickEffect">
                                  <p:stCondLst>
                                    <p:cond delay="0"/>
                                  </p:stCondLst>
                                  <p:childTnLst>
                                    <p:set>
                                      <p:cBhvr>
                                        <p:cTn id="203" dur="1" fill="hold">
                                          <p:stCondLst>
                                            <p:cond delay="0"/>
                                          </p:stCondLst>
                                        </p:cTn>
                                        <p:tgtEl>
                                          <p:spTgt spid="239641"/>
                                        </p:tgtEl>
                                        <p:attrNameLst>
                                          <p:attrName>style.visibility</p:attrName>
                                        </p:attrNameLst>
                                      </p:cBhvr>
                                      <p:to>
                                        <p:strVal val="visible"/>
                                      </p:to>
                                    </p:set>
                                    <p:animEffect transition="in" filter="wipe(left)">
                                      <p:cBhvr>
                                        <p:cTn id="204" dur="500"/>
                                        <p:tgtEl>
                                          <p:spTgt spid="239641"/>
                                        </p:tgtEl>
                                      </p:cBhvr>
                                    </p:animEffect>
                                  </p:childTnLst>
                                </p:cTn>
                              </p:par>
                            </p:childTnLst>
                          </p:cTn>
                        </p:par>
                      </p:childTnLst>
                    </p:cTn>
                  </p:par>
                  <p:par>
                    <p:cTn id="205" fill="hold">
                      <p:stCondLst>
                        <p:cond delay="indefinite"/>
                      </p:stCondLst>
                      <p:childTnLst>
                        <p:par>
                          <p:cTn id="206" fill="hold">
                            <p:stCondLst>
                              <p:cond delay="0"/>
                            </p:stCondLst>
                            <p:childTnLst>
                              <p:par>
                                <p:cTn id="207" presetID="22" presetClass="entr" presetSubtype="8" fill="hold" grpId="0" nodeType="clickEffect">
                                  <p:stCondLst>
                                    <p:cond delay="0"/>
                                  </p:stCondLst>
                                  <p:childTnLst>
                                    <p:set>
                                      <p:cBhvr>
                                        <p:cTn id="208" dur="1" fill="hold">
                                          <p:stCondLst>
                                            <p:cond delay="0"/>
                                          </p:stCondLst>
                                        </p:cTn>
                                        <p:tgtEl>
                                          <p:spTgt spid="239642"/>
                                        </p:tgtEl>
                                        <p:attrNameLst>
                                          <p:attrName>style.visibility</p:attrName>
                                        </p:attrNameLst>
                                      </p:cBhvr>
                                      <p:to>
                                        <p:strVal val="visible"/>
                                      </p:to>
                                    </p:set>
                                    <p:animEffect transition="in" filter="wipe(left)">
                                      <p:cBhvr>
                                        <p:cTn id="209" dur="500"/>
                                        <p:tgtEl>
                                          <p:spTgt spid="239642"/>
                                        </p:tgtEl>
                                      </p:cBhvr>
                                    </p:animEffect>
                                  </p:childTnLst>
                                  <p:subTnLst>
                                    <p:audio>
                                      <p:cMediaNode>
                                        <p:cTn display="0" masterRel="sameClick">
                                          <p:stCondLst>
                                            <p:cond evt="begin" delay="0">
                                              <p:tn val="207"/>
                                            </p:cond>
                                          </p:stCondLst>
                                          <p:endCondLst>
                                            <p:cond evt="onStopAudio" delay="0">
                                              <p:tgtEl>
                                                <p:sldTgt/>
                                              </p:tgtEl>
                                            </p:cond>
                                          </p:endCondLst>
                                        </p:cTn>
                                        <p:tgtEl>
                                          <p:sndTgt r:embed="rId3" name="TYPE.WAV" builtIn="1"/>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9618" grpId="0" animBg="1" autoUpdateAnimBg="0"/>
      <p:bldP spid="239619" grpId="0" animBg="1"/>
      <p:bldP spid="239620" grpId="0" animBg="1"/>
      <p:bldP spid="239621" grpId="0" animBg="1"/>
      <p:bldP spid="239622" grpId="0" animBg="1"/>
      <p:bldP spid="239623" grpId="0" animBg="1"/>
      <p:bldP spid="239624" grpId="0" animBg="1"/>
      <p:bldP spid="239625" grpId="0" animBg="1"/>
      <p:bldP spid="239626" grpId="0" autoUpdateAnimBg="0"/>
      <p:bldP spid="239631" grpId="0" animBg="1"/>
      <p:bldP spid="239632" grpId="0" animBg="1"/>
      <p:bldP spid="239633" grpId="0" animBg="1"/>
      <p:bldP spid="239634" grpId="0" animBg="1"/>
      <p:bldP spid="239636" grpId="0" autoUpdateAnimBg="0"/>
      <p:bldP spid="239637" grpId="0"/>
      <p:bldP spid="239638" grpId="0" animBg="1"/>
      <p:bldP spid="239639" grpId="0" autoUpdateAnimBg="0"/>
      <p:bldP spid="239640" grpId="0" autoUpdateAnimBg="0"/>
      <p:bldP spid="239642" grpId="0" autoUpdateAnimBg="0"/>
      <p:bldP spid="239643" grpId="0" animBg="1"/>
      <p:bldP spid="239644" grpId="0" animBg="1"/>
      <p:bldP spid="239645" grpId="0" animBg="1"/>
      <p:bldP spid="239646" grpId="0" animBg="1"/>
      <p:bldP spid="239647" grpId="0" animBg="1"/>
      <p:bldP spid="239648" grpId="0" animBg="1"/>
      <p:bldP spid="239649" grpId="0" animBg="1"/>
      <p:bldP spid="239650" grpId="0" animBg="1"/>
      <p:bldP spid="239653" grpId="0" animBg="1"/>
      <p:bldP spid="239654" grpId="0" animBg="1"/>
      <p:bldP spid="239655" grpId="0" animBg="1"/>
      <p:bldP spid="239656" grpId="0"/>
      <p:bldP spid="239659" grpId="0" animBg="1"/>
      <p:bldP spid="239660" grpId="0" animBg="1"/>
      <p:bldP spid="239661"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p:cNvGrpSpPr>
          <p:nvPr/>
        </p:nvGrpSpPr>
        <p:grpSpPr bwMode="auto">
          <a:xfrm>
            <a:off x="5940425" y="3284538"/>
            <a:ext cx="2814638" cy="3144837"/>
            <a:chOff x="3742" y="2069"/>
            <a:chExt cx="1773" cy="1981"/>
          </a:xfrm>
        </p:grpSpPr>
        <p:grpSp>
          <p:nvGrpSpPr>
            <p:cNvPr id="26694" name="Group 3"/>
            <p:cNvGrpSpPr>
              <a:grpSpLocks/>
            </p:cNvGrpSpPr>
            <p:nvPr/>
          </p:nvGrpSpPr>
          <p:grpSpPr bwMode="auto">
            <a:xfrm>
              <a:off x="3742" y="2069"/>
              <a:ext cx="1773" cy="1981"/>
              <a:chOff x="3742" y="2069"/>
              <a:chExt cx="1773" cy="1981"/>
            </a:xfrm>
          </p:grpSpPr>
          <p:sp>
            <p:nvSpPr>
              <p:cNvPr id="26697" name="Line 4"/>
              <p:cNvSpPr>
                <a:spLocks noChangeShapeType="1"/>
              </p:cNvSpPr>
              <p:nvPr/>
            </p:nvSpPr>
            <p:spPr bwMode="auto">
              <a:xfrm flipH="1">
                <a:off x="4136" y="3612"/>
                <a:ext cx="1" cy="438"/>
              </a:xfrm>
              <a:prstGeom prst="line">
                <a:avLst/>
              </a:prstGeom>
              <a:noFill/>
              <a:ln w="50800">
                <a:solidFill>
                  <a:srgbClr val="FF0000"/>
                </a:solidFill>
                <a:round/>
                <a:headEnd/>
                <a:tailEnd/>
              </a:ln>
            </p:spPr>
            <p:txBody>
              <a:bodyPr wrap="none" anchor="ctr"/>
              <a:lstStyle/>
              <a:p>
                <a:endParaRPr lang="zh-CN" altLang="en-US"/>
              </a:p>
            </p:txBody>
          </p:sp>
          <p:sp>
            <p:nvSpPr>
              <p:cNvPr id="26698" name="Freeform 5"/>
              <p:cNvSpPr>
                <a:spLocks/>
              </p:cNvSpPr>
              <p:nvPr/>
            </p:nvSpPr>
            <p:spPr bwMode="auto">
              <a:xfrm>
                <a:off x="3742" y="2069"/>
                <a:ext cx="1773" cy="1732"/>
              </a:xfrm>
              <a:custGeom>
                <a:avLst/>
                <a:gdLst>
                  <a:gd name="T0" fmla="*/ 702 w 1773"/>
                  <a:gd name="T1" fmla="*/ 62 h 1732"/>
                  <a:gd name="T2" fmla="*/ 181 w 1773"/>
                  <a:gd name="T3" fmla="*/ 592 h 1732"/>
                  <a:gd name="T4" fmla="*/ 5 w 1773"/>
                  <a:gd name="T5" fmla="*/ 1093 h 1732"/>
                  <a:gd name="T6" fmla="*/ 153 w 1773"/>
                  <a:gd name="T7" fmla="*/ 1298 h 1732"/>
                  <a:gd name="T8" fmla="*/ 321 w 1773"/>
                  <a:gd name="T9" fmla="*/ 1465 h 1732"/>
                  <a:gd name="T10" fmla="*/ 200 w 1773"/>
                  <a:gd name="T11" fmla="*/ 1642 h 1732"/>
                  <a:gd name="T12" fmla="*/ 516 w 1773"/>
                  <a:gd name="T13" fmla="*/ 1651 h 1732"/>
                  <a:gd name="T14" fmla="*/ 1106 w 1773"/>
                  <a:gd name="T15" fmla="*/ 1679 h 1732"/>
                  <a:gd name="T16" fmla="*/ 1696 w 1773"/>
                  <a:gd name="T17" fmla="*/ 1335 h 1732"/>
                  <a:gd name="T18" fmla="*/ 1569 w 1773"/>
                  <a:gd name="T19" fmla="*/ 704 h 1732"/>
                  <a:gd name="T20" fmla="*/ 1510 w 1773"/>
                  <a:gd name="T21" fmla="*/ 220 h 1732"/>
                  <a:gd name="T22" fmla="*/ 702 w 1773"/>
                  <a:gd name="T23" fmla="*/ 62 h 173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773"/>
                  <a:gd name="T37" fmla="*/ 0 h 1732"/>
                  <a:gd name="T38" fmla="*/ 1773 w 1773"/>
                  <a:gd name="T39" fmla="*/ 1732 h 173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773" h="1732">
                    <a:moveTo>
                      <a:pt x="702" y="62"/>
                    </a:moveTo>
                    <a:cubicBezTo>
                      <a:pt x="480" y="124"/>
                      <a:pt x="297" y="420"/>
                      <a:pt x="181" y="592"/>
                    </a:cubicBezTo>
                    <a:cubicBezTo>
                      <a:pt x="65" y="764"/>
                      <a:pt x="10" y="975"/>
                      <a:pt x="5" y="1093"/>
                    </a:cubicBezTo>
                    <a:cubicBezTo>
                      <a:pt x="0" y="1211"/>
                      <a:pt x="100" y="1236"/>
                      <a:pt x="153" y="1298"/>
                    </a:cubicBezTo>
                    <a:cubicBezTo>
                      <a:pt x="206" y="1360"/>
                      <a:pt x="313" y="1408"/>
                      <a:pt x="321" y="1465"/>
                    </a:cubicBezTo>
                    <a:cubicBezTo>
                      <a:pt x="329" y="1522"/>
                      <a:pt x="168" y="1611"/>
                      <a:pt x="200" y="1642"/>
                    </a:cubicBezTo>
                    <a:cubicBezTo>
                      <a:pt x="232" y="1673"/>
                      <a:pt x="365" y="1645"/>
                      <a:pt x="516" y="1651"/>
                    </a:cubicBezTo>
                    <a:cubicBezTo>
                      <a:pt x="667" y="1657"/>
                      <a:pt x="909" y="1732"/>
                      <a:pt x="1106" y="1679"/>
                    </a:cubicBezTo>
                    <a:cubicBezTo>
                      <a:pt x="1303" y="1626"/>
                      <a:pt x="1619" y="1497"/>
                      <a:pt x="1696" y="1335"/>
                    </a:cubicBezTo>
                    <a:cubicBezTo>
                      <a:pt x="1773" y="1173"/>
                      <a:pt x="1600" y="890"/>
                      <a:pt x="1569" y="704"/>
                    </a:cubicBezTo>
                    <a:cubicBezTo>
                      <a:pt x="1538" y="518"/>
                      <a:pt x="1654" y="327"/>
                      <a:pt x="1510" y="220"/>
                    </a:cubicBezTo>
                    <a:cubicBezTo>
                      <a:pt x="1366" y="113"/>
                      <a:pt x="924" y="0"/>
                      <a:pt x="702" y="62"/>
                    </a:cubicBezTo>
                    <a:close/>
                  </a:path>
                </a:pathLst>
              </a:custGeom>
              <a:gradFill rotWithShape="1">
                <a:gsLst>
                  <a:gs pos="0">
                    <a:srgbClr val="FFFF99"/>
                  </a:gs>
                  <a:gs pos="100000">
                    <a:srgbClr val="66FFFF"/>
                  </a:gs>
                </a:gsLst>
                <a:path path="rect">
                  <a:fillToRect l="50000" t="50000" r="50000" b="50000"/>
                </a:path>
              </a:gradFill>
              <a:ln w="9525">
                <a:miter lim="800000"/>
                <a:headEnd/>
                <a:tailEnd/>
              </a:ln>
              <a:scene3d>
                <a:camera prst="legacyPerspectiveFront">
                  <a:rot lat="18000000" lon="0" rev="0"/>
                </a:camera>
                <a:lightRig rig="legacyFlat3" dir="r"/>
              </a:scene3d>
              <a:sp3d extrusionH="430200" prstMaterial="legacyMetal">
                <a:bevelT w="13500" h="13500" prst="angle"/>
                <a:bevelB w="13500" h="13500" prst="angle"/>
                <a:extrusionClr>
                  <a:srgbClr val="99FFCC"/>
                </a:extrusionClr>
              </a:sp3d>
            </p:spPr>
            <p:txBody>
              <a:bodyPr wrap="none" anchor="ctr">
                <a:flatTx/>
              </a:bodyPr>
              <a:lstStyle/>
              <a:p>
                <a:endParaRPr lang="zh-CN" altLang="en-US"/>
              </a:p>
            </p:txBody>
          </p:sp>
          <p:sp>
            <p:nvSpPr>
              <p:cNvPr id="26699" name="Oval 6"/>
              <p:cNvSpPr>
                <a:spLocks noChangeArrowheads="1"/>
              </p:cNvSpPr>
              <p:nvPr/>
            </p:nvSpPr>
            <p:spPr bwMode="auto">
              <a:xfrm>
                <a:off x="4091" y="3081"/>
                <a:ext cx="90" cy="45"/>
              </a:xfrm>
              <a:prstGeom prst="ellipse">
                <a:avLst/>
              </a:prstGeom>
              <a:solidFill>
                <a:srgbClr val="CC0099"/>
              </a:solidFill>
              <a:ln w="28575">
                <a:solidFill>
                  <a:srgbClr val="0033CC"/>
                </a:solidFill>
                <a:round/>
                <a:headEnd/>
                <a:tailEnd/>
              </a:ln>
            </p:spPr>
            <p:txBody>
              <a:bodyPr wrap="none" anchor="ctr"/>
              <a:lstStyle/>
              <a:p>
                <a:endParaRPr lang="zh-CN" altLang="en-US"/>
              </a:p>
            </p:txBody>
          </p:sp>
          <p:sp>
            <p:nvSpPr>
              <p:cNvPr id="26700" name="Line 7"/>
              <p:cNvSpPr>
                <a:spLocks noChangeShapeType="1"/>
              </p:cNvSpPr>
              <p:nvPr/>
            </p:nvSpPr>
            <p:spPr bwMode="auto">
              <a:xfrm>
                <a:off x="4124" y="2207"/>
                <a:ext cx="17" cy="896"/>
              </a:xfrm>
              <a:prstGeom prst="line">
                <a:avLst/>
              </a:prstGeom>
              <a:noFill/>
              <a:ln w="50800">
                <a:solidFill>
                  <a:srgbClr val="FF0000"/>
                </a:solidFill>
                <a:round/>
                <a:headEnd type="stealth" w="med" len="lg"/>
                <a:tailEnd type="none" w="med" len="lg"/>
              </a:ln>
            </p:spPr>
            <p:txBody>
              <a:bodyPr wrap="none" anchor="ctr"/>
              <a:lstStyle/>
              <a:p>
                <a:endParaRPr lang="zh-CN" altLang="en-US"/>
              </a:p>
            </p:txBody>
          </p:sp>
          <p:graphicFrame>
            <p:nvGraphicFramePr>
              <p:cNvPr id="26645" name="Object 8"/>
              <p:cNvGraphicFramePr>
                <a:graphicFrameLocks/>
              </p:cNvGraphicFramePr>
              <p:nvPr/>
            </p:nvGraphicFramePr>
            <p:xfrm>
              <a:off x="3930" y="2252"/>
              <a:ext cx="127" cy="136"/>
            </p:xfrm>
            <a:graphic>
              <a:graphicData uri="http://schemas.openxmlformats.org/presentationml/2006/ole">
                <p:oleObj spid="_x0000_s26645" name="公式" r:id="rId3" imgW="203040" imgH="215640" progId="Equation.3">
                  <p:embed/>
                </p:oleObj>
              </a:graphicData>
            </a:graphic>
          </p:graphicFrame>
        </p:grpSp>
        <p:sp>
          <p:nvSpPr>
            <p:cNvPr id="26695" name="Oval 9"/>
            <p:cNvSpPr>
              <a:spLocks noChangeArrowheads="1"/>
            </p:cNvSpPr>
            <p:nvPr/>
          </p:nvSpPr>
          <p:spPr bwMode="auto">
            <a:xfrm>
              <a:off x="4785" y="3249"/>
              <a:ext cx="46" cy="45"/>
            </a:xfrm>
            <a:prstGeom prst="ellipse">
              <a:avLst/>
            </a:prstGeom>
            <a:solidFill>
              <a:srgbClr val="006600"/>
            </a:solidFill>
            <a:ln w="38100">
              <a:solidFill>
                <a:srgbClr val="006600"/>
              </a:solidFill>
              <a:round/>
              <a:headEnd/>
              <a:tailEnd/>
            </a:ln>
          </p:spPr>
          <p:txBody>
            <a:bodyPr wrap="none" anchor="ctr"/>
            <a:lstStyle/>
            <a:p>
              <a:pPr algn="ctr">
                <a:lnSpc>
                  <a:spcPct val="100000"/>
                </a:lnSpc>
                <a:spcBef>
                  <a:spcPct val="0"/>
                </a:spcBef>
              </a:pPr>
              <a:endParaRPr lang="zh-CN" altLang="zh-CN" sz="2400">
                <a:solidFill>
                  <a:srgbClr val="FFFFFF"/>
                </a:solidFill>
                <a:ea typeface="宋体" pitchFamily="2" charset="-122"/>
              </a:endParaRPr>
            </a:p>
          </p:txBody>
        </p:sp>
        <p:sp>
          <p:nvSpPr>
            <p:cNvPr id="26696" name="Oval 10"/>
            <p:cNvSpPr>
              <a:spLocks noChangeArrowheads="1"/>
            </p:cNvSpPr>
            <p:nvPr/>
          </p:nvSpPr>
          <p:spPr bwMode="auto">
            <a:xfrm>
              <a:off x="4740" y="2614"/>
              <a:ext cx="46" cy="45"/>
            </a:xfrm>
            <a:prstGeom prst="ellipse">
              <a:avLst/>
            </a:prstGeom>
            <a:solidFill>
              <a:srgbClr val="006600"/>
            </a:solidFill>
            <a:ln w="38100">
              <a:solidFill>
                <a:srgbClr val="006600"/>
              </a:solidFill>
              <a:round/>
              <a:headEnd/>
              <a:tailEnd/>
            </a:ln>
          </p:spPr>
          <p:txBody>
            <a:bodyPr wrap="none" anchor="ctr"/>
            <a:lstStyle/>
            <a:p>
              <a:pPr algn="ctr">
                <a:lnSpc>
                  <a:spcPct val="100000"/>
                </a:lnSpc>
                <a:spcBef>
                  <a:spcPct val="0"/>
                </a:spcBef>
              </a:pPr>
              <a:endParaRPr lang="zh-CN" altLang="zh-CN" sz="2400">
                <a:solidFill>
                  <a:srgbClr val="FFFFFF"/>
                </a:solidFill>
                <a:ea typeface="宋体" pitchFamily="2" charset="-122"/>
              </a:endParaRPr>
            </a:p>
          </p:txBody>
        </p:sp>
      </p:grpSp>
      <p:grpSp>
        <p:nvGrpSpPr>
          <p:cNvPr id="4" name="Group 11"/>
          <p:cNvGrpSpPr>
            <a:grpSpLocks/>
          </p:cNvGrpSpPr>
          <p:nvPr/>
        </p:nvGrpSpPr>
        <p:grpSpPr bwMode="auto">
          <a:xfrm>
            <a:off x="4716463" y="406400"/>
            <a:ext cx="4262437" cy="3079750"/>
            <a:chOff x="2971" y="256"/>
            <a:chExt cx="2685" cy="1940"/>
          </a:xfrm>
        </p:grpSpPr>
        <p:sp>
          <p:nvSpPr>
            <p:cNvPr id="26690" name="Line 12"/>
            <p:cNvSpPr>
              <a:spLocks noChangeShapeType="1"/>
            </p:cNvSpPr>
            <p:nvPr/>
          </p:nvSpPr>
          <p:spPr bwMode="auto">
            <a:xfrm flipH="1">
              <a:off x="4082" y="1749"/>
              <a:ext cx="1" cy="438"/>
            </a:xfrm>
            <a:prstGeom prst="line">
              <a:avLst/>
            </a:prstGeom>
            <a:noFill/>
            <a:ln w="50800">
              <a:solidFill>
                <a:srgbClr val="FF0000"/>
              </a:solidFill>
              <a:round/>
              <a:headEnd/>
              <a:tailEnd/>
            </a:ln>
          </p:spPr>
          <p:txBody>
            <a:bodyPr wrap="none" anchor="ctr"/>
            <a:lstStyle/>
            <a:p>
              <a:endParaRPr lang="zh-CN" altLang="en-US"/>
            </a:p>
          </p:txBody>
        </p:sp>
        <p:sp>
          <p:nvSpPr>
            <p:cNvPr id="26691" name="Freeform 13"/>
            <p:cNvSpPr>
              <a:spLocks/>
            </p:cNvSpPr>
            <p:nvPr/>
          </p:nvSpPr>
          <p:spPr bwMode="auto">
            <a:xfrm>
              <a:off x="2971" y="346"/>
              <a:ext cx="2685" cy="1850"/>
            </a:xfrm>
            <a:custGeom>
              <a:avLst/>
              <a:gdLst>
                <a:gd name="T0" fmla="*/ 1441 w 2685"/>
                <a:gd name="T1" fmla="*/ 13 h 1850"/>
                <a:gd name="T2" fmla="*/ 377 w 2685"/>
                <a:gd name="T3" fmla="*/ 116 h 1850"/>
                <a:gd name="T4" fmla="*/ 7 w 2685"/>
                <a:gd name="T5" fmla="*/ 657 h 1850"/>
                <a:gd name="T6" fmla="*/ 332 w 2685"/>
                <a:gd name="T7" fmla="*/ 1159 h 1850"/>
                <a:gd name="T8" fmla="*/ 876 w 2685"/>
                <a:gd name="T9" fmla="*/ 1681 h 1850"/>
                <a:gd name="T10" fmla="*/ 1257 w 2685"/>
                <a:gd name="T11" fmla="*/ 1828 h 1850"/>
                <a:gd name="T12" fmla="*/ 1851 w 2685"/>
                <a:gd name="T13" fmla="*/ 1549 h 1850"/>
                <a:gd name="T14" fmla="*/ 2609 w 2685"/>
                <a:gd name="T15" fmla="*/ 1490 h 1850"/>
                <a:gd name="T16" fmla="*/ 2306 w 2685"/>
                <a:gd name="T17" fmla="*/ 574 h 1850"/>
                <a:gd name="T18" fmla="*/ 2101 w 2685"/>
                <a:gd name="T19" fmla="*/ 190 h 1850"/>
                <a:gd name="T20" fmla="*/ 1441 w 2685"/>
                <a:gd name="T21" fmla="*/ 13 h 18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685"/>
                <a:gd name="T34" fmla="*/ 0 h 1850"/>
                <a:gd name="T35" fmla="*/ 2685 w 2685"/>
                <a:gd name="T36" fmla="*/ 1850 h 185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685" h="1850">
                  <a:moveTo>
                    <a:pt x="1441" y="13"/>
                  </a:moveTo>
                  <a:cubicBezTo>
                    <a:pt x="1154" y="0"/>
                    <a:pt x="617" y="9"/>
                    <a:pt x="377" y="116"/>
                  </a:cubicBezTo>
                  <a:cubicBezTo>
                    <a:pt x="138" y="223"/>
                    <a:pt x="14" y="483"/>
                    <a:pt x="7" y="657"/>
                  </a:cubicBezTo>
                  <a:cubicBezTo>
                    <a:pt x="0" y="831"/>
                    <a:pt x="187" y="988"/>
                    <a:pt x="332" y="1159"/>
                  </a:cubicBezTo>
                  <a:cubicBezTo>
                    <a:pt x="477" y="1330"/>
                    <a:pt x="722" y="1569"/>
                    <a:pt x="876" y="1681"/>
                  </a:cubicBezTo>
                  <a:cubicBezTo>
                    <a:pt x="1030" y="1793"/>
                    <a:pt x="1095" y="1850"/>
                    <a:pt x="1257" y="1828"/>
                  </a:cubicBezTo>
                  <a:cubicBezTo>
                    <a:pt x="1419" y="1806"/>
                    <a:pt x="1626" y="1605"/>
                    <a:pt x="1851" y="1549"/>
                  </a:cubicBezTo>
                  <a:cubicBezTo>
                    <a:pt x="2076" y="1493"/>
                    <a:pt x="2533" y="1653"/>
                    <a:pt x="2609" y="1490"/>
                  </a:cubicBezTo>
                  <a:cubicBezTo>
                    <a:pt x="2685" y="1327"/>
                    <a:pt x="2391" y="791"/>
                    <a:pt x="2306" y="574"/>
                  </a:cubicBezTo>
                  <a:cubicBezTo>
                    <a:pt x="2221" y="357"/>
                    <a:pt x="2245" y="283"/>
                    <a:pt x="2101" y="190"/>
                  </a:cubicBezTo>
                  <a:cubicBezTo>
                    <a:pt x="1957" y="97"/>
                    <a:pt x="1728" y="26"/>
                    <a:pt x="1441" y="13"/>
                  </a:cubicBezTo>
                  <a:close/>
                </a:path>
              </a:pathLst>
            </a:custGeom>
            <a:gradFill rotWithShape="1">
              <a:gsLst>
                <a:gs pos="0">
                  <a:srgbClr val="FFFF99"/>
                </a:gs>
                <a:gs pos="100000">
                  <a:srgbClr val="66FFFF"/>
                </a:gs>
              </a:gsLst>
              <a:path path="rect">
                <a:fillToRect l="50000" t="50000" r="50000" b="50000"/>
              </a:path>
            </a:gradFill>
            <a:ln w="9525">
              <a:miter lim="800000"/>
              <a:headEnd/>
              <a:tailEnd/>
            </a:ln>
            <a:scene3d>
              <a:camera prst="legacyPerspectiveFront">
                <a:rot lat="18000000" lon="0" rev="0"/>
              </a:camera>
              <a:lightRig rig="legacyFlat3" dir="r"/>
            </a:scene3d>
            <a:sp3d extrusionH="430200" prstMaterial="legacyMetal">
              <a:bevelT w="13500" h="13500" prst="angle"/>
              <a:bevelB w="13500" h="13500" prst="angle"/>
              <a:extrusionClr>
                <a:srgbClr val="99FFCC"/>
              </a:extrusionClr>
            </a:sp3d>
          </p:spPr>
          <p:txBody>
            <a:bodyPr wrap="none" anchor="ctr">
              <a:flatTx/>
            </a:bodyPr>
            <a:lstStyle/>
            <a:p>
              <a:endParaRPr lang="zh-CN" altLang="en-US"/>
            </a:p>
          </p:txBody>
        </p:sp>
        <p:sp>
          <p:nvSpPr>
            <p:cNvPr id="26692" name="Oval 14"/>
            <p:cNvSpPr>
              <a:spLocks noChangeArrowheads="1"/>
            </p:cNvSpPr>
            <p:nvPr/>
          </p:nvSpPr>
          <p:spPr bwMode="auto">
            <a:xfrm>
              <a:off x="4037" y="1130"/>
              <a:ext cx="90" cy="45"/>
            </a:xfrm>
            <a:prstGeom prst="ellipse">
              <a:avLst/>
            </a:prstGeom>
            <a:solidFill>
              <a:srgbClr val="CC0099"/>
            </a:solidFill>
            <a:ln w="28575">
              <a:solidFill>
                <a:srgbClr val="0033CC"/>
              </a:solidFill>
              <a:round/>
              <a:headEnd/>
              <a:tailEnd/>
            </a:ln>
          </p:spPr>
          <p:txBody>
            <a:bodyPr wrap="none" anchor="ctr"/>
            <a:lstStyle/>
            <a:p>
              <a:endParaRPr lang="zh-CN" altLang="en-US"/>
            </a:p>
          </p:txBody>
        </p:sp>
        <p:sp>
          <p:nvSpPr>
            <p:cNvPr id="26693" name="Line 15"/>
            <p:cNvSpPr>
              <a:spLocks noChangeShapeType="1"/>
            </p:cNvSpPr>
            <p:nvPr/>
          </p:nvSpPr>
          <p:spPr bwMode="auto">
            <a:xfrm>
              <a:off x="4070" y="256"/>
              <a:ext cx="17" cy="896"/>
            </a:xfrm>
            <a:prstGeom prst="line">
              <a:avLst/>
            </a:prstGeom>
            <a:noFill/>
            <a:ln w="50800">
              <a:solidFill>
                <a:srgbClr val="FF0000"/>
              </a:solidFill>
              <a:round/>
              <a:headEnd type="stealth" w="med" len="lg"/>
              <a:tailEnd type="none" w="med" len="lg"/>
            </a:ln>
          </p:spPr>
          <p:txBody>
            <a:bodyPr wrap="none" anchor="ctr"/>
            <a:lstStyle/>
            <a:p>
              <a:endParaRPr lang="zh-CN" altLang="en-US"/>
            </a:p>
          </p:txBody>
        </p:sp>
        <p:graphicFrame>
          <p:nvGraphicFramePr>
            <p:cNvPr id="26644" name="Object 16"/>
            <p:cNvGraphicFramePr>
              <a:graphicFrameLocks/>
            </p:cNvGraphicFramePr>
            <p:nvPr/>
          </p:nvGraphicFramePr>
          <p:xfrm>
            <a:off x="3876" y="301"/>
            <a:ext cx="127" cy="136"/>
          </p:xfrm>
          <a:graphic>
            <a:graphicData uri="http://schemas.openxmlformats.org/presentationml/2006/ole">
              <p:oleObj spid="_x0000_s26644" name="公式" r:id="rId4" imgW="203040" imgH="215640" progId="Equation.3">
                <p:embed/>
              </p:oleObj>
            </a:graphicData>
          </a:graphic>
        </p:graphicFrame>
      </p:grpSp>
      <p:grpSp>
        <p:nvGrpSpPr>
          <p:cNvPr id="5" name="Group 17"/>
          <p:cNvGrpSpPr>
            <a:grpSpLocks/>
          </p:cNvGrpSpPr>
          <p:nvPr/>
        </p:nvGrpSpPr>
        <p:grpSpPr bwMode="auto">
          <a:xfrm>
            <a:off x="7200900" y="2060575"/>
            <a:ext cx="1462088" cy="576263"/>
            <a:chOff x="4536" y="1298"/>
            <a:chExt cx="921" cy="363"/>
          </a:xfrm>
        </p:grpSpPr>
        <p:sp>
          <p:nvSpPr>
            <p:cNvPr id="26689" name="Line 18"/>
            <p:cNvSpPr>
              <a:spLocks noChangeShapeType="1"/>
            </p:cNvSpPr>
            <p:nvPr/>
          </p:nvSpPr>
          <p:spPr bwMode="auto">
            <a:xfrm>
              <a:off x="4536" y="1376"/>
              <a:ext cx="680" cy="92"/>
            </a:xfrm>
            <a:prstGeom prst="line">
              <a:avLst/>
            </a:prstGeom>
            <a:noFill/>
            <a:ln w="38100">
              <a:solidFill>
                <a:srgbClr val="006600"/>
              </a:solidFill>
              <a:round/>
              <a:headEnd/>
              <a:tailEnd type="stealth" w="med" len="lg"/>
            </a:ln>
          </p:spPr>
          <p:txBody>
            <a:bodyPr wrap="none" anchor="ctr"/>
            <a:lstStyle/>
            <a:p>
              <a:endParaRPr lang="zh-CN" altLang="en-US"/>
            </a:p>
          </p:txBody>
        </p:sp>
        <p:graphicFrame>
          <p:nvGraphicFramePr>
            <p:cNvPr id="26643" name="Object 19"/>
            <p:cNvGraphicFramePr>
              <a:graphicFrameLocks/>
            </p:cNvGraphicFramePr>
            <p:nvPr/>
          </p:nvGraphicFramePr>
          <p:xfrm>
            <a:off x="5230" y="1298"/>
            <a:ext cx="227" cy="363"/>
          </p:xfrm>
          <a:graphic>
            <a:graphicData uri="http://schemas.openxmlformats.org/presentationml/2006/ole">
              <p:oleObj spid="_x0000_s26643" name="Equation" r:id="rId5" imgW="164880" imgH="253800" progId="Equation.DSMT4">
                <p:embed/>
              </p:oleObj>
            </a:graphicData>
          </a:graphic>
        </p:graphicFrame>
      </p:grpSp>
      <p:grpSp>
        <p:nvGrpSpPr>
          <p:cNvPr id="6" name="Group 20"/>
          <p:cNvGrpSpPr>
            <a:grpSpLocks/>
          </p:cNvGrpSpPr>
          <p:nvPr/>
        </p:nvGrpSpPr>
        <p:grpSpPr bwMode="auto">
          <a:xfrm>
            <a:off x="6884988" y="2133600"/>
            <a:ext cx="471487" cy="457200"/>
            <a:chOff x="4300" y="1480"/>
            <a:chExt cx="297" cy="288"/>
          </a:xfrm>
        </p:grpSpPr>
        <p:sp>
          <p:nvSpPr>
            <p:cNvPr id="26687" name="Oval 21"/>
            <p:cNvSpPr>
              <a:spLocks noChangeArrowheads="1"/>
            </p:cNvSpPr>
            <p:nvPr/>
          </p:nvSpPr>
          <p:spPr bwMode="auto">
            <a:xfrm>
              <a:off x="4476" y="1491"/>
              <a:ext cx="46" cy="45"/>
            </a:xfrm>
            <a:prstGeom prst="ellipse">
              <a:avLst/>
            </a:prstGeom>
            <a:solidFill>
              <a:srgbClr val="006600"/>
            </a:solidFill>
            <a:ln w="38100">
              <a:solidFill>
                <a:srgbClr val="006600"/>
              </a:solidFill>
              <a:round/>
              <a:headEnd/>
              <a:tailEnd/>
            </a:ln>
          </p:spPr>
          <p:txBody>
            <a:bodyPr wrap="none" anchor="ctr"/>
            <a:lstStyle/>
            <a:p>
              <a:pPr algn="ctr">
                <a:lnSpc>
                  <a:spcPct val="100000"/>
                </a:lnSpc>
                <a:spcBef>
                  <a:spcPct val="0"/>
                </a:spcBef>
              </a:pPr>
              <a:endParaRPr lang="zh-CN" altLang="zh-CN" sz="2400">
                <a:solidFill>
                  <a:srgbClr val="FFFFFF"/>
                </a:solidFill>
                <a:ea typeface="宋体" pitchFamily="2" charset="-122"/>
              </a:endParaRPr>
            </a:p>
          </p:txBody>
        </p:sp>
        <p:sp>
          <p:nvSpPr>
            <p:cNvPr id="26688" name="Text Box 22"/>
            <p:cNvSpPr txBox="1">
              <a:spLocks noChangeArrowheads="1"/>
            </p:cNvSpPr>
            <p:nvPr/>
          </p:nvSpPr>
          <p:spPr bwMode="auto">
            <a:xfrm>
              <a:off x="4300" y="1480"/>
              <a:ext cx="297" cy="288"/>
            </a:xfrm>
            <a:prstGeom prst="rect">
              <a:avLst/>
            </a:prstGeom>
            <a:noFill/>
            <a:ln w="9525">
              <a:noFill/>
              <a:miter lim="800000"/>
              <a:headEnd/>
              <a:tailEnd/>
            </a:ln>
          </p:spPr>
          <p:txBody>
            <a:bodyPr wrap="none">
              <a:spAutoFit/>
            </a:bodyPr>
            <a:lstStyle/>
            <a:p>
              <a:pPr algn="ctr">
                <a:lnSpc>
                  <a:spcPct val="100000"/>
                </a:lnSpc>
                <a:spcBef>
                  <a:spcPct val="0"/>
                </a:spcBef>
              </a:pPr>
              <a:r>
                <a:rPr lang="en-US" altLang="zh-CN" sz="2400" i="1">
                  <a:solidFill>
                    <a:srgbClr val="FF6600"/>
                  </a:solidFill>
                  <a:ea typeface="宋体" pitchFamily="2" charset="-122"/>
                </a:rPr>
                <a:t>P</a:t>
              </a:r>
              <a:r>
                <a:rPr lang="en-US" altLang="zh-CN" sz="2400" baseline="-25000">
                  <a:solidFill>
                    <a:srgbClr val="FF6600"/>
                  </a:solidFill>
                  <a:ea typeface="宋体" pitchFamily="2" charset="-122"/>
                </a:rPr>
                <a:t>1</a:t>
              </a:r>
              <a:endParaRPr lang="en-US" altLang="zh-CN" sz="2400">
                <a:solidFill>
                  <a:srgbClr val="FF6600"/>
                </a:solidFill>
                <a:ea typeface="宋体" pitchFamily="2" charset="-122"/>
              </a:endParaRPr>
            </a:p>
          </p:txBody>
        </p:sp>
      </p:grpSp>
      <p:graphicFrame>
        <p:nvGraphicFramePr>
          <p:cNvPr id="180247" name="Object 23"/>
          <p:cNvGraphicFramePr>
            <a:graphicFrameLocks/>
          </p:cNvGraphicFramePr>
          <p:nvPr/>
        </p:nvGraphicFramePr>
        <p:xfrm>
          <a:off x="6791325" y="1700213"/>
          <a:ext cx="503238" cy="504825"/>
        </p:xfrm>
        <a:graphic>
          <a:graphicData uri="http://schemas.openxmlformats.org/presentationml/2006/ole">
            <p:oleObj spid="_x0000_s26626" name="Equation" r:id="rId6" imgW="126720" imgH="228600" progId="Equation.DSMT4">
              <p:embed/>
            </p:oleObj>
          </a:graphicData>
        </a:graphic>
      </p:graphicFrame>
      <p:sp>
        <p:nvSpPr>
          <p:cNvPr id="180248" name="Line 24"/>
          <p:cNvSpPr>
            <a:spLocks noChangeShapeType="1"/>
          </p:cNvSpPr>
          <p:nvPr/>
        </p:nvSpPr>
        <p:spPr bwMode="auto">
          <a:xfrm>
            <a:off x="6480175" y="1838325"/>
            <a:ext cx="742950" cy="366713"/>
          </a:xfrm>
          <a:prstGeom prst="line">
            <a:avLst/>
          </a:prstGeom>
          <a:noFill/>
          <a:ln w="28575">
            <a:solidFill>
              <a:srgbClr val="FF6600"/>
            </a:solidFill>
            <a:round/>
            <a:headEnd/>
            <a:tailEnd type="stealth" w="med" len="lg"/>
          </a:ln>
        </p:spPr>
        <p:txBody>
          <a:bodyPr wrap="none" anchor="ctr"/>
          <a:lstStyle/>
          <a:p>
            <a:endParaRPr lang="zh-CN" altLang="en-US"/>
          </a:p>
        </p:txBody>
      </p:sp>
      <p:grpSp>
        <p:nvGrpSpPr>
          <p:cNvPr id="7" name="Group 25"/>
          <p:cNvGrpSpPr>
            <a:grpSpLocks/>
          </p:cNvGrpSpPr>
          <p:nvPr/>
        </p:nvGrpSpPr>
        <p:grpSpPr bwMode="auto">
          <a:xfrm>
            <a:off x="7654925" y="404813"/>
            <a:ext cx="582613" cy="1152525"/>
            <a:chOff x="4822" y="255"/>
            <a:chExt cx="367" cy="726"/>
          </a:xfrm>
        </p:grpSpPr>
        <p:sp>
          <p:nvSpPr>
            <p:cNvPr id="26686" name="Line 26"/>
            <p:cNvSpPr>
              <a:spLocks noChangeShapeType="1"/>
            </p:cNvSpPr>
            <p:nvPr/>
          </p:nvSpPr>
          <p:spPr bwMode="auto">
            <a:xfrm flipV="1">
              <a:off x="4822" y="527"/>
              <a:ext cx="273" cy="454"/>
            </a:xfrm>
            <a:prstGeom prst="line">
              <a:avLst/>
            </a:prstGeom>
            <a:noFill/>
            <a:ln w="38100">
              <a:solidFill>
                <a:srgbClr val="006600"/>
              </a:solidFill>
              <a:round/>
              <a:headEnd/>
              <a:tailEnd type="stealth" w="med" len="lg"/>
            </a:ln>
          </p:spPr>
          <p:txBody>
            <a:bodyPr wrap="none" anchor="ctr"/>
            <a:lstStyle/>
            <a:p>
              <a:endParaRPr lang="zh-CN" altLang="en-US"/>
            </a:p>
          </p:txBody>
        </p:sp>
        <p:graphicFrame>
          <p:nvGraphicFramePr>
            <p:cNvPr id="26642" name="Object 27"/>
            <p:cNvGraphicFramePr>
              <a:graphicFrameLocks/>
            </p:cNvGraphicFramePr>
            <p:nvPr/>
          </p:nvGraphicFramePr>
          <p:xfrm>
            <a:off x="4921" y="255"/>
            <a:ext cx="268" cy="331"/>
          </p:xfrm>
          <a:graphic>
            <a:graphicData uri="http://schemas.openxmlformats.org/presentationml/2006/ole">
              <p:oleObj spid="_x0000_s26642" name="Equation" r:id="rId7" imgW="177480" imgH="253800" progId="Equation.DSMT4">
                <p:embed/>
              </p:oleObj>
            </a:graphicData>
          </a:graphic>
        </p:graphicFrame>
      </p:grpSp>
      <p:graphicFrame>
        <p:nvGraphicFramePr>
          <p:cNvPr id="180252" name="Object 28"/>
          <p:cNvGraphicFramePr>
            <a:graphicFrameLocks/>
          </p:cNvGraphicFramePr>
          <p:nvPr/>
        </p:nvGraphicFramePr>
        <p:xfrm>
          <a:off x="6070600" y="1196975"/>
          <a:ext cx="552450" cy="576263"/>
        </p:xfrm>
        <a:graphic>
          <a:graphicData uri="http://schemas.openxmlformats.org/presentationml/2006/ole">
            <p:oleObj spid="_x0000_s26627" name="Equation" r:id="rId8" imgW="139680" imgH="228600" progId="Equation.DSMT4">
              <p:embed/>
            </p:oleObj>
          </a:graphicData>
        </a:graphic>
      </p:graphicFrame>
      <p:sp>
        <p:nvSpPr>
          <p:cNvPr id="180253" name="Line 29"/>
          <p:cNvSpPr>
            <a:spLocks noChangeShapeType="1"/>
          </p:cNvSpPr>
          <p:nvPr/>
        </p:nvSpPr>
        <p:spPr bwMode="auto">
          <a:xfrm flipH="1" flipV="1">
            <a:off x="5999163" y="1557338"/>
            <a:ext cx="503237" cy="287337"/>
          </a:xfrm>
          <a:prstGeom prst="line">
            <a:avLst/>
          </a:prstGeom>
          <a:noFill/>
          <a:ln w="28575">
            <a:solidFill>
              <a:srgbClr val="FF6600"/>
            </a:solidFill>
            <a:round/>
            <a:headEnd/>
            <a:tailEnd type="stealth" w="med" len="lg"/>
          </a:ln>
        </p:spPr>
        <p:txBody>
          <a:bodyPr wrap="none" anchor="ctr"/>
          <a:lstStyle/>
          <a:p>
            <a:endParaRPr lang="zh-CN" altLang="en-US"/>
          </a:p>
        </p:txBody>
      </p:sp>
      <p:grpSp>
        <p:nvGrpSpPr>
          <p:cNvPr id="8" name="Group 30"/>
          <p:cNvGrpSpPr>
            <a:grpSpLocks/>
          </p:cNvGrpSpPr>
          <p:nvPr/>
        </p:nvGrpSpPr>
        <p:grpSpPr bwMode="auto">
          <a:xfrm>
            <a:off x="4846638" y="1484313"/>
            <a:ext cx="1152525" cy="452437"/>
            <a:chOff x="3053" y="935"/>
            <a:chExt cx="726" cy="285"/>
          </a:xfrm>
        </p:grpSpPr>
        <p:sp>
          <p:nvSpPr>
            <p:cNvPr id="26685" name="Line 31"/>
            <p:cNvSpPr>
              <a:spLocks noChangeShapeType="1"/>
            </p:cNvSpPr>
            <p:nvPr/>
          </p:nvSpPr>
          <p:spPr bwMode="auto">
            <a:xfrm flipH="1">
              <a:off x="3280" y="981"/>
              <a:ext cx="499" cy="45"/>
            </a:xfrm>
            <a:prstGeom prst="line">
              <a:avLst/>
            </a:prstGeom>
            <a:noFill/>
            <a:ln w="38100">
              <a:solidFill>
                <a:srgbClr val="006600"/>
              </a:solidFill>
              <a:round/>
              <a:headEnd/>
              <a:tailEnd type="stealth" w="med" len="lg"/>
            </a:ln>
          </p:spPr>
          <p:txBody>
            <a:bodyPr wrap="none" anchor="ctr"/>
            <a:lstStyle/>
            <a:p>
              <a:endParaRPr lang="zh-CN" altLang="en-US"/>
            </a:p>
          </p:txBody>
        </p:sp>
        <p:graphicFrame>
          <p:nvGraphicFramePr>
            <p:cNvPr id="26641" name="Object 32"/>
            <p:cNvGraphicFramePr>
              <a:graphicFrameLocks/>
            </p:cNvGraphicFramePr>
            <p:nvPr/>
          </p:nvGraphicFramePr>
          <p:xfrm>
            <a:off x="3053" y="935"/>
            <a:ext cx="223" cy="285"/>
          </p:xfrm>
          <a:graphic>
            <a:graphicData uri="http://schemas.openxmlformats.org/presentationml/2006/ole">
              <p:oleObj spid="_x0000_s26641" name="Equation" r:id="rId9" imgW="177480" imgH="253800" progId="Equation.DSMT4">
                <p:embed/>
              </p:oleObj>
            </a:graphicData>
          </a:graphic>
        </p:graphicFrame>
      </p:grpSp>
      <p:graphicFrame>
        <p:nvGraphicFramePr>
          <p:cNvPr id="180257" name="Object 33"/>
          <p:cNvGraphicFramePr>
            <a:graphicFrameLocks/>
          </p:cNvGraphicFramePr>
          <p:nvPr/>
        </p:nvGraphicFramePr>
        <p:xfrm>
          <a:off x="7007225" y="1196975"/>
          <a:ext cx="339725" cy="519113"/>
        </p:xfrm>
        <a:graphic>
          <a:graphicData uri="http://schemas.openxmlformats.org/presentationml/2006/ole">
            <p:oleObj spid="_x0000_s26628" name="Equation" r:id="rId10" imgW="139680" imgH="228600" progId="Equation.DSMT4">
              <p:embed/>
            </p:oleObj>
          </a:graphicData>
        </a:graphic>
      </p:graphicFrame>
      <p:sp>
        <p:nvSpPr>
          <p:cNvPr id="180258" name="Line 34"/>
          <p:cNvSpPr>
            <a:spLocks noChangeShapeType="1"/>
          </p:cNvSpPr>
          <p:nvPr/>
        </p:nvSpPr>
        <p:spPr bwMode="auto">
          <a:xfrm flipV="1">
            <a:off x="6430963" y="1557338"/>
            <a:ext cx="1223962" cy="287337"/>
          </a:xfrm>
          <a:prstGeom prst="line">
            <a:avLst/>
          </a:prstGeom>
          <a:noFill/>
          <a:ln w="28575">
            <a:solidFill>
              <a:srgbClr val="FF6600"/>
            </a:solidFill>
            <a:round/>
            <a:headEnd/>
            <a:tailEnd type="stealth" w="med" len="lg"/>
          </a:ln>
        </p:spPr>
        <p:txBody>
          <a:bodyPr wrap="none" anchor="ctr"/>
          <a:lstStyle/>
          <a:p>
            <a:endParaRPr lang="zh-CN" altLang="en-US"/>
          </a:p>
        </p:txBody>
      </p:sp>
      <p:grpSp>
        <p:nvGrpSpPr>
          <p:cNvPr id="9" name="Group 35"/>
          <p:cNvGrpSpPr>
            <a:grpSpLocks/>
          </p:cNvGrpSpPr>
          <p:nvPr/>
        </p:nvGrpSpPr>
        <p:grpSpPr bwMode="auto">
          <a:xfrm>
            <a:off x="5638800" y="1484313"/>
            <a:ext cx="471488" cy="457200"/>
            <a:chOff x="4300" y="1480"/>
            <a:chExt cx="297" cy="288"/>
          </a:xfrm>
        </p:grpSpPr>
        <p:sp>
          <p:nvSpPr>
            <p:cNvPr id="26683" name="Oval 36"/>
            <p:cNvSpPr>
              <a:spLocks noChangeArrowheads="1"/>
            </p:cNvSpPr>
            <p:nvPr/>
          </p:nvSpPr>
          <p:spPr bwMode="auto">
            <a:xfrm>
              <a:off x="4476" y="1491"/>
              <a:ext cx="46" cy="45"/>
            </a:xfrm>
            <a:prstGeom prst="ellipse">
              <a:avLst/>
            </a:prstGeom>
            <a:solidFill>
              <a:srgbClr val="006600"/>
            </a:solidFill>
            <a:ln w="38100">
              <a:solidFill>
                <a:srgbClr val="006600"/>
              </a:solidFill>
              <a:round/>
              <a:headEnd/>
              <a:tailEnd/>
            </a:ln>
          </p:spPr>
          <p:txBody>
            <a:bodyPr wrap="none" anchor="ctr"/>
            <a:lstStyle/>
            <a:p>
              <a:pPr algn="ctr">
                <a:lnSpc>
                  <a:spcPct val="100000"/>
                </a:lnSpc>
                <a:spcBef>
                  <a:spcPct val="0"/>
                </a:spcBef>
              </a:pPr>
              <a:endParaRPr lang="zh-CN" altLang="zh-CN" sz="2400">
                <a:solidFill>
                  <a:srgbClr val="FFFFFF"/>
                </a:solidFill>
                <a:ea typeface="宋体" pitchFamily="2" charset="-122"/>
              </a:endParaRPr>
            </a:p>
          </p:txBody>
        </p:sp>
        <p:sp>
          <p:nvSpPr>
            <p:cNvPr id="26684" name="Text Box 37"/>
            <p:cNvSpPr txBox="1">
              <a:spLocks noChangeArrowheads="1"/>
            </p:cNvSpPr>
            <p:nvPr/>
          </p:nvSpPr>
          <p:spPr bwMode="auto">
            <a:xfrm>
              <a:off x="4300" y="1480"/>
              <a:ext cx="297" cy="288"/>
            </a:xfrm>
            <a:prstGeom prst="rect">
              <a:avLst/>
            </a:prstGeom>
            <a:noFill/>
            <a:ln w="9525">
              <a:noFill/>
              <a:miter lim="800000"/>
              <a:headEnd/>
              <a:tailEnd/>
            </a:ln>
          </p:spPr>
          <p:txBody>
            <a:bodyPr wrap="none">
              <a:spAutoFit/>
            </a:bodyPr>
            <a:lstStyle/>
            <a:p>
              <a:pPr algn="ctr">
                <a:lnSpc>
                  <a:spcPct val="100000"/>
                </a:lnSpc>
                <a:spcBef>
                  <a:spcPct val="0"/>
                </a:spcBef>
              </a:pPr>
              <a:r>
                <a:rPr lang="en-US" altLang="zh-CN" sz="2400" i="1">
                  <a:solidFill>
                    <a:srgbClr val="FF6600"/>
                  </a:solidFill>
                  <a:ea typeface="宋体" pitchFamily="2" charset="-122"/>
                </a:rPr>
                <a:t>P</a:t>
              </a:r>
              <a:r>
                <a:rPr lang="en-US" altLang="zh-CN" sz="2400" baseline="-25000">
                  <a:solidFill>
                    <a:srgbClr val="FF6600"/>
                  </a:solidFill>
                  <a:ea typeface="宋体" pitchFamily="2" charset="-122"/>
                </a:rPr>
                <a:t>3</a:t>
              </a:r>
              <a:endParaRPr lang="en-US" altLang="zh-CN" sz="2400">
                <a:solidFill>
                  <a:srgbClr val="FF6600"/>
                </a:solidFill>
                <a:ea typeface="宋体" pitchFamily="2" charset="-122"/>
              </a:endParaRPr>
            </a:p>
          </p:txBody>
        </p:sp>
      </p:grpSp>
      <p:grpSp>
        <p:nvGrpSpPr>
          <p:cNvPr id="10" name="Group 38"/>
          <p:cNvGrpSpPr>
            <a:grpSpLocks/>
          </p:cNvGrpSpPr>
          <p:nvPr/>
        </p:nvGrpSpPr>
        <p:grpSpPr bwMode="auto">
          <a:xfrm>
            <a:off x="7367588" y="1484313"/>
            <a:ext cx="471487" cy="457200"/>
            <a:chOff x="4300" y="1480"/>
            <a:chExt cx="297" cy="288"/>
          </a:xfrm>
        </p:grpSpPr>
        <p:sp>
          <p:nvSpPr>
            <p:cNvPr id="26681" name="Oval 39"/>
            <p:cNvSpPr>
              <a:spLocks noChangeArrowheads="1"/>
            </p:cNvSpPr>
            <p:nvPr/>
          </p:nvSpPr>
          <p:spPr bwMode="auto">
            <a:xfrm>
              <a:off x="4476" y="1491"/>
              <a:ext cx="46" cy="45"/>
            </a:xfrm>
            <a:prstGeom prst="ellipse">
              <a:avLst/>
            </a:prstGeom>
            <a:solidFill>
              <a:srgbClr val="006600"/>
            </a:solidFill>
            <a:ln w="38100">
              <a:solidFill>
                <a:srgbClr val="006600"/>
              </a:solidFill>
              <a:round/>
              <a:headEnd/>
              <a:tailEnd/>
            </a:ln>
          </p:spPr>
          <p:txBody>
            <a:bodyPr wrap="none" anchor="ctr"/>
            <a:lstStyle/>
            <a:p>
              <a:pPr algn="ctr">
                <a:lnSpc>
                  <a:spcPct val="100000"/>
                </a:lnSpc>
                <a:spcBef>
                  <a:spcPct val="0"/>
                </a:spcBef>
              </a:pPr>
              <a:endParaRPr lang="zh-CN" altLang="zh-CN" sz="2400">
                <a:solidFill>
                  <a:srgbClr val="FFFFFF"/>
                </a:solidFill>
                <a:ea typeface="宋体" pitchFamily="2" charset="-122"/>
              </a:endParaRPr>
            </a:p>
          </p:txBody>
        </p:sp>
        <p:sp>
          <p:nvSpPr>
            <p:cNvPr id="26682" name="Text Box 40"/>
            <p:cNvSpPr txBox="1">
              <a:spLocks noChangeArrowheads="1"/>
            </p:cNvSpPr>
            <p:nvPr/>
          </p:nvSpPr>
          <p:spPr bwMode="auto">
            <a:xfrm>
              <a:off x="4300" y="1480"/>
              <a:ext cx="297" cy="288"/>
            </a:xfrm>
            <a:prstGeom prst="rect">
              <a:avLst/>
            </a:prstGeom>
            <a:noFill/>
            <a:ln w="9525">
              <a:noFill/>
              <a:miter lim="800000"/>
              <a:headEnd/>
              <a:tailEnd/>
            </a:ln>
          </p:spPr>
          <p:txBody>
            <a:bodyPr wrap="none">
              <a:spAutoFit/>
            </a:bodyPr>
            <a:lstStyle/>
            <a:p>
              <a:pPr algn="ctr">
                <a:lnSpc>
                  <a:spcPct val="100000"/>
                </a:lnSpc>
                <a:spcBef>
                  <a:spcPct val="0"/>
                </a:spcBef>
              </a:pPr>
              <a:r>
                <a:rPr lang="en-US" altLang="zh-CN" sz="2400" i="1">
                  <a:solidFill>
                    <a:srgbClr val="FF6600"/>
                  </a:solidFill>
                  <a:ea typeface="宋体" pitchFamily="2" charset="-122"/>
                </a:rPr>
                <a:t>P</a:t>
              </a:r>
              <a:r>
                <a:rPr lang="en-US" altLang="zh-CN" sz="2400" baseline="-25000">
                  <a:solidFill>
                    <a:srgbClr val="FF6600"/>
                  </a:solidFill>
                  <a:ea typeface="宋体" pitchFamily="2" charset="-122"/>
                </a:rPr>
                <a:t>2</a:t>
              </a:r>
              <a:endParaRPr lang="en-US" altLang="zh-CN" sz="2400">
                <a:solidFill>
                  <a:srgbClr val="FF6600"/>
                </a:solidFill>
                <a:ea typeface="宋体" pitchFamily="2" charset="-122"/>
              </a:endParaRPr>
            </a:p>
          </p:txBody>
        </p:sp>
      </p:grpSp>
      <p:sp>
        <p:nvSpPr>
          <p:cNvPr id="180265" name="Line 41"/>
          <p:cNvSpPr>
            <a:spLocks noChangeShapeType="1"/>
          </p:cNvSpPr>
          <p:nvPr/>
        </p:nvSpPr>
        <p:spPr bwMode="auto">
          <a:xfrm>
            <a:off x="7223125" y="2205038"/>
            <a:ext cx="720725" cy="360362"/>
          </a:xfrm>
          <a:prstGeom prst="line">
            <a:avLst/>
          </a:prstGeom>
          <a:noFill/>
          <a:ln w="28575">
            <a:solidFill>
              <a:srgbClr val="FF0000"/>
            </a:solidFill>
            <a:prstDash val="dash"/>
            <a:round/>
            <a:headEnd/>
            <a:tailEnd/>
          </a:ln>
        </p:spPr>
        <p:txBody>
          <a:bodyPr/>
          <a:lstStyle/>
          <a:p>
            <a:endParaRPr lang="zh-CN" altLang="en-US"/>
          </a:p>
        </p:txBody>
      </p:sp>
      <p:sp>
        <p:nvSpPr>
          <p:cNvPr id="180266" name="Line 42"/>
          <p:cNvSpPr>
            <a:spLocks noChangeShapeType="1"/>
          </p:cNvSpPr>
          <p:nvPr/>
        </p:nvSpPr>
        <p:spPr bwMode="auto">
          <a:xfrm flipV="1">
            <a:off x="7654925" y="1341438"/>
            <a:ext cx="720725" cy="215900"/>
          </a:xfrm>
          <a:prstGeom prst="line">
            <a:avLst/>
          </a:prstGeom>
          <a:noFill/>
          <a:ln w="28575">
            <a:solidFill>
              <a:srgbClr val="FF0000"/>
            </a:solidFill>
            <a:prstDash val="dash"/>
            <a:round/>
            <a:headEnd/>
            <a:tailEnd/>
          </a:ln>
        </p:spPr>
        <p:txBody>
          <a:bodyPr/>
          <a:lstStyle/>
          <a:p>
            <a:endParaRPr lang="zh-CN" altLang="en-US"/>
          </a:p>
        </p:txBody>
      </p:sp>
      <p:sp>
        <p:nvSpPr>
          <p:cNvPr id="180267" name="Line 43"/>
          <p:cNvSpPr>
            <a:spLocks noChangeShapeType="1"/>
          </p:cNvSpPr>
          <p:nvPr/>
        </p:nvSpPr>
        <p:spPr bwMode="auto">
          <a:xfrm flipH="1" flipV="1">
            <a:off x="5422900" y="1196975"/>
            <a:ext cx="576263" cy="360363"/>
          </a:xfrm>
          <a:prstGeom prst="line">
            <a:avLst/>
          </a:prstGeom>
          <a:noFill/>
          <a:ln w="28575">
            <a:solidFill>
              <a:srgbClr val="FF0000"/>
            </a:solidFill>
            <a:prstDash val="dash"/>
            <a:round/>
            <a:headEnd/>
            <a:tailEnd/>
          </a:ln>
        </p:spPr>
        <p:txBody>
          <a:bodyPr/>
          <a:lstStyle/>
          <a:p>
            <a:endParaRPr lang="zh-CN" altLang="en-US"/>
          </a:p>
        </p:txBody>
      </p:sp>
      <p:grpSp>
        <p:nvGrpSpPr>
          <p:cNvPr id="11" name="Group 44"/>
          <p:cNvGrpSpPr>
            <a:grpSpLocks/>
          </p:cNvGrpSpPr>
          <p:nvPr/>
        </p:nvGrpSpPr>
        <p:grpSpPr bwMode="auto">
          <a:xfrm>
            <a:off x="5351463" y="1225550"/>
            <a:ext cx="431800" cy="403225"/>
            <a:chOff x="3371" y="772"/>
            <a:chExt cx="272" cy="254"/>
          </a:xfrm>
        </p:grpSpPr>
        <p:sp>
          <p:nvSpPr>
            <p:cNvPr id="26680" name="Freeform 45"/>
            <p:cNvSpPr>
              <a:spLocks/>
            </p:cNvSpPr>
            <p:nvPr/>
          </p:nvSpPr>
          <p:spPr bwMode="auto">
            <a:xfrm>
              <a:off x="3553" y="890"/>
              <a:ext cx="90" cy="91"/>
            </a:xfrm>
            <a:custGeom>
              <a:avLst/>
              <a:gdLst>
                <a:gd name="T0" fmla="*/ 90 w 90"/>
                <a:gd name="T1" fmla="*/ 0 h 182"/>
                <a:gd name="T2" fmla="*/ 7 w 90"/>
                <a:gd name="T3" fmla="*/ 19 h 182"/>
                <a:gd name="T4" fmla="*/ 45 w 90"/>
                <a:gd name="T5" fmla="*/ 46 h 182"/>
                <a:gd name="T6" fmla="*/ 0 60000 65536"/>
                <a:gd name="T7" fmla="*/ 0 60000 65536"/>
                <a:gd name="T8" fmla="*/ 0 60000 65536"/>
                <a:gd name="T9" fmla="*/ 0 w 90"/>
                <a:gd name="T10" fmla="*/ 0 h 182"/>
                <a:gd name="T11" fmla="*/ 90 w 90"/>
                <a:gd name="T12" fmla="*/ 182 h 182"/>
              </a:gdLst>
              <a:ahLst/>
              <a:cxnLst>
                <a:cxn ang="T6">
                  <a:pos x="T0" y="T1"/>
                </a:cxn>
                <a:cxn ang="T7">
                  <a:pos x="T2" y="T3"/>
                </a:cxn>
                <a:cxn ang="T8">
                  <a:pos x="T4" y="T5"/>
                </a:cxn>
              </a:cxnLst>
              <a:rect l="T9" t="T10" r="T11" b="T12"/>
              <a:pathLst>
                <a:path w="90" h="182">
                  <a:moveTo>
                    <a:pt x="90" y="0"/>
                  </a:moveTo>
                  <a:cubicBezTo>
                    <a:pt x="76" y="12"/>
                    <a:pt x="14" y="44"/>
                    <a:pt x="7" y="74"/>
                  </a:cubicBezTo>
                  <a:cubicBezTo>
                    <a:pt x="0" y="104"/>
                    <a:pt x="37" y="160"/>
                    <a:pt x="45" y="182"/>
                  </a:cubicBezTo>
                </a:path>
              </a:pathLst>
            </a:custGeom>
            <a:noFill/>
            <a:ln w="28575">
              <a:solidFill>
                <a:srgbClr val="FF0000"/>
              </a:solidFill>
              <a:round/>
              <a:headEnd/>
              <a:tailEnd/>
            </a:ln>
          </p:spPr>
          <p:txBody>
            <a:bodyPr/>
            <a:lstStyle/>
            <a:p>
              <a:endParaRPr lang="zh-CN" altLang="en-US"/>
            </a:p>
          </p:txBody>
        </p:sp>
        <p:graphicFrame>
          <p:nvGraphicFramePr>
            <p:cNvPr id="26640" name="Object 46"/>
            <p:cNvGraphicFramePr>
              <a:graphicFrameLocks noChangeAspect="1"/>
            </p:cNvGraphicFramePr>
            <p:nvPr/>
          </p:nvGraphicFramePr>
          <p:xfrm>
            <a:off x="3371" y="772"/>
            <a:ext cx="183" cy="254"/>
          </p:xfrm>
          <a:graphic>
            <a:graphicData uri="http://schemas.openxmlformats.org/presentationml/2006/ole">
              <p:oleObj spid="_x0000_s26640" name="Equation" r:id="rId11" imgW="164880" imgH="228600" progId="Equation.DSMT4">
                <p:embed/>
              </p:oleObj>
            </a:graphicData>
          </a:graphic>
        </p:graphicFrame>
      </p:grpSp>
      <p:grpSp>
        <p:nvGrpSpPr>
          <p:cNvPr id="12" name="Group 47"/>
          <p:cNvGrpSpPr>
            <a:grpSpLocks/>
          </p:cNvGrpSpPr>
          <p:nvPr/>
        </p:nvGrpSpPr>
        <p:grpSpPr bwMode="auto">
          <a:xfrm>
            <a:off x="7654925" y="2205038"/>
            <a:ext cx="358775" cy="431800"/>
            <a:chOff x="4822" y="1389"/>
            <a:chExt cx="226" cy="272"/>
          </a:xfrm>
        </p:grpSpPr>
        <p:sp>
          <p:nvSpPr>
            <p:cNvPr id="26679" name="Freeform 48"/>
            <p:cNvSpPr>
              <a:spLocks/>
            </p:cNvSpPr>
            <p:nvPr/>
          </p:nvSpPr>
          <p:spPr bwMode="auto">
            <a:xfrm rot="1763371" flipH="1">
              <a:off x="4822" y="1426"/>
              <a:ext cx="45" cy="91"/>
            </a:xfrm>
            <a:custGeom>
              <a:avLst/>
              <a:gdLst>
                <a:gd name="T0" fmla="*/ 23 w 90"/>
                <a:gd name="T1" fmla="*/ 0 h 182"/>
                <a:gd name="T2" fmla="*/ 1 w 90"/>
                <a:gd name="T3" fmla="*/ 19 h 182"/>
                <a:gd name="T4" fmla="*/ 11 w 90"/>
                <a:gd name="T5" fmla="*/ 46 h 182"/>
                <a:gd name="T6" fmla="*/ 0 60000 65536"/>
                <a:gd name="T7" fmla="*/ 0 60000 65536"/>
                <a:gd name="T8" fmla="*/ 0 60000 65536"/>
                <a:gd name="T9" fmla="*/ 0 w 90"/>
                <a:gd name="T10" fmla="*/ 0 h 182"/>
                <a:gd name="T11" fmla="*/ 90 w 90"/>
                <a:gd name="T12" fmla="*/ 182 h 182"/>
              </a:gdLst>
              <a:ahLst/>
              <a:cxnLst>
                <a:cxn ang="T6">
                  <a:pos x="T0" y="T1"/>
                </a:cxn>
                <a:cxn ang="T7">
                  <a:pos x="T2" y="T3"/>
                </a:cxn>
                <a:cxn ang="T8">
                  <a:pos x="T4" y="T5"/>
                </a:cxn>
              </a:cxnLst>
              <a:rect l="T9" t="T10" r="T11" b="T12"/>
              <a:pathLst>
                <a:path w="90" h="182">
                  <a:moveTo>
                    <a:pt x="90" y="0"/>
                  </a:moveTo>
                  <a:cubicBezTo>
                    <a:pt x="76" y="12"/>
                    <a:pt x="14" y="44"/>
                    <a:pt x="7" y="74"/>
                  </a:cubicBezTo>
                  <a:cubicBezTo>
                    <a:pt x="0" y="104"/>
                    <a:pt x="37" y="160"/>
                    <a:pt x="45" y="182"/>
                  </a:cubicBezTo>
                </a:path>
              </a:pathLst>
            </a:custGeom>
            <a:noFill/>
            <a:ln w="28575">
              <a:solidFill>
                <a:srgbClr val="FF0000"/>
              </a:solidFill>
              <a:round/>
              <a:headEnd/>
              <a:tailEnd/>
            </a:ln>
          </p:spPr>
          <p:txBody>
            <a:bodyPr/>
            <a:lstStyle/>
            <a:p>
              <a:endParaRPr lang="zh-CN" altLang="en-US"/>
            </a:p>
          </p:txBody>
        </p:sp>
        <p:graphicFrame>
          <p:nvGraphicFramePr>
            <p:cNvPr id="26639" name="Object 49"/>
            <p:cNvGraphicFramePr>
              <a:graphicFrameLocks noChangeAspect="1"/>
            </p:cNvGraphicFramePr>
            <p:nvPr/>
          </p:nvGraphicFramePr>
          <p:xfrm>
            <a:off x="4867" y="1389"/>
            <a:ext cx="181" cy="272"/>
          </p:xfrm>
          <a:graphic>
            <a:graphicData uri="http://schemas.openxmlformats.org/presentationml/2006/ole">
              <p:oleObj spid="_x0000_s26639" name="Equation" r:id="rId12" imgW="152280" imgH="228600" progId="Equation.DSMT4">
                <p:embed/>
              </p:oleObj>
            </a:graphicData>
          </a:graphic>
        </p:graphicFrame>
      </p:grpSp>
      <p:grpSp>
        <p:nvGrpSpPr>
          <p:cNvPr id="13" name="Group 50"/>
          <p:cNvGrpSpPr>
            <a:grpSpLocks/>
          </p:cNvGrpSpPr>
          <p:nvPr/>
        </p:nvGrpSpPr>
        <p:grpSpPr bwMode="auto">
          <a:xfrm>
            <a:off x="7799388" y="981075"/>
            <a:ext cx="431800" cy="504825"/>
            <a:chOff x="4913" y="618"/>
            <a:chExt cx="272" cy="318"/>
          </a:xfrm>
        </p:grpSpPr>
        <p:sp>
          <p:nvSpPr>
            <p:cNvPr id="26678" name="Freeform 51"/>
            <p:cNvSpPr>
              <a:spLocks/>
            </p:cNvSpPr>
            <p:nvPr/>
          </p:nvSpPr>
          <p:spPr bwMode="auto">
            <a:xfrm flipH="1">
              <a:off x="4913" y="799"/>
              <a:ext cx="90" cy="137"/>
            </a:xfrm>
            <a:custGeom>
              <a:avLst/>
              <a:gdLst>
                <a:gd name="T0" fmla="*/ 90 w 90"/>
                <a:gd name="T1" fmla="*/ 0 h 182"/>
                <a:gd name="T2" fmla="*/ 7 w 90"/>
                <a:gd name="T3" fmla="*/ 42 h 182"/>
                <a:gd name="T4" fmla="*/ 45 w 90"/>
                <a:gd name="T5" fmla="*/ 103 h 182"/>
                <a:gd name="T6" fmla="*/ 0 60000 65536"/>
                <a:gd name="T7" fmla="*/ 0 60000 65536"/>
                <a:gd name="T8" fmla="*/ 0 60000 65536"/>
                <a:gd name="T9" fmla="*/ 0 w 90"/>
                <a:gd name="T10" fmla="*/ 0 h 182"/>
                <a:gd name="T11" fmla="*/ 90 w 90"/>
                <a:gd name="T12" fmla="*/ 182 h 182"/>
              </a:gdLst>
              <a:ahLst/>
              <a:cxnLst>
                <a:cxn ang="T6">
                  <a:pos x="T0" y="T1"/>
                </a:cxn>
                <a:cxn ang="T7">
                  <a:pos x="T2" y="T3"/>
                </a:cxn>
                <a:cxn ang="T8">
                  <a:pos x="T4" y="T5"/>
                </a:cxn>
              </a:cxnLst>
              <a:rect l="T9" t="T10" r="T11" b="T12"/>
              <a:pathLst>
                <a:path w="90" h="182">
                  <a:moveTo>
                    <a:pt x="90" y="0"/>
                  </a:moveTo>
                  <a:cubicBezTo>
                    <a:pt x="76" y="12"/>
                    <a:pt x="14" y="44"/>
                    <a:pt x="7" y="74"/>
                  </a:cubicBezTo>
                  <a:cubicBezTo>
                    <a:pt x="0" y="104"/>
                    <a:pt x="37" y="160"/>
                    <a:pt x="45" y="182"/>
                  </a:cubicBezTo>
                </a:path>
              </a:pathLst>
            </a:custGeom>
            <a:noFill/>
            <a:ln w="28575">
              <a:solidFill>
                <a:srgbClr val="FF0000"/>
              </a:solidFill>
              <a:round/>
              <a:headEnd/>
              <a:tailEnd/>
            </a:ln>
          </p:spPr>
          <p:txBody>
            <a:bodyPr/>
            <a:lstStyle/>
            <a:p>
              <a:endParaRPr lang="zh-CN" altLang="en-US"/>
            </a:p>
          </p:txBody>
        </p:sp>
        <p:graphicFrame>
          <p:nvGraphicFramePr>
            <p:cNvPr id="26638" name="Object 52"/>
            <p:cNvGraphicFramePr>
              <a:graphicFrameLocks noChangeAspect="1"/>
            </p:cNvGraphicFramePr>
            <p:nvPr/>
          </p:nvGraphicFramePr>
          <p:xfrm>
            <a:off x="4989" y="618"/>
            <a:ext cx="196" cy="272"/>
          </p:xfrm>
          <a:graphic>
            <a:graphicData uri="http://schemas.openxmlformats.org/presentationml/2006/ole">
              <p:oleObj spid="_x0000_s26638" name="Equation" r:id="rId13" imgW="164880" imgH="228600" progId="Equation.DSMT4">
                <p:embed/>
              </p:oleObj>
            </a:graphicData>
          </a:graphic>
        </p:graphicFrame>
      </p:grpSp>
      <p:grpSp>
        <p:nvGrpSpPr>
          <p:cNvPr id="14" name="Group 53"/>
          <p:cNvGrpSpPr>
            <a:grpSpLocks/>
          </p:cNvGrpSpPr>
          <p:nvPr/>
        </p:nvGrpSpPr>
        <p:grpSpPr bwMode="auto">
          <a:xfrm>
            <a:off x="7380288" y="4724400"/>
            <a:ext cx="255587" cy="433388"/>
            <a:chOff x="4649" y="2976"/>
            <a:chExt cx="161" cy="273"/>
          </a:xfrm>
        </p:grpSpPr>
        <p:graphicFrame>
          <p:nvGraphicFramePr>
            <p:cNvPr id="26637" name="Object 54"/>
            <p:cNvGraphicFramePr>
              <a:graphicFrameLocks/>
            </p:cNvGraphicFramePr>
            <p:nvPr/>
          </p:nvGraphicFramePr>
          <p:xfrm>
            <a:off x="4649" y="2976"/>
            <a:ext cx="136" cy="227"/>
          </p:xfrm>
          <a:graphic>
            <a:graphicData uri="http://schemas.openxmlformats.org/presentationml/2006/ole">
              <p:oleObj spid="_x0000_s26637" name="Equation" r:id="rId14" imgW="164880" imgH="203040" progId="Equation.DSMT4">
                <p:embed/>
              </p:oleObj>
            </a:graphicData>
          </a:graphic>
        </p:graphicFrame>
        <p:sp>
          <p:nvSpPr>
            <p:cNvPr id="26677" name="Line 55"/>
            <p:cNvSpPr>
              <a:spLocks noChangeShapeType="1"/>
            </p:cNvSpPr>
            <p:nvPr/>
          </p:nvSpPr>
          <p:spPr bwMode="auto">
            <a:xfrm flipV="1">
              <a:off x="4808" y="3022"/>
              <a:ext cx="2" cy="227"/>
            </a:xfrm>
            <a:prstGeom prst="line">
              <a:avLst/>
            </a:prstGeom>
            <a:noFill/>
            <a:ln w="38100">
              <a:solidFill>
                <a:srgbClr val="006600"/>
              </a:solidFill>
              <a:round/>
              <a:headEnd/>
              <a:tailEnd type="stealth" w="med" len="lg"/>
            </a:ln>
          </p:spPr>
          <p:txBody>
            <a:bodyPr wrap="none" anchor="ctr"/>
            <a:lstStyle/>
            <a:p>
              <a:endParaRPr lang="zh-CN" altLang="en-US"/>
            </a:p>
          </p:txBody>
        </p:sp>
      </p:grpSp>
      <p:grpSp>
        <p:nvGrpSpPr>
          <p:cNvPr id="15" name="Group 56"/>
          <p:cNvGrpSpPr>
            <a:grpSpLocks/>
          </p:cNvGrpSpPr>
          <p:nvPr/>
        </p:nvGrpSpPr>
        <p:grpSpPr bwMode="auto">
          <a:xfrm>
            <a:off x="7639050" y="4868863"/>
            <a:ext cx="412750" cy="381000"/>
            <a:chOff x="4812" y="3067"/>
            <a:chExt cx="260" cy="240"/>
          </a:xfrm>
        </p:grpSpPr>
        <p:graphicFrame>
          <p:nvGraphicFramePr>
            <p:cNvPr id="26636" name="Object 57"/>
            <p:cNvGraphicFramePr>
              <a:graphicFrameLocks noChangeAspect="1"/>
            </p:cNvGraphicFramePr>
            <p:nvPr/>
          </p:nvGraphicFramePr>
          <p:xfrm>
            <a:off x="4921" y="3067"/>
            <a:ext cx="151" cy="212"/>
          </p:xfrm>
          <a:graphic>
            <a:graphicData uri="http://schemas.openxmlformats.org/presentationml/2006/ole">
              <p:oleObj spid="_x0000_s26636" name="Equation" r:id="rId15" imgW="126720" imgH="177480" progId="Equation.DSMT4">
                <p:embed/>
              </p:oleObj>
            </a:graphicData>
          </a:graphic>
        </p:graphicFrame>
        <p:sp>
          <p:nvSpPr>
            <p:cNvPr id="26676" name="Freeform 58"/>
            <p:cNvSpPr>
              <a:spLocks/>
            </p:cNvSpPr>
            <p:nvPr/>
          </p:nvSpPr>
          <p:spPr bwMode="auto">
            <a:xfrm>
              <a:off x="4812" y="3206"/>
              <a:ext cx="130" cy="101"/>
            </a:xfrm>
            <a:custGeom>
              <a:avLst/>
              <a:gdLst>
                <a:gd name="T0" fmla="*/ 0 w 130"/>
                <a:gd name="T1" fmla="*/ 0 h 101"/>
                <a:gd name="T2" fmla="*/ 103 w 130"/>
                <a:gd name="T3" fmla="*/ 27 h 101"/>
                <a:gd name="T4" fmla="*/ 130 w 130"/>
                <a:gd name="T5" fmla="*/ 101 h 101"/>
                <a:gd name="T6" fmla="*/ 0 60000 65536"/>
                <a:gd name="T7" fmla="*/ 0 60000 65536"/>
                <a:gd name="T8" fmla="*/ 0 60000 65536"/>
                <a:gd name="T9" fmla="*/ 0 w 130"/>
                <a:gd name="T10" fmla="*/ 0 h 101"/>
                <a:gd name="T11" fmla="*/ 130 w 130"/>
                <a:gd name="T12" fmla="*/ 101 h 101"/>
              </a:gdLst>
              <a:ahLst/>
              <a:cxnLst>
                <a:cxn ang="T6">
                  <a:pos x="T0" y="T1"/>
                </a:cxn>
                <a:cxn ang="T7">
                  <a:pos x="T2" y="T3"/>
                </a:cxn>
                <a:cxn ang="T8">
                  <a:pos x="T4" y="T5"/>
                </a:cxn>
              </a:cxnLst>
              <a:rect l="T9" t="T10" r="T11" b="T12"/>
              <a:pathLst>
                <a:path w="130" h="101">
                  <a:moveTo>
                    <a:pt x="0" y="0"/>
                  </a:moveTo>
                  <a:cubicBezTo>
                    <a:pt x="17" y="4"/>
                    <a:pt x="81" y="10"/>
                    <a:pt x="103" y="27"/>
                  </a:cubicBezTo>
                  <a:cubicBezTo>
                    <a:pt x="125" y="44"/>
                    <a:pt x="125" y="86"/>
                    <a:pt x="130" y="101"/>
                  </a:cubicBezTo>
                </a:path>
              </a:pathLst>
            </a:custGeom>
            <a:noFill/>
            <a:ln w="28575">
              <a:solidFill>
                <a:srgbClr val="FF0000"/>
              </a:solidFill>
              <a:round/>
              <a:headEnd/>
              <a:tailEnd/>
            </a:ln>
          </p:spPr>
          <p:txBody>
            <a:bodyPr/>
            <a:lstStyle/>
            <a:p>
              <a:endParaRPr lang="zh-CN" altLang="en-US"/>
            </a:p>
          </p:txBody>
        </p:sp>
      </p:grpSp>
      <p:grpSp>
        <p:nvGrpSpPr>
          <p:cNvPr id="16" name="Group 59"/>
          <p:cNvGrpSpPr>
            <a:grpSpLocks/>
          </p:cNvGrpSpPr>
          <p:nvPr/>
        </p:nvGrpSpPr>
        <p:grpSpPr bwMode="auto">
          <a:xfrm>
            <a:off x="7631113" y="4005263"/>
            <a:ext cx="420687" cy="350837"/>
            <a:chOff x="4807" y="2523"/>
            <a:chExt cx="265" cy="221"/>
          </a:xfrm>
        </p:grpSpPr>
        <p:graphicFrame>
          <p:nvGraphicFramePr>
            <p:cNvPr id="26635" name="Object 60"/>
            <p:cNvGraphicFramePr>
              <a:graphicFrameLocks noChangeAspect="1"/>
            </p:cNvGraphicFramePr>
            <p:nvPr/>
          </p:nvGraphicFramePr>
          <p:xfrm>
            <a:off x="4876" y="2523"/>
            <a:ext cx="196" cy="211"/>
          </p:xfrm>
          <a:graphic>
            <a:graphicData uri="http://schemas.openxmlformats.org/presentationml/2006/ole">
              <p:oleObj spid="_x0000_s26635" name="Equation" r:id="rId16" imgW="164880" imgH="177480" progId="Equation.DSMT4">
                <p:embed/>
              </p:oleObj>
            </a:graphicData>
          </a:graphic>
        </p:graphicFrame>
        <p:sp>
          <p:nvSpPr>
            <p:cNvPr id="26675" name="Freeform 61"/>
            <p:cNvSpPr>
              <a:spLocks/>
            </p:cNvSpPr>
            <p:nvPr/>
          </p:nvSpPr>
          <p:spPr bwMode="auto">
            <a:xfrm rot="1763371" flipH="1">
              <a:off x="4807" y="2562"/>
              <a:ext cx="46" cy="182"/>
            </a:xfrm>
            <a:custGeom>
              <a:avLst/>
              <a:gdLst>
                <a:gd name="T0" fmla="*/ 24 w 90"/>
                <a:gd name="T1" fmla="*/ 0 h 182"/>
                <a:gd name="T2" fmla="*/ 2 w 90"/>
                <a:gd name="T3" fmla="*/ 74 h 182"/>
                <a:gd name="T4" fmla="*/ 12 w 90"/>
                <a:gd name="T5" fmla="*/ 182 h 182"/>
                <a:gd name="T6" fmla="*/ 0 60000 65536"/>
                <a:gd name="T7" fmla="*/ 0 60000 65536"/>
                <a:gd name="T8" fmla="*/ 0 60000 65536"/>
                <a:gd name="T9" fmla="*/ 0 w 90"/>
                <a:gd name="T10" fmla="*/ 0 h 182"/>
                <a:gd name="T11" fmla="*/ 90 w 90"/>
                <a:gd name="T12" fmla="*/ 182 h 182"/>
              </a:gdLst>
              <a:ahLst/>
              <a:cxnLst>
                <a:cxn ang="T6">
                  <a:pos x="T0" y="T1"/>
                </a:cxn>
                <a:cxn ang="T7">
                  <a:pos x="T2" y="T3"/>
                </a:cxn>
                <a:cxn ang="T8">
                  <a:pos x="T4" y="T5"/>
                </a:cxn>
              </a:cxnLst>
              <a:rect l="T9" t="T10" r="T11" b="T12"/>
              <a:pathLst>
                <a:path w="90" h="182">
                  <a:moveTo>
                    <a:pt x="90" y="0"/>
                  </a:moveTo>
                  <a:cubicBezTo>
                    <a:pt x="76" y="12"/>
                    <a:pt x="14" y="44"/>
                    <a:pt x="7" y="74"/>
                  </a:cubicBezTo>
                  <a:cubicBezTo>
                    <a:pt x="0" y="104"/>
                    <a:pt x="37" y="160"/>
                    <a:pt x="45" y="182"/>
                  </a:cubicBezTo>
                </a:path>
              </a:pathLst>
            </a:custGeom>
            <a:noFill/>
            <a:ln w="28575">
              <a:solidFill>
                <a:srgbClr val="FF0000"/>
              </a:solidFill>
              <a:round/>
              <a:headEnd/>
              <a:tailEnd/>
            </a:ln>
          </p:spPr>
          <p:txBody>
            <a:bodyPr/>
            <a:lstStyle/>
            <a:p>
              <a:endParaRPr lang="zh-CN" altLang="en-US"/>
            </a:p>
          </p:txBody>
        </p:sp>
      </p:grpSp>
      <p:sp>
        <p:nvSpPr>
          <p:cNvPr id="180286" name="Line 62"/>
          <p:cNvSpPr>
            <a:spLocks noChangeShapeType="1"/>
          </p:cNvSpPr>
          <p:nvPr/>
        </p:nvSpPr>
        <p:spPr bwMode="auto">
          <a:xfrm>
            <a:off x="6588125" y="4941888"/>
            <a:ext cx="1008063" cy="287337"/>
          </a:xfrm>
          <a:prstGeom prst="line">
            <a:avLst/>
          </a:prstGeom>
          <a:noFill/>
          <a:ln w="28575">
            <a:solidFill>
              <a:srgbClr val="FF6600"/>
            </a:solidFill>
            <a:round/>
            <a:headEnd/>
            <a:tailEnd type="stealth" w="med" len="lg"/>
          </a:ln>
        </p:spPr>
        <p:txBody>
          <a:bodyPr wrap="none" anchor="ctr"/>
          <a:lstStyle/>
          <a:p>
            <a:endParaRPr lang="zh-CN" altLang="en-US"/>
          </a:p>
        </p:txBody>
      </p:sp>
      <p:sp>
        <p:nvSpPr>
          <p:cNvPr id="180287" name="Line 63"/>
          <p:cNvSpPr>
            <a:spLocks noChangeShapeType="1"/>
          </p:cNvSpPr>
          <p:nvPr/>
        </p:nvSpPr>
        <p:spPr bwMode="auto">
          <a:xfrm rot="-2817667">
            <a:off x="6493669" y="4382294"/>
            <a:ext cx="1257300" cy="242888"/>
          </a:xfrm>
          <a:prstGeom prst="line">
            <a:avLst/>
          </a:prstGeom>
          <a:noFill/>
          <a:ln w="28575">
            <a:solidFill>
              <a:srgbClr val="FF6600"/>
            </a:solidFill>
            <a:round/>
            <a:headEnd/>
            <a:tailEnd type="stealth" w="med" len="lg"/>
          </a:ln>
        </p:spPr>
        <p:txBody>
          <a:bodyPr wrap="none" anchor="ctr"/>
          <a:lstStyle/>
          <a:p>
            <a:endParaRPr lang="zh-CN" altLang="en-US"/>
          </a:p>
        </p:txBody>
      </p:sp>
      <p:grpSp>
        <p:nvGrpSpPr>
          <p:cNvPr id="17" name="Group 64"/>
          <p:cNvGrpSpPr>
            <a:grpSpLocks/>
          </p:cNvGrpSpPr>
          <p:nvPr/>
        </p:nvGrpSpPr>
        <p:grpSpPr bwMode="auto">
          <a:xfrm>
            <a:off x="7593013" y="4219575"/>
            <a:ext cx="361950" cy="506413"/>
            <a:chOff x="4783" y="2658"/>
            <a:chExt cx="228" cy="319"/>
          </a:xfrm>
        </p:grpSpPr>
        <p:graphicFrame>
          <p:nvGraphicFramePr>
            <p:cNvPr id="26634" name="Object 65"/>
            <p:cNvGraphicFramePr>
              <a:graphicFrameLocks/>
            </p:cNvGraphicFramePr>
            <p:nvPr/>
          </p:nvGraphicFramePr>
          <p:xfrm>
            <a:off x="4785" y="2750"/>
            <a:ext cx="226" cy="227"/>
          </p:xfrm>
          <a:graphic>
            <a:graphicData uri="http://schemas.openxmlformats.org/presentationml/2006/ole">
              <p:oleObj spid="_x0000_s26634" name="Equation" r:id="rId17" imgW="190440" imgH="203040" progId="Equation.DSMT4">
                <p:embed/>
              </p:oleObj>
            </a:graphicData>
          </a:graphic>
        </p:graphicFrame>
        <p:sp>
          <p:nvSpPr>
            <p:cNvPr id="26674" name="Line 66"/>
            <p:cNvSpPr>
              <a:spLocks noChangeShapeType="1"/>
            </p:cNvSpPr>
            <p:nvPr/>
          </p:nvSpPr>
          <p:spPr bwMode="auto">
            <a:xfrm>
              <a:off x="4783" y="2658"/>
              <a:ext cx="2" cy="227"/>
            </a:xfrm>
            <a:prstGeom prst="line">
              <a:avLst/>
            </a:prstGeom>
            <a:noFill/>
            <a:ln w="38100">
              <a:solidFill>
                <a:srgbClr val="006600"/>
              </a:solidFill>
              <a:round/>
              <a:headEnd/>
              <a:tailEnd type="stealth" w="med" len="lg"/>
            </a:ln>
          </p:spPr>
          <p:txBody>
            <a:bodyPr wrap="none" anchor="ctr"/>
            <a:lstStyle/>
            <a:p>
              <a:endParaRPr lang="zh-CN" altLang="en-US"/>
            </a:p>
          </p:txBody>
        </p:sp>
      </p:grpSp>
      <p:sp>
        <p:nvSpPr>
          <p:cNvPr id="180291" name="Line 67"/>
          <p:cNvSpPr>
            <a:spLocks noChangeShapeType="1"/>
          </p:cNvSpPr>
          <p:nvPr/>
        </p:nvSpPr>
        <p:spPr bwMode="auto">
          <a:xfrm>
            <a:off x="7596188" y="5229225"/>
            <a:ext cx="647700" cy="144463"/>
          </a:xfrm>
          <a:prstGeom prst="line">
            <a:avLst/>
          </a:prstGeom>
          <a:noFill/>
          <a:ln w="28575">
            <a:solidFill>
              <a:srgbClr val="FF0000"/>
            </a:solidFill>
            <a:prstDash val="dash"/>
            <a:round/>
            <a:headEnd/>
            <a:tailEnd/>
          </a:ln>
        </p:spPr>
        <p:txBody>
          <a:bodyPr/>
          <a:lstStyle/>
          <a:p>
            <a:endParaRPr lang="zh-CN" altLang="en-US"/>
          </a:p>
        </p:txBody>
      </p:sp>
      <p:sp>
        <p:nvSpPr>
          <p:cNvPr id="180292" name="Line 68"/>
          <p:cNvSpPr>
            <a:spLocks noChangeShapeType="1"/>
          </p:cNvSpPr>
          <p:nvPr/>
        </p:nvSpPr>
        <p:spPr bwMode="auto">
          <a:xfrm flipV="1">
            <a:off x="7596188" y="3789363"/>
            <a:ext cx="576262" cy="358775"/>
          </a:xfrm>
          <a:prstGeom prst="line">
            <a:avLst/>
          </a:prstGeom>
          <a:noFill/>
          <a:ln w="28575">
            <a:solidFill>
              <a:srgbClr val="FF0000"/>
            </a:solidFill>
            <a:prstDash val="dash"/>
            <a:round/>
            <a:headEnd/>
            <a:tailEnd/>
          </a:ln>
        </p:spPr>
        <p:txBody>
          <a:bodyPr/>
          <a:lstStyle/>
          <a:p>
            <a:endParaRPr lang="zh-CN" altLang="en-US"/>
          </a:p>
        </p:txBody>
      </p:sp>
      <p:sp>
        <p:nvSpPr>
          <p:cNvPr id="180293" name="Rectangle 69"/>
          <p:cNvSpPr>
            <a:spLocks noChangeArrowheads="1"/>
          </p:cNvSpPr>
          <p:nvPr/>
        </p:nvSpPr>
        <p:spPr bwMode="auto">
          <a:xfrm>
            <a:off x="250825" y="2276475"/>
            <a:ext cx="4392613" cy="968375"/>
          </a:xfrm>
          <a:prstGeom prst="rect">
            <a:avLst/>
          </a:prstGeom>
          <a:noFill/>
          <a:ln w="38100">
            <a:noFill/>
            <a:miter lim="800000"/>
            <a:headEnd/>
            <a:tailEnd/>
          </a:ln>
        </p:spPr>
        <p:txBody>
          <a:bodyPr>
            <a:spAutoFit/>
          </a:bodyPr>
          <a:lstStyle/>
          <a:p>
            <a:pPr>
              <a:spcBef>
                <a:spcPct val="0"/>
              </a:spcBef>
            </a:pPr>
            <a:r>
              <a:rPr lang="zh-CN" altLang="en-US" sz="2400">
                <a:solidFill>
                  <a:schemeClr val="tx2"/>
                </a:solidFill>
                <a:ea typeface="宋体" pitchFamily="2" charset="-122"/>
              </a:rPr>
              <a:t>即刚体受到多个力的力矩等于各个力的力矩矢量和。 </a:t>
            </a:r>
          </a:p>
        </p:txBody>
      </p:sp>
      <p:sp>
        <p:nvSpPr>
          <p:cNvPr id="180294" name="Rectangle 70"/>
          <p:cNvSpPr>
            <a:spLocks noChangeArrowheads="1"/>
          </p:cNvSpPr>
          <p:nvPr/>
        </p:nvSpPr>
        <p:spPr bwMode="auto">
          <a:xfrm>
            <a:off x="323850" y="4405313"/>
            <a:ext cx="5184775" cy="968375"/>
          </a:xfrm>
          <a:prstGeom prst="rect">
            <a:avLst/>
          </a:prstGeom>
          <a:noFill/>
          <a:ln w="9525" algn="ctr">
            <a:noFill/>
            <a:miter lim="800000"/>
            <a:headEnd/>
            <a:tailEnd/>
          </a:ln>
        </p:spPr>
        <p:txBody>
          <a:bodyPr>
            <a:spAutoFit/>
          </a:bodyPr>
          <a:lstStyle/>
          <a:p>
            <a:pPr eaLnBrk="0" hangingPunct="0">
              <a:spcBef>
                <a:spcPct val="0"/>
              </a:spcBef>
            </a:pPr>
            <a:r>
              <a:rPr kumimoji="0" lang="zh-CN" altLang="en-US" sz="2400">
                <a:solidFill>
                  <a:srgbClr val="CC0000"/>
                </a:solidFill>
                <a:ea typeface="宋体" pitchFamily="2" charset="-122"/>
              </a:rPr>
              <a:t>刚体中内力对给定转轴的力矩的矢量和等于零，只需考虑外力矩的作用</a:t>
            </a:r>
          </a:p>
        </p:txBody>
      </p:sp>
      <p:sp>
        <p:nvSpPr>
          <p:cNvPr id="180295" name="Text Box 71"/>
          <p:cNvSpPr txBox="1">
            <a:spLocks noChangeArrowheads="1"/>
          </p:cNvSpPr>
          <p:nvPr/>
        </p:nvSpPr>
        <p:spPr bwMode="auto">
          <a:xfrm>
            <a:off x="250825" y="884238"/>
            <a:ext cx="4419600" cy="457200"/>
          </a:xfrm>
          <a:prstGeom prst="rect">
            <a:avLst/>
          </a:prstGeom>
          <a:noFill/>
          <a:ln w="9525" algn="ctr">
            <a:noFill/>
            <a:miter lim="800000"/>
            <a:headEnd/>
            <a:tailEnd/>
          </a:ln>
        </p:spPr>
        <p:txBody>
          <a:bodyPr>
            <a:spAutoFit/>
          </a:bodyPr>
          <a:lstStyle/>
          <a:p>
            <a:pPr eaLnBrk="0" hangingPunct="0">
              <a:lnSpc>
                <a:spcPct val="100000"/>
              </a:lnSpc>
              <a:spcBef>
                <a:spcPct val="0"/>
              </a:spcBef>
            </a:pPr>
            <a:r>
              <a:rPr kumimoji="0" lang="zh-CN" altLang="en-US" sz="2400">
                <a:solidFill>
                  <a:srgbClr val="CC0000"/>
                </a:solidFill>
                <a:ea typeface="宋体" pitchFamily="2" charset="-122"/>
              </a:rPr>
              <a:t>当有 </a:t>
            </a:r>
            <a:r>
              <a:rPr kumimoji="0" lang="en-US" altLang="zh-CN" sz="2400" i="1">
                <a:solidFill>
                  <a:srgbClr val="CC0000"/>
                </a:solidFill>
                <a:ea typeface="宋体" pitchFamily="2" charset="-122"/>
              </a:rPr>
              <a:t>n  </a:t>
            </a:r>
            <a:r>
              <a:rPr kumimoji="0" lang="zh-CN" altLang="en-US" sz="2400">
                <a:solidFill>
                  <a:srgbClr val="CC0000"/>
                </a:solidFill>
                <a:ea typeface="宋体" pitchFamily="2" charset="-122"/>
              </a:rPr>
              <a:t>个力作用于刚体</a:t>
            </a:r>
          </a:p>
        </p:txBody>
      </p:sp>
      <p:graphicFrame>
        <p:nvGraphicFramePr>
          <p:cNvPr id="180296" name="Object 72"/>
          <p:cNvGraphicFramePr>
            <a:graphicFrameLocks noChangeAspect="1"/>
          </p:cNvGraphicFramePr>
          <p:nvPr/>
        </p:nvGraphicFramePr>
        <p:xfrm>
          <a:off x="250825" y="1644650"/>
          <a:ext cx="4321175" cy="488950"/>
        </p:xfrm>
        <a:graphic>
          <a:graphicData uri="http://schemas.openxmlformats.org/presentationml/2006/ole">
            <p:oleObj spid="_x0000_s26629" name="Equation" r:id="rId18" imgW="2336800" imgH="228600" progId="Equation.DSMT4">
              <p:embed/>
            </p:oleObj>
          </a:graphicData>
        </a:graphic>
      </p:graphicFrame>
      <p:graphicFrame>
        <p:nvGraphicFramePr>
          <p:cNvPr id="180297" name="Object 73"/>
          <p:cNvGraphicFramePr>
            <a:graphicFrameLocks noChangeAspect="1"/>
          </p:cNvGraphicFramePr>
          <p:nvPr/>
        </p:nvGraphicFramePr>
        <p:xfrm>
          <a:off x="828675" y="5745163"/>
          <a:ext cx="4175125" cy="347662"/>
        </p:xfrm>
        <a:graphic>
          <a:graphicData uri="http://schemas.openxmlformats.org/presentationml/2006/ole">
            <p:oleObj spid="_x0000_s26630" name="Equation" r:id="rId19" imgW="1764534" imgH="177723" progId="Equation.DSMT4">
              <p:embed/>
            </p:oleObj>
          </a:graphicData>
        </a:graphic>
      </p:graphicFrame>
      <p:graphicFrame>
        <p:nvGraphicFramePr>
          <p:cNvPr id="180298" name="Object 74"/>
          <p:cNvGraphicFramePr>
            <a:graphicFrameLocks noChangeAspect="1"/>
          </p:cNvGraphicFramePr>
          <p:nvPr/>
        </p:nvGraphicFramePr>
        <p:xfrm>
          <a:off x="468313" y="3460750"/>
          <a:ext cx="3529012" cy="544513"/>
        </p:xfrm>
        <a:graphic>
          <a:graphicData uri="http://schemas.openxmlformats.org/presentationml/2006/ole">
            <p:oleObj spid="_x0000_s26631" name="Equation" r:id="rId20" imgW="1663560" imgH="241200" progId="Equation.DSMT4">
              <p:embed/>
            </p:oleObj>
          </a:graphicData>
        </a:graphic>
      </p:graphicFrame>
      <p:graphicFrame>
        <p:nvGraphicFramePr>
          <p:cNvPr id="180299" name="Object 75"/>
          <p:cNvGraphicFramePr>
            <a:graphicFrameLocks noChangeAspect="1"/>
          </p:cNvGraphicFramePr>
          <p:nvPr/>
        </p:nvGraphicFramePr>
        <p:xfrm>
          <a:off x="6877050" y="4724400"/>
          <a:ext cx="322263" cy="450850"/>
        </p:xfrm>
        <a:graphic>
          <a:graphicData uri="http://schemas.openxmlformats.org/presentationml/2006/ole">
            <p:oleObj spid="_x0000_s26632" name="Equation" r:id="rId21" imgW="126720" imgH="177480" progId="Equation.DSMT4">
              <p:embed/>
            </p:oleObj>
          </a:graphicData>
        </a:graphic>
      </p:graphicFrame>
      <p:graphicFrame>
        <p:nvGraphicFramePr>
          <p:cNvPr id="180300" name="Object 76"/>
          <p:cNvGraphicFramePr>
            <a:graphicFrameLocks noChangeAspect="1"/>
          </p:cNvGraphicFramePr>
          <p:nvPr/>
        </p:nvGraphicFramePr>
        <p:xfrm>
          <a:off x="6877050" y="4149725"/>
          <a:ext cx="387350" cy="450850"/>
        </p:xfrm>
        <a:graphic>
          <a:graphicData uri="http://schemas.openxmlformats.org/presentationml/2006/ole">
            <p:oleObj spid="_x0000_s26633" name="Equation" r:id="rId22" imgW="152280" imgH="177480" progId="Equation.DSMT4">
              <p:embed/>
            </p:oleObj>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80295"/>
                                        </p:tgtEl>
                                        <p:attrNameLst>
                                          <p:attrName>style.visibility</p:attrName>
                                        </p:attrNameLst>
                                      </p:cBhvr>
                                      <p:to>
                                        <p:strVal val="visible"/>
                                      </p:to>
                                    </p:set>
                                    <p:animEffect transition="in" filter="wipe(left)">
                                      <p:cBhvr>
                                        <p:cTn id="7" dur="1000"/>
                                        <p:tgtEl>
                                          <p:spTgt spid="18029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left)">
                                      <p:cBhvr>
                                        <p:cTn id="12" dur="10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left)">
                                      <p:cBhvr>
                                        <p:cTn id="17" dur="10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wipe(left)">
                                      <p:cBhvr>
                                        <p:cTn id="22" dur="10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80248"/>
                                        </p:tgtEl>
                                        <p:attrNameLst>
                                          <p:attrName>style.visibility</p:attrName>
                                        </p:attrNameLst>
                                      </p:cBhvr>
                                      <p:to>
                                        <p:strVal val="visible"/>
                                      </p:to>
                                    </p:set>
                                    <p:animEffect transition="in" filter="wipe(left)">
                                      <p:cBhvr>
                                        <p:cTn id="27" dur="1000"/>
                                        <p:tgtEl>
                                          <p:spTgt spid="180248"/>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80265"/>
                                        </p:tgtEl>
                                        <p:attrNameLst>
                                          <p:attrName>style.visibility</p:attrName>
                                        </p:attrNameLst>
                                      </p:cBhvr>
                                      <p:to>
                                        <p:strVal val="visible"/>
                                      </p:to>
                                    </p:set>
                                    <p:animEffect transition="in" filter="wipe(left)">
                                      <p:cBhvr>
                                        <p:cTn id="32" dur="1000"/>
                                        <p:tgtEl>
                                          <p:spTgt spid="180265"/>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12"/>
                                        </p:tgtEl>
                                        <p:attrNameLst>
                                          <p:attrName>style.visibility</p:attrName>
                                        </p:attrNameLst>
                                      </p:cBhvr>
                                      <p:to>
                                        <p:strVal val="visible"/>
                                      </p:to>
                                    </p:set>
                                    <p:animEffect transition="in" filter="wipe(left)">
                                      <p:cBhvr>
                                        <p:cTn id="37" dur="1000"/>
                                        <p:tgtEl>
                                          <p:spTgt spid="12"/>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180247"/>
                                        </p:tgtEl>
                                        <p:attrNameLst>
                                          <p:attrName>style.visibility</p:attrName>
                                        </p:attrNameLst>
                                      </p:cBhvr>
                                      <p:to>
                                        <p:strVal val="visible"/>
                                      </p:to>
                                    </p:set>
                                    <p:animEffect transition="in" filter="wipe(left)">
                                      <p:cBhvr>
                                        <p:cTn id="42" dur="1000"/>
                                        <p:tgtEl>
                                          <p:spTgt spid="180247"/>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10"/>
                                        </p:tgtEl>
                                        <p:attrNameLst>
                                          <p:attrName>style.visibility</p:attrName>
                                        </p:attrNameLst>
                                      </p:cBhvr>
                                      <p:to>
                                        <p:strVal val="visible"/>
                                      </p:to>
                                    </p:set>
                                    <p:animEffect transition="in" filter="wipe(left)">
                                      <p:cBhvr>
                                        <p:cTn id="47" dur="1000"/>
                                        <p:tgtEl>
                                          <p:spTgt spid="10"/>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7"/>
                                        </p:tgtEl>
                                        <p:attrNameLst>
                                          <p:attrName>style.visibility</p:attrName>
                                        </p:attrNameLst>
                                      </p:cBhvr>
                                      <p:to>
                                        <p:strVal val="visible"/>
                                      </p:to>
                                    </p:set>
                                    <p:animEffect transition="in" filter="wipe(left)">
                                      <p:cBhvr>
                                        <p:cTn id="52" dur="1000"/>
                                        <p:tgtEl>
                                          <p:spTgt spid="7"/>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180258"/>
                                        </p:tgtEl>
                                        <p:attrNameLst>
                                          <p:attrName>style.visibility</p:attrName>
                                        </p:attrNameLst>
                                      </p:cBhvr>
                                      <p:to>
                                        <p:strVal val="visible"/>
                                      </p:to>
                                    </p:set>
                                    <p:animEffect transition="in" filter="wipe(left)">
                                      <p:cBhvr>
                                        <p:cTn id="57" dur="1000"/>
                                        <p:tgtEl>
                                          <p:spTgt spid="180258"/>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nodeType="clickEffect">
                                  <p:stCondLst>
                                    <p:cond delay="0"/>
                                  </p:stCondLst>
                                  <p:childTnLst>
                                    <p:set>
                                      <p:cBhvr>
                                        <p:cTn id="61" dur="1" fill="hold">
                                          <p:stCondLst>
                                            <p:cond delay="0"/>
                                          </p:stCondLst>
                                        </p:cTn>
                                        <p:tgtEl>
                                          <p:spTgt spid="180257"/>
                                        </p:tgtEl>
                                        <p:attrNameLst>
                                          <p:attrName>style.visibility</p:attrName>
                                        </p:attrNameLst>
                                      </p:cBhvr>
                                      <p:to>
                                        <p:strVal val="visible"/>
                                      </p:to>
                                    </p:set>
                                    <p:animEffect transition="in" filter="wipe(left)">
                                      <p:cBhvr>
                                        <p:cTn id="62" dur="1000"/>
                                        <p:tgtEl>
                                          <p:spTgt spid="180257"/>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180266"/>
                                        </p:tgtEl>
                                        <p:attrNameLst>
                                          <p:attrName>style.visibility</p:attrName>
                                        </p:attrNameLst>
                                      </p:cBhvr>
                                      <p:to>
                                        <p:strVal val="visible"/>
                                      </p:to>
                                    </p:set>
                                    <p:animEffect transition="in" filter="wipe(left)">
                                      <p:cBhvr>
                                        <p:cTn id="67" dur="1000"/>
                                        <p:tgtEl>
                                          <p:spTgt spid="180266"/>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nodeType="clickEffect">
                                  <p:stCondLst>
                                    <p:cond delay="0"/>
                                  </p:stCondLst>
                                  <p:childTnLst>
                                    <p:set>
                                      <p:cBhvr>
                                        <p:cTn id="71" dur="1" fill="hold">
                                          <p:stCondLst>
                                            <p:cond delay="0"/>
                                          </p:stCondLst>
                                        </p:cTn>
                                        <p:tgtEl>
                                          <p:spTgt spid="13"/>
                                        </p:tgtEl>
                                        <p:attrNameLst>
                                          <p:attrName>style.visibility</p:attrName>
                                        </p:attrNameLst>
                                      </p:cBhvr>
                                      <p:to>
                                        <p:strVal val="visible"/>
                                      </p:to>
                                    </p:set>
                                    <p:animEffect transition="in" filter="wipe(left)">
                                      <p:cBhvr>
                                        <p:cTn id="72" dur="1000"/>
                                        <p:tgtEl>
                                          <p:spTgt spid="13"/>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8" fill="hold" nodeType="clickEffect">
                                  <p:stCondLst>
                                    <p:cond delay="0"/>
                                  </p:stCondLst>
                                  <p:childTnLst>
                                    <p:set>
                                      <p:cBhvr>
                                        <p:cTn id="76" dur="1" fill="hold">
                                          <p:stCondLst>
                                            <p:cond delay="0"/>
                                          </p:stCondLst>
                                        </p:cTn>
                                        <p:tgtEl>
                                          <p:spTgt spid="9"/>
                                        </p:tgtEl>
                                        <p:attrNameLst>
                                          <p:attrName>style.visibility</p:attrName>
                                        </p:attrNameLst>
                                      </p:cBhvr>
                                      <p:to>
                                        <p:strVal val="visible"/>
                                      </p:to>
                                    </p:set>
                                    <p:animEffect transition="in" filter="wipe(left)">
                                      <p:cBhvr>
                                        <p:cTn id="77" dur="1000"/>
                                        <p:tgtEl>
                                          <p:spTgt spid="9"/>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2" fill="hold" nodeType="clickEffect">
                                  <p:stCondLst>
                                    <p:cond delay="0"/>
                                  </p:stCondLst>
                                  <p:childTnLst>
                                    <p:set>
                                      <p:cBhvr>
                                        <p:cTn id="81" dur="1" fill="hold">
                                          <p:stCondLst>
                                            <p:cond delay="0"/>
                                          </p:stCondLst>
                                        </p:cTn>
                                        <p:tgtEl>
                                          <p:spTgt spid="8"/>
                                        </p:tgtEl>
                                        <p:attrNameLst>
                                          <p:attrName>style.visibility</p:attrName>
                                        </p:attrNameLst>
                                      </p:cBhvr>
                                      <p:to>
                                        <p:strVal val="visible"/>
                                      </p:to>
                                    </p:set>
                                    <p:animEffect transition="in" filter="wipe(right)">
                                      <p:cBhvr>
                                        <p:cTn id="82" dur="1000"/>
                                        <p:tgtEl>
                                          <p:spTgt spid="8"/>
                                        </p:tgtEl>
                                      </p:cBhvr>
                                    </p:animEffect>
                                  </p:childTnLst>
                                </p:cTn>
                              </p:par>
                            </p:childTnLst>
                          </p:cTn>
                        </p:par>
                      </p:childTnLst>
                    </p:cTn>
                  </p:par>
                  <p:par>
                    <p:cTn id="83" fill="hold">
                      <p:stCondLst>
                        <p:cond delay="indefinite"/>
                      </p:stCondLst>
                      <p:childTnLst>
                        <p:par>
                          <p:cTn id="84" fill="hold">
                            <p:stCondLst>
                              <p:cond delay="0"/>
                            </p:stCondLst>
                            <p:childTnLst>
                              <p:par>
                                <p:cTn id="85" presetID="22" presetClass="entr" presetSubtype="2" fill="hold" grpId="0" nodeType="clickEffect">
                                  <p:stCondLst>
                                    <p:cond delay="0"/>
                                  </p:stCondLst>
                                  <p:childTnLst>
                                    <p:set>
                                      <p:cBhvr>
                                        <p:cTn id="86" dur="1" fill="hold">
                                          <p:stCondLst>
                                            <p:cond delay="0"/>
                                          </p:stCondLst>
                                        </p:cTn>
                                        <p:tgtEl>
                                          <p:spTgt spid="180253"/>
                                        </p:tgtEl>
                                        <p:attrNameLst>
                                          <p:attrName>style.visibility</p:attrName>
                                        </p:attrNameLst>
                                      </p:cBhvr>
                                      <p:to>
                                        <p:strVal val="visible"/>
                                      </p:to>
                                    </p:set>
                                    <p:animEffect transition="in" filter="wipe(right)">
                                      <p:cBhvr>
                                        <p:cTn id="87" dur="1000"/>
                                        <p:tgtEl>
                                          <p:spTgt spid="180253"/>
                                        </p:tgtEl>
                                      </p:cBhvr>
                                    </p:animEffect>
                                  </p:childTnLst>
                                </p:cTn>
                              </p:par>
                            </p:childTnLst>
                          </p:cTn>
                        </p:par>
                      </p:childTnLst>
                    </p:cTn>
                  </p:par>
                  <p:par>
                    <p:cTn id="88" fill="hold">
                      <p:stCondLst>
                        <p:cond delay="indefinite"/>
                      </p:stCondLst>
                      <p:childTnLst>
                        <p:par>
                          <p:cTn id="89" fill="hold">
                            <p:stCondLst>
                              <p:cond delay="0"/>
                            </p:stCondLst>
                            <p:childTnLst>
                              <p:par>
                                <p:cTn id="90" presetID="22" presetClass="entr" presetSubtype="8" fill="hold" nodeType="clickEffect">
                                  <p:stCondLst>
                                    <p:cond delay="0"/>
                                  </p:stCondLst>
                                  <p:childTnLst>
                                    <p:set>
                                      <p:cBhvr>
                                        <p:cTn id="91" dur="1" fill="hold">
                                          <p:stCondLst>
                                            <p:cond delay="0"/>
                                          </p:stCondLst>
                                        </p:cTn>
                                        <p:tgtEl>
                                          <p:spTgt spid="180252"/>
                                        </p:tgtEl>
                                        <p:attrNameLst>
                                          <p:attrName>style.visibility</p:attrName>
                                        </p:attrNameLst>
                                      </p:cBhvr>
                                      <p:to>
                                        <p:strVal val="visible"/>
                                      </p:to>
                                    </p:set>
                                    <p:animEffect transition="in" filter="wipe(left)">
                                      <p:cBhvr>
                                        <p:cTn id="92" dur="1000"/>
                                        <p:tgtEl>
                                          <p:spTgt spid="180252"/>
                                        </p:tgtEl>
                                      </p:cBhvr>
                                    </p:animEffect>
                                  </p:childTnLst>
                                </p:cTn>
                              </p:par>
                            </p:childTnLst>
                          </p:cTn>
                        </p:par>
                      </p:childTnLst>
                    </p:cTn>
                  </p:par>
                  <p:par>
                    <p:cTn id="93" fill="hold">
                      <p:stCondLst>
                        <p:cond delay="indefinite"/>
                      </p:stCondLst>
                      <p:childTnLst>
                        <p:par>
                          <p:cTn id="94" fill="hold">
                            <p:stCondLst>
                              <p:cond delay="0"/>
                            </p:stCondLst>
                            <p:childTnLst>
                              <p:par>
                                <p:cTn id="95" presetID="22" presetClass="entr" presetSubtype="2" fill="hold" grpId="0" nodeType="clickEffect">
                                  <p:stCondLst>
                                    <p:cond delay="0"/>
                                  </p:stCondLst>
                                  <p:childTnLst>
                                    <p:set>
                                      <p:cBhvr>
                                        <p:cTn id="96" dur="1" fill="hold">
                                          <p:stCondLst>
                                            <p:cond delay="0"/>
                                          </p:stCondLst>
                                        </p:cTn>
                                        <p:tgtEl>
                                          <p:spTgt spid="180267"/>
                                        </p:tgtEl>
                                        <p:attrNameLst>
                                          <p:attrName>style.visibility</p:attrName>
                                        </p:attrNameLst>
                                      </p:cBhvr>
                                      <p:to>
                                        <p:strVal val="visible"/>
                                      </p:to>
                                    </p:set>
                                    <p:animEffect transition="in" filter="wipe(right)">
                                      <p:cBhvr>
                                        <p:cTn id="97" dur="1000"/>
                                        <p:tgtEl>
                                          <p:spTgt spid="180267"/>
                                        </p:tgtEl>
                                      </p:cBhvr>
                                    </p:animEffect>
                                  </p:childTnLst>
                                </p:cTn>
                              </p:par>
                            </p:childTnLst>
                          </p:cTn>
                        </p:par>
                      </p:childTnLst>
                    </p:cTn>
                  </p:par>
                  <p:par>
                    <p:cTn id="98" fill="hold">
                      <p:stCondLst>
                        <p:cond delay="indefinite"/>
                      </p:stCondLst>
                      <p:childTnLst>
                        <p:par>
                          <p:cTn id="99" fill="hold">
                            <p:stCondLst>
                              <p:cond delay="0"/>
                            </p:stCondLst>
                            <p:childTnLst>
                              <p:par>
                                <p:cTn id="100" presetID="22" presetClass="entr" presetSubtype="8" fill="hold" nodeType="clickEffect">
                                  <p:stCondLst>
                                    <p:cond delay="0"/>
                                  </p:stCondLst>
                                  <p:childTnLst>
                                    <p:set>
                                      <p:cBhvr>
                                        <p:cTn id="101" dur="1" fill="hold">
                                          <p:stCondLst>
                                            <p:cond delay="0"/>
                                          </p:stCondLst>
                                        </p:cTn>
                                        <p:tgtEl>
                                          <p:spTgt spid="11"/>
                                        </p:tgtEl>
                                        <p:attrNameLst>
                                          <p:attrName>style.visibility</p:attrName>
                                        </p:attrNameLst>
                                      </p:cBhvr>
                                      <p:to>
                                        <p:strVal val="visible"/>
                                      </p:to>
                                    </p:set>
                                    <p:animEffect transition="in" filter="wipe(left)">
                                      <p:cBhvr>
                                        <p:cTn id="102" dur="1000"/>
                                        <p:tgtEl>
                                          <p:spTgt spid="11"/>
                                        </p:tgtEl>
                                      </p:cBhvr>
                                    </p:animEffect>
                                  </p:childTnLst>
                                </p:cTn>
                              </p:par>
                            </p:childTnLst>
                          </p:cTn>
                        </p:par>
                      </p:childTnLst>
                    </p:cTn>
                  </p:par>
                  <p:par>
                    <p:cTn id="103" fill="hold">
                      <p:stCondLst>
                        <p:cond delay="indefinite"/>
                      </p:stCondLst>
                      <p:childTnLst>
                        <p:par>
                          <p:cTn id="104" fill="hold">
                            <p:stCondLst>
                              <p:cond delay="0"/>
                            </p:stCondLst>
                            <p:childTnLst>
                              <p:par>
                                <p:cTn id="105" presetID="22" presetClass="entr" presetSubtype="8" fill="hold" nodeType="clickEffect">
                                  <p:stCondLst>
                                    <p:cond delay="0"/>
                                  </p:stCondLst>
                                  <p:childTnLst>
                                    <p:set>
                                      <p:cBhvr>
                                        <p:cTn id="106" dur="1" fill="hold">
                                          <p:stCondLst>
                                            <p:cond delay="0"/>
                                          </p:stCondLst>
                                        </p:cTn>
                                        <p:tgtEl>
                                          <p:spTgt spid="180296"/>
                                        </p:tgtEl>
                                        <p:attrNameLst>
                                          <p:attrName>style.visibility</p:attrName>
                                        </p:attrNameLst>
                                      </p:cBhvr>
                                      <p:to>
                                        <p:strVal val="visible"/>
                                      </p:to>
                                    </p:set>
                                    <p:animEffect transition="in" filter="wipe(left)">
                                      <p:cBhvr>
                                        <p:cTn id="107" dur="1000"/>
                                        <p:tgtEl>
                                          <p:spTgt spid="180296"/>
                                        </p:tgtEl>
                                      </p:cBhvr>
                                    </p:animEffect>
                                  </p:childTnLst>
                                </p:cTn>
                              </p:par>
                            </p:childTnLst>
                          </p:cTn>
                        </p:par>
                      </p:childTnLst>
                    </p:cTn>
                  </p:par>
                  <p:par>
                    <p:cTn id="108" fill="hold">
                      <p:stCondLst>
                        <p:cond delay="indefinite"/>
                      </p:stCondLst>
                      <p:childTnLst>
                        <p:par>
                          <p:cTn id="109" fill="hold">
                            <p:stCondLst>
                              <p:cond delay="0"/>
                            </p:stCondLst>
                            <p:childTnLst>
                              <p:par>
                                <p:cTn id="110" presetID="22" presetClass="entr" presetSubtype="8" fill="hold" grpId="0" nodeType="clickEffect">
                                  <p:stCondLst>
                                    <p:cond delay="0"/>
                                  </p:stCondLst>
                                  <p:childTnLst>
                                    <p:set>
                                      <p:cBhvr>
                                        <p:cTn id="111" dur="1" fill="hold">
                                          <p:stCondLst>
                                            <p:cond delay="0"/>
                                          </p:stCondLst>
                                        </p:cTn>
                                        <p:tgtEl>
                                          <p:spTgt spid="180293"/>
                                        </p:tgtEl>
                                        <p:attrNameLst>
                                          <p:attrName>style.visibility</p:attrName>
                                        </p:attrNameLst>
                                      </p:cBhvr>
                                      <p:to>
                                        <p:strVal val="visible"/>
                                      </p:to>
                                    </p:set>
                                    <p:animEffect transition="in" filter="wipe(left)">
                                      <p:cBhvr>
                                        <p:cTn id="112" dur="1000"/>
                                        <p:tgtEl>
                                          <p:spTgt spid="180293"/>
                                        </p:tgtEl>
                                      </p:cBhvr>
                                    </p:animEffect>
                                  </p:childTnLst>
                                </p:cTn>
                              </p:par>
                            </p:childTnLst>
                          </p:cTn>
                        </p:par>
                      </p:childTnLst>
                    </p:cTn>
                  </p:par>
                  <p:par>
                    <p:cTn id="113" fill="hold">
                      <p:stCondLst>
                        <p:cond delay="indefinite"/>
                      </p:stCondLst>
                      <p:childTnLst>
                        <p:par>
                          <p:cTn id="114" fill="hold">
                            <p:stCondLst>
                              <p:cond delay="0"/>
                            </p:stCondLst>
                            <p:childTnLst>
                              <p:par>
                                <p:cTn id="115" presetID="22" presetClass="entr" presetSubtype="8" fill="hold" nodeType="clickEffect">
                                  <p:stCondLst>
                                    <p:cond delay="0"/>
                                  </p:stCondLst>
                                  <p:childTnLst>
                                    <p:set>
                                      <p:cBhvr>
                                        <p:cTn id="116" dur="1" fill="hold">
                                          <p:stCondLst>
                                            <p:cond delay="0"/>
                                          </p:stCondLst>
                                        </p:cTn>
                                        <p:tgtEl>
                                          <p:spTgt spid="180298"/>
                                        </p:tgtEl>
                                        <p:attrNameLst>
                                          <p:attrName>style.visibility</p:attrName>
                                        </p:attrNameLst>
                                      </p:cBhvr>
                                      <p:to>
                                        <p:strVal val="visible"/>
                                      </p:to>
                                    </p:set>
                                    <p:animEffect transition="in" filter="wipe(left)">
                                      <p:cBhvr>
                                        <p:cTn id="117" dur="1000"/>
                                        <p:tgtEl>
                                          <p:spTgt spid="180298"/>
                                        </p:tgtEl>
                                      </p:cBhvr>
                                    </p:animEffect>
                                  </p:childTnLst>
                                </p:cTn>
                              </p:par>
                            </p:childTnLst>
                          </p:cTn>
                        </p:par>
                      </p:childTnLst>
                    </p:cTn>
                  </p:par>
                  <p:par>
                    <p:cTn id="118" fill="hold">
                      <p:stCondLst>
                        <p:cond delay="indefinite"/>
                      </p:stCondLst>
                      <p:childTnLst>
                        <p:par>
                          <p:cTn id="119" fill="hold">
                            <p:stCondLst>
                              <p:cond delay="0"/>
                            </p:stCondLst>
                            <p:childTnLst>
                              <p:par>
                                <p:cTn id="120" presetID="22" presetClass="entr" presetSubtype="8" fill="hold" nodeType="clickEffect">
                                  <p:stCondLst>
                                    <p:cond delay="0"/>
                                  </p:stCondLst>
                                  <p:childTnLst>
                                    <p:set>
                                      <p:cBhvr>
                                        <p:cTn id="121" dur="1" fill="hold">
                                          <p:stCondLst>
                                            <p:cond delay="0"/>
                                          </p:stCondLst>
                                        </p:cTn>
                                        <p:tgtEl>
                                          <p:spTgt spid="2"/>
                                        </p:tgtEl>
                                        <p:attrNameLst>
                                          <p:attrName>style.visibility</p:attrName>
                                        </p:attrNameLst>
                                      </p:cBhvr>
                                      <p:to>
                                        <p:strVal val="visible"/>
                                      </p:to>
                                    </p:set>
                                    <p:animEffect transition="in" filter="wipe(left)">
                                      <p:cBhvr>
                                        <p:cTn id="122" dur="1000"/>
                                        <p:tgtEl>
                                          <p:spTgt spid="2"/>
                                        </p:tgtEl>
                                      </p:cBhvr>
                                    </p:animEffect>
                                  </p:childTnLst>
                                </p:cTn>
                              </p:par>
                            </p:childTnLst>
                          </p:cTn>
                        </p:par>
                      </p:childTnLst>
                    </p:cTn>
                  </p:par>
                  <p:par>
                    <p:cTn id="123" fill="hold">
                      <p:stCondLst>
                        <p:cond delay="indefinite"/>
                      </p:stCondLst>
                      <p:childTnLst>
                        <p:par>
                          <p:cTn id="124" fill="hold">
                            <p:stCondLst>
                              <p:cond delay="0"/>
                            </p:stCondLst>
                            <p:childTnLst>
                              <p:par>
                                <p:cTn id="125" presetID="22" presetClass="entr" presetSubtype="8" fill="hold" nodeType="clickEffect">
                                  <p:stCondLst>
                                    <p:cond delay="0"/>
                                  </p:stCondLst>
                                  <p:childTnLst>
                                    <p:set>
                                      <p:cBhvr>
                                        <p:cTn id="126" dur="1" fill="hold">
                                          <p:stCondLst>
                                            <p:cond delay="0"/>
                                          </p:stCondLst>
                                        </p:cTn>
                                        <p:tgtEl>
                                          <p:spTgt spid="14"/>
                                        </p:tgtEl>
                                        <p:attrNameLst>
                                          <p:attrName>style.visibility</p:attrName>
                                        </p:attrNameLst>
                                      </p:cBhvr>
                                      <p:to>
                                        <p:strVal val="visible"/>
                                      </p:to>
                                    </p:set>
                                    <p:animEffect transition="in" filter="wipe(left)">
                                      <p:cBhvr>
                                        <p:cTn id="127" dur="1000"/>
                                        <p:tgtEl>
                                          <p:spTgt spid="14"/>
                                        </p:tgtEl>
                                      </p:cBhvr>
                                    </p:animEffect>
                                  </p:childTnLst>
                                </p:cTn>
                              </p:par>
                            </p:childTnLst>
                          </p:cTn>
                        </p:par>
                      </p:childTnLst>
                    </p:cTn>
                  </p:par>
                  <p:par>
                    <p:cTn id="128" fill="hold">
                      <p:stCondLst>
                        <p:cond delay="indefinite"/>
                      </p:stCondLst>
                      <p:childTnLst>
                        <p:par>
                          <p:cTn id="129" fill="hold">
                            <p:stCondLst>
                              <p:cond delay="0"/>
                            </p:stCondLst>
                            <p:childTnLst>
                              <p:par>
                                <p:cTn id="130" presetID="22" presetClass="entr" presetSubtype="1" fill="hold" nodeType="clickEffect">
                                  <p:stCondLst>
                                    <p:cond delay="0"/>
                                  </p:stCondLst>
                                  <p:childTnLst>
                                    <p:set>
                                      <p:cBhvr>
                                        <p:cTn id="131" dur="1" fill="hold">
                                          <p:stCondLst>
                                            <p:cond delay="0"/>
                                          </p:stCondLst>
                                        </p:cTn>
                                        <p:tgtEl>
                                          <p:spTgt spid="17"/>
                                        </p:tgtEl>
                                        <p:attrNameLst>
                                          <p:attrName>style.visibility</p:attrName>
                                        </p:attrNameLst>
                                      </p:cBhvr>
                                      <p:to>
                                        <p:strVal val="visible"/>
                                      </p:to>
                                    </p:set>
                                    <p:animEffect transition="in" filter="wipe(up)">
                                      <p:cBhvr>
                                        <p:cTn id="132" dur="1000"/>
                                        <p:tgtEl>
                                          <p:spTgt spid="17"/>
                                        </p:tgtEl>
                                      </p:cBhvr>
                                    </p:animEffect>
                                  </p:childTnLst>
                                </p:cTn>
                              </p:par>
                            </p:childTnLst>
                          </p:cTn>
                        </p:par>
                      </p:childTnLst>
                    </p:cTn>
                  </p:par>
                  <p:par>
                    <p:cTn id="133" fill="hold">
                      <p:stCondLst>
                        <p:cond delay="indefinite"/>
                      </p:stCondLst>
                      <p:childTnLst>
                        <p:par>
                          <p:cTn id="134" fill="hold">
                            <p:stCondLst>
                              <p:cond delay="0"/>
                            </p:stCondLst>
                            <p:childTnLst>
                              <p:par>
                                <p:cTn id="135" presetID="22" presetClass="entr" presetSubtype="8" fill="hold" grpId="0" nodeType="clickEffect">
                                  <p:stCondLst>
                                    <p:cond delay="0"/>
                                  </p:stCondLst>
                                  <p:childTnLst>
                                    <p:set>
                                      <p:cBhvr>
                                        <p:cTn id="136" dur="1" fill="hold">
                                          <p:stCondLst>
                                            <p:cond delay="0"/>
                                          </p:stCondLst>
                                        </p:cTn>
                                        <p:tgtEl>
                                          <p:spTgt spid="180286"/>
                                        </p:tgtEl>
                                        <p:attrNameLst>
                                          <p:attrName>style.visibility</p:attrName>
                                        </p:attrNameLst>
                                      </p:cBhvr>
                                      <p:to>
                                        <p:strVal val="visible"/>
                                      </p:to>
                                    </p:set>
                                    <p:animEffect transition="in" filter="wipe(left)">
                                      <p:cBhvr>
                                        <p:cTn id="137" dur="1000"/>
                                        <p:tgtEl>
                                          <p:spTgt spid="180286"/>
                                        </p:tgtEl>
                                      </p:cBhvr>
                                    </p:animEffect>
                                  </p:childTnLst>
                                </p:cTn>
                              </p:par>
                            </p:childTnLst>
                          </p:cTn>
                        </p:par>
                      </p:childTnLst>
                    </p:cTn>
                  </p:par>
                  <p:par>
                    <p:cTn id="138" fill="hold">
                      <p:stCondLst>
                        <p:cond delay="indefinite"/>
                      </p:stCondLst>
                      <p:childTnLst>
                        <p:par>
                          <p:cTn id="139" fill="hold">
                            <p:stCondLst>
                              <p:cond delay="0"/>
                            </p:stCondLst>
                            <p:childTnLst>
                              <p:par>
                                <p:cTn id="140" presetID="22" presetClass="entr" presetSubtype="8" fill="hold" nodeType="clickEffect">
                                  <p:stCondLst>
                                    <p:cond delay="0"/>
                                  </p:stCondLst>
                                  <p:childTnLst>
                                    <p:set>
                                      <p:cBhvr>
                                        <p:cTn id="141" dur="1" fill="hold">
                                          <p:stCondLst>
                                            <p:cond delay="0"/>
                                          </p:stCondLst>
                                        </p:cTn>
                                        <p:tgtEl>
                                          <p:spTgt spid="180299"/>
                                        </p:tgtEl>
                                        <p:attrNameLst>
                                          <p:attrName>style.visibility</p:attrName>
                                        </p:attrNameLst>
                                      </p:cBhvr>
                                      <p:to>
                                        <p:strVal val="visible"/>
                                      </p:to>
                                    </p:set>
                                    <p:animEffect transition="in" filter="wipe(left)">
                                      <p:cBhvr>
                                        <p:cTn id="142" dur="1000"/>
                                        <p:tgtEl>
                                          <p:spTgt spid="180299"/>
                                        </p:tgtEl>
                                      </p:cBhvr>
                                    </p:animEffect>
                                  </p:childTnLst>
                                </p:cTn>
                              </p:par>
                            </p:childTnLst>
                          </p:cTn>
                        </p:par>
                      </p:childTnLst>
                    </p:cTn>
                  </p:par>
                  <p:par>
                    <p:cTn id="143" fill="hold">
                      <p:stCondLst>
                        <p:cond delay="indefinite"/>
                      </p:stCondLst>
                      <p:childTnLst>
                        <p:par>
                          <p:cTn id="144" fill="hold">
                            <p:stCondLst>
                              <p:cond delay="0"/>
                            </p:stCondLst>
                            <p:childTnLst>
                              <p:par>
                                <p:cTn id="145" presetID="22" presetClass="entr" presetSubtype="8" fill="hold" grpId="0" nodeType="clickEffect">
                                  <p:stCondLst>
                                    <p:cond delay="0"/>
                                  </p:stCondLst>
                                  <p:childTnLst>
                                    <p:set>
                                      <p:cBhvr>
                                        <p:cTn id="146" dur="1" fill="hold">
                                          <p:stCondLst>
                                            <p:cond delay="0"/>
                                          </p:stCondLst>
                                        </p:cTn>
                                        <p:tgtEl>
                                          <p:spTgt spid="180287"/>
                                        </p:tgtEl>
                                        <p:attrNameLst>
                                          <p:attrName>style.visibility</p:attrName>
                                        </p:attrNameLst>
                                      </p:cBhvr>
                                      <p:to>
                                        <p:strVal val="visible"/>
                                      </p:to>
                                    </p:set>
                                    <p:animEffect transition="in" filter="wipe(left)">
                                      <p:cBhvr>
                                        <p:cTn id="147" dur="1000"/>
                                        <p:tgtEl>
                                          <p:spTgt spid="180287"/>
                                        </p:tgtEl>
                                      </p:cBhvr>
                                    </p:animEffect>
                                  </p:childTnLst>
                                </p:cTn>
                              </p:par>
                            </p:childTnLst>
                          </p:cTn>
                        </p:par>
                      </p:childTnLst>
                    </p:cTn>
                  </p:par>
                  <p:par>
                    <p:cTn id="148" fill="hold">
                      <p:stCondLst>
                        <p:cond delay="indefinite"/>
                      </p:stCondLst>
                      <p:childTnLst>
                        <p:par>
                          <p:cTn id="149" fill="hold">
                            <p:stCondLst>
                              <p:cond delay="0"/>
                            </p:stCondLst>
                            <p:childTnLst>
                              <p:par>
                                <p:cTn id="150" presetID="22" presetClass="entr" presetSubtype="8" fill="hold" nodeType="clickEffect">
                                  <p:stCondLst>
                                    <p:cond delay="0"/>
                                  </p:stCondLst>
                                  <p:childTnLst>
                                    <p:set>
                                      <p:cBhvr>
                                        <p:cTn id="151" dur="1" fill="hold">
                                          <p:stCondLst>
                                            <p:cond delay="0"/>
                                          </p:stCondLst>
                                        </p:cTn>
                                        <p:tgtEl>
                                          <p:spTgt spid="180300"/>
                                        </p:tgtEl>
                                        <p:attrNameLst>
                                          <p:attrName>style.visibility</p:attrName>
                                        </p:attrNameLst>
                                      </p:cBhvr>
                                      <p:to>
                                        <p:strVal val="visible"/>
                                      </p:to>
                                    </p:set>
                                    <p:animEffect transition="in" filter="wipe(left)">
                                      <p:cBhvr>
                                        <p:cTn id="152" dur="1000"/>
                                        <p:tgtEl>
                                          <p:spTgt spid="180300"/>
                                        </p:tgtEl>
                                      </p:cBhvr>
                                    </p:animEffect>
                                  </p:childTnLst>
                                </p:cTn>
                              </p:par>
                            </p:childTnLst>
                          </p:cTn>
                        </p:par>
                      </p:childTnLst>
                    </p:cTn>
                  </p:par>
                  <p:par>
                    <p:cTn id="153" fill="hold">
                      <p:stCondLst>
                        <p:cond delay="indefinite"/>
                      </p:stCondLst>
                      <p:childTnLst>
                        <p:par>
                          <p:cTn id="154" fill="hold">
                            <p:stCondLst>
                              <p:cond delay="0"/>
                            </p:stCondLst>
                            <p:childTnLst>
                              <p:par>
                                <p:cTn id="155" presetID="22" presetClass="entr" presetSubtype="8" fill="hold" grpId="0" nodeType="clickEffect">
                                  <p:stCondLst>
                                    <p:cond delay="0"/>
                                  </p:stCondLst>
                                  <p:childTnLst>
                                    <p:set>
                                      <p:cBhvr>
                                        <p:cTn id="156" dur="1" fill="hold">
                                          <p:stCondLst>
                                            <p:cond delay="0"/>
                                          </p:stCondLst>
                                        </p:cTn>
                                        <p:tgtEl>
                                          <p:spTgt spid="180291"/>
                                        </p:tgtEl>
                                        <p:attrNameLst>
                                          <p:attrName>style.visibility</p:attrName>
                                        </p:attrNameLst>
                                      </p:cBhvr>
                                      <p:to>
                                        <p:strVal val="visible"/>
                                      </p:to>
                                    </p:set>
                                    <p:animEffect transition="in" filter="wipe(left)">
                                      <p:cBhvr>
                                        <p:cTn id="157" dur="1000"/>
                                        <p:tgtEl>
                                          <p:spTgt spid="180291"/>
                                        </p:tgtEl>
                                      </p:cBhvr>
                                    </p:animEffect>
                                  </p:childTnLst>
                                </p:cTn>
                              </p:par>
                            </p:childTnLst>
                          </p:cTn>
                        </p:par>
                      </p:childTnLst>
                    </p:cTn>
                  </p:par>
                  <p:par>
                    <p:cTn id="158" fill="hold">
                      <p:stCondLst>
                        <p:cond delay="indefinite"/>
                      </p:stCondLst>
                      <p:childTnLst>
                        <p:par>
                          <p:cTn id="159" fill="hold">
                            <p:stCondLst>
                              <p:cond delay="0"/>
                            </p:stCondLst>
                            <p:childTnLst>
                              <p:par>
                                <p:cTn id="160" presetID="22" presetClass="entr" presetSubtype="8" fill="hold" nodeType="clickEffect">
                                  <p:stCondLst>
                                    <p:cond delay="0"/>
                                  </p:stCondLst>
                                  <p:childTnLst>
                                    <p:set>
                                      <p:cBhvr>
                                        <p:cTn id="161" dur="1" fill="hold">
                                          <p:stCondLst>
                                            <p:cond delay="0"/>
                                          </p:stCondLst>
                                        </p:cTn>
                                        <p:tgtEl>
                                          <p:spTgt spid="15"/>
                                        </p:tgtEl>
                                        <p:attrNameLst>
                                          <p:attrName>style.visibility</p:attrName>
                                        </p:attrNameLst>
                                      </p:cBhvr>
                                      <p:to>
                                        <p:strVal val="visible"/>
                                      </p:to>
                                    </p:set>
                                    <p:animEffect transition="in" filter="wipe(left)">
                                      <p:cBhvr>
                                        <p:cTn id="162" dur="1000"/>
                                        <p:tgtEl>
                                          <p:spTgt spid="15"/>
                                        </p:tgtEl>
                                      </p:cBhvr>
                                    </p:animEffect>
                                  </p:childTnLst>
                                </p:cTn>
                              </p:par>
                            </p:childTnLst>
                          </p:cTn>
                        </p:par>
                      </p:childTnLst>
                    </p:cTn>
                  </p:par>
                  <p:par>
                    <p:cTn id="163" fill="hold">
                      <p:stCondLst>
                        <p:cond delay="indefinite"/>
                      </p:stCondLst>
                      <p:childTnLst>
                        <p:par>
                          <p:cTn id="164" fill="hold">
                            <p:stCondLst>
                              <p:cond delay="0"/>
                            </p:stCondLst>
                            <p:childTnLst>
                              <p:par>
                                <p:cTn id="165" presetID="22" presetClass="entr" presetSubtype="8" fill="hold" grpId="0" nodeType="clickEffect">
                                  <p:stCondLst>
                                    <p:cond delay="0"/>
                                  </p:stCondLst>
                                  <p:childTnLst>
                                    <p:set>
                                      <p:cBhvr>
                                        <p:cTn id="166" dur="1" fill="hold">
                                          <p:stCondLst>
                                            <p:cond delay="0"/>
                                          </p:stCondLst>
                                        </p:cTn>
                                        <p:tgtEl>
                                          <p:spTgt spid="180292"/>
                                        </p:tgtEl>
                                        <p:attrNameLst>
                                          <p:attrName>style.visibility</p:attrName>
                                        </p:attrNameLst>
                                      </p:cBhvr>
                                      <p:to>
                                        <p:strVal val="visible"/>
                                      </p:to>
                                    </p:set>
                                    <p:animEffect transition="in" filter="wipe(left)">
                                      <p:cBhvr>
                                        <p:cTn id="167" dur="1000"/>
                                        <p:tgtEl>
                                          <p:spTgt spid="180292"/>
                                        </p:tgtEl>
                                      </p:cBhvr>
                                    </p:animEffect>
                                  </p:childTnLst>
                                </p:cTn>
                              </p:par>
                            </p:childTnLst>
                          </p:cTn>
                        </p:par>
                      </p:childTnLst>
                    </p:cTn>
                  </p:par>
                  <p:par>
                    <p:cTn id="168" fill="hold">
                      <p:stCondLst>
                        <p:cond delay="indefinite"/>
                      </p:stCondLst>
                      <p:childTnLst>
                        <p:par>
                          <p:cTn id="169" fill="hold">
                            <p:stCondLst>
                              <p:cond delay="0"/>
                            </p:stCondLst>
                            <p:childTnLst>
                              <p:par>
                                <p:cTn id="170" presetID="22" presetClass="entr" presetSubtype="8" fill="hold" nodeType="clickEffect">
                                  <p:stCondLst>
                                    <p:cond delay="0"/>
                                  </p:stCondLst>
                                  <p:childTnLst>
                                    <p:set>
                                      <p:cBhvr>
                                        <p:cTn id="171" dur="1" fill="hold">
                                          <p:stCondLst>
                                            <p:cond delay="0"/>
                                          </p:stCondLst>
                                        </p:cTn>
                                        <p:tgtEl>
                                          <p:spTgt spid="16"/>
                                        </p:tgtEl>
                                        <p:attrNameLst>
                                          <p:attrName>style.visibility</p:attrName>
                                        </p:attrNameLst>
                                      </p:cBhvr>
                                      <p:to>
                                        <p:strVal val="visible"/>
                                      </p:to>
                                    </p:set>
                                    <p:animEffect transition="in" filter="wipe(left)">
                                      <p:cBhvr>
                                        <p:cTn id="172" dur="1000"/>
                                        <p:tgtEl>
                                          <p:spTgt spid="16"/>
                                        </p:tgtEl>
                                      </p:cBhvr>
                                    </p:animEffect>
                                  </p:childTnLst>
                                </p:cTn>
                              </p:par>
                            </p:childTnLst>
                          </p:cTn>
                        </p:par>
                      </p:childTnLst>
                    </p:cTn>
                  </p:par>
                  <p:par>
                    <p:cTn id="173" fill="hold">
                      <p:stCondLst>
                        <p:cond delay="indefinite"/>
                      </p:stCondLst>
                      <p:childTnLst>
                        <p:par>
                          <p:cTn id="174" fill="hold">
                            <p:stCondLst>
                              <p:cond delay="0"/>
                            </p:stCondLst>
                            <p:childTnLst>
                              <p:par>
                                <p:cTn id="175" presetID="22" presetClass="entr" presetSubtype="8" fill="hold" grpId="0" nodeType="clickEffect">
                                  <p:stCondLst>
                                    <p:cond delay="0"/>
                                  </p:stCondLst>
                                  <p:childTnLst>
                                    <p:set>
                                      <p:cBhvr>
                                        <p:cTn id="176" dur="1" fill="hold">
                                          <p:stCondLst>
                                            <p:cond delay="0"/>
                                          </p:stCondLst>
                                        </p:cTn>
                                        <p:tgtEl>
                                          <p:spTgt spid="180294"/>
                                        </p:tgtEl>
                                        <p:attrNameLst>
                                          <p:attrName>style.visibility</p:attrName>
                                        </p:attrNameLst>
                                      </p:cBhvr>
                                      <p:to>
                                        <p:strVal val="visible"/>
                                      </p:to>
                                    </p:set>
                                    <p:animEffect transition="in" filter="wipe(left)">
                                      <p:cBhvr>
                                        <p:cTn id="177" dur="1000"/>
                                        <p:tgtEl>
                                          <p:spTgt spid="180294"/>
                                        </p:tgtEl>
                                      </p:cBhvr>
                                    </p:animEffect>
                                  </p:childTnLst>
                                </p:cTn>
                              </p:par>
                            </p:childTnLst>
                          </p:cTn>
                        </p:par>
                      </p:childTnLst>
                    </p:cTn>
                  </p:par>
                  <p:par>
                    <p:cTn id="178" fill="hold">
                      <p:stCondLst>
                        <p:cond delay="indefinite"/>
                      </p:stCondLst>
                      <p:childTnLst>
                        <p:par>
                          <p:cTn id="179" fill="hold">
                            <p:stCondLst>
                              <p:cond delay="0"/>
                            </p:stCondLst>
                            <p:childTnLst>
                              <p:par>
                                <p:cTn id="180" presetID="22" presetClass="entr" presetSubtype="8" fill="hold" nodeType="clickEffect">
                                  <p:stCondLst>
                                    <p:cond delay="0"/>
                                  </p:stCondLst>
                                  <p:childTnLst>
                                    <p:set>
                                      <p:cBhvr>
                                        <p:cTn id="181" dur="1" fill="hold">
                                          <p:stCondLst>
                                            <p:cond delay="0"/>
                                          </p:stCondLst>
                                        </p:cTn>
                                        <p:tgtEl>
                                          <p:spTgt spid="180297"/>
                                        </p:tgtEl>
                                        <p:attrNameLst>
                                          <p:attrName>style.visibility</p:attrName>
                                        </p:attrNameLst>
                                      </p:cBhvr>
                                      <p:to>
                                        <p:strVal val="visible"/>
                                      </p:to>
                                    </p:set>
                                    <p:animEffect transition="in" filter="wipe(left)">
                                      <p:cBhvr>
                                        <p:cTn id="182" dur="1000"/>
                                        <p:tgtEl>
                                          <p:spTgt spid="1802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0248" grpId="0" animBg="1"/>
      <p:bldP spid="180253" grpId="0" animBg="1"/>
      <p:bldP spid="180258" grpId="0" animBg="1"/>
      <p:bldP spid="180265" grpId="0" animBg="1"/>
      <p:bldP spid="180266" grpId="0" animBg="1"/>
      <p:bldP spid="180267" grpId="0" animBg="1"/>
      <p:bldP spid="180286" grpId="0" animBg="1"/>
      <p:bldP spid="180287" grpId="0" animBg="1"/>
      <p:bldP spid="180291" grpId="0" animBg="1"/>
      <p:bldP spid="180292" grpId="0" animBg="1"/>
      <p:bldP spid="180293" grpId="0"/>
      <p:bldP spid="180294" grpId="0"/>
      <p:bldP spid="180295"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p:cNvGrpSpPr>
          <p:nvPr/>
        </p:nvGrpSpPr>
        <p:grpSpPr bwMode="auto">
          <a:xfrm>
            <a:off x="5867400" y="0"/>
            <a:ext cx="2590800" cy="2636838"/>
            <a:chOff x="3696" y="0"/>
            <a:chExt cx="1632" cy="1661"/>
          </a:xfrm>
        </p:grpSpPr>
        <p:sp>
          <p:nvSpPr>
            <p:cNvPr id="27673" name="Line 3"/>
            <p:cNvSpPr>
              <a:spLocks noChangeShapeType="1"/>
            </p:cNvSpPr>
            <p:nvPr/>
          </p:nvSpPr>
          <p:spPr bwMode="auto">
            <a:xfrm flipH="1">
              <a:off x="4513" y="1247"/>
              <a:ext cx="1" cy="414"/>
            </a:xfrm>
            <a:prstGeom prst="line">
              <a:avLst/>
            </a:prstGeom>
            <a:noFill/>
            <a:ln w="57150">
              <a:solidFill>
                <a:srgbClr val="660033"/>
              </a:solidFill>
              <a:round/>
              <a:headEnd/>
              <a:tailEnd/>
            </a:ln>
          </p:spPr>
          <p:txBody>
            <a:bodyPr wrap="none" anchor="ctr"/>
            <a:lstStyle/>
            <a:p>
              <a:endParaRPr lang="zh-CN" altLang="en-US"/>
            </a:p>
          </p:txBody>
        </p:sp>
        <p:sp>
          <p:nvSpPr>
            <p:cNvPr id="27674" name="Freeform 4"/>
            <p:cNvSpPr>
              <a:spLocks/>
            </p:cNvSpPr>
            <p:nvPr/>
          </p:nvSpPr>
          <p:spPr bwMode="auto">
            <a:xfrm>
              <a:off x="3696" y="0"/>
              <a:ext cx="1632" cy="1660"/>
            </a:xfrm>
            <a:custGeom>
              <a:avLst/>
              <a:gdLst>
                <a:gd name="T0" fmla="*/ 870 w 1761"/>
                <a:gd name="T1" fmla="*/ 19 h 1074"/>
                <a:gd name="T2" fmla="*/ 286 w 1761"/>
                <a:gd name="T3" fmla="*/ 236 h 1074"/>
                <a:gd name="T4" fmla="*/ 13 w 1761"/>
                <a:gd name="T5" fmla="*/ 994 h 1074"/>
                <a:gd name="T6" fmla="*/ 208 w 1761"/>
                <a:gd name="T7" fmla="*/ 1971 h 1074"/>
                <a:gd name="T8" fmla="*/ 598 w 1761"/>
                <a:gd name="T9" fmla="*/ 2403 h 1074"/>
                <a:gd name="T10" fmla="*/ 908 w 1761"/>
                <a:gd name="T11" fmla="*/ 2295 h 1074"/>
                <a:gd name="T12" fmla="*/ 1221 w 1761"/>
                <a:gd name="T13" fmla="*/ 2510 h 1074"/>
                <a:gd name="T14" fmla="*/ 1454 w 1761"/>
                <a:gd name="T15" fmla="*/ 1971 h 1074"/>
                <a:gd name="T16" fmla="*/ 1415 w 1761"/>
                <a:gd name="T17" fmla="*/ 345 h 1074"/>
                <a:gd name="T18" fmla="*/ 870 w 1761"/>
                <a:gd name="T19" fmla="*/ 19 h 107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761"/>
                <a:gd name="T31" fmla="*/ 0 h 1074"/>
                <a:gd name="T32" fmla="*/ 1761 w 1761"/>
                <a:gd name="T33" fmla="*/ 1074 h 107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761" h="1074">
                  <a:moveTo>
                    <a:pt x="1013" y="8"/>
                  </a:moveTo>
                  <a:cubicBezTo>
                    <a:pt x="794" y="0"/>
                    <a:pt x="499" y="31"/>
                    <a:pt x="333" y="99"/>
                  </a:cubicBezTo>
                  <a:cubicBezTo>
                    <a:pt x="167" y="167"/>
                    <a:pt x="30" y="295"/>
                    <a:pt x="15" y="416"/>
                  </a:cubicBezTo>
                  <a:cubicBezTo>
                    <a:pt x="0" y="537"/>
                    <a:pt x="128" y="727"/>
                    <a:pt x="242" y="825"/>
                  </a:cubicBezTo>
                  <a:cubicBezTo>
                    <a:pt x="356" y="923"/>
                    <a:pt x="560" y="983"/>
                    <a:pt x="696" y="1006"/>
                  </a:cubicBezTo>
                  <a:cubicBezTo>
                    <a:pt x="832" y="1029"/>
                    <a:pt x="937" y="954"/>
                    <a:pt x="1058" y="961"/>
                  </a:cubicBezTo>
                  <a:cubicBezTo>
                    <a:pt x="1179" y="968"/>
                    <a:pt x="1315" y="1074"/>
                    <a:pt x="1421" y="1051"/>
                  </a:cubicBezTo>
                  <a:cubicBezTo>
                    <a:pt x="1527" y="1028"/>
                    <a:pt x="1655" y="976"/>
                    <a:pt x="1693" y="825"/>
                  </a:cubicBezTo>
                  <a:cubicBezTo>
                    <a:pt x="1731" y="674"/>
                    <a:pt x="1761" y="280"/>
                    <a:pt x="1648" y="144"/>
                  </a:cubicBezTo>
                  <a:cubicBezTo>
                    <a:pt x="1535" y="8"/>
                    <a:pt x="1232" y="16"/>
                    <a:pt x="1013" y="8"/>
                  </a:cubicBezTo>
                  <a:close/>
                </a:path>
              </a:pathLst>
            </a:custGeom>
            <a:solidFill>
              <a:srgbClr val="006699"/>
            </a:solidFill>
            <a:ln w="9525">
              <a:miter lim="800000"/>
              <a:headEnd/>
              <a:tailEnd/>
            </a:ln>
            <a:scene3d>
              <a:camera prst="legacyPerspectiveFront">
                <a:rot lat="17699993" lon="0" rev="0"/>
              </a:camera>
              <a:lightRig rig="legacyFlat1" dir="t"/>
            </a:scene3d>
            <a:sp3d extrusionH="201600" prstMaterial="legacyPlastic">
              <a:bevelT w="13500" h="13500" prst="angle"/>
              <a:bevelB w="13500" h="13500" prst="angle"/>
              <a:extrusionClr>
                <a:srgbClr val="006699"/>
              </a:extrusionClr>
            </a:sp3d>
          </p:spPr>
          <p:txBody>
            <a:bodyPr wrap="none" anchor="ctr">
              <a:flatTx/>
            </a:bodyPr>
            <a:lstStyle/>
            <a:p>
              <a:endParaRPr lang="zh-CN" altLang="en-US"/>
            </a:p>
          </p:txBody>
        </p:sp>
        <p:sp>
          <p:nvSpPr>
            <p:cNvPr id="27675" name="Oval 5"/>
            <p:cNvSpPr>
              <a:spLocks noChangeArrowheads="1"/>
            </p:cNvSpPr>
            <p:nvPr/>
          </p:nvSpPr>
          <p:spPr bwMode="auto">
            <a:xfrm>
              <a:off x="4467" y="770"/>
              <a:ext cx="90" cy="45"/>
            </a:xfrm>
            <a:prstGeom prst="ellipse">
              <a:avLst/>
            </a:prstGeom>
            <a:solidFill>
              <a:srgbClr val="FF0066"/>
            </a:solidFill>
            <a:ln w="9525">
              <a:solidFill>
                <a:srgbClr val="CC0000"/>
              </a:solidFill>
              <a:round/>
              <a:headEnd/>
              <a:tailEnd/>
            </a:ln>
          </p:spPr>
          <p:txBody>
            <a:bodyPr wrap="none" anchor="ctr"/>
            <a:lstStyle/>
            <a:p>
              <a:endParaRPr lang="zh-CN" altLang="en-US"/>
            </a:p>
          </p:txBody>
        </p:sp>
        <p:sp>
          <p:nvSpPr>
            <p:cNvPr id="27676" name="Line 6"/>
            <p:cNvSpPr>
              <a:spLocks noChangeShapeType="1"/>
            </p:cNvSpPr>
            <p:nvPr/>
          </p:nvSpPr>
          <p:spPr bwMode="auto">
            <a:xfrm>
              <a:off x="4512" y="799"/>
              <a:ext cx="318" cy="182"/>
            </a:xfrm>
            <a:prstGeom prst="line">
              <a:avLst/>
            </a:prstGeom>
            <a:noFill/>
            <a:ln w="9525">
              <a:solidFill>
                <a:srgbClr val="00FF00"/>
              </a:solidFill>
              <a:round/>
              <a:headEnd/>
              <a:tailEnd/>
            </a:ln>
          </p:spPr>
          <p:txBody>
            <a:bodyPr wrap="none" anchor="ctr"/>
            <a:lstStyle/>
            <a:p>
              <a:endParaRPr lang="zh-CN" altLang="en-US"/>
            </a:p>
          </p:txBody>
        </p:sp>
        <p:sp>
          <p:nvSpPr>
            <p:cNvPr id="27677" name="Oval 7"/>
            <p:cNvSpPr>
              <a:spLocks noChangeArrowheads="1"/>
            </p:cNvSpPr>
            <p:nvPr/>
          </p:nvSpPr>
          <p:spPr bwMode="auto">
            <a:xfrm>
              <a:off x="4013" y="572"/>
              <a:ext cx="998" cy="454"/>
            </a:xfrm>
            <a:prstGeom prst="ellipse">
              <a:avLst/>
            </a:prstGeom>
            <a:noFill/>
            <a:ln w="28575">
              <a:solidFill>
                <a:srgbClr val="FFFF00"/>
              </a:solidFill>
              <a:round/>
              <a:headEnd/>
              <a:tailEnd/>
            </a:ln>
          </p:spPr>
          <p:txBody>
            <a:bodyPr wrap="none" anchor="ctr"/>
            <a:lstStyle/>
            <a:p>
              <a:endParaRPr lang="zh-CN" altLang="en-US"/>
            </a:p>
          </p:txBody>
        </p:sp>
        <p:sp>
          <p:nvSpPr>
            <p:cNvPr id="27678" name="Oval 8"/>
            <p:cNvSpPr>
              <a:spLocks noChangeArrowheads="1"/>
            </p:cNvSpPr>
            <p:nvPr/>
          </p:nvSpPr>
          <p:spPr bwMode="auto">
            <a:xfrm>
              <a:off x="4784" y="935"/>
              <a:ext cx="91" cy="91"/>
            </a:xfrm>
            <a:prstGeom prst="ellipse">
              <a:avLst/>
            </a:prstGeom>
            <a:gradFill rotWithShape="1">
              <a:gsLst>
                <a:gs pos="0">
                  <a:srgbClr val="FFFF66"/>
                </a:gs>
                <a:gs pos="100000">
                  <a:srgbClr val="FF9966"/>
                </a:gs>
              </a:gsLst>
              <a:path path="shape">
                <a:fillToRect l="50000" t="50000" r="50000" b="50000"/>
              </a:path>
            </a:gradFill>
            <a:ln w="19050">
              <a:solidFill>
                <a:schemeClr val="tx1"/>
              </a:solidFill>
              <a:round/>
              <a:headEnd/>
              <a:tailEnd/>
            </a:ln>
          </p:spPr>
          <p:txBody>
            <a:bodyPr wrap="none" anchor="ctr"/>
            <a:lstStyle/>
            <a:p>
              <a:endParaRPr lang="zh-CN" altLang="en-US"/>
            </a:p>
          </p:txBody>
        </p:sp>
        <p:sp>
          <p:nvSpPr>
            <p:cNvPr id="27679" name="Text Box 9"/>
            <p:cNvSpPr txBox="1">
              <a:spLocks noChangeArrowheads="1"/>
            </p:cNvSpPr>
            <p:nvPr/>
          </p:nvSpPr>
          <p:spPr bwMode="auto">
            <a:xfrm>
              <a:off x="4619" y="604"/>
              <a:ext cx="255" cy="288"/>
            </a:xfrm>
            <a:prstGeom prst="rect">
              <a:avLst/>
            </a:prstGeom>
            <a:noFill/>
            <a:ln w="9525">
              <a:noFill/>
              <a:miter lim="800000"/>
              <a:headEnd/>
              <a:tailEnd/>
            </a:ln>
          </p:spPr>
          <p:txBody>
            <a:bodyPr wrap="none">
              <a:spAutoFit/>
            </a:bodyPr>
            <a:lstStyle/>
            <a:p>
              <a:pPr algn="ctr">
                <a:lnSpc>
                  <a:spcPct val="100000"/>
                </a:lnSpc>
                <a:spcBef>
                  <a:spcPct val="0"/>
                </a:spcBef>
              </a:pPr>
              <a:r>
                <a:rPr kumimoji="0" lang="en-US" altLang="zh-CN" sz="2400" i="1">
                  <a:solidFill>
                    <a:srgbClr val="00FF00"/>
                  </a:solidFill>
                  <a:ea typeface="宋体" pitchFamily="2" charset="-122"/>
                </a:rPr>
                <a:t>r</a:t>
              </a:r>
              <a:r>
                <a:rPr lang="en-US" altLang="zh-CN" sz="2400" i="1" baseline="-20000">
                  <a:solidFill>
                    <a:srgbClr val="00FF00"/>
                  </a:solidFill>
                  <a:ea typeface="宋体" pitchFamily="2" charset="-122"/>
                </a:rPr>
                <a:t>k</a:t>
              </a:r>
            </a:p>
          </p:txBody>
        </p:sp>
        <p:sp>
          <p:nvSpPr>
            <p:cNvPr id="27680" name="Line 10"/>
            <p:cNvSpPr>
              <a:spLocks noChangeShapeType="1"/>
            </p:cNvSpPr>
            <p:nvPr/>
          </p:nvSpPr>
          <p:spPr bwMode="auto">
            <a:xfrm flipV="1">
              <a:off x="4512" y="345"/>
              <a:ext cx="1" cy="426"/>
            </a:xfrm>
            <a:prstGeom prst="line">
              <a:avLst/>
            </a:prstGeom>
            <a:noFill/>
            <a:ln w="57150">
              <a:solidFill>
                <a:srgbClr val="660033"/>
              </a:solidFill>
              <a:round/>
              <a:headEnd/>
              <a:tailEnd type="triangle" w="med" len="med"/>
            </a:ln>
          </p:spPr>
          <p:txBody>
            <a:bodyPr wrap="none" anchor="ctr"/>
            <a:lstStyle/>
            <a:p>
              <a:endParaRPr lang="zh-CN" altLang="en-US"/>
            </a:p>
          </p:txBody>
        </p:sp>
      </p:grpSp>
      <p:sp>
        <p:nvSpPr>
          <p:cNvPr id="241675" name="Rectangle 11"/>
          <p:cNvSpPr>
            <a:spLocks noChangeArrowheads="1"/>
          </p:cNvSpPr>
          <p:nvPr/>
        </p:nvSpPr>
        <p:spPr bwMode="auto">
          <a:xfrm>
            <a:off x="6686550" y="5003800"/>
            <a:ext cx="1989138" cy="730250"/>
          </a:xfrm>
          <a:prstGeom prst="rect">
            <a:avLst/>
          </a:prstGeom>
          <a:solidFill>
            <a:srgbClr val="CCFFCC"/>
          </a:solidFill>
          <a:ln w="9525">
            <a:solidFill>
              <a:srgbClr val="00FF00">
                <a:alpha val="70195"/>
              </a:srgbClr>
            </a:solidFill>
            <a:miter lim="800000"/>
            <a:headEnd/>
            <a:tailEnd/>
          </a:ln>
        </p:spPr>
        <p:txBody>
          <a:bodyPr wrap="none" anchor="ctr"/>
          <a:lstStyle/>
          <a:p>
            <a:endParaRPr lang="zh-CN" altLang="en-US"/>
          </a:p>
        </p:txBody>
      </p:sp>
      <p:sp>
        <p:nvSpPr>
          <p:cNvPr id="241676" name="Text Box 12"/>
          <p:cNvSpPr txBox="1">
            <a:spLocks noChangeArrowheads="1"/>
          </p:cNvSpPr>
          <p:nvPr/>
        </p:nvSpPr>
        <p:spPr bwMode="auto">
          <a:xfrm>
            <a:off x="228600" y="530225"/>
            <a:ext cx="3551238" cy="512763"/>
          </a:xfrm>
          <a:prstGeom prst="rect">
            <a:avLst/>
          </a:prstGeom>
          <a:noFill/>
          <a:ln w="9525">
            <a:noFill/>
            <a:miter lim="800000"/>
            <a:headEnd/>
            <a:tailEnd/>
          </a:ln>
        </p:spPr>
        <p:txBody>
          <a:bodyPr>
            <a:spAutoFit/>
          </a:bodyPr>
          <a:lstStyle/>
          <a:p>
            <a:pPr eaLnBrk="0" hangingPunct="0">
              <a:lnSpc>
                <a:spcPct val="115000"/>
              </a:lnSpc>
              <a:spcBef>
                <a:spcPct val="0"/>
              </a:spcBef>
            </a:pPr>
            <a:r>
              <a:rPr lang="en-US" altLang="zh-CN" sz="2400">
                <a:solidFill>
                  <a:srgbClr val="0000FF"/>
                </a:solidFill>
                <a:ea typeface="宋体" pitchFamily="2" charset="-122"/>
              </a:rPr>
              <a:t>2.3.2  </a:t>
            </a:r>
            <a:r>
              <a:rPr kumimoji="0" lang="zh-CN" altLang="en-US" sz="2400">
                <a:solidFill>
                  <a:srgbClr val="0000FF"/>
                </a:solidFill>
                <a:ea typeface="宋体" pitchFamily="2" charset="-122"/>
              </a:rPr>
              <a:t>转动定律</a:t>
            </a:r>
          </a:p>
        </p:txBody>
      </p:sp>
      <p:graphicFrame>
        <p:nvGraphicFramePr>
          <p:cNvPr id="241677" name="Object 13"/>
          <p:cNvGraphicFramePr>
            <a:graphicFrameLocks noChangeAspect="1"/>
          </p:cNvGraphicFramePr>
          <p:nvPr/>
        </p:nvGraphicFramePr>
        <p:xfrm>
          <a:off x="2906713" y="1314450"/>
          <a:ext cx="1789112" cy="457200"/>
        </p:xfrm>
        <a:graphic>
          <a:graphicData uri="http://schemas.openxmlformats.org/presentationml/2006/ole">
            <p:oleObj spid="_x0000_s27650" name="公式" r:id="rId4" imgW="990360" imgH="253800" progId="Equation.3">
              <p:embed/>
            </p:oleObj>
          </a:graphicData>
        </a:graphic>
      </p:graphicFrame>
      <p:sp>
        <p:nvSpPr>
          <p:cNvPr id="241678" name="Text Box 14"/>
          <p:cNvSpPr txBox="1">
            <a:spLocks noChangeArrowheads="1"/>
          </p:cNvSpPr>
          <p:nvPr/>
        </p:nvSpPr>
        <p:spPr bwMode="auto">
          <a:xfrm>
            <a:off x="611188" y="1295400"/>
            <a:ext cx="2376487" cy="512763"/>
          </a:xfrm>
          <a:prstGeom prst="rect">
            <a:avLst/>
          </a:prstGeom>
          <a:noFill/>
          <a:ln w="9525">
            <a:noFill/>
            <a:miter lim="800000"/>
            <a:headEnd/>
            <a:tailEnd/>
          </a:ln>
        </p:spPr>
        <p:txBody>
          <a:bodyPr>
            <a:spAutoFit/>
          </a:bodyPr>
          <a:lstStyle/>
          <a:p>
            <a:pPr eaLnBrk="0" hangingPunct="0">
              <a:lnSpc>
                <a:spcPct val="115000"/>
              </a:lnSpc>
              <a:spcBef>
                <a:spcPct val="0"/>
              </a:spcBef>
            </a:pPr>
            <a:r>
              <a:rPr kumimoji="0" lang="zh-CN" altLang="en-US" sz="2400">
                <a:ea typeface="宋体" pitchFamily="2" charset="-122"/>
              </a:rPr>
              <a:t>第 </a:t>
            </a:r>
            <a:r>
              <a:rPr kumimoji="0" lang="en-US" altLang="zh-CN" sz="2400" i="1">
                <a:solidFill>
                  <a:srgbClr val="FF6600"/>
                </a:solidFill>
                <a:ea typeface="宋体" pitchFamily="2" charset="-122"/>
              </a:rPr>
              <a:t>k </a:t>
            </a:r>
            <a:r>
              <a:rPr kumimoji="0" lang="zh-CN" altLang="en-US" sz="2400">
                <a:ea typeface="宋体" pitchFamily="2" charset="-122"/>
              </a:rPr>
              <a:t>个质元</a:t>
            </a:r>
          </a:p>
        </p:txBody>
      </p:sp>
      <p:graphicFrame>
        <p:nvGraphicFramePr>
          <p:cNvPr id="241679" name="Object 15"/>
          <p:cNvGraphicFramePr>
            <a:graphicFrameLocks noChangeAspect="1"/>
          </p:cNvGraphicFramePr>
          <p:nvPr/>
        </p:nvGraphicFramePr>
        <p:xfrm>
          <a:off x="2862263" y="2162175"/>
          <a:ext cx="2030412" cy="411163"/>
        </p:xfrm>
        <a:graphic>
          <a:graphicData uri="http://schemas.openxmlformats.org/presentationml/2006/ole">
            <p:oleObj spid="_x0000_s27651" name="公式" r:id="rId5" imgW="1130040" imgH="228600" progId="Equation.3">
              <p:embed/>
            </p:oleObj>
          </a:graphicData>
        </a:graphic>
      </p:graphicFrame>
      <p:sp>
        <p:nvSpPr>
          <p:cNvPr id="241680" name="Text Box 16"/>
          <p:cNvSpPr txBox="1">
            <a:spLocks noChangeArrowheads="1"/>
          </p:cNvSpPr>
          <p:nvPr/>
        </p:nvSpPr>
        <p:spPr bwMode="auto">
          <a:xfrm>
            <a:off x="566738" y="2060575"/>
            <a:ext cx="2339975" cy="512763"/>
          </a:xfrm>
          <a:prstGeom prst="rect">
            <a:avLst/>
          </a:prstGeom>
          <a:noFill/>
          <a:ln w="9525">
            <a:noFill/>
            <a:miter lim="800000"/>
            <a:headEnd/>
            <a:tailEnd/>
          </a:ln>
        </p:spPr>
        <p:txBody>
          <a:bodyPr>
            <a:spAutoFit/>
          </a:bodyPr>
          <a:lstStyle/>
          <a:p>
            <a:pPr eaLnBrk="0" hangingPunct="0">
              <a:lnSpc>
                <a:spcPct val="115000"/>
              </a:lnSpc>
              <a:spcBef>
                <a:spcPct val="0"/>
              </a:spcBef>
            </a:pPr>
            <a:r>
              <a:rPr kumimoji="0" lang="zh-CN" altLang="en-US" sz="2400">
                <a:ea typeface="宋体" pitchFamily="2" charset="-122"/>
              </a:rPr>
              <a:t>切线方向</a:t>
            </a:r>
          </a:p>
        </p:txBody>
      </p:sp>
      <p:graphicFrame>
        <p:nvGraphicFramePr>
          <p:cNvPr id="241681" name="Object 17"/>
          <p:cNvGraphicFramePr>
            <a:graphicFrameLocks noChangeAspect="1"/>
          </p:cNvGraphicFramePr>
          <p:nvPr/>
        </p:nvGraphicFramePr>
        <p:xfrm>
          <a:off x="3762375" y="3017838"/>
          <a:ext cx="2616200" cy="409575"/>
        </p:xfrm>
        <a:graphic>
          <a:graphicData uri="http://schemas.openxmlformats.org/presentationml/2006/ole">
            <p:oleObj spid="_x0000_s27652" name="公式" r:id="rId6" imgW="1460160" imgH="228600" progId="Equation.3">
              <p:embed/>
            </p:oleObj>
          </a:graphicData>
        </a:graphic>
      </p:graphicFrame>
      <p:sp>
        <p:nvSpPr>
          <p:cNvPr id="241682" name="Text Box 18"/>
          <p:cNvSpPr txBox="1">
            <a:spLocks noChangeArrowheads="1"/>
          </p:cNvSpPr>
          <p:nvPr/>
        </p:nvSpPr>
        <p:spPr bwMode="auto">
          <a:xfrm>
            <a:off x="560388" y="2916238"/>
            <a:ext cx="3606800" cy="512762"/>
          </a:xfrm>
          <a:prstGeom prst="rect">
            <a:avLst/>
          </a:prstGeom>
          <a:noFill/>
          <a:ln w="9525">
            <a:noFill/>
            <a:miter lim="800000"/>
            <a:headEnd/>
            <a:tailEnd/>
          </a:ln>
        </p:spPr>
        <p:txBody>
          <a:bodyPr>
            <a:spAutoFit/>
          </a:bodyPr>
          <a:lstStyle/>
          <a:p>
            <a:pPr eaLnBrk="0" hangingPunct="0">
              <a:lnSpc>
                <a:spcPct val="115000"/>
              </a:lnSpc>
              <a:spcBef>
                <a:spcPct val="0"/>
              </a:spcBef>
            </a:pPr>
            <a:r>
              <a:rPr kumimoji="0" lang="zh-CN" altLang="en-US" sz="2400">
                <a:ea typeface="宋体" pitchFamily="2" charset="-122"/>
              </a:rPr>
              <a:t>在上式两边同乘以 </a:t>
            </a:r>
            <a:r>
              <a:rPr kumimoji="0" lang="en-US" altLang="zh-CN" sz="2400" i="1">
                <a:solidFill>
                  <a:srgbClr val="FF6600"/>
                </a:solidFill>
                <a:ea typeface="宋体" pitchFamily="2" charset="-122"/>
              </a:rPr>
              <a:t>r</a:t>
            </a:r>
            <a:r>
              <a:rPr lang="en-US" altLang="zh-CN" sz="2400" i="1" baseline="-20000">
                <a:solidFill>
                  <a:srgbClr val="FF6600"/>
                </a:solidFill>
                <a:ea typeface="宋体" pitchFamily="2" charset="-122"/>
              </a:rPr>
              <a:t>k</a:t>
            </a:r>
          </a:p>
        </p:txBody>
      </p:sp>
      <p:graphicFrame>
        <p:nvGraphicFramePr>
          <p:cNvPr id="241683" name="Object 19"/>
          <p:cNvGraphicFramePr>
            <a:graphicFrameLocks noChangeAspect="1"/>
          </p:cNvGraphicFramePr>
          <p:nvPr/>
        </p:nvGraphicFramePr>
        <p:xfrm>
          <a:off x="6351588" y="3017838"/>
          <a:ext cx="1624012" cy="411162"/>
        </p:xfrm>
        <a:graphic>
          <a:graphicData uri="http://schemas.openxmlformats.org/presentationml/2006/ole">
            <p:oleObj spid="_x0000_s27653" name="公式" r:id="rId7" imgW="812520" imgH="228600" progId="Equation.3">
              <p:embed/>
            </p:oleObj>
          </a:graphicData>
        </a:graphic>
      </p:graphicFrame>
      <p:sp>
        <p:nvSpPr>
          <p:cNvPr id="241684" name="Text Box 20"/>
          <p:cNvSpPr txBox="1">
            <a:spLocks noChangeArrowheads="1"/>
          </p:cNvSpPr>
          <p:nvPr/>
        </p:nvSpPr>
        <p:spPr bwMode="auto">
          <a:xfrm>
            <a:off x="566738" y="3771900"/>
            <a:ext cx="3513137" cy="512763"/>
          </a:xfrm>
          <a:prstGeom prst="rect">
            <a:avLst/>
          </a:prstGeom>
          <a:noFill/>
          <a:ln w="9525">
            <a:noFill/>
            <a:miter lim="800000"/>
            <a:headEnd/>
            <a:tailEnd/>
          </a:ln>
        </p:spPr>
        <p:txBody>
          <a:bodyPr>
            <a:spAutoFit/>
          </a:bodyPr>
          <a:lstStyle/>
          <a:p>
            <a:pPr eaLnBrk="0" hangingPunct="0">
              <a:lnSpc>
                <a:spcPct val="115000"/>
              </a:lnSpc>
              <a:spcBef>
                <a:spcPct val="0"/>
              </a:spcBef>
            </a:pPr>
            <a:r>
              <a:rPr kumimoji="0" lang="zh-CN" altLang="en-US" sz="2400">
                <a:ea typeface="宋体" pitchFamily="2" charset="-122"/>
              </a:rPr>
              <a:t>对所有质元求和</a:t>
            </a:r>
          </a:p>
        </p:txBody>
      </p:sp>
      <p:graphicFrame>
        <p:nvGraphicFramePr>
          <p:cNvPr id="241685" name="Object 21"/>
          <p:cNvGraphicFramePr>
            <a:graphicFrameLocks noChangeAspect="1"/>
          </p:cNvGraphicFramePr>
          <p:nvPr/>
        </p:nvGraphicFramePr>
        <p:xfrm>
          <a:off x="3408363" y="3825875"/>
          <a:ext cx="3948112" cy="503238"/>
        </p:xfrm>
        <a:graphic>
          <a:graphicData uri="http://schemas.openxmlformats.org/presentationml/2006/ole">
            <p:oleObj spid="_x0000_s27654" name="公式" r:id="rId8" imgW="2197080" imgH="279360" progId="Equation.3">
              <p:embed/>
            </p:oleObj>
          </a:graphicData>
        </a:graphic>
      </p:graphicFrame>
      <p:sp>
        <p:nvSpPr>
          <p:cNvPr id="241686" name="Line 22"/>
          <p:cNvSpPr>
            <a:spLocks noChangeShapeType="1"/>
          </p:cNvSpPr>
          <p:nvPr/>
        </p:nvSpPr>
        <p:spPr bwMode="auto">
          <a:xfrm rot="-822024" flipH="1" flipV="1">
            <a:off x="6875463" y="1368425"/>
            <a:ext cx="728662" cy="274638"/>
          </a:xfrm>
          <a:prstGeom prst="line">
            <a:avLst/>
          </a:prstGeom>
          <a:noFill/>
          <a:ln w="38100">
            <a:solidFill>
              <a:srgbClr val="00FFFF"/>
            </a:solidFill>
            <a:round/>
            <a:headEnd/>
            <a:tailEnd type="triangle" w="med" len="med"/>
          </a:ln>
        </p:spPr>
        <p:txBody>
          <a:bodyPr wrap="none" anchor="ctr"/>
          <a:lstStyle/>
          <a:p>
            <a:endParaRPr lang="zh-CN" altLang="en-US"/>
          </a:p>
        </p:txBody>
      </p:sp>
      <p:sp>
        <p:nvSpPr>
          <p:cNvPr id="241687" name="Text Box 23"/>
          <p:cNvSpPr txBox="1">
            <a:spLocks noChangeArrowheads="1"/>
          </p:cNvSpPr>
          <p:nvPr/>
        </p:nvSpPr>
        <p:spPr bwMode="auto">
          <a:xfrm>
            <a:off x="6551613" y="992188"/>
            <a:ext cx="503237" cy="457200"/>
          </a:xfrm>
          <a:prstGeom prst="rect">
            <a:avLst/>
          </a:prstGeom>
          <a:noFill/>
          <a:ln w="9525">
            <a:noFill/>
            <a:miter lim="800000"/>
            <a:headEnd/>
            <a:tailEnd/>
          </a:ln>
        </p:spPr>
        <p:txBody>
          <a:bodyPr>
            <a:spAutoFit/>
          </a:bodyPr>
          <a:lstStyle/>
          <a:p>
            <a:pPr algn="ctr">
              <a:lnSpc>
                <a:spcPct val="100000"/>
              </a:lnSpc>
              <a:spcBef>
                <a:spcPct val="0"/>
              </a:spcBef>
            </a:pPr>
            <a:r>
              <a:rPr lang="en-US" altLang="zh-CN" sz="2400" i="1">
                <a:solidFill>
                  <a:srgbClr val="00FFFF"/>
                </a:solidFill>
                <a:ea typeface="宋体" pitchFamily="2" charset="-122"/>
              </a:rPr>
              <a:t>f</a:t>
            </a:r>
            <a:r>
              <a:rPr lang="en-US" altLang="zh-CN" sz="2400" i="1" baseline="-25000">
                <a:solidFill>
                  <a:srgbClr val="00FFFF"/>
                </a:solidFill>
                <a:ea typeface="宋体" pitchFamily="2" charset="-122"/>
              </a:rPr>
              <a:t>k</a:t>
            </a:r>
          </a:p>
        </p:txBody>
      </p:sp>
      <p:sp>
        <p:nvSpPr>
          <p:cNvPr id="241688" name="AutoShape 24"/>
          <p:cNvSpPr>
            <a:spLocks noChangeArrowheads="1"/>
          </p:cNvSpPr>
          <p:nvPr/>
        </p:nvSpPr>
        <p:spPr bwMode="auto">
          <a:xfrm>
            <a:off x="3267075" y="4464050"/>
            <a:ext cx="2266950" cy="360363"/>
          </a:xfrm>
          <a:prstGeom prst="wedgeRectCallout">
            <a:avLst>
              <a:gd name="adj1" fmla="val 39144"/>
              <a:gd name="adj2" fmla="val -101542"/>
            </a:avLst>
          </a:prstGeom>
          <a:solidFill>
            <a:srgbClr val="CCFFFF"/>
          </a:solidFill>
          <a:ln w="9525">
            <a:solidFill>
              <a:srgbClr val="00FFFF"/>
            </a:solidFill>
            <a:miter lim="800000"/>
            <a:headEnd/>
            <a:tailEnd/>
          </a:ln>
        </p:spPr>
        <p:txBody>
          <a:bodyPr anchor="ctr"/>
          <a:lstStyle/>
          <a:p>
            <a:pPr algn="ctr">
              <a:lnSpc>
                <a:spcPct val="100000"/>
              </a:lnSpc>
              <a:spcBef>
                <a:spcPct val="0"/>
              </a:spcBef>
            </a:pPr>
            <a:r>
              <a:rPr lang="zh-CN" altLang="en-US" sz="2400">
                <a:ea typeface="宋体" pitchFamily="2" charset="-122"/>
              </a:rPr>
              <a:t>内力矩之和为</a:t>
            </a:r>
            <a:r>
              <a:rPr lang="en-US" altLang="zh-CN" sz="2400">
                <a:ea typeface="宋体" pitchFamily="2" charset="-122"/>
              </a:rPr>
              <a:t>0</a:t>
            </a:r>
          </a:p>
        </p:txBody>
      </p:sp>
      <p:sp>
        <p:nvSpPr>
          <p:cNvPr id="241689" name="AutoShape 25"/>
          <p:cNvSpPr>
            <a:spLocks noChangeArrowheads="1"/>
          </p:cNvSpPr>
          <p:nvPr/>
        </p:nvSpPr>
        <p:spPr bwMode="auto">
          <a:xfrm>
            <a:off x="6254750" y="4465638"/>
            <a:ext cx="1655763" cy="358775"/>
          </a:xfrm>
          <a:prstGeom prst="wedgeRectCallout">
            <a:avLst>
              <a:gd name="adj1" fmla="val -36384"/>
              <a:gd name="adj2" fmla="val -117699"/>
            </a:avLst>
          </a:prstGeom>
          <a:solidFill>
            <a:srgbClr val="CCFFFF"/>
          </a:solidFill>
          <a:ln w="9525">
            <a:solidFill>
              <a:srgbClr val="00FFFF"/>
            </a:solidFill>
            <a:miter lim="800000"/>
            <a:headEnd/>
            <a:tailEnd/>
          </a:ln>
        </p:spPr>
        <p:txBody>
          <a:bodyPr anchor="ctr"/>
          <a:lstStyle/>
          <a:p>
            <a:pPr algn="ctr">
              <a:lnSpc>
                <a:spcPct val="100000"/>
              </a:lnSpc>
              <a:spcBef>
                <a:spcPct val="0"/>
              </a:spcBef>
            </a:pPr>
            <a:endParaRPr kumimoji="0" lang="en-US" altLang="zh-CN" sz="2400">
              <a:solidFill>
                <a:srgbClr val="FF6600"/>
              </a:solidFill>
              <a:ea typeface="宋体" pitchFamily="2" charset="-122"/>
            </a:endParaRPr>
          </a:p>
          <a:p>
            <a:pPr algn="ctr">
              <a:lnSpc>
                <a:spcPct val="100000"/>
              </a:lnSpc>
              <a:spcBef>
                <a:spcPct val="0"/>
              </a:spcBef>
            </a:pPr>
            <a:r>
              <a:rPr kumimoji="0" lang="zh-CN" altLang="en-US" sz="2400">
                <a:ea typeface="宋体" pitchFamily="2" charset="-122"/>
              </a:rPr>
              <a:t>转动惯量 </a:t>
            </a:r>
            <a:r>
              <a:rPr kumimoji="0" lang="en-US" altLang="zh-CN" sz="2400" i="1">
                <a:ea typeface="宋体" pitchFamily="2" charset="-122"/>
              </a:rPr>
              <a:t>J</a:t>
            </a:r>
          </a:p>
          <a:p>
            <a:pPr algn="ctr">
              <a:lnSpc>
                <a:spcPct val="100000"/>
              </a:lnSpc>
              <a:spcBef>
                <a:spcPct val="0"/>
              </a:spcBef>
            </a:pPr>
            <a:endParaRPr lang="en-US" altLang="zh-CN" sz="2400">
              <a:ea typeface="宋体" pitchFamily="2" charset="-122"/>
            </a:endParaRPr>
          </a:p>
        </p:txBody>
      </p:sp>
      <p:sp>
        <p:nvSpPr>
          <p:cNvPr id="241690" name="Line 26"/>
          <p:cNvSpPr>
            <a:spLocks noChangeShapeType="1"/>
          </p:cNvSpPr>
          <p:nvPr/>
        </p:nvSpPr>
        <p:spPr bwMode="auto">
          <a:xfrm flipV="1">
            <a:off x="7680325" y="1366838"/>
            <a:ext cx="1077913" cy="169862"/>
          </a:xfrm>
          <a:prstGeom prst="line">
            <a:avLst/>
          </a:prstGeom>
          <a:noFill/>
          <a:ln w="38100">
            <a:solidFill>
              <a:srgbClr val="FF0000"/>
            </a:solidFill>
            <a:round/>
            <a:headEnd/>
            <a:tailEnd type="triangle" w="med" len="med"/>
          </a:ln>
        </p:spPr>
        <p:txBody>
          <a:bodyPr wrap="none" anchor="ctr"/>
          <a:lstStyle/>
          <a:p>
            <a:endParaRPr lang="zh-CN" altLang="en-US"/>
          </a:p>
        </p:txBody>
      </p:sp>
      <p:graphicFrame>
        <p:nvGraphicFramePr>
          <p:cNvPr id="241691" name="Object 27"/>
          <p:cNvGraphicFramePr>
            <a:graphicFrameLocks noGrp="1" noChangeAspect="1"/>
          </p:cNvGraphicFramePr>
          <p:nvPr>
            <p:ph idx="4294967295"/>
          </p:nvPr>
        </p:nvGraphicFramePr>
        <p:xfrm>
          <a:off x="8777288" y="973138"/>
          <a:ext cx="366712" cy="434975"/>
        </p:xfrm>
        <a:graphic>
          <a:graphicData uri="http://schemas.openxmlformats.org/presentationml/2006/ole">
            <p:oleObj spid="_x0000_s27655" name="公式" r:id="rId9" imgW="203040" imgH="241200" progId="Equation.3">
              <p:embed/>
            </p:oleObj>
          </a:graphicData>
        </a:graphic>
      </p:graphicFrame>
      <p:graphicFrame>
        <p:nvGraphicFramePr>
          <p:cNvPr id="241692" name="Object 28"/>
          <p:cNvGraphicFramePr>
            <a:graphicFrameLocks noChangeAspect="1"/>
          </p:cNvGraphicFramePr>
          <p:nvPr/>
        </p:nvGraphicFramePr>
        <p:xfrm>
          <a:off x="6719888" y="5013325"/>
          <a:ext cx="1884362" cy="733425"/>
        </p:xfrm>
        <a:graphic>
          <a:graphicData uri="http://schemas.openxmlformats.org/presentationml/2006/ole">
            <p:oleObj spid="_x0000_s27656" name="公式" r:id="rId10" imgW="1054080" imgH="406080" progId="Equation.3">
              <p:embed/>
            </p:oleObj>
          </a:graphicData>
        </a:graphic>
      </p:graphicFrame>
      <p:sp>
        <p:nvSpPr>
          <p:cNvPr id="241693" name="Text Box 29"/>
          <p:cNvSpPr txBox="1">
            <a:spLocks noChangeArrowheads="1"/>
          </p:cNvSpPr>
          <p:nvPr/>
        </p:nvSpPr>
        <p:spPr bwMode="auto">
          <a:xfrm>
            <a:off x="476250" y="5084763"/>
            <a:ext cx="6840538" cy="457200"/>
          </a:xfrm>
          <a:prstGeom prst="rect">
            <a:avLst/>
          </a:prstGeom>
          <a:noFill/>
          <a:ln w="9525">
            <a:noFill/>
            <a:miter lim="800000"/>
            <a:headEnd/>
            <a:tailEnd/>
          </a:ln>
        </p:spPr>
        <p:txBody>
          <a:bodyPr>
            <a:spAutoFit/>
          </a:bodyPr>
          <a:lstStyle/>
          <a:p>
            <a:pPr eaLnBrk="0" hangingPunct="0">
              <a:lnSpc>
                <a:spcPct val="100000"/>
              </a:lnSpc>
              <a:spcBef>
                <a:spcPct val="0"/>
              </a:spcBef>
            </a:pPr>
            <a:r>
              <a:rPr kumimoji="0" lang="zh-CN" altLang="en-US" sz="2400">
                <a:solidFill>
                  <a:schemeClr val="tx2"/>
                </a:solidFill>
                <a:ea typeface="宋体" pitchFamily="2" charset="-122"/>
              </a:rPr>
              <a:t>刚体绕定轴转动微分方程</a:t>
            </a:r>
            <a:r>
              <a:rPr kumimoji="0" lang="zh-CN" altLang="en-US" sz="2400">
                <a:solidFill>
                  <a:srgbClr val="CC0000"/>
                </a:solidFill>
                <a:ea typeface="宋体" pitchFamily="2" charset="-122"/>
              </a:rPr>
              <a:t>（刚体的转动定律）</a:t>
            </a:r>
          </a:p>
        </p:txBody>
      </p:sp>
      <p:sp>
        <p:nvSpPr>
          <p:cNvPr id="241694" name="Text Box 30"/>
          <p:cNvSpPr txBox="1">
            <a:spLocks noChangeArrowheads="1"/>
          </p:cNvSpPr>
          <p:nvPr/>
        </p:nvSpPr>
        <p:spPr bwMode="auto">
          <a:xfrm>
            <a:off x="471488" y="5851525"/>
            <a:ext cx="3290887" cy="457200"/>
          </a:xfrm>
          <a:prstGeom prst="rect">
            <a:avLst/>
          </a:prstGeom>
          <a:noFill/>
          <a:ln w="9525">
            <a:noFill/>
            <a:miter lim="800000"/>
            <a:headEnd/>
            <a:tailEnd/>
          </a:ln>
        </p:spPr>
        <p:txBody>
          <a:bodyPr>
            <a:spAutoFit/>
          </a:bodyPr>
          <a:lstStyle/>
          <a:p>
            <a:pPr eaLnBrk="0" hangingPunct="0">
              <a:lnSpc>
                <a:spcPct val="100000"/>
              </a:lnSpc>
              <a:spcBef>
                <a:spcPct val="0"/>
              </a:spcBef>
              <a:buClr>
                <a:srgbClr val="CC0000"/>
              </a:buClr>
              <a:buFont typeface="Wingdings" pitchFamily="2" charset="2"/>
              <a:buNone/>
            </a:pPr>
            <a:r>
              <a:rPr kumimoji="0" lang="zh-CN" altLang="en-US" sz="2400">
                <a:solidFill>
                  <a:srgbClr val="FF6600"/>
                </a:solidFill>
                <a:ea typeface="宋体" pitchFamily="2" charset="-122"/>
              </a:rPr>
              <a:t>与牛顿第二定律比较</a:t>
            </a:r>
          </a:p>
        </p:txBody>
      </p:sp>
      <p:graphicFrame>
        <p:nvGraphicFramePr>
          <p:cNvPr id="241695" name="Object 31"/>
          <p:cNvGraphicFramePr>
            <a:graphicFrameLocks noChangeAspect="1"/>
          </p:cNvGraphicFramePr>
          <p:nvPr/>
        </p:nvGraphicFramePr>
        <p:xfrm>
          <a:off x="3854450" y="5949950"/>
          <a:ext cx="2755900" cy="366713"/>
        </p:xfrm>
        <a:graphic>
          <a:graphicData uri="http://schemas.openxmlformats.org/presentationml/2006/ole">
            <p:oleObj spid="_x0000_s27657" name="公式" r:id="rId11" imgW="1523880" imgH="203040" progId="Equation.3">
              <p:embed/>
            </p:oleObj>
          </a:graphicData>
        </a:graphic>
      </p:graphicFrame>
      <p:sp>
        <p:nvSpPr>
          <p:cNvPr id="241696" name="AutoShape 32"/>
          <p:cNvSpPr>
            <a:spLocks noChangeArrowheads="1"/>
          </p:cNvSpPr>
          <p:nvPr/>
        </p:nvSpPr>
        <p:spPr bwMode="auto">
          <a:xfrm>
            <a:off x="206375" y="5768975"/>
            <a:ext cx="360363" cy="576263"/>
          </a:xfrm>
          <a:prstGeom prst="star4">
            <a:avLst>
              <a:gd name="adj" fmla="val 18519"/>
            </a:avLst>
          </a:prstGeom>
          <a:gradFill rotWithShape="1">
            <a:gsLst>
              <a:gs pos="0">
                <a:srgbClr val="FF9900"/>
              </a:gs>
              <a:gs pos="100000">
                <a:srgbClr val="764700"/>
              </a:gs>
            </a:gsLst>
            <a:path path="shape">
              <a:fillToRect l="50000" t="50000" r="50000" b="50000"/>
            </a:path>
          </a:gradFill>
          <a:ln w="9525">
            <a:noFill/>
            <a:miter lim="800000"/>
            <a:headEnd/>
            <a:tailEnd/>
          </a:ln>
        </p:spPr>
        <p:txBody>
          <a:bodyPr wrap="none" anchor="ctr"/>
          <a:lstStyle/>
          <a:p>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41676"/>
                                        </p:tgtEl>
                                        <p:attrNameLst>
                                          <p:attrName>style.visibility</p:attrName>
                                        </p:attrNameLst>
                                      </p:cBhvr>
                                      <p:to>
                                        <p:strVal val="visible"/>
                                      </p:to>
                                    </p:set>
                                    <p:animEffect transition="in" filter="wipe(left)">
                                      <p:cBhvr>
                                        <p:cTn id="7" dur="500"/>
                                        <p:tgtEl>
                                          <p:spTgt spid="24167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241690"/>
                                        </p:tgtEl>
                                        <p:attrNameLst>
                                          <p:attrName>style.visibility</p:attrName>
                                        </p:attrNameLst>
                                      </p:cBhvr>
                                      <p:to>
                                        <p:strVal val="visible"/>
                                      </p:to>
                                    </p:set>
                                    <p:animEffect transition="in" filter="wipe(down)">
                                      <p:cBhvr>
                                        <p:cTn id="17" dur="500"/>
                                        <p:tgtEl>
                                          <p:spTgt spid="241690"/>
                                        </p:tgtEl>
                                      </p:cBhvr>
                                    </p:animEffect>
                                  </p:childTnLst>
                                </p:cTn>
                              </p:par>
                              <p:par>
                                <p:cTn id="18" presetID="22" presetClass="entr" presetSubtype="4" fill="hold" nodeType="withEffect">
                                  <p:stCondLst>
                                    <p:cond delay="0"/>
                                  </p:stCondLst>
                                  <p:childTnLst>
                                    <p:set>
                                      <p:cBhvr>
                                        <p:cTn id="19" dur="1" fill="hold">
                                          <p:stCondLst>
                                            <p:cond delay="0"/>
                                          </p:stCondLst>
                                        </p:cTn>
                                        <p:tgtEl>
                                          <p:spTgt spid="241691"/>
                                        </p:tgtEl>
                                        <p:attrNameLst>
                                          <p:attrName>style.visibility</p:attrName>
                                        </p:attrNameLst>
                                      </p:cBhvr>
                                      <p:to>
                                        <p:strVal val="visible"/>
                                      </p:to>
                                    </p:set>
                                    <p:animEffect transition="in" filter="wipe(down)">
                                      <p:cBhvr>
                                        <p:cTn id="20" dur="500"/>
                                        <p:tgtEl>
                                          <p:spTgt spid="241691"/>
                                        </p:tgtEl>
                                      </p:cBhvr>
                                    </p:animEffect>
                                  </p:childTnLst>
                                </p:cTn>
                              </p:par>
                              <p:par>
                                <p:cTn id="21" presetID="22" presetClass="entr" presetSubtype="4" fill="hold" grpId="0" nodeType="withEffect">
                                  <p:stCondLst>
                                    <p:cond delay="0"/>
                                  </p:stCondLst>
                                  <p:childTnLst>
                                    <p:set>
                                      <p:cBhvr>
                                        <p:cTn id="22" dur="1" fill="hold">
                                          <p:stCondLst>
                                            <p:cond delay="0"/>
                                          </p:stCondLst>
                                        </p:cTn>
                                        <p:tgtEl>
                                          <p:spTgt spid="241686"/>
                                        </p:tgtEl>
                                        <p:attrNameLst>
                                          <p:attrName>style.visibility</p:attrName>
                                        </p:attrNameLst>
                                      </p:cBhvr>
                                      <p:to>
                                        <p:strVal val="visible"/>
                                      </p:to>
                                    </p:set>
                                    <p:animEffect transition="in" filter="wipe(down)">
                                      <p:cBhvr>
                                        <p:cTn id="23" dur="500"/>
                                        <p:tgtEl>
                                          <p:spTgt spid="241686"/>
                                        </p:tgtEl>
                                      </p:cBhvr>
                                    </p:animEffect>
                                  </p:childTnLst>
                                </p:cTn>
                              </p:par>
                              <p:par>
                                <p:cTn id="24" presetID="22" presetClass="entr" presetSubtype="4" fill="hold" grpId="0" nodeType="withEffect">
                                  <p:stCondLst>
                                    <p:cond delay="0"/>
                                  </p:stCondLst>
                                  <p:childTnLst>
                                    <p:set>
                                      <p:cBhvr>
                                        <p:cTn id="25" dur="1" fill="hold">
                                          <p:stCondLst>
                                            <p:cond delay="0"/>
                                          </p:stCondLst>
                                        </p:cTn>
                                        <p:tgtEl>
                                          <p:spTgt spid="241687"/>
                                        </p:tgtEl>
                                        <p:attrNameLst>
                                          <p:attrName>style.visibility</p:attrName>
                                        </p:attrNameLst>
                                      </p:cBhvr>
                                      <p:to>
                                        <p:strVal val="visible"/>
                                      </p:to>
                                    </p:set>
                                    <p:animEffect transition="in" filter="wipe(down)">
                                      <p:cBhvr>
                                        <p:cTn id="26" dur="500"/>
                                        <p:tgtEl>
                                          <p:spTgt spid="241687"/>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241678"/>
                                        </p:tgtEl>
                                        <p:attrNameLst>
                                          <p:attrName>style.visibility</p:attrName>
                                        </p:attrNameLst>
                                      </p:cBhvr>
                                      <p:to>
                                        <p:strVal val="visible"/>
                                      </p:to>
                                    </p:set>
                                    <p:animEffect transition="in" filter="wipe(left)">
                                      <p:cBhvr>
                                        <p:cTn id="31" dur="500"/>
                                        <p:tgtEl>
                                          <p:spTgt spid="241678"/>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nodeType="clickEffect">
                                  <p:stCondLst>
                                    <p:cond delay="0"/>
                                  </p:stCondLst>
                                  <p:childTnLst>
                                    <p:set>
                                      <p:cBhvr>
                                        <p:cTn id="35" dur="1" fill="hold">
                                          <p:stCondLst>
                                            <p:cond delay="0"/>
                                          </p:stCondLst>
                                        </p:cTn>
                                        <p:tgtEl>
                                          <p:spTgt spid="241677"/>
                                        </p:tgtEl>
                                        <p:attrNameLst>
                                          <p:attrName>style.visibility</p:attrName>
                                        </p:attrNameLst>
                                      </p:cBhvr>
                                      <p:to>
                                        <p:strVal val="visible"/>
                                      </p:to>
                                    </p:set>
                                    <p:animEffect transition="in" filter="wipe(left)">
                                      <p:cBhvr>
                                        <p:cTn id="36" dur="500"/>
                                        <p:tgtEl>
                                          <p:spTgt spid="241677"/>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241680"/>
                                        </p:tgtEl>
                                        <p:attrNameLst>
                                          <p:attrName>style.visibility</p:attrName>
                                        </p:attrNameLst>
                                      </p:cBhvr>
                                      <p:to>
                                        <p:strVal val="visible"/>
                                      </p:to>
                                    </p:set>
                                    <p:animEffect transition="in" filter="wipe(left)">
                                      <p:cBhvr>
                                        <p:cTn id="41" dur="500"/>
                                        <p:tgtEl>
                                          <p:spTgt spid="241680"/>
                                        </p:tgtEl>
                                      </p:cBhvr>
                                    </p:animEffect>
                                  </p:childTnLst>
                                  <p:subTnLst>
                                    <p:audio>
                                      <p:cMediaNode mute="1">
                                        <p:cTn display="0" masterRel="sameClick">
                                          <p:stCondLst>
                                            <p:cond evt="begin" delay="0">
                                              <p:tn val="39"/>
                                            </p:cond>
                                          </p:stCondLst>
                                          <p:endCondLst>
                                            <p:cond evt="onStopAudio" delay="0">
                                              <p:tgtEl>
                                                <p:sldTgt/>
                                              </p:tgtEl>
                                            </p:cond>
                                          </p:endCondLst>
                                        </p:cTn>
                                        <p:tgtEl>
                                          <p:sndTgt r:embed="rId3" name="TYPE.WAV" builtIn="1"/>
                                        </p:tgtEl>
                                      </p:cMediaNode>
                                    </p:audio>
                                  </p:subTnLst>
                                </p:cTn>
                              </p:par>
                            </p:childTnLst>
                          </p:cTn>
                        </p:par>
                        <p:par>
                          <p:cTn id="42" fill="hold">
                            <p:stCondLst>
                              <p:cond delay="500"/>
                            </p:stCondLst>
                            <p:childTnLst>
                              <p:par>
                                <p:cTn id="43" presetID="22" presetClass="entr" presetSubtype="8" fill="hold" nodeType="afterEffect">
                                  <p:stCondLst>
                                    <p:cond delay="0"/>
                                  </p:stCondLst>
                                  <p:childTnLst>
                                    <p:set>
                                      <p:cBhvr>
                                        <p:cTn id="44" dur="1" fill="hold">
                                          <p:stCondLst>
                                            <p:cond delay="0"/>
                                          </p:stCondLst>
                                        </p:cTn>
                                        <p:tgtEl>
                                          <p:spTgt spid="241679"/>
                                        </p:tgtEl>
                                        <p:attrNameLst>
                                          <p:attrName>style.visibility</p:attrName>
                                        </p:attrNameLst>
                                      </p:cBhvr>
                                      <p:to>
                                        <p:strVal val="visible"/>
                                      </p:to>
                                    </p:set>
                                    <p:animEffect transition="in" filter="wipe(left)">
                                      <p:cBhvr>
                                        <p:cTn id="45" dur="500"/>
                                        <p:tgtEl>
                                          <p:spTgt spid="241679"/>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grpId="0" nodeType="clickEffect">
                                  <p:stCondLst>
                                    <p:cond delay="0"/>
                                  </p:stCondLst>
                                  <p:childTnLst>
                                    <p:set>
                                      <p:cBhvr>
                                        <p:cTn id="49" dur="1" fill="hold">
                                          <p:stCondLst>
                                            <p:cond delay="0"/>
                                          </p:stCondLst>
                                        </p:cTn>
                                        <p:tgtEl>
                                          <p:spTgt spid="241682"/>
                                        </p:tgtEl>
                                        <p:attrNameLst>
                                          <p:attrName>style.visibility</p:attrName>
                                        </p:attrNameLst>
                                      </p:cBhvr>
                                      <p:to>
                                        <p:strVal val="visible"/>
                                      </p:to>
                                    </p:set>
                                    <p:animEffect transition="in" filter="wipe(left)">
                                      <p:cBhvr>
                                        <p:cTn id="50" dur="500"/>
                                        <p:tgtEl>
                                          <p:spTgt spid="241682"/>
                                        </p:tgtEl>
                                      </p:cBhvr>
                                    </p:animEffect>
                                  </p:childTnLst>
                                </p:cTn>
                              </p:par>
                            </p:childTnLst>
                          </p:cTn>
                        </p:par>
                        <p:par>
                          <p:cTn id="51" fill="hold">
                            <p:stCondLst>
                              <p:cond delay="500"/>
                            </p:stCondLst>
                            <p:childTnLst>
                              <p:par>
                                <p:cTn id="52" presetID="22" presetClass="entr" presetSubtype="8" fill="hold" nodeType="afterEffect">
                                  <p:stCondLst>
                                    <p:cond delay="0"/>
                                  </p:stCondLst>
                                  <p:childTnLst>
                                    <p:set>
                                      <p:cBhvr>
                                        <p:cTn id="53" dur="1" fill="hold">
                                          <p:stCondLst>
                                            <p:cond delay="0"/>
                                          </p:stCondLst>
                                        </p:cTn>
                                        <p:tgtEl>
                                          <p:spTgt spid="241681"/>
                                        </p:tgtEl>
                                        <p:attrNameLst>
                                          <p:attrName>style.visibility</p:attrName>
                                        </p:attrNameLst>
                                      </p:cBhvr>
                                      <p:to>
                                        <p:strVal val="visible"/>
                                      </p:to>
                                    </p:set>
                                    <p:animEffect transition="in" filter="wipe(left)">
                                      <p:cBhvr>
                                        <p:cTn id="54" dur="500"/>
                                        <p:tgtEl>
                                          <p:spTgt spid="241681"/>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8" fill="hold" nodeType="clickEffect">
                                  <p:stCondLst>
                                    <p:cond delay="0"/>
                                  </p:stCondLst>
                                  <p:childTnLst>
                                    <p:set>
                                      <p:cBhvr>
                                        <p:cTn id="58" dur="1" fill="hold">
                                          <p:stCondLst>
                                            <p:cond delay="0"/>
                                          </p:stCondLst>
                                        </p:cTn>
                                        <p:tgtEl>
                                          <p:spTgt spid="241683"/>
                                        </p:tgtEl>
                                        <p:attrNameLst>
                                          <p:attrName>style.visibility</p:attrName>
                                        </p:attrNameLst>
                                      </p:cBhvr>
                                      <p:to>
                                        <p:strVal val="visible"/>
                                      </p:to>
                                    </p:set>
                                    <p:animEffect transition="in" filter="wipe(left)">
                                      <p:cBhvr>
                                        <p:cTn id="59" dur="500"/>
                                        <p:tgtEl>
                                          <p:spTgt spid="241683"/>
                                        </p:tgtEl>
                                      </p:cBhvr>
                                    </p:animEffect>
                                  </p:childTnLst>
                                </p:cTn>
                              </p:par>
                            </p:childTnLst>
                          </p:cTn>
                        </p:par>
                      </p:childTnLst>
                    </p:cTn>
                  </p:par>
                  <p:par>
                    <p:cTn id="60" fill="hold">
                      <p:stCondLst>
                        <p:cond delay="indefinite"/>
                      </p:stCondLst>
                      <p:childTnLst>
                        <p:par>
                          <p:cTn id="61" fill="hold">
                            <p:stCondLst>
                              <p:cond delay="0"/>
                            </p:stCondLst>
                            <p:childTnLst>
                              <p:par>
                                <p:cTn id="62" presetID="22" presetClass="entr" presetSubtype="8" fill="hold" grpId="0" nodeType="clickEffect">
                                  <p:stCondLst>
                                    <p:cond delay="0"/>
                                  </p:stCondLst>
                                  <p:childTnLst>
                                    <p:set>
                                      <p:cBhvr>
                                        <p:cTn id="63" dur="1" fill="hold">
                                          <p:stCondLst>
                                            <p:cond delay="0"/>
                                          </p:stCondLst>
                                        </p:cTn>
                                        <p:tgtEl>
                                          <p:spTgt spid="241684"/>
                                        </p:tgtEl>
                                        <p:attrNameLst>
                                          <p:attrName>style.visibility</p:attrName>
                                        </p:attrNameLst>
                                      </p:cBhvr>
                                      <p:to>
                                        <p:strVal val="visible"/>
                                      </p:to>
                                    </p:set>
                                    <p:animEffect transition="in" filter="wipe(left)">
                                      <p:cBhvr>
                                        <p:cTn id="64" dur="500"/>
                                        <p:tgtEl>
                                          <p:spTgt spid="241684"/>
                                        </p:tgtEl>
                                      </p:cBhvr>
                                    </p:animEffect>
                                  </p:childTnLst>
                                </p:cTn>
                              </p:par>
                            </p:childTnLst>
                          </p:cTn>
                        </p:par>
                        <p:par>
                          <p:cTn id="65" fill="hold">
                            <p:stCondLst>
                              <p:cond delay="500"/>
                            </p:stCondLst>
                            <p:childTnLst>
                              <p:par>
                                <p:cTn id="66" presetID="22" presetClass="entr" presetSubtype="8" fill="hold" nodeType="afterEffect">
                                  <p:stCondLst>
                                    <p:cond delay="0"/>
                                  </p:stCondLst>
                                  <p:childTnLst>
                                    <p:set>
                                      <p:cBhvr>
                                        <p:cTn id="67" dur="1" fill="hold">
                                          <p:stCondLst>
                                            <p:cond delay="0"/>
                                          </p:stCondLst>
                                        </p:cTn>
                                        <p:tgtEl>
                                          <p:spTgt spid="241685"/>
                                        </p:tgtEl>
                                        <p:attrNameLst>
                                          <p:attrName>style.visibility</p:attrName>
                                        </p:attrNameLst>
                                      </p:cBhvr>
                                      <p:to>
                                        <p:strVal val="visible"/>
                                      </p:to>
                                    </p:set>
                                    <p:animEffect transition="in" filter="wipe(left)">
                                      <p:cBhvr>
                                        <p:cTn id="68" dur="500"/>
                                        <p:tgtEl>
                                          <p:spTgt spid="241685"/>
                                        </p:tgtEl>
                                      </p:cBhvr>
                                    </p:animEffect>
                                  </p:childTnLst>
                                </p:cTn>
                              </p:par>
                            </p:childTnLst>
                          </p:cTn>
                        </p:par>
                      </p:childTnLst>
                    </p:cTn>
                  </p:par>
                  <p:par>
                    <p:cTn id="69" fill="hold">
                      <p:stCondLst>
                        <p:cond delay="indefinite"/>
                      </p:stCondLst>
                      <p:childTnLst>
                        <p:par>
                          <p:cTn id="70" fill="hold">
                            <p:stCondLst>
                              <p:cond delay="0"/>
                            </p:stCondLst>
                            <p:childTnLst>
                              <p:par>
                                <p:cTn id="71" presetID="18" presetClass="entr" presetSubtype="6" fill="hold" grpId="0" nodeType="clickEffect">
                                  <p:stCondLst>
                                    <p:cond delay="0"/>
                                  </p:stCondLst>
                                  <p:childTnLst>
                                    <p:set>
                                      <p:cBhvr>
                                        <p:cTn id="72" dur="1" fill="hold">
                                          <p:stCondLst>
                                            <p:cond delay="0"/>
                                          </p:stCondLst>
                                        </p:cTn>
                                        <p:tgtEl>
                                          <p:spTgt spid="241688"/>
                                        </p:tgtEl>
                                        <p:attrNameLst>
                                          <p:attrName>style.visibility</p:attrName>
                                        </p:attrNameLst>
                                      </p:cBhvr>
                                      <p:to>
                                        <p:strVal val="visible"/>
                                      </p:to>
                                    </p:set>
                                    <p:animEffect transition="in" filter="strips(downRight)">
                                      <p:cBhvr>
                                        <p:cTn id="73" dur="500"/>
                                        <p:tgtEl>
                                          <p:spTgt spid="241688"/>
                                        </p:tgtEl>
                                      </p:cBhvr>
                                    </p:animEffect>
                                  </p:childTnLst>
                                </p:cTn>
                              </p:par>
                            </p:childTnLst>
                          </p:cTn>
                        </p:par>
                      </p:childTnLst>
                    </p:cTn>
                  </p:par>
                  <p:par>
                    <p:cTn id="74" fill="hold">
                      <p:stCondLst>
                        <p:cond delay="indefinite"/>
                      </p:stCondLst>
                      <p:childTnLst>
                        <p:par>
                          <p:cTn id="75" fill="hold">
                            <p:stCondLst>
                              <p:cond delay="0"/>
                            </p:stCondLst>
                            <p:childTnLst>
                              <p:par>
                                <p:cTn id="76" presetID="22" presetClass="entr" presetSubtype="8" fill="hold" grpId="0" nodeType="clickEffect">
                                  <p:stCondLst>
                                    <p:cond delay="0"/>
                                  </p:stCondLst>
                                  <p:childTnLst>
                                    <p:set>
                                      <p:cBhvr>
                                        <p:cTn id="77" dur="1" fill="hold">
                                          <p:stCondLst>
                                            <p:cond delay="0"/>
                                          </p:stCondLst>
                                        </p:cTn>
                                        <p:tgtEl>
                                          <p:spTgt spid="241689"/>
                                        </p:tgtEl>
                                        <p:attrNameLst>
                                          <p:attrName>style.visibility</p:attrName>
                                        </p:attrNameLst>
                                      </p:cBhvr>
                                      <p:to>
                                        <p:strVal val="visible"/>
                                      </p:to>
                                    </p:set>
                                    <p:animEffect transition="in" filter="wipe(left)">
                                      <p:cBhvr>
                                        <p:cTn id="78" dur="500"/>
                                        <p:tgtEl>
                                          <p:spTgt spid="241689"/>
                                        </p:tgtEl>
                                      </p:cBhvr>
                                    </p:animEffect>
                                  </p:childTnLst>
                                </p:cTn>
                              </p:par>
                            </p:childTnLst>
                          </p:cTn>
                        </p:par>
                      </p:childTnLst>
                    </p:cTn>
                  </p:par>
                  <p:par>
                    <p:cTn id="79" fill="hold">
                      <p:stCondLst>
                        <p:cond delay="indefinite"/>
                      </p:stCondLst>
                      <p:childTnLst>
                        <p:par>
                          <p:cTn id="80" fill="hold">
                            <p:stCondLst>
                              <p:cond delay="0"/>
                            </p:stCondLst>
                            <p:childTnLst>
                              <p:par>
                                <p:cTn id="81" presetID="22" presetClass="entr" presetSubtype="8" fill="hold" grpId="0" nodeType="clickEffect">
                                  <p:stCondLst>
                                    <p:cond delay="0"/>
                                  </p:stCondLst>
                                  <p:childTnLst>
                                    <p:set>
                                      <p:cBhvr>
                                        <p:cTn id="82" dur="1" fill="hold">
                                          <p:stCondLst>
                                            <p:cond delay="0"/>
                                          </p:stCondLst>
                                        </p:cTn>
                                        <p:tgtEl>
                                          <p:spTgt spid="241693"/>
                                        </p:tgtEl>
                                        <p:attrNameLst>
                                          <p:attrName>style.visibility</p:attrName>
                                        </p:attrNameLst>
                                      </p:cBhvr>
                                      <p:to>
                                        <p:strVal val="visible"/>
                                      </p:to>
                                    </p:set>
                                    <p:animEffect transition="in" filter="wipe(left)">
                                      <p:cBhvr>
                                        <p:cTn id="83" dur="500"/>
                                        <p:tgtEl>
                                          <p:spTgt spid="241693"/>
                                        </p:tgtEl>
                                      </p:cBhvr>
                                    </p:animEffect>
                                  </p:childTnLst>
                                </p:cTn>
                              </p:par>
                            </p:childTnLst>
                          </p:cTn>
                        </p:par>
                      </p:childTnLst>
                    </p:cTn>
                  </p:par>
                  <p:par>
                    <p:cTn id="84" fill="hold">
                      <p:stCondLst>
                        <p:cond delay="indefinite"/>
                      </p:stCondLst>
                      <p:childTnLst>
                        <p:par>
                          <p:cTn id="85" fill="hold">
                            <p:stCondLst>
                              <p:cond delay="0"/>
                            </p:stCondLst>
                            <p:childTnLst>
                              <p:par>
                                <p:cTn id="86" presetID="22" presetClass="entr" presetSubtype="8" fill="hold" nodeType="clickEffect">
                                  <p:stCondLst>
                                    <p:cond delay="0"/>
                                  </p:stCondLst>
                                  <p:childTnLst>
                                    <p:set>
                                      <p:cBhvr>
                                        <p:cTn id="87" dur="1" fill="hold">
                                          <p:stCondLst>
                                            <p:cond delay="0"/>
                                          </p:stCondLst>
                                        </p:cTn>
                                        <p:tgtEl>
                                          <p:spTgt spid="241692"/>
                                        </p:tgtEl>
                                        <p:attrNameLst>
                                          <p:attrName>style.visibility</p:attrName>
                                        </p:attrNameLst>
                                      </p:cBhvr>
                                      <p:to>
                                        <p:strVal val="visible"/>
                                      </p:to>
                                    </p:set>
                                    <p:animEffect transition="in" filter="wipe(left)">
                                      <p:cBhvr>
                                        <p:cTn id="88" dur="500"/>
                                        <p:tgtEl>
                                          <p:spTgt spid="241692"/>
                                        </p:tgtEl>
                                      </p:cBhvr>
                                    </p:animEffect>
                                  </p:childTnLst>
                                </p:cTn>
                              </p:par>
                            </p:childTnLst>
                          </p:cTn>
                        </p:par>
                      </p:childTnLst>
                    </p:cTn>
                  </p:par>
                  <p:par>
                    <p:cTn id="89" fill="hold">
                      <p:stCondLst>
                        <p:cond delay="indefinite"/>
                      </p:stCondLst>
                      <p:childTnLst>
                        <p:par>
                          <p:cTn id="90" fill="hold">
                            <p:stCondLst>
                              <p:cond delay="0"/>
                            </p:stCondLst>
                            <p:childTnLst>
                              <p:par>
                                <p:cTn id="91" presetID="22" presetClass="entr" presetSubtype="8" fill="hold" grpId="0" nodeType="clickEffect">
                                  <p:stCondLst>
                                    <p:cond delay="0"/>
                                  </p:stCondLst>
                                  <p:childTnLst>
                                    <p:set>
                                      <p:cBhvr>
                                        <p:cTn id="92" dur="1" fill="hold">
                                          <p:stCondLst>
                                            <p:cond delay="0"/>
                                          </p:stCondLst>
                                        </p:cTn>
                                        <p:tgtEl>
                                          <p:spTgt spid="241675"/>
                                        </p:tgtEl>
                                        <p:attrNameLst>
                                          <p:attrName>style.visibility</p:attrName>
                                        </p:attrNameLst>
                                      </p:cBhvr>
                                      <p:to>
                                        <p:strVal val="visible"/>
                                      </p:to>
                                    </p:set>
                                    <p:animEffect transition="in" filter="wipe(left)">
                                      <p:cBhvr>
                                        <p:cTn id="93" dur="500"/>
                                        <p:tgtEl>
                                          <p:spTgt spid="241675"/>
                                        </p:tgtEl>
                                      </p:cBhvr>
                                    </p:animEffect>
                                  </p:childTnLst>
                                </p:cTn>
                              </p:par>
                            </p:childTnLst>
                          </p:cTn>
                        </p:par>
                      </p:childTnLst>
                    </p:cTn>
                  </p:par>
                  <p:par>
                    <p:cTn id="94" fill="hold">
                      <p:stCondLst>
                        <p:cond delay="indefinite"/>
                      </p:stCondLst>
                      <p:childTnLst>
                        <p:par>
                          <p:cTn id="95" fill="hold">
                            <p:stCondLst>
                              <p:cond delay="0"/>
                            </p:stCondLst>
                            <p:childTnLst>
                              <p:par>
                                <p:cTn id="96" presetID="9" presetClass="entr" presetSubtype="0" fill="hold" grpId="0" nodeType="clickEffect">
                                  <p:stCondLst>
                                    <p:cond delay="0"/>
                                  </p:stCondLst>
                                  <p:childTnLst>
                                    <p:set>
                                      <p:cBhvr>
                                        <p:cTn id="97" dur="1" fill="hold">
                                          <p:stCondLst>
                                            <p:cond delay="0"/>
                                          </p:stCondLst>
                                        </p:cTn>
                                        <p:tgtEl>
                                          <p:spTgt spid="241696"/>
                                        </p:tgtEl>
                                        <p:attrNameLst>
                                          <p:attrName>style.visibility</p:attrName>
                                        </p:attrNameLst>
                                      </p:cBhvr>
                                      <p:to>
                                        <p:strVal val="visible"/>
                                      </p:to>
                                    </p:set>
                                    <p:animEffect transition="in" filter="dissolve">
                                      <p:cBhvr>
                                        <p:cTn id="98" dur="1000"/>
                                        <p:tgtEl>
                                          <p:spTgt spid="241696"/>
                                        </p:tgtEl>
                                      </p:cBhvr>
                                    </p:animEffect>
                                  </p:childTnLst>
                                </p:cTn>
                              </p:par>
                            </p:childTnLst>
                          </p:cTn>
                        </p:par>
                        <p:par>
                          <p:cTn id="99" fill="hold">
                            <p:stCondLst>
                              <p:cond delay="1000"/>
                            </p:stCondLst>
                            <p:childTnLst>
                              <p:par>
                                <p:cTn id="100" presetID="22" presetClass="entr" presetSubtype="8" fill="hold" grpId="0" nodeType="afterEffect">
                                  <p:stCondLst>
                                    <p:cond delay="0"/>
                                  </p:stCondLst>
                                  <p:childTnLst>
                                    <p:set>
                                      <p:cBhvr>
                                        <p:cTn id="101" dur="1" fill="hold">
                                          <p:stCondLst>
                                            <p:cond delay="0"/>
                                          </p:stCondLst>
                                        </p:cTn>
                                        <p:tgtEl>
                                          <p:spTgt spid="241694"/>
                                        </p:tgtEl>
                                        <p:attrNameLst>
                                          <p:attrName>style.visibility</p:attrName>
                                        </p:attrNameLst>
                                      </p:cBhvr>
                                      <p:to>
                                        <p:strVal val="visible"/>
                                      </p:to>
                                    </p:set>
                                    <p:animEffect transition="in" filter="wipe(left)">
                                      <p:cBhvr>
                                        <p:cTn id="102" dur="500"/>
                                        <p:tgtEl>
                                          <p:spTgt spid="241694"/>
                                        </p:tgtEl>
                                      </p:cBhvr>
                                    </p:animEffect>
                                  </p:childTnLst>
                                </p:cTn>
                              </p:par>
                            </p:childTnLst>
                          </p:cTn>
                        </p:par>
                      </p:childTnLst>
                    </p:cTn>
                  </p:par>
                  <p:par>
                    <p:cTn id="103" fill="hold">
                      <p:stCondLst>
                        <p:cond delay="indefinite"/>
                      </p:stCondLst>
                      <p:childTnLst>
                        <p:par>
                          <p:cTn id="104" fill="hold">
                            <p:stCondLst>
                              <p:cond delay="0"/>
                            </p:stCondLst>
                            <p:childTnLst>
                              <p:par>
                                <p:cTn id="105" presetID="22" presetClass="entr" presetSubtype="8" fill="hold" nodeType="clickEffect">
                                  <p:stCondLst>
                                    <p:cond delay="0"/>
                                  </p:stCondLst>
                                  <p:childTnLst>
                                    <p:set>
                                      <p:cBhvr>
                                        <p:cTn id="106" dur="1" fill="hold">
                                          <p:stCondLst>
                                            <p:cond delay="0"/>
                                          </p:stCondLst>
                                        </p:cTn>
                                        <p:tgtEl>
                                          <p:spTgt spid="241695"/>
                                        </p:tgtEl>
                                        <p:attrNameLst>
                                          <p:attrName>style.visibility</p:attrName>
                                        </p:attrNameLst>
                                      </p:cBhvr>
                                      <p:to>
                                        <p:strVal val="visible"/>
                                      </p:to>
                                    </p:set>
                                    <p:animEffect transition="in" filter="wipe(left)">
                                      <p:cBhvr>
                                        <p:cTn id="107" dur="500"/>
                                        <p:tgtEl>
                                          <p:spTgt spid="2416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1675" grpId="0" animBg="1"/>
      <p:bldP spid="241676" grpId="0"/>
      <p:bldP spid="241678" grpId="0" autoUpdateAnimBg="0"/>
      <p:bldP spid="241680" grpId="0" autoUpdateAnimBg="0"/>
      <p:bldP spid="241682" grpId="0" autoUpdateAnimBg="0"/>
      <p:bldP spid="241684" grpId="0" autoUpdateAnimBg="0"/>
      <p:bldP spid="241686" grpId="0" animBg="1"/>
      <p:bldP spid="241687" grpId="0"/>
      <p:bldP spid="241688" grpId="0" animBg="1"/>
      <p:bldP spid="241689" grpId="0" animBg="1"/>
      <p:bldP spid="241690" grpId="0" animBg="1"/>
      <p:bldP spid="241693" grpId="0" autoUpdateAnimBg="0"/>
      <p:bldP spid="241694" grpId="0" autoUpdateAnimBg="0"/>
      <p:bldP spid="241696"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8674" name="Object 2"/>
          <p:cNvGraphicFramePr>
            <a:graphicFrameLocks noChangeAspect="1"/>
          </p:cNvGraphicFramePr>
          <p:nvPr/>
        </p:nvGraphicFramePr>
        <p:xfrm>
          <a:off x="3267075" y="673100"/>
          <a:ext cx="1885950" cy="730250"/>
        </p:xfrm>
        <a:graphic>
          <a:graphicData uri="http://schemas.openxmlformats.org/presentationml/2006/ole">
            <p:oleObj spid="_x0000_s28674" name="公式" r:id="rId3" imgW="1054080" imgH="406080" progId="Equation.3">
              <p:embed/>
            </p:oleObj>
          </a:graphicData>
        </a:graphic>
      </p:graphicFrame>
      <p:sp>
        <p:nvSpPr>
          <p:cNvPr id="242691" name="Text Box 3"/>
          <p:cNvSpPr txBox="1">
            <a:spLocks noChangeArrowheads="1"/>
          </p:cNvSpPr>
          <p:nvPr/>
        </p:nvSpPr>
        <p:spPr bwMode="auto">
          <a:xfrm>
            <a:off x="206375" y="1787525"/>
            <a:ext cx="8640763" cy="831850"/>
          </a:xfrm>
          <a:prstGeom prst="rect">
            <a:avLst/>
          </a:prstGeom>
          <a:solidFill>
            <a:srgbClr val="CCFFFF"/>
          </a:solidFill>
          <a:ln w="9525">
            <a:solidFill>
              <a:srgbClr val="00FFFF"/>
            </a:solidFill>
            <a:miter lim="800000"/>
            <a:headEnd/>
            <a:tailEnd/>
          </a:ln>
        </p:spPr>
        <p:txBody>
          <a:bodyPr>
            <a:spAutoFit/>
          </a:bodyPr>
          <a:lstStyle/>
          <a:p>
            <a:pPr algn="ctr">
              <a:lnSpc>
                <a:spcPct val="100000"/>
              </a:lnSpc>
            </a:pPr>
            <a:r>
              <a:rPr kumimoji="0" lang="zh-CN" altLang="en-US" sz="2400">
                <a:ea typeface="宋体" pitchFamily="2" charset="-122"/>
              </a:rPr>
              <a:t>转动定律表明：决定绕定轴转动刚体的转动状态变化与否，及变化快慢的量是</a:t>
            </a:r>
            <a:r>
              <a:rPr kumimoji="0" lang="zh-CN" altLang="en-US" sz="2400">
                <a:solidFill>
                  <a:srgbClr val="FF6600"/>
                </a:solidFill>
                <a:ea typeface="宋体" pitchFamily="2" charset="-122"/>
              </a:rPr>
              <a:t>外力矩之和</a:t>
            </a:r>
          </a:p>
        </p:txBody>
      </p:sp>
      <p:sp>
        <p:nvSpPr>
          <p:cNvPr id="242692" name="Text Box 4"/>
          <p:cNvSpPr txBox="1">
            <a:spLocks noChangeArrowheads="1"/>
          </p:cNvSpPr>
          <p:nvPr/>
        </p:nvSpPr>
        <p:spPr bwMode="auto">
          <a:xfrm>
            <a:off x="827088" y="4508500"/>
            <a:ext cx="2952750" cy="1562100"/>
          </a:xfrm>
          <a:prstGeom prst="rect">
            <a:avLst/>
          </a:prstGeom>
          <a:solidFill>
            <a:srgbClr val="CCFFFF"/>
          </a:solidFill>
          <a:ln w="9525">
            <a:solidFill>
              <a:srgbClr val="00FFFF"/>
            </a:solidFill>
            <a:miter lim="800000"/>
            <a:headEnd/>
            <a:tailEnd/>
          </a:ln>
        </p:spPr>
        <p:txBody>
          <a:bodyPr>
            <a:spAutoFit/>
          </a:bodyPr>
          <a:lstStyle/>
          <a:p>
            <a:pPr>
              <a:lnSpc>
                <a:spcPct val="100000"/>
              </a:lnSpc>
            </a:pPr>
            <a:r>
              <a:rPr kumimoji="0" lang="zh-CN" altLang="en-US" sz="2400">
                <a:ea typeface="宋体" pitchFamily="2" charset="-122"/>
              </a:rPr>
              <a:t>对于给定的外力矩，转动惯量愈大，角加速度愈小，即刚体转动状态愈难改变</a:t>
            </a:r>
          </a:p>
        </p:txBody>
      </p:sp>
      <p:sp>
        <p:nvSpPr>
          <p:cNvPr id="242693" name="Text Box 5"/>
          <p:cNvSpPr txBox="1">
            <a:spLocks noChangeArrowheads="1"/>
          </p:cNvSpPr>
          <p:nvPr/>
        </p:nvSpPr>
        <p:spPr bwMode="auto">
          <a:xfrm>
            <a:off x="6057900" y="4706938"/>
            <a:ext cx="2519363" cy="1196975"/>
          </a:xfrm>
          <a:prstGeom prst="rect">
            <a:avLst/>
          </a:prstGeom>
          <a:solidFill>
            <a:srgbClr val="CCFFFF"/>
          </a:solidFill>
          <a:ln w="9525">
            <a:solidFill>
              <a:srgbClr val="00FFFF"/>
            </a:solidFill>
            <a:miter lim="800000"/>
            <a:headEnd/>
            <a:tailEnd/>
          </a:ln>
        </p:spPr>
        <p:txBody>
          <a:bodyPr>
            <a:spAutoFit/>
          </a:bodyPr>
          <a:lstStyle/>
          <a:p>
            <a:pPr>
              <a:lnSpc>
                <a:spcPct val="100000"/>
              </a:lnSpc>
            </a:pPr>
            <a:r>
              <a:rPr kumimoji="0" lang="zh-CN" altLang="en-US" sz="2400">
                <a:solidFill>
                  <a:srgbClr val="FF6600"/>
                </a:solidFill>
                <a:ea typeface="宋体" pitchFamily="2" charset="-122"/>
              </a:rPr>
              <a:t>转动惯量</a:t>
            </a:r>
            <a:r>
              <a:rPr kumimoji="0" lang="zh-CN" altLang="en-US" sz="2400">
                <a:ea typeface="宋体" pitchFamily="2" charset="-122"/>
              </a:rPr>
              <a:t>是描述刚体对轴转动惯性大小的物理量</a:t>
            </a:r>
          </a:p>
        </p:txBody>
      </p:sp>
      <p:sp>
        <p:nvSpPr>
          <p:cNvPr id="242694" name="Text Box 6"/>
          <p:cNvSpPr txBox="1">
            <a:spLocks noChangeArrowheads="1"/>
          </p:cNvSpPr>
          <p:nvPr/>
        </p:nvSpPr>
        <p:spPr bwMode="auto">
          <a:xfrm>
            <a:off x="1908175" y="3141663"/>
            <a:ext cx="5184775" cy="831850"/>
          </a:xfrm>
          <a:prstGeom prst="rect">
            <a:avLst/>
          </a:prstGeom>
          <a:solidFill>
            <a:srgbClr val="CCFFFF"/>
          </a:solidFill>
          <a:ln w="9525">
            <a:solidFill>
              <a:srgbClr val="00FFFF"/>
            </a:solidFill>
            <a:miter lim="800000"/>
            <a:headEnd/>
            <a:tailEnd/>
          </a:ln>
        </p:spPr>
        <p:txBody>
          <a:bodyPr>
            <a:spAutoFit/>
          </a:bodyPr>
          <a:lstStyle/>
          <a:p>
            <a:pPr>
              <a:lnSpc>
                <a:spcPct val="100000"/>
              </a:lnSpc>
            </a:pPr>
            <a:r>
              <a:rPr kumimoji="0" lang="zh-CN" altLang="en-US" sz="2400">
                <a:ea typeface="宋体" pitchFamily="2" charset="-122"/>
              </a:rPr>
              <a:t>对于给定的绕定轴转动刚体，</a:t>
            </a:r>
            <a:r>
              <a:rPr kumimoji="0" lang="zh-CN" altLang="en-US" sz="2400">
                <a:solidFill>
                  <a:srgbClr val="FF6600"/>
                </a:solidFill>
                <a:ea typeface="宋体" pitchFamily="2" charset="-122"/>
              </a:rPr>
              <a:t>角加速度</a:t>
            </a:r>
            <a:r>
              <a:rPr kumimoji="0" lang="zh-CN" altLang="en-US" sz="2400">
                <a:ea typeface="宋体" pitchFamily="2" charset="-122"/>
              </a:rPr>
              <a:t>反映了它绕定轴转动状态的变化</a:t>
            </a:r>
          </a:p>
        </p:txBody>
      </p:sp>
      <p:sp>
        <p:nvSpPr>
          <p:cNvPr id="242695" name="AutoShape 7"/>
          <p:cNvSpPr>
            <a:spLocks noChangeArrowheads="1"/>
          </p:cNvSpPr>
          <p:nvPr/>
        </p:nvSpPr>
        <p:spPr bwMode="auto">
          <a:xfrm>
            <a:off x="4356100" y="5157788"/>
            <a:ext cx="1223963" cy="250825"/>
          </a:xfrm>
          <a:prstGeom prst="rightArrow">
            <a:avLst>
              <a:gd name="adj1" fmla="val 50000"/>
              <a:gd name="adj2" fmla="val 121994"/>
            </a:avLst>
          </a:prstGeom>
          <a:solidFill>
            <a:srgbClr val="0000FF"/>
          </a:solidFill>
          <a:ln w="9525">
            <a:solidFill>
              <a:schemeClr val="tx1"/>
            </a:solidFill>
            <a:miter lim="800000"/>
            <a:headEnd/>
            <a:tailEnd/>
          </a:ln>
        </p:spPr>
        <p:txBody>
          <a:bodyPr wrap="none" anchor="ctr"/>
          <a:lstStyle/>
          <a:p>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42691"/>
                                        </p:tgtEl>
                                        <p:attrNameLst>
                                          <p:attrName>style.visibility</p:attrName>
                                        </p:attrNameLst>
                                      </p:cBhvr>
                                      <p:to>
                                        <p:strVal val="visible"/>
                                      </p:to>
                                    </p:set>
                                    <p:animEffect transition="in" filter="blinds(horizontal)">
                                      <p:cBhvr>
                                        <p:cTn id="7" dur="500"/>
                                        <p:tgtEl>
                                          <p:spTgt spid="24269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242694"/>
                                        </p:tgtEl>
                                        <p:attrNameLst>
                                          <p:attrName>style.visibility</p:attrName>
                                        </p:attrNameLst>
                                      </p:cBhvr>
                                      <p:to>
                                        <p:strVal val="visible"/>
                                      </p:to>
                                    </p:set>
                                    <p:animEffect transition="in" filter="wipe(down)">
                                      <p:cBhvr>
                                        <p:cTn id="12" dur="500"/>
                                        <p:tgtEl>
                                          <p:spTgt spid="24269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42692"/>
                                        </p:tgtEl>
                                        <p:attrNameLst>
                                          <p:attrName>style.visibility</p:attrName>
                                        </p:attrNameLst>
                                      </p:cBhvr>
                                      <p:to>
                                        <p:strVal val="visible"/>
                                      </p:to>
                                    </p:set>
                                    <p:animEffect transition="in" filter="wipe(left)">
                                      <p:cBhvr>
                                        <p:cTn id="17" dur="500"/>
                                        <p:tgtEl>
                                          <p:spTgt spid="24269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42695"/>
                                        </p:tgtEl>
                                        <p:attrNameLst>
                                          <p:attrName>style.visibility</p:attrName>
                                        </p:attrNameLst>
                                      </p:cBhvr>
                                      <p:to>
                                        <p:strVal val="visible"/>
                                      </p:to>
                                    </p:set>
                                    <p:animEffect transition="in" filter="wipe(left)">
                                      <p:cBhvr>
                                        <p:cTn id="22" dur="500"/>
                                        <p:tgtEl>
                                          <p:spTgt spid="24269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42693"/>
                                        </p:tgtEl>
                                        <p:attrNameLst>
                                          <p:attrName>style.visibility</p:attrName>
                                        </p:attrNameLst>
                                      </p:cBhvr>
                                      <p:to>
                                        <p:strVal val="visible"/>
                                      </p:to>
                                    </p:set>
                                    <p:animEffect transition="in" filter="wipe(left)">
                                      <p:cBhvr>
                                        <p:cTn id="27" dur="500"/>
                                        <p:tgtEl>
                                          <p:spTgt spid="2426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2691" grpId="0" animBg="1"/>
      <p:bldP spid="242692" grpId="0" animBg="1"/>
      <p:bldP spid="242693" grpId="0" animBg="1"/>
      <p:bldP spid="242694" grpId="0" animBg="1"/>
      <p:bldP spid="242695"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306" name="Rectangle 10"/>
          <p:cNvSpPr>
            <a:spLocks noChangeArrowheads="1"/>
          </p:cNvSpPr>
          <p:nvPr/>
        </p:nvSpPr>
        <p:spPr bwMode="auto">
          <a:xfrm>
            <a:off x="179388" y="450850"/>
            <a:ext cx="3887787" cy="457200"/>
          </a:xfrm>
          <a:prstGeom prst="rect">
            <a:avLst/>
          </a:prstGeom>
          <a:noFill/>
          <a:ln w="9525" algn="ctr">
            <a:noFill/>
            <a:miter lim="800000"/>
            <a:headEnd/>
            <a:tailEnd/>
          </a:ln>
        </p:spPr>
        <p:txBody>
          <a:bodyPr>
            <a:spAutoFit/>
          </a:bodyPr>
          <a:lstStyle/>
          <a:p>
            <a:pPr>
              <a:lnSpc>
                <a:spcPct val="100000"/>
              </a:lnSpc>
            </a:pPr>
            <a:r>
              <a:rPr lang="en-US" altLang="zh-CN" sz="2400">
                <a:solidFill>
                  <a:srgbClr val="0000FF"/>
                </a:solidFill>
                <a:ea typeface="宋体" pitchFamily="2" charset="-122"/>
              </a:rPr>
              <a:t>2.3.3  </a:t>
            </a:r>
            <a:r>
              <a:rPr lang="zh-CN" altLang="en-US" sz="2400">
                <a:solidFill>
                  <a:srgbClr val="0000FF"/>
                </a:solidFill>
                <a:ea typeface="宋体" pitchFamily="2" charset="-122"/>
              </a:rPr>
              <a:t>转动惯量的计算</a:t>
            </a:r>
          </a:p>
        </p:txBody>
      </p:sp>
      <p:graphicFrame>
        <p:nvGraphicFramePr>
          <p:cNvPr id="183329" name="Object 33"/>
          <p:cNvGraphicFramePr>
            <a:graphicFrameLocks noChangeAspect="1"/>
          </p:cNvGraphicFramePr>
          <p:nvPr/>
        </p:nvGraphicFramePr>
        <p:xfrm>
          <a:off x="1692275" y="1211263"/>
          <a:ext cx="1687513" cy="636587"/>
        </p:xfrm>
        <a:graphic>
          <a:graphicData uri="http://schemas.openxmlformats.org/presentationml/2006/ole">
            <p:oleObj spid="_x0000_s29698" name="公式" r:id="rId3" imgW="939600" imgH="355320" progId="Equation.3">
              <p:embed/>
            </p:oleObj>
          </a:graphicData>
        </a:graphic>
      </p:graphicFrame>
      <p:sp>
        <p:nvSpPr>
          <p:cNvPr id="183330" name="Text Box 34"/>
          <p:cNvSpPr txBox="1">
            <a:spLocks noChangeArrowheads="1"/>
          </p:cNvSpPr>
          <p:nvPr/>
        </p:nvSpPr>
        <p:spPr bwMode="auto">
          <a:xfrm>
            <a:off x="755650" y="1262063"/>
            <a:ext cx="1025525" cy="457200"/>
          </a:xfrm>
          <a:prstGeom prst="rect">
            <a:avLst/>
          </a:prstGeom>
          <a:noFill/>
          <a:ln w="9525">
            <a:noFill/>
            <a:miter lim="800000"/>
            <a:headEnd/>
            <a:tailEnd/>
          </a:ln>
        </p:spPr>
        <p:txBody>
          <a:bodyPr>
            <a:spAutoFit/>
          </a:bodyPr>
          <a:lstStyle/>
          <a:p>
            <a:pPr eaLnBrk="0" hangingPunct="0">
              <a:lnSpc>
                <a:spcPct val="100000"/>
              </a:lnSpc>
              <a:spcBef>
                <a:spcPct val="0"/>
              </a:spcBef>
            </a:pPr>
            <a:r>
              <a:rPr kumimoji="0" lang="zh-CN" altLang="en-US" sz="2400">
                <a:ea typeface="宋体" pitchFamily="2" charset="-122"/>
              </a:rPr>
              <a:t>定义</a:t>
            </a:r>
            <a:endParaRPr kumimoji="0" lang="zh-CN" altLang="en-US" sz="2400" b="0">
              <a:ea typeface="宋体" pitchFamily="2" charset="-122"/>
            </a:endParaRPr>
          </a:p>
        </p:txBody>
      </p:sp>
      <p:sp>
        <p:nvSpPr>
          <p:cNvPr id="183331" name="Text Box 35"/>
          <p:cNvSpPr txBox="1">
            <a:spLocks noChangeArrowheads="1"/>
          </p:cNvSpPr>
          <p:nvPr/>
        </p:nvSpPr>
        <p:spPr bwMode="auto">
          <a:xfrm>
            <a:off x="3492500" y="1262063"/>
            <a:ext cx="2655888" cy="457200"/>
          </a:xfrm>
          <a:prstGeom prst="rect">
            <a:avLst/>
          </a:prstGeom>
          <a:noFill/>
          <a:ln w="9525">
            <a:noFill/>
            <a:miter lim="800000"/>
            <a:headEnd/>
            <a:tailEnd/>
          </a:ln>
        </p:spPr>
        <p:txBody>
          <a:bodyPr>
            <a:spAutoFit/>
          </a:bodyPr>
          <a:lstStyle/>
          <a:p>
            <a:pPr eaLnBrk="0" hangingPunct="0">
              <a:lnSpc>
                <a:spcPct val="100000"/>
              </a:lnSpc>
              <a:spcBef>
                <a:spcPct val="0"/>
              </a:spcBef>
            </a:pPr>
            <a:r>
              <a:rPr kumimoji="0" lang="zh-CN" altLang="en-US" sz="2400">
                <a:solidFill>
                  <a:schemeClr val="tx2"/>
                </a:solidFill>
                <a:ea typeface="宋体" pitchFamily="2" charset="-122"/>
              </a:rPr>
              <a:t>质量不连续分布</a:t>
            </a:r>
          </a:p>
        </p:txBody>
      </p:sp>
      <p:grpSp>
        <p:nvGrpSpPr>
          <p:cNvPr id="2" name="Group 36"/>
          <p:cNvGrpSpPr>
            <a:grpSpLocks/>
          </p:cNvGrpSpPr>
          <p:nvPr/>
        </p:nvGrpSpPr>
        <p:grpSpPr bwMode="auto">
          <a:xfrm>
            <a:off x="6156325" y="215900"/>
            <a:ext cx="2590800" cy="2636838"/>
            <a:chOff x="3879" y="45"/>
            <a:chExt cx="1632" cy="1661"/>
          </a:xfrm>
        </p:grpSpPr>
        <p:sp>
          <p:nvSpPr>
            <p:cNvPr id="29706" name="Line 37"/>
            <p:cNvSpPr>
              <a:spLocks noChangeShapeType="1"/>
            </p:cNvSpPr>
            <p:nvPr/>
          </p:nvSpPr>
          <p:spPr bwMode="auto">
            <a:xfrm flipH="1">
              <a:off x="4696" y="1292"/>
              <a:ext cx="1" cy="414"/>
            </a:xfrm>
            <a:prstGeom prst="line">
              <a:avLst/>
            </a:prstGeom>
            <a:noFill/>
            <a:ln w="50800">
              <a:solidFill>
                <a:srgbClr val="CC0000"/>
              </a:solidFill>
              <a:round/>
              <a:headEnd/>
              <a:tailEnd/>
            </a:ln>
          </p:spPr>
          <p:txBody>
            <a:bodyPr wrap="none" anchor="ctr"/>
            <a:lstStyle/>
            <a:p>
              <a:endParaRPr lang="zh-CN" altLang="en-US"/>
            </a:p>
          </p:txBody>
        </p:sp>
        <p:sp>
          <p:nvSpPr>
            <p:cNvPr id="29707" name="Freeform 38"/>
            <p:cNvSpPr>
              <a:spLocks/>
            </p:cNvSpPr>
            <p:nvPr/>
          </p:nvSpPr>
          <p:spPr bwMode="auto">
            <a:xfrm>
              <a:off x="3879" y="45"/>
              <a:ext cx="1632" cy="1660"/>
            </a:xfrm>
            <a:custGeom>
              <a:avLst/>
              <a:gdLst>
                <a:gd name="T0" fmla="*/ 870 w 1761"/>
                <a:gd name="T1" fmla="*/ 19 h 1074"/>
                <a:gd name="T2" fmla="*/ 286 w 1761"/>
                <a:gd name="T3" fmla="*/ 236 h 1074"/>
                <a:gd name="T4" fmla="*/ 13 w 1761"/>
                <a:gd name="T5" fmla="*/ 994 h 1074"/>
                <a:gd name="T6" fmla="*/ 208 w 1761"/>
                <a:gd name="T7" fmla="*/ 1971 h 1074"/>
                <a:gd name="T8" fmla="*/ 598 w 1761"/>
                <a:gd name="T9" fmla="*/ 2403 h 1074"/>
                <a:gd name="T10" fmla="*/ 908 w 1761"/>
                <a:gd name="T11" fmla="*/ 2295 h 1074"/>
                <a:gd name="T12" fmla="*/ 1221 w 1761"/>
                <a:gd name="T13" fmla="*/ 2510 h 1074"/>
                <a:gd name="T14" fmla="*/ 1454 w 1761"/>
                <a:gd name="T15" fmla="*/ 1971 h 1074"/>
                <a:gd name="T16" fmla="*/ 1415 w 1761"/>
                <a:gd name="T17" fmla="*/ 345 h 1074"/>
                <a:gd name="T18" fmla="*/ 870 w 1761"/>
                <a:gd name="T19" fmla="*/ 19 h 107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761"/>
                <a:gd name="T31" fmla="*/ 0 h 1074"/>
                <a:gd name="T32" fmla="*/ 1761 w 1761"/>
                <a:gd name="T33" fmla="*/ 1074 h 107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761" h="1074">
                  <a:moveTo>
                    <a:pt x="1013" y="8"/>
                  </a:moveTo>
                  <a:cubicBezTo>
                    <a:pt x="794" y="0"/>
                    <a:pt x="499" y="31"/>
                    <a:pt x="333" y="99"/>
                  </a:cubicBezTo>
                  <a:cubicBezTo>
                    <a:pt x="167" y="167"/>
                    <a:pt x="30" y="295"/>
                    <a:pt x="15" y="416"/>
                  </a:cubicBezTo>
                  <a:cubicBezTo>
                    <a:pt x="0" y="537"/>
                    <a:pt x="128" y="727"/>
                    <a:pt x="242" y="825"/>
                  </a:cubicBezTo>
                  <a:cubicBezTo>
                    <a:pt x="356" y="923"/>
                    <a:pt x="560" y="983"/>
                    <a:pt x="696" y="1006"/>
                  </a:cubicBezTo>
                  <a:cubicBezTo>
                    <a:pt x="832" y="1029"/>
                    <a:pt x="937" y="954"/>
                    <a:pt x="1058" y="961"/>
                  </a:cubicBezTo>
                  <a:cubicBezTo>
                    <a:pt x="1179" y="968"/>
                    <a:pt x="1315" y="1074"/>
                    <a:pt x="1421" y="1051"/>
                  </a:cubicBezTo>
                  <a:cubicBezTo>
                    <a:pt x="1527" y="1028"/>
                    <a:pt x="1655" y="976"/>
                    <a:pt x="1693" y="825"/>
                  </a:cubicBezTo>
                  <a:cubicBezTo>
                    <a:pt x="1731" y="674"/>
                    <a:pt x="1761" y="280"/>
                    <a:pt x="1648" y="144"/>
                  </a:cubicBezTo>
                  <a:cubicBezTo>
                    <a:pt x="1535" y="8"/>
                    <a:pt x="1232" y="16"/>
                    <a:pt x="1013" y="8"/>
                  </a:cubicBezTo>
                  <a:close/>
                </a:path>
              </a:pathLst>
            </a:custGeom>
            <a:solidFill>
              <a:srgbClr val="336699"/>
            </a:solidFill>
            <a:ln w="9525">
              <a:miter lim="800000"/>
              <a:headEnd/>
              <a:tailEnd/>
            </a:ln>
            <a:scene3d>
              <a:camera prst="legacyPerspectiveFront">
                <a:rot lat="17699993" lon="0" rev="0"/>
              </a:camera>
              <a:lightRig rig="legacyFlat2" dir="t"/>
            </a:scene3d>
            <a:sp3d extrusionH="201600" prstMaterial="legacyPlastic">
              <a:bevelT w="13500" h="13500" prst="angle"/>
              <a:bevelB w="13500" h="13500" prst="angle"/>
              <a:extrusionClr>
                <a:srgbClr val="3399FF"/>
              </a:extrusionClr>
            </a:sp3d>
          </p:spPr>
          <p:txBody>
            <a:bodyPr wrap="none" anchor="ctr">
              <a:flatTx/>
            </a:bodyPr>
            <a:lstStyle/>
            <a:p>
              <a:endParaRPr lang="zh-CN" altLang="en-US"/>
            </a:p>
          </p:txBody>
        </p:sp>
        <p:sp>
          <p:nvSpPr>
            <p:cNvPr id="29708" name="Line 39"/>
            <p:cNvSpPr>
              <a:spLocks noChangeShapeType="1"/>
            </p:cNvSpPr>
            <p:nvPr/>
          </p:nvSpPr>
          <p:spPr bwMode="auto">
            <a:xfrm flipV="1">
              <a:off x="4695" y="390"/>
              <a:ext cx="1" cy="454"/>
            </a:xfrm>
            <a:prstGeom prst="line">
              <a:avLst/>
            </a:prstGeom>
            <a:noFill/>
            <a:ln w="57150">
              <a:solidFill>
                <a:srgbClr val="CC0000"/>
              </a:solidFill>
              <a:round/>
              <a:headEnd/>
              <a:tailEnd/>
            </a:ln>
          </p:spPr>
          <p:txBody>
            <a:bodyPr wrap="none" anchor="ctr"/>
            <a:lstStyle/>
            <a:p>
              <a:endParaRPr lang="zh-CN" altLang="en-US"/>
            </a:p>
          </p:txBody>
        </p:sp>
        <p:sp>
          <p:nvSpPr>
            <p:cNvPr id="29709" name="Oval 40"/>
            <p:cNvSpPr>
              <a:spLocks noChangeArrowheads="1"/>
            </p:cNvSpPr>
            <p:nvPr/>
          </p:nvSpPr>
          <p:spPr bwMode="auto">
            <a:xfrm>
              <a:off x="4196" y="618"/>
              <a:ext cx="998" cy="454"/>
            </a:xfrm>
            <a:prstGeom prst="ellipse">
              <a:avLst/>
            </a:prstGeom>
            <a:noFill/>
            <a:ln w="28575">
              <a:solidFill>
                <a:srgbClr val="FF0066"/>
              </a:solidFill>
              <a:round/>
              <a:headEnd/>
              <a:tailEnd/>
            </a:ln>
          </p:spPr>
          <p:txBody>
            <a:bodyPr wrap="none" anchor="ctr"/>
            <a:lstStyle/>
            <a:p>
              <a:endParaRPr lang="zh-CN" altLang="en-US"/>
            </a:p>
          </p:txBody>
        </p:sp>
        <p:sp>
          <p:nvSpPr>
            <p:cNvPr id="29710" name="AutoShape 41"/>
            <p:cNvSpPr>
              <a:spLocks noChangeArrowheads="1"/>
            </p:cNvSpPr>
            <p:nvPr/>
          </p:nvSpPr>
          <p:spPr bwMode="auto">
            <a:xfrm>
              <a:off x="4830" y="1008"/>
              <a:ext cx="136" cy="136"/>
            </a:xfrm>
            <a:prstGeom prst="cube">
              <a:avLst>
                <a:gd name="adj" fmla="val 38236"/>
              </a:avLst>
            </a:prstGeom>
            <a:solidFill>
              <a:srgbClr val="FFFF00">
                <a:alpha val="50195"/>
              </a:srgbClr>
            </a:solidFill>
            <a:ln w="9525">
              <a:solidFill>
                <a:srgbClr val="FF6600"/>
              </a:solidFill>
              <a:prstDash val="sysDot"/>
              <a:miter lim="800000"/>
              <a:headEnd/>
              <a:tailEnd/>
            </a:ln>
          </p:spPr>
          <p:txBody>
            <a:bodyPr wrap="none" anchor="ctr"/>
            <a:lstStyle/>
            <a:p>
              <a:endParaRPr lang="zh-CN" altLang="en-US"/>
            </a:p>
          </p:txBody>
        </p:sp>
        <p:sp>
          <p:nvSpPr>
            <p:cNvPr id="29711" name="Line 42"/>
            <p:cNvSpPr>
              <a:spLocks noChangeShapeType="1"/>
            </p:cNvSpPr>
            <p:nvPr/>
          </p:nvSpPr>
          <p:spPr bwMode="auto">
            <a:xfrm>
              <a:off x="4712" y="854"/>
              <a:ext cx="182" cy="181"/>
            </a:xfrm>
            <a:prstGeom prst="line">
              <a:avLst/>
            </a:prstGeom>
            <a:noFill/>
            <a:ln w="28575">
              <a:solidFill>
                <a:srgbClr val="FF0000"/>
              </a:solidFill>
              <a:round/>
              <a:headEnd/>
              <a:tailEnd type="triangle" w="med" len="med"/>
            </a:ln>
          </p:spPr>
          <p:txBody>
            <a:bodyPr/>
            <a:lstStyle/>
            <a:p>
              <a:endParaRPr lang="zh-CN" altLang="en-US"/>
            </a:p>
          </p:txBody>
        </p:sp>
        <p:sp>
          <p:nvSpPr>
            <p:cNvPr id="29712" name="Text Box 43"/>
            <p:cNvSpPr txBox="1">
              <a:spLocks noChangeArrowheads="1"/>
            </p:cNvSpPr>
            <p:nvPr/>
          </p:nvSpPr>
          <p:spPr bwMode="auto">
            <a:xfrm>
              <a:off x="4758" y="708"/>
              <a:ext cx="240" cy="288"/>
            </a:xfrm>
            <a:prstGeom prst="rect">
              <a:avLst/>
            </a:prstGeom>
            <a:noFill/>
            <a:ln w="9525">
              <a:noFill/>
              <a:miter lim="800000"/>
              <a:headEnd/>
              <a:tailEnd/>
            </a:ln>
          </p:spPr>
          <p:txBody>
            <a:bodyPr/>
            <a:lstStyle/>
            <a:p>
              <a:pPr algn="just" eaLnBrk="0" hangingPunct="0">
                <a:lnSpc>
                  <a:spcPct val="100000"/>
                </a:lnSpc>
                <a:spcBef>
                  <a:spcPct val="0"/>
                </a:spcBef>
              </a:pPr>
              <a:r>
                <a:rPr kumimoji="0" lang="en-US" altLang="zh-CN" sz="2400" b="0" i="1">
                  <a:solidFill>
                    <a:srgbClr val="FF3300"/>
                  </a:solidFill>
                  <a:ea typeface="宋体" pitchFamily="2" charset="-122"/>
                </a:rPr>
                <a:t>r</a:t>
              </a:r>
            </a:p>
          </p:txBody>
        </p:sp>
      </p:grpSp>
      <p:sp>
        <p:nvSpPr>
          <p:cNvPr id="183340" name="Text Box 44"/>
          <p:cNvSpPr txBox="1">
            <a:spLocks noChangeArrowheads="1"/>
          </p:cNvSpPr>
          <p:nvPr/>
        </p:nvSpPr>
        <p:spPr bwMode="auto">
          <a:xfrm>
            <a:off x="3563938" y="2206625"/>
            <a:ext cx="2519362" cy="457200"/>
          </a:xfrm>
          <a:prstGeom prst="rect">
            <a:avLst/>
          </a:prstGeom>
          <a:noFill/>
          <a:ln w="9525">
            <a:noFill/>
            <a:miter lim="800000"/>
            <a:headEnd/>
            <a:tailEnd/>
          </a:ln>
        </p:spPr>
        <p:txBody>
          <a:bodyPr>
            <a:spAutoFit/>
          </a:bodyPr>
          <a:lstStyle/>
          <a:p>
            <a:pPr eaLnBrk="0" hangingPunct="0">
              <a:lnSpc>
                <a:spcPct val="100000"/>
              </a:lnSpc>
              <a:spcBef>
                <a:spcPct val="0"/>
              </a:spcBef>
            </a:pPr>
            <a:r>
              <a:rPr kumimoji="0" lang="zh-CN" altLang="en-US" sz="2400">
                <a:solidFill>
                  <a:schemeClr val="tx2"/>
                </a:solidFill>
                <a:ea typeface="宋体" pitchFamily="2" charset="-122"/>
              </a:rPr>
              <a:t>质量连续分布</a:t>
            </a:r>
          </a:p>
        </p:txBody>
      </p:sp>
      <p:graphicFrame>
        <p:nvGraphicFramePr>
          <p:cNvPr id="183341" name="Object 45"/>
          <p:cNvGraphicFramePr>
            <a:graphicFrameLocks noChangeAspect="1"/>
          </p:cNvGraphicFramePr>
          <p:nvPr/>
        </p:nvGraphicFramePr>
        <p:xfrm>
          <a:off x="1938338" y="2112963"/>
          <a:ext cx="1328737" cy="685800"/>
        </p:xfrm>
        <a:graphic>
          <a:graphicData uri="http://schemas.openxmlformats.org/presentationml/2006/ole">
            <p:oleObj spid="_x0000_s29699" name="公式" r:id="rId4" imgW="736560" imgH="380880" progId="Equation.3">
              <p:embed/>
            </p:oleObj>
          </a:graphicData>
        </a:graphic>
      </p:graphicFrame>
      <p:sp>
        <p:nvSpPr>
          <p:cNvPr id="183342" name="Text Box 46"/>
          <p:cNvSpPr txBox="1">
            <a:spLocks noChangeArrowheads="1"/>
          </p:cNvSpPr>
          <p:nvPr/>
        </p:nvSpPr>
        <p:spPr bwMode="auto">
          <a:xfrm>
            <a:off x="0" y="3209925"/>
            <a:ext cx="9144000" cy="2640013"/>
          </a:xfrm>
          <a:prstGeom prst="rect">
            <a:avLst/>
          </a:prstGeom>
          <a:noFill/>
          <a:ln w="9525">
            <a:noFill/>
            <a:miter lim="800000"/>
            <a:headEnd/>
            <a:tailEnd/>
          </a:ln>
        </p:spPr>
        <p:txBody>
          <a:bodyPr>
            <a:spAutoFit/>
          </a:bodyPr>
          <a:lstStyle/>
          <a:p>
            <a:pPr>
              <a:lnSpc>
                <a:spcPct val="115000"/>
              </a:lnSpc>
              <a:spcBef>
                <a:spcPct val="0"/>
              </a:spcBef>
              <a:buClr>
                <a:srgbClr val="00CC00"/>
              </a:buClr>
              <a:buSzPct val="80000"/>
              <a:buFont typeface="Wingdings" pitchFamily="2" charset="2"/>
              <a:buChar char="v"/>
            </a:pPr>
            <a:r>
              <a:rPr kumimoji="0" lang="zh-CN" altLang="en-US" sz="2400">
                <a:solidFill>
                  <a:srgbClr val="FF6600"/>
                </a:solidFill>
                <a:ea typeface="宋体" pitchFamily="2" charset="-122"/>
              </a:rPr>
              <a:t>确定转动惯量的三个要素</a:t>
            </a:r>
            <a:r>
              <a:rPr kumimoji="0" lang="en-US" altLang="zh-CN" sz="2400">
                <a:solidFill>
                  <a:srgbClr val="FF6600"/>
                </a:solidFill>
                <a:ea typeface="宋体" pitchFamily="2" charset="-122"/>
              </a:rPr>
              <a:t>: </a:t>
            </a:r>
          </a:p>
          <a:p>
            <a:pPr>
              <a:lnSpc>
                <a:spcPct val="115000"/>
              </a:lnSpc>
              <a:spcBef>
                <a:spcPct val="0"/>
              </a:spcBef>
              <a:buClr>
                <a:srgbClr val="00CC00"/>
              </a:buClr>
              <a:buSzPct val="80000"/>
            </a:pPr>
            <a:r>
              <a:rPr kumimoji="0" lang="en-US" altLang="zh-CN" sz="2400">
                <a:solidFill>
                  <a:srgbClr val="FF6600"/>
                </a:solidFill>
                <a:ea typeface="宋体" pitchFamily="2" charset="-122"/>
              </a:rPr>
              <a:t>                                         </a:t>
            </a:r>
            <a:r>
              <a:rPr kumimoji="0" lang="en-US" altLang="zh-CN" sz="2400">
                <a:ea typeface="宋体" pitchFamily="2" charset="-122"/>
              </a:rPr>
              <a:t>(1) </a:t>
            </a:r>
            <a:r>
              <a:rPr kumimoji="0" lang="zh-CN" altLang="en-US" sz="2400">
                <a:ea typeface="宋体" pitchFamily="2" charset="-122"/>
              </a:rPr>
              <a:t>总质量 </a:t>
            </a:r>
            <a:endParaRPr kumimoji="0" lang="en-US" altLang="zh-CN" sz="2400">
              <a:ea typeface="宋体" pitchFamily="2" charset="-122"/>
            </a:endParaRPr>
          </a:p>
          <a:p>
            <a:pPr>
              <a:lnSpc>
                <a:spcPct val="115000"/>
              </a:lnSpc>
              <a:spcBef>
                <a:spcPct val="0"/>
              </a:spcBef>
              <a:buClr>
                <a:srgbClr val="00CC00"/>
              </a:buClr>
              <a:buSzPct val="80000"/>
            </a:pPr>
            <a:endParaRPr kumimoji="0" lang="en-US" altLang="zh-CN" sz="2400">
              <a:ea typeface="宋体" pitchFamily="2" charset="-122"/>
            </a:endParaRPr>
          </a:p>
          <a:p>
            <a:pPr>
              <a:lnSpc>
                <a:spcPct val="115000"/>
              </a:lnSpc>
              <a:spcBef>
                <a:spcPct val="0"/>
              </a:spcBef>
              <a:buClr>
                <a:srgbClr val="00CC00"/>
              </a:buClr>
              <a:buSzPct val="80000"/>
            </a:pPr>
            <a:r>
              <a:rPr kumimoji="0" lang="en-US" altLang="zh-CN" sz="2400">
                <a:ea typeface="宋体" pitchFamily="2" charset="-122"/>
              </a:rPr>
              <a:t>                                        </a:t>
            </a:r>
            <a:r>
              <a:rPr kumimoji="0" lang="zh-CN" altLang="en-US" sz="2400">
                <a:ea typeface="宋体" pitchFamily="2" charset="-122"/>
              </a:rPr>
              <a:t> </a:t>
            </a:r>
            <a:r>
              <a:rPr kumimoji="0" lang="en-US" altLang="zh-CN" sz="2400">
                <a:ea typeface="宋体" pitchFamily="2" charset="-122"/>
              </a:rPr>
              <a:t>(2) </a:t>
            </a:r>
            <a:r>
              <a:rPr kumimoji="0" lang="zh-CN" altLang="en-US" sz="2400">
                <a:ea typeface="宋体" pitchFamily="2" charset="-122"/>
              </a:rPr>
              <a:t>质量分布 </a:t>
            </a:r>
            <a:endParaRPr kumimoji="0" lang="en-US" altLang="zh-CN" sz="2400">
              <a:ea typeface="宋体" pitchFamily="2" charset="-122"/>
            </a:endParaRPr>
          </a:p>
          <a:p>
            <a:pPr>
              <a:lnSpc>
                <a:spcPct val="115000"/>
              </a:lnSpc>
              <a:spcBef>
                <a:spcPct val="0"/>
              </a:spcBef>
              <a:buClr>
                <a:srgbClr val="00CC00"/>
              </a:buClr>
              <a:buSzPct val="80000"/>
            </a:pPr>
            <a:r>
              <a:rPr kumimoji="0" lang="zh-CN" altLang="en-US" sz="2400">
                <a:ea typeface="宋体" pitchFamily="2" charset="-122"/>
              </a:rPr>
              <a:t> </a:t>
            </a:r>
            <a:endParaRPr kumimoji="0" lang="en-US" altLang="zh-CN" sz="2400">
              <a:ea typeface="宋体" pitchFamily="2" charset="-122"/>
            </a:endParaRPr>
          </a:p>
          <a:p>
            <a:pPr>
              <a:lnSpc>
                <a:spcPct val="115000"/>
              </a:lnSpc>
              <a:spcBef>
                <a:spcPct val="0"/>
              </a:spcBef>
              <a:buClr>
                <a:srgbClr val="00CC00"/>
              </a:buClr>
              <a:buSzPct val="80000"/>
            </a:pPr>
            <a:r>
              <a:rPr kumimoji="0" lang="en-US" altLang="zh-CN" sz="2400">
                <a:ea typeface="宋体" pitchFamily="2" charset="-122"/>
              </a:rPr>
              <a:t>                                         (3) </a:t>
            </a:r>
            <a:r>
              <a:rPr kumimoji="0" lang="zh-CN" altLang="en-US" sz="2400">
                <a:ea typeface="宋体" pitchFamily="2" charset="-122"/>
              </a:rPr>
              <a:t>转轴的位置</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83306"/>
                                        </p:tgtEl>
                                        <p:attrNameLst>
                                          <p:attrName>style.visibility</p:attrName>
                                        </p:attrNameLst>
                                      </p:cBhvr>
                                      <p:to>
                                        <p:strVal val="visible"/>
                                      </p:to>
                                    </p:set>
                                    <p:animEffect transition="in" filter="wipe(left)">
                                      <p:cBhvr>
                                        <p:cTn id="7" dur="500"/>
                                        <p:tgtEl>
                                          <p:spTgt spid="18330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83330"/>
                                        </p:tgtEl>
                                        <p:attrNameLst>
                                          <p:attrName>style.visibility</p:attrName>
                                        </p:attrNameLst>
                                      </p:cBhvr>
                                      <p:to>
                                        <p:strVal val="visible"/>
                                      </p:to>
                                    </p:set>
                                    <p:animEffect transition="in" filter="wipe(left)">
                                      <p:cBhvr>
                                        <p:cTn id="12" dur="500"/>
                                        <p:tgtEl>
                                          <p:spTgt spid="18333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83329"/>
                                        </p:tgtEl>
                                        <p:attrNameLst>
                                          <p:attrName>style.visibility</p:attrName>
                                        </p:attrNameLst>
                                      </p:cBhvr>
                                      <p:to>
                                        <p:strVal val="visible"/>
                                      </p:to>
                                    </p:set>
                                    <p:animEffect transition="in" filter="wipe(left)">
                                      <p:cBhvr>
                                        <p:cTn id="17" dur="500"/>
                                        <p:tgtEl>
                                          <p:spTgt spid="18332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83331"/>
                                        </p:tgtEl>
                                        <p:attrNameLst>
                                          <p:attrName>style.visibility</p:attrName>
                                        </p:attrNameLst>
                                      </p:cBhvr>
                                      <p:to>
                                        <p:strVal val="visible"/>
                                      </p:to>
                                    </p:set>
                                    <p:animEffect transition="in" filter="wipe(left)">
                                      <p:cBhvr>
                                        <p:cTn id="22" dur="500"/>
                                        <p:tgtEl>
                                          <p:spTgt spid="183331"/>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183341"/>
                                        </p:tgtEl>
                                        <p:attrNameLst>
                                          <p:attrName>style.visibility</p:attrName>
                                        </p:attrNameLst>
                                      </p:cBhvr>
                                      <p:to>
                                        <p:strVal val="visible"/>
                                      </p:to>
                                    </p:set>
                                    <p:animEffect transition="in" filter="wipe(left)">
                                      <p:cBhvr>
                                        <p:cTn id="31" dur="500"/>
                                        <p:tgtEl>
                                          <p:spTgt spid="183341"/>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183340"/>
                                        </p:tgtEl>
                                        <p:attrNameLst>
                                          <p:attrName>style.visibility</p:attrName>
                                        </p:attrNameLst>
                                      </p:cBhvr>
                                      <p:to>
                                        <p:strVal val="visible"/>
                                      </p:to>
                                    </p:set>
                                    <p:animEffect transition="in" filter="wipe(left)">
                                      <p:cBhvr>
                                        <p:cTn id="36" dur="500"/>
                                        <p:tgtEl>
                                          <p:spTgt spid="183340"/>
                                        </p:tgtEl>
                                      </p:cBhvr>
                                    </p:animEffect>
                                  </p:childTnLst>
                                </p:cTn>
                              </p:par>
                            </p:childTnLst>
                          </p:cTn>
                        </p:par>
                      </p:childTnLst>
                    </p:cTn>
                  </p:par>
                  <p:par>
                    <p:cTn id="37" fill="hold">
                      <p:stCondLst>
                        <p:cond delay="indefinite"/>
                      </p:stCondLst>
                      <p:childTnLst>
                        <p:par>
                          <p:cTn id="38" fill="hold">
                            <p:stCondLst>
                              <p:cond delay="0"/>
                            </p:stCondLst>
                            <p:childTnLst>
                              <p:par>
                                <p:cTn id="39" presetID="2" presetClass="entr" presetSubtype="8" fill="hold" grpId="0" nodeType="clickEffect">
                                  <p:stCondLst>
                                    <p:cond delay="0"/>
                                  </p:stCondLst>
                                  <p:childTnLst>
                                    <p:set>
                                      <p:cBhvr>
                                        <p:cTn id="40" dur="1" fill="hold">
                                          <p:stCondLst>
                                            <p:cond delay="0"/>
                                          </p:stCondLst>
                                        </p:cTn>
                                        <p:tgtEl>
                                          <p:spTgt spid="183342"/>
                                        </p:tgtEl>
                                        <p:attrNameLst>
                                          <p:attrName>style.visibility</p:attrName>
                                        </p:attrNameLst>
                                      </p:cBhvr>
                                      <p:to>
                                        <p:strVal val="visible"/>
                                      </p:to>
                                    </p:set>
                                    <p:anim calcmode="lin" valueType="num">
                                      <p:cBhvr additive="base">
                                        <p:cTn id="41" dur="500" fill="hold"/>
                                        <p:tgtEl>
                                          <p:spTgt spid="183342"/>
                                        </p:tgtEl>
                                        <p:attrNameLst>
                                          <p:attrName>ppt_x</p:attrName>
                                        </p:attrNameLst>
                                      </p:cBhvr>
                                      <p:tavLst>
                                        <p:tav tm="0">
                                          <p:val>
                                            <p:strVal val="0-#ppt_w/2"/>
                                          </p:val>
                                        </p:tav>
                                        <p:tav tm="100000">
                                          <p:val>
                                            <p:strVal val="#ppt_x"/>
                                          </p:val>
                                        </p:tav>
                                      </p:tavLst>
                                    </p:anim>
                                    <p:anim calcmode="lin" valueType="num">
                                      <p:cBhvr additive="base">
                                        <p:cTn id="42" dur="500" fill="hold"/>
                                        <p:tgtEl>
                                          <p:spTgt spid="18334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3306" grpId="0" autoUpdateAnimBg="0"/>
      <p:bldP spid="183330" grpId="0" autoUpdateAnimBg="0"/>
      <p:bldP spid="183331" grpId="0" autoUpdateAnimBg="0"/>
      <p:bldP spid="183340" grpId="0" autoUpdateAnimBg="0"/>
      <p:bldP spid="183342" grpId="0" autoUpdateAnimBg="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47"/>
          <p:cNvSpPr txBox="1">
            <a:spLocks noChangeArrowheads="1"/>
          </p:cNvSpPr>
          <p:nvPr/>
        </p:nvSpPr>
        <p:spPr bwMode="auto">
          <a:xfrm>
            <a:off x="360363" y="500063"/>
            <a:ext cx="3665537" cy="479425"/>
          </a:xfrm>
          <a:prstGeom prst="rect">
            <a:avLst/>
          </a:prstGeom>
          <a:noFill/>
          <a:ln w="9525">
            <a:noFill/>
            <a:miter lim="800000"/>
            <a:headEnd/>
            <a:tailEnd/>
          </a:ln>
        </p:spPr>
        <p:txBody>
          <a:bodyPr>
            <a:spAutoFit/>
          </a:bodyPr>
          <a:lstStyle/>
          <a:p>
            <a:pPr eaLnBrk="0" hangingPunct="0">
              <a:lnSpc>
                <a:spcPct val="115000"/>
              </a:lnSpc>
              <a:spcBef>
                <a:spcPct val="0"/>
              </a:spcBef>
              <a:buClr>
                <a:srgbClr val="CC0000"/>
              </a:buClr>
              <a:buFont typeface="Wingdings" pitchFamily="2" charset="2"/>
              <a:buNone/>
            </a:pPr>
            <a:r>
              <a:rPr kumimoji="0" lang="en-US" altLang="zh-CN" sz="2400" i="1">
                <a:solidFill>
                  <a:srgbClr val="FF0000"/>
                </a:solidFill>
                <a:ea typeface="宋体" pitchFamily="2" charset="-122"/>
              </a:rPr>
              <a:t>J</a:t>
            </a:r>
            <a:r>
              <a:rPr kumimoji="0" lang="en-US" altLang="zh-CN" sz="2400">
                <a:solidFill>
                  <a:srgbClr val="FF0000"/>
                </a:solidFill>
                <a:ea typeface="宋体" pitchFamily="2" charset="-122"/>
              </a:rPr>
              <a:t> </a:t>
            </a:r>
            <a:r>
              <a:rPr kumimoji="0" lang="zh-CN" altLang="en-US" sz="2400">
                <a:solidFill>
                  <a:srgbClr val="FF6600"/>
                </a:solidFill>
                <a:ea typeface="宋体" pitchFamily="2" charset="-122"/>
              </a:rPr>
              <a:t>与刚体的总质量有关</a:t>
            </a:r>
          </a:p>
        </p:txBody>
      </p:sp>
      <p:sp>
        <p:nvSpPr>
          <p:cNvPr id="5" name="Text Box 48"/>
          <p:cNvSpPr txBox="1">
            <a:spLocks noChangeArrowheads="1"/>
          </p:cNvSpPr>
          <p:nvPr/>
        </p:nvSpPr>
        <p:spPr bwMode="auto">
          <a:xfrm>
            <a:off x="269875" y="1203325"/>
            <a:ext cx="8012113" cy="479425"/>
          </a:xfrm>
          <a:prstGeom prst="rect">
            <a:avLst/>
          </a:prstGeom>
          <a:noFill/>
          <a:ln w="9525">
            <a:noFill/>
            <a:miter lim="800000"/>
            <a:headEnd/>
            <a:tailEnd/>
          </a:ln>
        </p:spPr>
        <p:txBody>
          <a:bodyPr>
            <a:spAutoFit/>
          </a:bodyPr>
          <a:lstStyle/>
          <a:p>
            <a:pPr eaLnBrk="0" hangingPunct="0">
              <a:lnSpc>
                <a:spcPct val="115000"/>
              </a:lnSpc>
              <a:spcBef>
                <a:spcPct val="0"/>
              </a:spcBef>
            </a:pPr>
            <a:r>
              <a:rPr kumimoji="0" lang="zh-CN" altLang="en-US" sz="2400">
                <a:solidFill>
                  <a:srgbClr val="FF6600"/>
                </a:solidFill>
                <a:ea typeface="宋体" pitchFamily="2" charset="-122"/>
              </a:rPr>
              <a:t>例如  </a:t>
            </a:r>
            <a:r>
              <a:rPr kumimoji="0" lang="zh-CN" altLang="en-US" sz="2400">
                <a:ea typeface="宋体" pitchFamily="2" charset="-122"/>
              </a:rPr>
              <a:t>等长的细木棒和细铁棒绕端点轴的转动惯量</a:t>
            </a:r>
          </a:p>
        </p:txBody>
      </p:sp>
      <p:sp>
        <p:nvSpPr>
          <p:cNvPr id="6" name="Line 49"/>
          <p:cNvSpPr>
            <a:spLocks noChangeShapeType="1"/>
          </p:cNvSpPr>
          <p:nvPr/>
        </p:nvSpPr>
        <p:spPr bwMode="auto">
          <a:xfrm>
            <a:off x="5813425" y="1908175"/>
            <a:ext cx="0" cy="1371600"/>
          </a:xfrm>
          <a:prstGeom prst="line">
            <a:avLst/>
          </a:prstGeom>
          <a:noFill/>
          <a:ln w="28575">
            <a:solidFill>
              <a:schemeClr val="accent2"/>
            </a:solidFill>
            <a:round/>
            <a:headEnd type="triangle" w="med" len="med"/>
            <a:tailEnd/>
          </a:ln>
        </p:spPr>
        <p:txBody>
          <a:bodyPr wrap="none" anchor="ctr"/>
          <a:lstStyle/>
          <a:p>
            <a:endParaRPr lang="zh-CN" altLang="en-US"/>
          </a:p>
        </p:txBody>
      </p:sp>
      <p:sp>
        <p:nvSpPr>
          <p:cNvPr id="7" name="Rectangle 50"/>
          <p:cNvSpPr>
            <a:spLocks noChangeArrowheads="1"/>
          </p:cNvSpPr>
          <p:nvPr/>
        </p:nvSpPr>
        <p:spPr bwMode="auto">
          <a:xfrm>
            <a:off x="5813425" y="2760663"/>
            <a:ext cx="2286000" cy="69850"/>
          </a:xfrm>
          <a:prstGeom prst="rect">
            <a:avLst/>
          </a:prstGeom>
          <a:solidFill>
            <a:srgbClr val="008000"/>
          </a:solidFill>
          <a:ln w="9525">
            <a:miter lim="800000"/>
            <a:headEnd/>
            <a:tailEnd/>
          </a:ln>
          <a:scene3d>
            <a:camera prst="legacyObliqueTopRight"/>
            <a:lightRig rig="legacyFlat3" dir="b"/>
          </a:scene3d>
          <a:sp3d extrusionH="36500" prstMaterial="legacyPlastic">
            <a:bevelT w="13500" h="13500" prst="angle"/>
            <a:bevelB w="13500" h="13500" prst="angle"/>
            <a:extrusionClr>
              <a:srgbClr val="3399FF"/>
            </a:extrusionClr>
          </a:sp3d>
        </p:spPr>
        <p:txBody>
          <a:bodyPr wrap="none" anchor="ctr">
            <a:flatTx/>
          </a:bodyPr>
          <a:lstStyle/>
          <a:p>
            <a:endParaRPr lang="zh-CN" altLang="en-US"/>
          </a:p>
        </p:txBody>
      </p:sp>
      <p:sp>
        <p:nvSpPr>
          <p:cNvPr id="8" name="Rectangle 51"/>
          <p:cNvSpPr>
            <a:spLocks noChangeArrowheads="1"/>
          </p:cNvSpPr>
          <p:nvPr/>
        </p:nvSpPr>
        <p:spPr bwMode="auto">
          <a:xfrm>
            <a:off x="6727825" y="2720975"/>
            <a:ext cx="304800" cy="109538"/>
          </a:xfrm>
          <a:prstGeom prst="rect">
            <a:avLst/>
          </a:prstGeom>
          <a:solidFill>
            <a:srgbClr val="FF0000"/>
          </a:solidFill>
          <a:ln w="9525">
            <a:solidFill>
              <a:schemeClr val="tx1"/>
            </a:solidFill>
            <a:miter lim="800000"/>
            <a:headEnd/>
            <a:tailEnd/>
          </a:ln>
        </p:spPr>
        <p:txBody>
          <a:bodyPr wrap="none" anchor="ctr"/>
          <a:lstStyle/>
          <a:p>
            <a:pPr algn="ctr">
              <a:lnSpc>
                <a:spcPct val="100000"/>
              </a:lnSpc>
              <a:spcBef>
                <a:spcPct val="0"/>
              </a:spcBef>
            </a:pPr>
            <a:endParaRPr kumimoji="0" lang="zh-CN" altLang="zh-CN" sz="1800" b="0">
              <a:latin typeface="Arial" charset="0"/>
              <a:ea typeface="宋体" pitchFamily="2" charset="-122"/>
            </a:endParaRPr>
          </a:p>
        </p:txBody>
      </p:sp>
      <p:sp>
        <p:nvSpPr>
          <p:cNvPr id="9" name="Text Box 52"/>
          <p:cNvSpPr txBox="1">
            <a:spLocks noChangeArrowheads="1"/>
          </p:cNvSpPr>
          <p:nvPr/>
        </p:nvSpPr>
        <p:spPr bwMode="auto">
          <a:xfrm>
            <a:off x="7489825" y="2200275"/>
            <a:ext cx="381000" cy="457200"/>
          </a:xfrm>
          <a:prstGeom prst="rect">
            <a:avLst/>
          </a:prstGeom>
          <a:noFill/>
          <a:ln w="9525">
            <a:noFill/>
            <a:miter lim="800000"/>
            <a:headEnd/>
            <a:tailEnd/>
          </a:ln>
        </p:spPr>
        <p:txBody>
          <a:bodyPr/>
          <a:lstStyle/>
          <a:p>
            <a:pPr algn="just" eaLnBrk="0" hangingPunct="0">
              <a:lnSpc>
                <a:spcPct val="100000"/>
              </a:lnSpc>
              <a:spcBef>
                <a:spcPct val="0"/>
              </a:spcBef>
            </a:pPr>
            <a:r>
              <a:rPr kumimoji="0" lang="en-US" altLang="zh-CN" sz="2400" i="1">
                <a:solidFill>
                  <a:srgbClr val="008000"/>
                </a:solidFill>
                <a:ea typeface="宋体" pitchFamily="2" charset="-122"/>
              </a:rPr>
              <a:t>L</a:t>
            </a:r>
          </a:p>
        </p:txBody>
      </p:sp>
      <p:sp>
        <p:nvSpPr>
          <p:cNvPr id="10" name="Text Box 53"/>
          <p:cNvSpPr txBox="1">
            <a:spLocks noChangeArrowheads="1"/>
          </p:cNvSpPr>
          <p:nvPr/>
        </p:nvSpPr>
        <p:spPr bwMode="auto">
          <a:xfrm>
            <a:off x="5799138" y="1598613"/>
            <a:ext cx="381000" cy="457200"/>
          </a:xfrm>
          <a:prstGeom prst="rect">
            <a:avLst/>
          </a:prstGeom>
          <a:noFill/>
          <a:ln w="9525">
            <a:noFill/>
            <a:miter lim="800000"/>
            <a:headEnd/>
            <a:tailEnd/>
          </a:ln>
        </p:spPr>
        <p:txBody>
          <a:bodyPr/>
          <a:lstStyle/>
          <a:p>
            <a:pPr algn="just" eaLnBrk="0" hangingPunct="0">
              <a:lnSpc>
                <a:spcPct val="100000"/>
              </a:lnSpc>
              <a:spcBef>
                <a:spcPct val="0"/>
              </a:spcBef>
            </a:pPr>
            <a:r>
              <a:rPr kumimoji="0" lang="en-US" altLang="zh-CN" sz="2400" i="1">
                <a:solidFill>
                  <a:schemeClr val="accent2"/>
                </a:solidFill>
                <a:ea typeface="宋体" pitchFamily="2" charset="-122"/>
              </a:rPr>
              <a:t>z</a:t>
            </a:r>
          </a:p>
        </p:txBody>
      </p:sp>
      <p:sp>
        <p:nvSpPr>
          <p:cNvPr id="11" name="Text Box 54"/>
          <p:cNvSpPr txBox="1">
            <a:spLocks noChangeArrowheads="1"/>
          </p:cNvSpPr>
          <p:nvPr/>
        </p:nvSpPr>
        <p:spPr bwMode="auto">
          <a:xfrm>
            <a:off x="5394325" y="2640013"/>
            <a:ext cx="457200" cy="457200"/>
          </a:xfrm>
          <a:prstGeom prst="rect">
            <a:avLst/>
          </a:prstGeom>
          <a:noFill/>
          <a:ln w="9525">
            <a:noFill/>
            <a:miter lim="800000"/>
            <a:headEnd/>
            <a:tailEnd/>
          </a:ln>
        </p:spPr>
        <p:txBody>
          <a:bodyPr/>
          <a:lstStyle/>
          <a:p>
            <a:pPr algn="just" eaLnBrk="0" hangingPunct="0">
              <a:lnSpc>
                <a:spcPct val="100000"/>
              </a:lnSpc>
              <a:spcBef>
                <a:spcPct val="0"/>
              </a:spcBef>
            </a:pPr>
            <a:r>
              <a:rPr kumimoji="0" lang="en-US" altLang="zh-CN" sz="2400" b="0" i="1">
                <a:solidFill>
                  <a:schemeClr val="accent2"/>
                </a:solidFill>
                <a:ea typeface="宋体" pitchFamily="2" charset="-122"/>
              </a:rPr>
              <a:t>O</a:t>
            </a:r>
          </a:p>
        </p:txBody>
      </p:sp>
      <p:sp>
        <p:nvSpPr>
          <p:cNvPr id="12" name="Line 55"/>
          <p:cNvSpPr>
            <a:spLocks noChangeShapeType="1"/>
          </p:cNvSpPr>
          <p:nvPr/>
        </p:nvSpPr>
        <p:spPr bwMode="auto">
          <a:xfrm>
            <a:off x="5813425" y="2847975"/>
            <a:ext cx="2743200" cy="0"/>
          </a:xfrm>
          <a:prstGeom prst="line">
            <a:avLst/>
          </a:prstGeom>
          <a:noFill/>
          <a:ln w="28575">
            <a:solidFill>
              <a:schemeClr val="accent2"/>
            </a:solidFill>
            <a:round/>
            <a:headEnd/>
            <a:tailEnd type="triangle" w="med" len="med"/>
          </a:ln>
        </p:spPr>
        <p:txBody>
          <a:bodyPr wrap="none" anchor="ctr"/>
          <a:lstStyle/>
          <a:p>
            <a:endParaRPr lang="zh-CN" altLang="en-US"/>
          </a:p>
        </p:txBody>
      </p:sp>
      <p:sp>
        <p:nvSpPr>
          <p:cNvPr id="13" name="Text Box 56"/>
          <p:cNvSpPr txBox="1">
            <a:spLocks noChangeArrowheads="1"/>
          </p:cNvSpPr>
          <p:nvPr/>
        </p:nvSpPr>
        <p:spPr bwMode="auto">
          <a:xfrm>
            <a:off x="8274050" y="2778125"/>
            <a:ext cx="457200" cy="457200"/>
          </a:xfrm>
          <a:prstGeom prst="rect">
            <a:avLst/>
          </a:prstGeom>
          <a:noFill/>
          <a:ln w="9525">
            <a:noFill/>
            <a:miter lim="800000"/>
            <a:headEnd/>
            <a:tailEnd/>
          </a:ln>
        </p:spPr>
        <p:txBody>
          <a:bodyPr/>
          <a:lstStyle/>
          <a:p>
            <a:pPr algn="just" eaLnBrk="0" hangingPunct="0">
              <a:lnSpc>
                <a:spcPct val="100000"/>
              </a:lnSpc>
              <a:spcBef>
                <a:spcPct val="0"/>
              </a:spcBef>
            </a:pPr>
            <a:r>
              <a:rPr kumimoji="0" lang="en-US" altLang="zh-CN" sz="2400" i="1">
                <a:solidFill>
                  <a:schemeClr val="accent2"/>
                </a:solidFill>
                <a:ea typeface="宋体" pitchFamily="2" charset="-122"/>
              </a:rPr>
              <a:t>x</a:t>
            </a:r>
          </a:p>
        </p:txBody>
      </p:sp>
      <p:sp>
        <p:nvSpPr>
          <p:cNvPr id="14" name="Text Box 57"/>
          <p:cNvSpPr txBox="1">
            <a:spLocks noChangeArrowheads="1"/>
          </p:cNvSpPr>
          <p:nvPr/>
        </p:nvSpPr>
        <p:spPr bwMode="auto">
          <a:xfrm>
            <a:off x="6615113" y="2822575"/>
            <a:ext cx="577850" cy="457200"/>
          </a:xfrm>
          <a:prstGeom prst="rect">
            <a:avLst/>
          </a:prstGeom>
          <a:noFill/>
          <a:ln w="9525">
            <a:noFill/>
            <a:miter lim="800000"/>
            <a:headEnd/>
            <a:tailEnd/>
          </a:ln>
        </p:spPr>
        <p:txBody>
          <a:bodyPr/>
          <a:lstStyle/>
          <a:p>
            <a:pPr algn="just" eaLnBrk="0" hangingPunct="0">
              <a:lnSpc>
                <a:spcPct val="100000"/>
              </a:lnSpc>
              <a:spcBef>
                <a:spcPct val="0"/>
              </a:spcBef>
            </a:pPr>
            <a:r>
              <a:rPr kumimoji="0" lang="en-US" altLang="zh-CN" sz="2400">
                <a:solidFill>
                  <a:srgbClr val="FF0000"/>
                </a:solidFill>
                <a:ea typeface="宋体" pitchFamily="2" charset="-122"/>
              </a:rPr>
              <a:t>d</a:t>
            </a:r>
            <a:r>
              <a:rPr kumimoji="0" lang="en-US" altLang="zh-CN" sz="2400" i="1">
                <a:solidFill>
                  <a:srgbClr val="FF0000"/>
                </a:solidFill>
                <a:ea typeface="宋体" pitchFamily="2" charset="-122"/>
              </a:rPr>
              <a:t>x</a:t>
            </a:r>
          </a:p>
        </p:txBody>
      </p:sp>
      <p:sp>
        <p:nvSpPr>
          <p:cNvPr id="15" name="Text Box 58"/>
          <p:cNvSpPr txBox="1">
            <a:spLocks noChangeArrowheads="1"/>
          </p:cNvSpPr>
          <p:nvPr/>
        </p:nvSpPr>
        <p:spPr bwMode="auto">
          <a:xfrm>
            <a:off x="6270625" y="2200275"/>
            <a:ext cx="577850" cy="457200"/>
          </a:xfrm>
          <a:prstGeom prst="rect">
            <a:avLst/>
          </a:prstGeom>
          <a:noFill/>
          <a:ln w="9525">
            <a:noFill/>
            <a:miter lim="800000"/>
            <a:headEnd/>
            <a:tailEnd/>
          </a:ln>
        </p:spPr>
        <p:txBody>
          <a:bodyPr/>
          <a:lstStyle/>
          <a:p>
            <a:pPr algn="just" eaLnBrk="0" hangingPunct="0">
              <a:lnSpc>
                <a:spcPct val="100000"/>
              </a:lnSpc>
              <a:spcBef>
                <a:spcPct val="0"/>
              </a:spcBef>
            </a:pPr>
            <a:r>
              <a:rPr kumimoji="0" lang="en-US" altLang="zh-CN" sz="2400" i="1">
                <a:solidFill>
                  <a:srgbClr val="008000"/>
                </a:solidFill>
                <a:ea typeface="宋体" pitchFamily="2" charset="-122"/>
              </a:rPr>
              <a:t>M</a:t>
            </a:r>
          </a:p>
        </p:txBody>
      </p:sp>
      <p:graphicFrame>
        <p:nvGraphicFramePr>
          <p:cNvPr id="16" name="Object 59"/>
          <p:cNvGraphicFramePr>
            <a:graphicFrameLocks noChangeAspect="1"/>
          </p:cNvGraphicFramePr>
          <p:nvPr/>
        </p:nvGraphicFramePr>
        <p:xfrm>
          <a:off x="1125538" y="1954213"/>
          <a:ext cx="1487487" cy="592137"/>
        </p:xfrm>
        <a:graphic>
          <a:graphicData uri="http://schemas.openxmlformats.org/presentationml/2006/ole">
            <p:oleObj spid="_x0000_s30722" name="公式" r:id="rId3" imgW="825480" imgH="330120" progId="Equation.3">
              <p:embed/>
            </p:oleObj>
          </a:graphicData>
        </a:graphic>
      </p:graphicFrame>
      <p:graphicFrame>
        <p:nvGraphicFramePr>
          <p:cNvPr id="17" name="Object 60"/>
          <p:cNvGraphicFramePr>
            <a:graphicFrameLocks noChangeAspect="1"/>
          </p:cNvGraphicFramePr>
          <p:nvPr/>
        </p:nvGraphicFramePr>
        <p:xfrm>
          <a:off x="2276475" y="2865438"/>
          <a:ext cx="1054100" cy="414337"/>
        </p:xfrm>
        <a:graphic>
          <a:graphicData uri="http://schemas.openxmlformats.org/presentationml/2006/ole">
            <p:oleObj spid="_x0000_s30723" name="公式" r:id="rId4" imgW="583920" imgH="228600" progId="Equation.3">
              <p:embed/>
            </p:oleObj>
          </a:graphicData>
        </a:graphic>
      </p:graphicFrame>
      <p:sp>
        <p:nvSpPr>
          <p:cNvPr id="18" name="Arc 61"/>
          <p:cNvSpPr>
            <a:spLocks/>
          </p:cNvSpPr>
          <p:nvPr/>
        </p:nvSpPr>
        <p:spPr bwMode="auto">
          <a:xfrm flipH="1">
            <a:off x="5570538" y="2057400"/>
            <a:ext cx="471487" cy="146050"/>
          </a:xfrm>
          <a:custGeom>
            <a:avLst/>
            <a:gdLst>
              <a:gd name="T0" fmla="*/ 45061033 w 43200"/>
              <a:gd name="T1" fmla="*/ 0 h 38804"/>
              <a:gd name="T2" fmla="*/ 11017941 w 43200"/>
              <a:gd name="T3" fmla="*/ 2608 h 38804"/>
              <a:gd name="T4" fmla="*/ 28081046 w 43200"/>
              <a:gd name="T5" fmla="*/ 917284 h 38804"/>
              <a:gd name="T6" fmla="*/ 0 60000 65536"/>
              <a:gd name="T7" fmla="*/ 0 60000 65536"/>
              <a:gd name="T8" fmla="*/ 0 60000 65536"/>
              <a:gd name="T9" fmla="*/ 0 w 43200"/>
              <a:gd name="T10" fmla="*/ 0 h 38804"/>
              <a:gd name="T11" fmla="*/ 43200 w 43200"/>
              <a:gd name="T12" fmla="*/ 38804 h 38804"/>
            </a:gdLst>
            <a:ahLst/>
            <a:cxnLst>
              <a:cxn ang="T6">
                <a:pos x="T0" y="T1"/>
              </a:cxn>
              <a:cxn ang="T7">
                <a:pos x="T2" y="T3"/>
              </a:cxn>
              <a:cxn ang="T8">
                <a:pos x="T4" y="T5"/>
              </a:cxn>
            </a:cxnLst>
            <a:rect l="T9" t="T10" r="T11" b="T12"/>
            <a:pathLst>
              <a:path w="43200" h="38804" fill="none" extrusionOk="0">
                <a:moveTo>
                  <a:pt x="34660" y="0"/>
                </a:moveTo>
                <a:cubicBezTo>
                  <a:pt x="40040" y="4084"/>
                  <a:pt x="43200" y="10449"/>
                  <a:pt x="43200" y="17204"/>
                </a:cubicBezTo>
                <a:cubicBezTo>
                  <a:pt x="43200" y="29133"/>
                  <a:pt x="33529" y="38804"/>
                  <a:pt x="21600" y="38804"/>
                </a:cubicBezTo>
                <a:cubicBezTo>
                  <a:pt x="9670" y="38804"/>
                  <a:pt x="0" y="29133"/>
                  <a:pt x="0" y="17204"/>
                </a:cubicBezTo>
                <a:cubicBezTo>
                  <a:pt x="-1" y="10478"/>
                  <a:pt x="3133" y="4135"/>
                  <a:pt x="8474" y="48"/>
                </a:cubicBezTo>
              </a:path>
              <a:path w="43200" h="38804" stroke="0" extrusionOk="0">
                <a:moveTo>
                  <a:pt x="34660" y="0"/>
                </a:moveTo>
                <a:cubicBezTo>
                  <a:pt x="40040" y="4084"/>
                  <a:pt x="43200" y="10449"/>
                  <a:pt x="43200" y="17204"/>
                </a:cubicBezTo>
                <a:cubicBezTo>
                  <a:pt x="43200" y="29133"/>
                  <a:pt x="33529" y="38804"/>
                  <a:pt x="21600" y="38804"/>
                </a:cubicBezTo>
                <a:cubicBezTo>
                  <a:pt x="9670" y="38804"/>
                  <a:pt x="0" y="29133"/>
                  <a:pt x="0" y="17204"/>
                </a:cubicBezTo>
                <a:cubicBezTo>
                  <a:pt x="-1" y="10478"/>
                  <a:pt x="3133" y="4135"/>
                  <a:pt x="8474" y="48"/>
                </a:cubicBezTo>
                <a:lnTo>
                  <a:pt x="21600" y="17204"/>
                </a:lnTo>
                <a:close/>
              </a:path>
            </a:pathLst>
          </a:custGeom>
          <a:noFill/>
          <a:ln w="28575">
            <a:solidFill>
              <a:schemeClr val="accent2"/>
            </a:solidFill>
            <a:round/>
            <a:headEnd/>
            <a:tailEnd type="triangle" w="med" len="med"/>
          </a:ln>
        </p:spPr>
        <p:txBody>
          <a:bodyPr wrap="none" anchor="ctr"/>
          <a:lstStyle/>
          <a:p>
            <a:endParaRPr lang="zh-CN" altLang="en-US"/>
          </a:p>
        </p:txBody>
      </p:sp>
      <p:sp>
        <p:nvSpPr>
          <p:cNvPr id="19" name="AutoShape 62"/>
          <p:cNvSpPr>
            <a:spLocks noChangeArrowheads="1"/>
          </p:cNvSpPr>
          <p:nvPr/>
        </p:nvSpPr>
        <p:spPr bwMode="auto">
          <a:xfrm>
            <a:off x="0" y="444500"/>
            <a:ext cx="360363" cy="576263"/>
          </a:xfrm>
          <a:prstGeom prst="star4">
            <a:avLst>
              <a:gd name="adj" fmla="val 18519"/>
            </a:avLst>
          </a:prstGeom>
          <a:gradFill rotWithShape="1">
            <a:gsLst>
              <a:gs pos="0">
                <a:srgbClr val="FF9900"/>
              </a:gs>
              <a:gs pos="100000">
                <a:srgbClr val="764700"/>
              </a:gs>
            </a:gsLst>
            <a:path path="shape">
              <a:fillToRect l="50000" t="50000" r="50000" b="50000"/>
            </a:path>
          </a:gradFill>
          <a:ln w="9525">
            <a:noFill/>
            <a:miter lim="800000"/>
            <a:headEnd/>
            <a:tailEnd/>
          </a:ln>
        </p:spPr>
        <p:txBody>
          <a:bodyPr wrap="none" anchor="ctr"/>
          <a:lstStyle/>
          <a:p>
            <a:endParaRPr lang="zh-CN" altLang="en-US"/>
          </a:p>
        </p:txBody>
      </p:sp>
      <p:graphicFrame>
        <p:nvGraphicFramePr>
          <p:cNvPr id="20" name="Object 63"/>
          <p:cNvGraphicFramePr>
            <a:graphicFrameLocks noChangeAspect="1"/>
          </p:cNvGraphicFramePr>
          <p:nvPr/>
        </p:nvGraphicFramePr>
        <p:xfrm>
          <a:off x="2655888" y="1885950"/>
          <a:ext cx="1576387" cy="730250"/>
        </p:xfrm>
        <a:graphic>
          <a:graphicData uri="http://schemas.openxmlformats.org/presentationml/2006/ole">
            <p:oleObj spid="_x0000_s30724" name="公式" r:id="rId5" imgW="876240" imgH="406080" progId="Equation.3">
              <p:embed/>
            </p:oleObj>
          </a:graphicData>
        </a:graphic>
      </p:graphicFrame>
      <p:graphicFrame>
        <p:nvGraphicFramePr>
          <p:cNvPr id="21" name="Object 64"/>
          <p:cNvGraphicFramePr>
            <a:graphicFrameLocks noChangeAspect="1"/>
          </p:cNvGraphicFramePr>
          <p:nvPr/>
        </p:nvGraphicFramePr>
        <p:xfrm>
          <a:off x="4308475" y="1885950"/>
          <a:ext cx="1003300" cy="728663"/>
        </p:xfrm>
        <a:graphic>
          <a:graphicData uri="http://schemas.openxmlformats.org/presentationml/2006/ole">
            <p:oleObj spid="_x0000_s30725" name="公式" r:id="rId6" imgW="558720" imgH="406080" progId="Equation.3">
              <p:embed/>
            </p:oleObj>
          </a:graphicData>
        </a:graphic>
      </p:graphicFrame>
      <p:sp>
        <p:nvSpPr>
          <p:cNvPr id="22" name="Rectangle 2"/>
          <p:cNvSpPr>
            <a:spLocks noChangeArrowheads="1"/>
          </p:cNvSpPr>
          <p:nvPr/>
        </p:nvSpPr>
        <p:spPr bwMode="auto">
          <a:xfrm>
            <a:off x="404813" y="3571875"/>
            <a:ext cx="2970212" cy="512763"/>
          </a:xfrm>
          <a:prstGeom prst="rect">
            <a:avLst/>
          </a:prstGeom>
          <a:noFill/>
          <a:ln w="9525">
            <a:noFill/>
            <a:miter lim="800000"/>
            <a:headEnd/>
            <a:tailEnd/>
          </a:ln>
        </p:spPr>
        <p:txBody>
          <a:bodyPr>
            <a:spAutoFit/>
          </a:bodyPr>
          <a:lstStyle/>
          <a:p>
            <a:pPr eaLnBrk="0" hangingPunct="0">
              <a:lnSpc>
                <a:spcPct val="115000"/>
              </a:lnSpc>
              <a:spcBef>
                <a:spcPct val="0"/>
              </a:spcBef>
              <a:buClr>
                <a:srgbClr val="CC0000"/>
              </a:buClr>
              <a:buFont typeface="Wingdings" pitchFamily="2" charset="2"/>
              <a:buNone/>
            </a:pPr>
            <a:r>
              <a:rPr kumimoji="0" lang="en-US" altLang="zh-CN" sz="2400" i="1">
                <a:solidFill>
                  <a:srgbClr val="FF0000"/>
                </a:solidFill>
                <a:ea typeface="宋体" pitchFamily="2" charset="-122"/>
              </a:rPr>
              <a:t>J</a:t>
            </a:r>
            <a:r>
              <a:rPr kumimoji="0" lang="en-US" altLang="zh-CN" sz="2400">
                <a:solidFill>
                  <a:srgbClr val="FF9900"/>
                </a:solidFill>
                <a:ea typeface="宋体" pitchFamily="2" charset="-122"/>
              </a:rPr>
              <a:t> </a:t>
            </a:r>
            <a:r>
              <a:rPr kumimoji="0" lang="zh-CN" altLang="en-US" sz="2400">
                <a:solidFill>
                  <a:srgbClr val="FF6600"/>
                </a:solidFill>
                <a:ea typeface="宋体" pitchFamily="2" charset="-122"/>
              </a:rPr>
              <a:t>与质量分布有关</a:t>
            </a:r>
          </a:p>
        </p:txBody>
      </p:sp>
      <p:sp>
        <p:nvSpPr>
          <p:cNvPr id="23" name="Rectangle 3"/>
          <p:cNvSpPr>
            <a:spLocks noChangeArrowheads="1"/>
          </p:cNvSpPr>
          <p:nvPr/>
        </p:nvSpPr>
        <p:spPr bwMode="auto">
          <a:xfrm>
            <a:off x="360363" y="4203700"/>
            <a:ext cx="5580062" cy="479425"/>
          </a:xfrm>
          <a:prstGeom prst="rect">
            <a:avLst/>
          </a:prstGeom>
          <a:noFill/>
          <a:ln w="9525">
            <a:noFill/>
            <a:miter lim="800000"/>
            <a:headEnd/>
            <a:tailEnd/>
          </a:ln>
        </p:spPr>
        <p:txBody>
          <a:bodyPr>
            <a:spAutoFit/>
          </a:bodyPr>
          <a:lstStyle/>
          <a:p>
            <a:pPr eaLnBrk="0" hangingPunct="0">
              <a:lnSpc>
                <a:spcPct val="115000"/>
              </a:lnSpc>
              <a:spcBef>
                <a:spcPct val="0"/>
              </a:spcBef>
            </a:pPr>
            <a:r>
              <a:rPr kumimoji="0" lang="zh-CN" altLang="en-US" sz="2400">
                <a:solidFill>
                  <a:srgbClr val="FF6600"/>
                </a:solidFill>
                <a:ea typeface="宋体" pitchFamily="2" charset="-122"/>
              </a:rPr>
              <a:t>例如  </a:t>
            </a:r>
            <a:r>
              <a:rPr kumimoji="0" lang="zh-CN" altLang="en-US" sz="2400">
                <a:ea typeface="宋体" pitchFamily="2" charset="-122"/>
              </a:rPr>
              <a:t>圆环绕中心轴旋转的转动惯量</a:t>
            </a:r>
          </a:p>
        </p:txBody>
      </p:sp>
      <p:sp>
        <p:nvSpPr>
          <p:cNvPr id="24" name="Oval 5"/>
          <p:cNvSpPr>
            <a:spLocks noChangeArrowheads="1"/>
          </p:cNvSpPr>
          <p:nvPr/>
        </p:nvSpPr>
        <p:spPr bwMode="auto">
          <a:xfrm>
            <a:off x="6315075" y="3848100"/>
            <a:ext cx="1219200" cy="2209800"/>
          </a:xfrm>
          <a:prstGeom prst="ellipse">
            <a:avLst/>
          </a:prstGeom>
          <a:noFill/>
          <a:ln w="38100">
            <a:solidFill>
              <a:srgbClr val="FFFF00"/>
            </a:solidFill>
            <a:round/>
            <a:headEnd/>
            <a:tailEnd/>
          </a:ln>
          <a:scene3d>
            <a:camera prst="legacyObliqueTopRight">
              <a:rot lat="0" lon="1200000" rev="0"/>
            </a:camera>
            <a:lightRig rig="legacyFlat3" dir="t"/>
          </a:scene3d>
          <a:sp3d extrusionH="74600" prstMaterial="legacyPlastic">
            <a:bevelT w="13500" h="13500" prst="angle"/>
            <a:bevelB w="13500" h="13500" prst="angle"/>
            <a:extrusionClr>
              <a:srgbClr val="00FFFF"/>
            </a:extrusionClr>
          </a:sp3d>
        </p:spPr>
        <p:txBody>
          <a:bodyPr wrap="none" anchor="ctr">
            <a:flatTx/>
          </a:bodyPr>
          <a:lstStyle/>
          <a:p>
            <a:endParaRPr lang="zh-CN" altLang="en-US"/>
          </a:p>
        </p:txBody>
      </p:sp>
      <p:sp>
        <p:nvSpPr>
          <p:cNvPr id="25" name="Line 6"/>
          <p:cNvSpPr>
            <a:spLocks noChangeShapeType="1"/>
          </p:cNvSpPr>
          <p:nvPr/>
        </p:nvSpPr>
        <p:spPr bwMode="auto">
          <a:xfrm>
            <a:off x="6924675" y="4991100"/>
            <a:ext cx="1676400" cy="0"/>
          </a:xfrm>
          <a:prstGeom prst="line">
            <a:avLst/>
          </a:prstGeom>
          <a:noFill/>
          <a:ln w="38100">
            <a:solidFill>
              <a:schemeClr val="accent2"/>
            </a:solidFill>
            <a:round/>
            <a:headEnd/>
            <a:tailEnd/>
          </a:ln>
        </p:spPr>
        <p:txBody>
          <a:bodyPr wrap="none" anchor="ctr"/>
          <a:lstStyle/>
          <a:p>
            <a:endParaRPr lang="zh-CN" altLang="en-US"/>
          </a:p>
        </p:txBody>
      </p:sp>
      <p:sp>
        <p:nvSpPr>
          <p:cNvPr id="26" name="Line 7"/>
          <p:cNvSpPr>
            <a:spLocks noChangeShapeType="1"/>
          </p:cNvSpPr>
          <p:nvPr/>
        </p:nvSpPr>
        <p:spPr bwMode="auto">
          <a:xfrm>
            <a:off x="5673725" y="4991100"/>
            <a:ext cx="762000" cy="0"/>
          </a:xfrm>
          <a:prstGeom prst="line">
            <a:avLst/>
          </a:prstGeom>
          <a:noFill/>
          <a:ln w="28575">
            <a:solidFill>
              <a:schemeClr val="accent2"/>
            </a:solidFill>
            <a:round/>
            <a:headEnd/>
            <a:tailEnd/>
          </a:ln>
        </p:spPr>
        <p:txBody>
          <a:bodyPr wrap="none" anchor="ctr"/>
          <a:lstStyle/>
          <a:p>
            <a:endParaRPr lang="zh-CN" altLang="en-US"/>
          </a:p>
        </p:txBody>
      </p:sp>
      <p:sp>
        <p:nvSpPr>
          <p:cNvPr id="27" name="Line 8"/>
          <p:cNvSpPr>
            <a:spLocks noChangeShapeType="1"/>
          </p:cNvSpPr>
          <p:nvPr/>
        </p:nvSpPr>
        <p:spPr bwMode="auto">
          <a:xfrm flipV="1">
            <a:off x="6924675" y="4084638"/>
            <a:ext cx="320675" cy="906462"/>
          </a:xfrm>
          <a:prstGeom prst="line">
            <a:avLst/>
          </a:prstGeom>
          <a:noFill/>
          <a:ln w="38100">
            <a:solidFill>
              <a:srgbClr val="CC0000"/>
            </a:solidFill>
            <a:round/>
            <a:headEnd/>
            <a:tailEnd/>
          </a:ln>
        </p:spPr>
        <p:txBody>
          <a:bodyPr wrap="none" anchor="ctr"/>
          <a:lstStyle/>
          <a:p>
            <a:endParaRPr lang="zh-CN" altLang="en-US"/>
          </a:p>
        </p:txBody>
      </p:sp>
      <p:sp>
        <p:nvSpPr>
          <p:cNvPr id="28" name="Arc 9"/>
          <p:cNvSpPr>
            <a:spLocks/>
          </p:cNvSpPr>
          <p:nvPr/>
        </p:nvSpPr>
        <p:spPr bwMode="auto">
          <a:xfrm rot="19988763" flipH="1">
            <a:off x="6623050" y="3860800"/>
            <a:ext cx="498475" cy="646113"/>
          </a:xfrm>
          <a:custGeom>
            <a:avLst/>
            <a:gdLst>
              <a:gd name="T0" fmla="*/ 179813340 w 14853"/>
              <a:gd name="T1" fmla="*/ 0 h 21070"/>
              <a:gd name="T2" fmla="*/ 561437819 w 14853"/>
              <a:gd name="T3" fmla="*/ 155338571 h 21070"/>
              <a:gd name="T4" fmla="*/ 0 w 14853"/>
              <a:gd name="T5" fmla="*/ 607569727 h 21070"/>
              <a:gd name="T6" fmla="*/ 0 60000 65536"/>
              <a:gd name="T7" fmla="*/ 0 60000 65536"/>
              <a:gd name="T8" fmla="*/ 0 60000 65536"/>
              <a:gd name="T9" fmla="*/ 0 w 14853"/>
              <a:gd name="T10" fmla="*/ 0 h 21070"/>
              <a:gd name="T11" fmla="*/ 14853 w 14853"/>
              <a:gd name="T12" fmla="*/ 21070 h 21070"/>
            </a:gdLst>
            <a:ahLst/>
            <a:cxnLst>
              <a:cxn ang="T6">
                <a:pos x="T0" y="T1"/>
              </a:cxn>
              <a:cxn ang="T7">
                <a:pos x="T2" y="T3"/>
              </a:cxn>
              <a:cxn ang="T8">
                <a:pos x="T4" y="T5"/>
              </a:cxn>
            </a:cxnLst>
            <a:rect l="T9" t="T10" r="T11" b="T12"/>
            <a:pathLst>
              <a:path w="14853" h="21070" fill="none" extrusionOk="0">
                <a:moveTo>
                  <a:pt x="4756" y="0"/>
                </a:moveTo>
                <a:cubicBezTo>
                  <a:pt x="8545" y="855"/>
                  <a:pt x="12033" y="2716"/>
                  <a:pt x="14852" y="5387"/>
                </a:cubicBezTo>
              </a:path>
              <a:path w="14853" h="21070" stroke="0" extrusionOk="0">
                <a:moveTo>
                  <a:pt x="4756" y="0"/>
                </a:moveTo>
                <a:cubicBezTo>
                  <a:pt x="8545" y="855"/>
                  <a:pt x="12033" y="2716"/>
                  <a:pt x="14852" y="5387"/>
                </a:cubicBezTo>
                <a:lnTo>
                  <a:pt x="0" y="21070"/>
                </a:lnTo>
                <a:close/>
              </a:path>
            </a:pathLst>
          </a:custGeom>
          <a:noFill/>
          <a:ln w="57150">
            <a:solidFill>
              <a:srgbClr val="FF0000"/>
            </a:solidFill>
            <a:round/>
            <a:headEnd/>
            <a:tailEnd/>
          </a:ln>
        </p:spPr>
        <p:txBody>
          <a:bodyPr wrap="none" anchor="ctr"/>
          <a:lstStyle/>
          <a:p>
            <a:endParaRPr lang="zh-CN" altLang="en-US"/>
          </a:p>
        </p:txBody>
      </p:sp>
      <p:sp>
        <p:nvSpPr>
          <p:cNvPr id="29" name="Text Box 10"/>
          <p:cNvSpPr txBox="1">
            <a:spLocks noChangeArrowheads="1"/>
          </p:cNvSpPr>
          <p:nvPr/>
        </p:nvSpPr>
        <p:spPr bwMode="auto">
          <a:xfrm>
            <a:off x="6248400" y="3562350"/>
            <a:ext cx="533400" cy="457200"/>
          </a:xfrm>
          <a:prstGeom prst="rect">
            <a:avLst/>
          </a:prstGeom>
          <a:noFill/>
          <a:ln w="9525">
            <a:noFill/>
            <a:miter lim="800000"/>
            <a:headEnd/>
            <a:tailEnd/>
          </a:ln>
        </p:spPr>
        <p:txBody>
          <a:bodyPr/>
          <a:lstStyle/>
          <a:p>
            <a:pPr algn="just" eaLnBrk="0" hangingPunct="0">
              <a:lnSpc>
                <a:spcPct val="100000"/>
              </a:lnSpc>
              <a:spcBef>
                <a:spcPct val="0"/>
              </a:spcBef>
            </a:pPr>
            <a:r>
              <a:rPr kumimoji="0" lang="en-US" altLang="zh-CN" sz="2400">
                <a:solidFill>
                  <a:srgbClr val="CC0000"/>
                </a:solidFill>
                <a:ea typeface="宋体" pitchFamily="2" charset="-122"/>
              </a:rPr>
              <a:t>d</a:t>
            </a:r>
            <a:r>
              <a:rPr kumimoji="0" lang="en-US" altLang="zh-CN" sz="2400" i="1">
                <a:solidFill>
                  <a:srgbClr val="CC0000"/>
                </a:solidFill>
                <a:ea typeface="宋体" pitchFamily="2" charset="-122"/>
              </a:rPr>
              <a:t>l</a:t>
            </a:r>
          </a:p>
        </p:txBody>
      </p:sp>
      <p:sp>
        <p:nvSpPr>
          <p:cNvPr id="30" name="Text Box 11"/>
          <p:cNvSpPr txBox="1">
            <a:spLocks noChangeArrowheads="1"/>
          </p:cNvSpPr>
          <p:nvPr/>
        </p:nvSpPr>
        <p:spPr bwMode="auto">
          <a:xfrm>
            <a:off x="6642100" y="4905375"/>
            <a:ext cx="381000" cy="457200"/>
          </a:xfrm>
          <a:prstGeom prst="rect">
            <a:avLst/>
          </a:prstGeom>
          <a:noFill/>
          <a:ln w="9525">
            <a:noFill/>
            <a:miter lim="800000"/>
            <a:headEnd/>
            <a:tailEnd/>
          </a:ln>
        </p:spPr>
        <p:txBody>
          <a:bodyPr/>
          <a:lstStyle/>
          <a:p>
            <a:pPr algn="just" eaLnBrk="0" hangingPunct="0">
              <a:lnSpc>
                <a:spcPct val="100000"/>
              </a:lnSpc>
              <a:spcBef>
                <a:spcPct val="0"/>
              </a:spcBef>
            </a:pPr>
            <a:r>
              <a:rPr kumimoji="0" lang="en-US" altLang="zh-CN" sz="2400" i="1">
                <a:solidFill>
                  <a:srgbClr val="CC0000"/>
                </a:solidFill>
                <a:ea typeface="宋体" pitchFamily="2" charset="-122"/>
              </a:rPr>
              <a:t>O</a:t>
            </a:r>
          </a:p>
        </p:txBody>
      </p:sp>
      <p:graphicFrame>
        <p:nvGraphicFramePr>
          <p:cNvPr id="31" name="Object 12"/>
          <p:cNvGraphicFramePr>
            <a:graphicFrameLocks noChangeAspect="1"/>
          </p:cNvGraphicFramePr>
          <p:nvPr/>
        </p:nvGraphicFramePr>
        <p:xfrm>
          <a:off x="1144588" y="4849813"/>
          <a:ext cx="1509712" cy="593725"/>
        </p:xfrm>
        <a:graphic>
          <a:graphicData uri="http://schemas.openxmlformats.org/presentationml/2006/ole">
            <p:oleObj spid="_x0000_s30726" name="公式" r:id="rId7" imgW="838080" imgH="330120" progId="Equation.3">
              <p:embed/>
            </p:oleObj>
          </a:graphicData>
        </a:graphic>
      </p:graphicFrame>
      <p:graphicFrame>
        <p:nvGraphicFramePr>
          <p:cNvPr id="32" name="Object 13"/>
          <p:cNvGraphicFramePr>
            <a:graphicFrameLocks noChangeAspect="1"/>
          </p:cNvGraphicFramePr>
          <p:nvPr/>
        </p:nvGraphicFramePr>
        <p:xfrm>
          <a:off x="1395413" y="5740400"/>
          <a:ext cx="4162425" cy="730250"/>
        </p:xfrm>
        <a:graphic>
          <a:graphicData uri="http://schemas.openxmlformats.org/presentationml/2006/ole">
            <p:oleObj spid="_x0000_s30727" name="公式" r:id="rId8" imgW="2311200" imgH="406080" progId="Equation.3">
              <p:embed/>
            </p:oleObj>
          </a:graphicData>
        </a:graphic>
      </p:graphicFrame>
      <p:sp>
        <p:nvSpPr>
          <p:cNvPr id="33" name="Text Box 14"/>
          <p:cNvSpPr txBox="1">
            <a:spLocks noChangeArrowheads="1"/>
          </p:cNvSpPr>
          <p:nvPr/>
        </p:nvSpPr>
        <p:spPr bwMode="auto">
          <a:xfrm>
            <a:off x="7381875" y="3924300"/>
            <a:ext cx="609600" cy="457200"/>
          </a:xfrm>
          <a:prstGeom prst="rect">
            <a:avLst/>
          </a:prstGeom>
          <a:noFill/>
          <a:ln w="9525">
            <a:noFill/>
            <a:miter lim="800000"/>
            <a:headEnd/>
            <a:tailEnd/>
          </a:ln>
        </p:spPr>
        <p:txBody>
          <a:bodyPr/>
          <a:lstStyle/>
          <a:p>
            <a:pPr algn="just" eaLnBrk="0" hangingPunct="0">
              <a:lnSpc>
                <a:spcPct val="100000"/>
              </a:lnSpc>
              <a:spcBef>
                <a:spcPct val="0"/>
              </a:spcBef>
            </a:pPr>
            <a:r>
              <a:rPr kumimoji="0" lang="en-US" altLang="zh-CN" sz="2400" i="1">
                <a:solidFill>
                  <a:srgbClr val="CC0000"/>
                </a:solidFill>
                <a:ea typeface="宋体" pitchFamily="2" charset="-122"/>
              </a:rPr>
              <a:t>m</a:t>
            </a:r>
          </a:p>
        </p:txBody>
      </p:sp>
      <p:sp>
        <p:nvSpPr>
          <p:cNvPr id="34" name="Text Box 30"/>
          <p:cNvSpPr txBox="1">
            <a:spLocks noChangeArrowheads="1"/>
          </p:cNvSpPr>
          <p:nvPr/>
        </p:nvSpPr>
        <p:spPr bwMode="auto">
          <a:xfrm>
            <a:off x="6619875" y="4229100"/>
            <a:ext cx="685800" cy="533400"/>
          </a:xfrm>
          <a:prstGeom prst="rect">
            <a:avLst/>
          </a:prstGeom>
          <a:noFill/>
          <a:ln w="9525">
            <a:noFill/>
            <a:miter lim="800000"/>
            <a:headEnd/>
            <a:tailEnd/>
          </a:ln>
        </p:spPr>
        <p:txBody>
          <a:bodyPr/>
          <a:lstStyle/>
          <a:p>
            <a:pPr algn="just" eaLnBrk="0" hangingPunct="0">
              <a:lnSpc>
                <a:spcPct val="100000"/>
              </a:lnSpc>
              <a:spcBef>
                <a:spcPct val="0"/>
              </a:spcBef>
            </a:pPr>
            <a:r>
              <a:rPr kumimoji="0" lang="en-US" altLang="zh-CN" sz="2400" i="1">
                <a:solidFill>
                  <a:srgbClr val="CC0000"/>
                </a:solidFill>
                <a:ea typeface="宋体" pitchFamily="2" charset="-122"/>
              </a:rPr>
              <a:t>R</a:t>
            </a:r>
          </a:p>
        </p:txBody>
      </p:sp>
      <p:sp>
        <p:nvSpPr>
          <p:cNvPr id="35" name="Arc 31"/>
          <p:cNvSpPr>
            <a:spLocks/>
          </p:cNvSpPr>
          <p:nvPr/>
        </p:nvSpPr>
        <p:spPr bwMode="auto">
          <a:xfrm rot="5334705" flipH="1">
            <a:off x="7593807" y="4877594"/>
            <a:ext cx="471487" cy="219075"/>
          </a:xfrm>
          <a:custGeom>
            <a:avLst/>
            <a:gdLst>
              <a:gd name="T0" fmla="*/ 45060815 w 43200"/>
              <a:gd name="T1" fmla="*/ 0 h 38804"/>
              <a:gd name="T2" fmla="*/ 11017919 w 43200"/>
              <a:gd name="T3" fmla="*/ 8830 h 38804"/>
              <a:gd name="T4" fmla="*/ 28081002 w 43200"/>
              <a:gd name="T5" fmla="*/ 3095832 h 38804"/>
              <a:gd name="T6" fmla="*/ 0 60000 65536"/>
              <a:gd name="T7" fmla="*/ 0 60000 65536"/>
              <a:gd name="T8" fmla="*/ 0 60000 65536"/>
              <a:gd name="T9" fmla="*/ 0 w 43200"/>
              <a:gd name="T10" fmla="*/ 0 h 38804"/>
              <a:gd name="T11" fmla="*/ 43200 w 43200"/>
              <a:gd name="T12" fmla="*/ 38804 h 38804"/>
            </a:gdLst>
            <a:ahLst/>
            <a:cxnLst>
              <a:cxn ang="T6">
                <a:pos x="T0" y="T1"/>
              </a:cxn>
              <a:cxn ang="T7">
                <a:pos x="T2" y="T3"/>
              </a:cxn>
              <a:cxn ang="T8">
                <a:pos x="T4" y="T5"/>
              </a:cxn>
            </a:cxnLst>
            <a:rect l="T9" t="T10" r="T11" b="T12"/>
            <a:pathLst>
              <a:path w="43200" h="38804" fill="none" extrusionOk="0">
                <a:moveTo>
                  <a:pt x="34660" y="0"/>
                </a:moveTo>
                <a:cubicBezTo>
                  <a:pt x="40040" y="4084"/>
                  <a:pt x="43200" y="10449"/>
                  <a:pt x="43200" y="17204"/>
                </a:cubicBezTo>
                <a:cubicBezTo>
                  <a:pt x="43200" y="29133"/>
                  <a:pt x="33529" y="38804"/>
                  <a:pt x="21600" y="38804"/>
                </a:cubicBezTo>
                <a:cubicBezTo>
                  <a:pt x="9670" y="38804"/>
                  <a:pt x="0" y="29133"/>
                  <a:pt x="0" y="17204"/>
                </a:cubicBezTo>
                <a:cubicBezTo>
                  <a:pt x="-1" y="10478"/>
                  <a:pt x="3133" y="4135"/>
                  <a:pt x="8474" y="48"/>
                </a:cubicBezTo>
              </a:path>
              <a:path w="43200" h="38804" stroke="0" extrusionOk="0">
                <a:moveTo>
                  <a:pt x="34660" y="0"/>
                </a:moveTo>
                <a:cubicBezTo>
                  <a:pt x="40040" y="4084"/>
                  <a:pt x="43200" y="10449"/>
                  <a:pt x="43200" y="17204"/>
                </a:cubicBezTo>
                <a:cubicBezTo>
                  <a:pt x="43200" y="29133"/>
                  <a:pt x="33529" y="38804"/>
                  <a:pt x="21600" y="38804"/>
                </a:cubicBezTo>
                <a:cubicBezTo>
                  <a:pt x="9670" y="38804"/>
                  <a:pt x="0" y="29133"/>
                  <a:pt x="0" y="17204"/>
                </a:cubicBezTo>
                <a:cubicBezTo>
                  <a:pt x="-1" y="10478"/>
                  <a:pt x="3133" y="4135"/>
                  <a:pt x="8474" y="48"/>
                </a:cubicBezTo>
                <a:lnTo>
                  <a:pt x="21600" y="17204"/>
                </a:lnTo>
                <a:close/>
              </a:path>
            </a:pathLst>
          </a:custGeom>
          <a:noFill/>
          <a:ln w="28575">
            <a:solidFill>
              <a:schemeClr val="accent2"/>
            </a:solidFill>
            <a:round/>
            <a:headEnd/>
            <a:tailEnd type="triangle" w="med" len="med"/>
          </a:ln>
        </p:spPr>
        <p:txBody>
          <a:bodyPr wrap="none" anchor="ctr"/>
          <a:lstStyle/>
          <a:p>
            <a:endParaRPr lang="zh-CN" altLang="en-US"/>
          </a:p>
        </p:txBody>
      </p:sp>
      <p:sp>
        <p:nvSpPr>
          <p:cNvPr id="36" name="AutoShape 33"/>
          <p:cNvSpPr>
            <a:spLocks noChangeArrowheads="1"/>
          </p:cNvSpPr>
          <p:nvPr/>
        </p:nvSpPr>
        <p:spPr bwMode="auto">
          <a:xfrm>
            <a:off x="0" y="3544888"/>
            <a:ext cx="360363" cy="576262"/>
          </a:xfrm>
          <a:prstGeom prst="star4">
            <a:avLst>
              <a:gd name="adj" fmla="val 18519"/>
            </a:avLst>
          </a:prstGeom>
          <a:gradFill rotWithShape="1">
            <a:gsLst>
              <a:gs pos="0">
                <a:srgbClr val="FF9900"/>
              </a:gs>
              <a:gs pos="100000">
                <a:srgbClr val="764700"/>
              </a:gs>
            </a:gsLst>
            <a:path path="shape">
              <a:fillToRect l="50000" t="50000" r="50000" b="50000"/>
            </a:path>
          </a:gradFill>
          <a:ln w="9525">
            <a:noFill/>
            <a:miter lim="800000"/>
            <a:headEnd/>
            <a:tailEnd/>
          </a:ln>
        </p:spPr>
        <p:txBody>
          <a:bodyPr wrap="none" anchor="ctr"/>
          <a:lstStyle/>
          <a:p>
            <a:endParaRPr lang="zh-CN" altLang="en-US"/>
          </a:p>
        </p:txBody>
      </p:sp>
      <p:graphicFrame>
        <p:nvGraphicFramePr>
          <p:cNvPr id="37" name="Object 34"/>
          <p:cNvGraphicFramePr>
            <a:graphicFrameLocks noChangeAspect="1"/>
          </p:cNvGraphicFramePr>
          <p:nvPr/>
        </p:nvGraphicFramePr>
        <p:xfrm>
          <a:off x="2714625" y="4759325"/>
          <a:ext cx="1920875" cy="730250"/>
        </p:xfrm>
        <a:graphic>
          <a:graphicData uri="http://schemas.openxmlformats.org/presentationml/2006/ole">
            <p:oleObj spid="_x0000_s30728" name="公式" r:id="rId9" imgW="1066680" imgH="406080" progId="Equation.3">
              <p:embed/>
            </p:oleObj>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dissolve">
                                      <p:cBhvr>
                                        <p:cTn id="7" dur="1000"/>
                                        <p:tgtEl>
                                          <p:spTgt spid="19"/>
                                        </p:tgtEl>
                                      </p:cBhvr>
                                    </p:animEffect>
                                  </p:childTnLst>
                                </p:cTn>
                              </p:par>
                            </p:childTnLst>
                          </p:cTn>
                        </p:par>
                        <p:par>
                          <p:cTn id="8" fill="hold">
                            <p:stCondLst>
                              <p:cond delay="1000"/>
                            </p:stCondLst>
                            <p:childTnLst>
                              <p:par>
                                <p:cTn id="9" presetID="22" presetClass="entr" presetSubtype="8" fill="hold" grpId="0"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wipe(left)">
                                      <p:cBhvr>
                                        <p:cTn id="11" dur="500"/>
                                        <p:tgtEl>
                                          <p:spTgt spid="4"/>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wipe(left)">
                                      <p:cBhvr>
                                        <p:cTn id="16" dur="500"/>
                                        <p:tgtEl>
                                          <p:spTgt spid="5"/>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wipe(left)">
                                      <p:cBhvr>
                                        <p:cTn id="21" dur="500"/>
                                        <p:tgtEl>
                                          <p:spTgt spid="7"/>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wipe(left)">
                                      <p:cBhvr>
                                        <p:cTn id="26" dur="500"/>
                                        <p:tgtEl>
                                          <p:spTgt spid="15"/>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9"/>
                                        </p:tgtEl>
                                        <p:attrNameLst>
                                          <p:attrName>style.visibility</p:attrName>
                                        </p:attrNameLst>
                                      </p:cBhvr>
                                      <p:to>
                                        <p:strVal val="visible"/>
                                      </p:to>
                                    </p:set>
                                    <p:animEffect transition="in" filter="wipe(left)">
                                      <p:cBhvr>
                                        <p:cTn id="31" dur="500"/>
                                        <p:tgtEl>
                                          <p:spTgt spid="9"/>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6"/>
                                        </p:tgtEl>
                                        <p:attrNameLst>
                                          <p:attrName>style.visibility</p:attrName>
                                        </p:attrNameLst>
                                      </p:cBhvr>
                                      <p:to>
                                        <p:strVal val="visible"/>
                                      </p:to>
                                    </p:set>
                                    <p:animEffect transition="in" filter="wipe(left)">
                                      <p:cBhvr>
                                        <p:cTn id="36" dur="500"/>
                                        <p:tgtEl>
                                          <p:spTgt spid="6"/>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10"/>
                                        </p:tgtEl>
                                        <p:attrNameLst>
                                          <p:attrName>style.visibility</p:attrName>
                                        </p:attrNameLst>
                                      </p:cBhvr>
                                      <p:to>
                                        <p:strVal val="visible"/>
                                      </p:to>
                                    </p:set>
                                    <p:animEffect transition="in" filter="wipe(left)">
                                      <p:cBhvr>
                                        <p:cTn id="41" dur="500"/>
                                        <p:tgtEl>
                                          <p:spTgt spid="10"/>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4" fill="hold" grpId="0" nodeType="clickEffect">
                                  <p:stCondLst>
                                    <p:cond delay="0"/>
                                  </p:stCondLst>
                                  <p:childTnLst>
                                    <p:set>
                                      <p:cBhvr>
                                        <p:cTn id="45" dur="1" fill="hold">
                                          <p:stCondLst>
                                            <p:cond delay="0"/>
                                          </p:stCondLst>
                                        </p:cTn>
                                        <p:tgtEl>
                                          <p:spTgt spid="18"/>
                                        </p:tgtEl>
                                        <p:attrNameLst>
                                          <p:attrName>style.visibility</p:attrName>
                                        </p:attrNameLst>
                                      </p:cBhvr>
                                      <p:to>
                                        <p:strVal val="visible"/>
                                      </p:to>
                                    </p:set>
                                    <p:animEffect transition="in" filter="wipe(down)">
                                      <p:cBhvr>
                                        <p:cTn id="46" dur="500"/>
                                        <p:tgtEl>
                                          <p:spTgt spid="18"/>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grpId="0" nodeType="clickEffect">
                                  <p:stCondLst>
                                    <p:cond delay="0"/>
                                  </p:stCondLst>
                                  <p:childTnLst>
                                    <p:set>
                                      <p:cBhvr>
                                        <p:cTn id="50" dur="1" fill="hold">
                                          <p:stCondLst>
                                            <p:cond delay="0"/>
                                          </p:stCondLst>
                                        </p:cTn>
                                        <p:tgtEl>
                                          <p:spTgt spid="12"/>
                                        </p:tgtEl>
                                        <p:attrNameLst>
                                          <p:attrName>style.visibility</p:attrName>
                                        </p:attrNameLst>
                                      </p:cBhvr>
                                      <p:to>
                                        <p:strVal val="visible"/>
                                      </p:to>
                                    </p:set>
                                    <p:animEffect transition="in" filter="wipe(left)">
                                      <p:cBhvr>
                                        <p:cTn id="51" dur="500"/>
                                        <p:tgtEl>
                                          <p:spTgt spid="12"/>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8" fill="hold" grpId="0" nodeType="clickEffect">
                                  <p:stCondLst>
                                    <p:cond delay="0"/>
                                  </p:stCondLst>
                                  <p:childTnLst>
                                    <p:set>
                                      <p:cBhvr>
                                        <p:cTn id="55" dur="1" fill="hold">
                                          <p:stCondLst>
                                            <p:cond delay="0"/>
                                          </p:stCondLst>
                                        </p:cTn>
                                        <p:tgtEl>
                                          <p:spTgt spid="11"/>
                                        </p:tgtEl>
                                        <p:attrNameLst>
                                          <p:attrName>style.visibility</p:attrName>
                                        </p:attrNameLst>
                                      </p:cBhvr>
                                      <p:to>
                                        <p:strVal val="visible"/>
                                      </p:to>
                                    </p:set>
                                    <p:animEffect transition="in" filter="wipe(left)">
                                      <p:cBhvr>
                                        <p:cTn id="56" dur="500"/>
                                        <p:tgtEl>
                                          <p:spTgt spid="11"/>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8" fill="hold" grpId="0" nodeType="clickEffect">
                                  <p:stCondLst>
                                    <p:cond delay="0"/>
                                  </p:stCondLst>
                                  <p:childTnLst>
                                    <p:set>
                                      <p:cBhvr>
                                        <p:cTn id="60" dur="1" fill="hold">
                                          <p:stCondLst>
                                            <p:cond delay="0"/>
                                          </p:stCondLst>
                                        </p:cTn>
                                        <p:tgtEl>
                                          <p:spTgt spid="13"/>
                                        </p:tgtEl>
                                        <p:attrNameLst>
                                          <p:attrName>style.visibility</p:attrName>
                                        </p:attrNameLst>
                                      </p:cBhvr>
                                      <p:to>
                                        <p:strVal val="visible"/>
                                      </p:to>
                                    </p:set>
                                    <p:animEffect transition="in" filter="wipe(left)">
                                      <p:cBhvr>
                                        <p:cTn id="61" dur="500"/>
                                        <p:tgtEl>
                                          <p:spTgt spid="13"/>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8" fill="hold" grpId="0" nodeType="clickEffect">
                                  <p:stCondLst>
                                    <p:cond delay="0"/>
                                  </p:stCondLst>
                                  <p:childTnLst>
                                    <p:set>
                                      <p:cBhvr>
                                        <p:cTn id="65" dur="1" fill="hold">
                                          <p:stCondLst>
                                            <p:cond delay="0"/>
                                          </p:stCondLst>
                                        </p:cTn>
                                        <p:tgtEl>
                                          <p:spTgt spid="8"/>
                                        </p:tgtEl>
                                        <p:attrNameLst>
                                          <p:attrName>style.visibility</p:attrName>
                                        </p:attrNameLst>
                                      </p:cBhvr>
                                      <p:to>
                                        <p:strVal val="visible"/>
                                      </p:to>
                                    </p:set>
                                    <p:animEffect transition="in" filter="wipe(left)">
                                      <p:cBhvr>
                                        <p:cTn id="66" dur="500"/>
                                        <p:tgtEl>
                                          <p:spTgt spid="8"/>
                                        </p:tgtEl>
                                      </p:cBhvr>
                                    </p:animEffect>
                                  </p:childTnLst>
                                </p:cTn>
                              </p:par>
                            </p:childTnLst>
                          </p:cTn>
                        </p:par>
                      </p:childTnLst>
                    </p:cTn>
                  </p:par>
                  <p:par>
                    <p:cTn id="67" fill="hold">
                      <p:stCondLst>
                        <p:cond delay="indefinite"/>
                      </p:stCondLst>
                      <p:childTnLst>
                        <p:par>
                          <p:cTn id="68" fill="hold">
                            <p:stCondLst>
                              <p:cond delay="0"/>
                            </p:stCondLst>
                            <p:childTnLst>
                              <p:par>
                                <p:cTn id="69" presetID="22" presetClass="entr" presetSubtype="8" fill="hold" grpId="0" nodeType="clickEffect">
                                  <p:stCondLst>
                                    <p:cond delay="0"/>
                                  </p:stCondLst>
                                  <p:childTnLst>
                                    <p:set>
                                      <p:cBhvr>
                                        <p:cTn id="70" dur="1" fill="hold">
                                          <p:stCondLst>
                                            <p:cond delay="0"/>
                                          </p:stCondLst>
                                        </p:cTn>
                                        <p:tgtEl>
                                          <p:spTgt spid="14"/>
                                        </p:tgtEl>
                                        <p:attrNameLst>
                                          <p:attrName>style.visibility</p:attrName>
                                        </p:attrNameLst>
                                      </p:cBhvr>
                                      <p:to>
                                        <p:strVal val="visible"/>
                                      </p:to>
                                    </p:set>
                                    <p:animEffect transition="in" filter="wipe(left)">
                                      <p:cBhvr>
                                        <p:cTn id="71" dur="500"/>
                                        <p:tgtEl>
                                          <p:spTgt spid="14"/>
                                        </p:tgtEl>
                                      </p:cBhvr>
                                    </p:animEffect>
                                  </p:childTnLst>
                                </p:cTn>
                              </p:par>
                            </p:childTnLst>
                          </p:cTn>
                        </p:par>
                      </p:childTnLst>
                    </p:cTn>
                  </p:par>
                  <p:par>
                    <p:cTn id="72" fill="hold">
                      <p:stCondLst>
                        <p:cond delay="indefinite"/>
                      </p:stCondLst>
                      <p:childTnLst>
                        <p:par>
                          <p:cTn id="73" fill="hold">
                            <p:stCondLst>
                              <p:cond delay="0"/>
                            </p:stCondLst>
                            <p:childTnLst>
                              <p:par>
                                <p:cTn id="74" presetID="22" presetClass="entr" presetSubtype="8" fill="hold" nodeType="clickEffect">
                                  <p:stCondLst>
                                    <p:cond delay="0"/>
                                  </p:stCondLst>
                                  <p:childTnLst>
                                    <p:set>
                                      <p:cBhvr>
                                        <p:cTn id="75" dur="1" fill="hold">
                                          <p:stCondLst>
                                            <p:cond delay="0"/>
                                          </p:stCondLst>
                                        </p:cTn>
                                        <p:tgtEl>
                                          <p:spTgt spid="16"/>
                                        </p:tgtEl>
                                        <p:attrNameLst>
                                          <p:attrName>style.visibility</p:attrName>
                                        </p:attrNameLst>
                                      </p:cBhvr>
                                      <p:to>
                                        <p:strVal val="visible"/>
                                      </p:to>
                                    </p:set>
                                    <p:animEffect transition="in" filter="wipe(left)">
                                      <p:cBhvr>
                                        <p:cTn id="76" dur="500"/>
                                        <p:tgtEl>
                                          <p:spTgt spid="16"/>
                                        </p:tgtEl>
                                      </p:cBhvr>
                                    </p:animEffect>
                                  </p:childTnLst>
                                </p:cTn>
                              </p:par>
                            </p:childTnLst>
                          </p:cTn>
                        </p:par>
                      </p:childTnLst>
                    </p:cTn>
                  </p:par>
                  <p:par>
                    <p:cTn id="77" fill="hold">
                      <p:stCondLst>
                        <p:cond delay="indefinite"/>
                      </p:stCondLst>
                      <p:childTnLst>
                        <p:par>
                          <p:cTn id="78" fill="hold">
                            <p:stCondLst>
                              <p:cond delay="0"/>
                            </p:stCondLst>
                            <p:childTnLst>
                              <p:par>
                                <p:cTn id="79" presetID="22" presetClass="entr" presetSubtype="8" fill="hold" nodeType="clickEffect">
                                  <p:stCondLst>
                                    <p:cond delay="0"/>
                                  </p:stCondLst>
                                  <p:childTnLst>
                                    <p:set>
                                      <p:cBhvr>
                                        <p:cTn id="80" dur="1" fill="hold">
                                          <p:stCondLst>
                                            <p:cond delay="0"/>
                                          </p:stCondLst>
                                        </p:cTn>
                                        <p:tgtEl>
                                          <p:spTgt spid="20"/>
                                        </p:tgtEl>
                                        <p:attrNameLst>
                                          <p:attrName>style.visibility</p:attrName>
                                        </p:attrNameLst>
                                      </p:cBhvr>
                                      <p:to>
                                        <p:strVal val="visible"/>
                                      </p:to>
                                    </p:set>
                                    <p:animEffect transition="in" filter="wipe(left)">
                                      <p:cBhvr>
                                        <p:cTn id="81" dur="500"/>
                                        <p:tgtEl>
                                          <p:spTgt spid="20"/>
                                        </p:tgtEl>
                                      </p:cBhvr>
                                    </p:animEffect>
                                  </p:childTnLst>
                                </p:cTn>
                              </p:par>
                            </p:childTnLst>
                          </p:cTn>
                        </p:par>
                      </p:childTnLst>
                    </p:cTn>
                  </p:par>
                  <p:par>
                    <p:cTn id="82" fill="hold">
                      <p:stCondLst>
                        <p:cond delay="indefinite"/>
                      </p:stCondLst>
                      <p:childTnLst>
                        <p:par>
                          <p:cTn id="83" fill="hold">
                            <p:stCondLst>
                              <p:cond delay="0"/>
                            </p:stCondLst>
                            <p:childTnLst>
                              <p:par>
                                <p:cTn id="84" presetID="22" presetClass="entr" presetSubtype="8" fill="hold" nodeType="clickEffect">
                                  <p:stCondLst>
                                    <p:cond delay="0"/>
                                  </p:stCondLst>
                                  <p:childTnLst>
                                    <p:set>
                                      <p:cBhvr>
                                        <p:cTn id="85" dur="1" fill="hold">
                                          <p:stCondLst>
                                            <p:cond delay="0"/>
                                          </p:stCondLst>
                                        </p:cTn>
                                        <p:tgtEl>
                                          <p:spTgt spid="21"/>
                                        </p:tgtEl>
                                        <p:attrNameLst>
                                          <p:attrName>style.visibility</p:attrName>
                                        </p:attrNameLst>
                                      </p:cBhvr>
                                      <p:to>
                                        <p:strVal val="visible"/>
                                      </p:to>
                                    </p:set>
                                    <p:animEffect transition="in" filter="wipe(left)">
                                      <p:cBhvr>
                                        <p:cTn id="86" dur="500"/>
                                        <p:tgtEl>
                                          <p:spTgt spid="21"/>
                                        </p:tgtEl>
                                      </p:cBhvr>
                                    </p:animEffect>
                                  </p:childTnLst>
                                </p:cTn>
                              </p:par>
                            </p:childTnLst>
                          </p:cTn>
                        </p:par>
                      </p:childTnLst>
                    </p:cTn>
                  </p:par>
                  <p:par>
                    <p:cTn id="87" fill="hold">
                      <p:stCondLst>
                        <p:cond delay="indefinite"/>
                      </p:stCondLst>
                      <p:childTnLst>
                        <p:par>
                          <p:cTn id="88" fill="hold">
                            <p:stCondLst>
                              <p:cond delay="0"/>
                            </p:stCondLst>
                            <p:childTnLst>
                              <p:par>
                                <p:cTn id="89" presetID="22" presetClass="entr" presetSubtype="8" fill="hold" nodeType="clickEffect">
                                  <p:stCondLst>
                                    <p:cond delay="0"/>
                                  </p:stCondLst>
                                  <p:childTnLst>
                                    <p:set>
                                      <p:cBhvr>
                                        <p:cTn id="90" dur="1" fill="hold">
                                          <p:stCondLst>
                                            <p:cond delay="0"/>
                                          </p:stCondLst>
                                        </p:cTn>
                                        <p:tgtEl>
                                          <p:spTgt spid="17"/>
                                        </p:tgtEl>
                                        <p:attrNameLst>
                                          <p:attrName>style.visibility</p:attrName>
                                        </p:attrNameLst>
                                      </p:cBhvr>
                                      <p:to>
                                        <p:strVal val="visible"/>
                                      </p:to>
                                    </p:set>
                                    <p:animEffect transition="in" filter="wipe(left)">
                                      <p:cBhvr>
                                        <p:cTn id="91" dur="500"/>
                                        <p:tgtEl>
                                          <p:spTgt spid="17"/>
                                        </p:tgtEl>
                                      </p:cBhvr>
                                    </p:animEffect>
                                  </p:childTnLst>
                                </p:cTn>
                              </p:par>
                            </p:childTnLst>
                          </p:cTn>
                        </p:par>
                      </p:childTnLst>
                    </p:cTn>
                  </p:par>
                  <p:par>
                    <p:cTn id="92" fill="hold">
                      <p:stCondLst>
                        <p:cond delay="indefinite"/>
                      </p:stCondLst>
                      <p:childTnLst>
                        <p:par>
                          <p:cTn id="93" fill="hold">
                            <p:stCondLst>
                              <p:cond delay="0"/>
                            </p:stCondLst>
                            <p:childTnLst>
                              <p:par>
                                <p:cTn id="94" presetID="9" presetClass="entr" presetSubtype="0" fill="hold" grpId="0" nodeType="clickEffect">
                                  <p:stCondLst>
                                    <p:cond delay="0"/>
                                  </p:stCondLst>
                                  <p:childTnLst>
                                    <p:set>
                                      <p:cBhvr>
                                        <p:cTn id="95" dur="1" fill="hold">
                                          <p:stCondLst>
                                            <p:cond delay="0"/>
                                          </p:stCondLst>
                                        </p:cTn>
                                        <p:tgtEl>
                                          <p:spTgt spid="36"/>
                                        </p:tgtEl>
                                        <p:attrNameLst>
                                          <p:attrName>style.visibility</p:attrName>
                                        </p:attrNameLst>
                                      </p:cBhvr>
                                      <p:to>
                                        <p:strVal val="visible"/>
                                      </p:to>
                                    </p:set>
                                    <p:animEffect transition="in" filter="dissolve">
                                      <p:cBhvr>
                                        <p:cTn id="96" dur="1000"/>
                                        <p:tgtEl>
                                          <p:spTgt spid="36"/>
                                        </p:tgtEl>
                                      </p:cBhvr>
                                    </p:animEffect>
                                  </p:childTnLst>
                                </p:cTn>
                              </p:par>
                            </p:childTnLst>
                          </p:cTn>
                        </p:par>
                        <p:par>
                          <p:cTn id="97" fill="hold">
                            <p:stCondLst>
                              <p:cond delay="1000"/>
                            </p:stCondLst>
                            <p:childTnLst>
                              <p:par>
                                <p:cTn id="98" presetID="22" presetClass="entr" presetSubtype="8" fill="hold" grpId="0" nodeType="afterEffect">
                                  <p:stCondLst>
                                    <p:cond delay="0"/>
                                  </p:stCondLst>
                                  <p:childTnLst>
                                    <p:set>
                                      <p:cBhvr>
                                        <p:cTn id="99" dur="1" fill="hold">
                                          <p:stCondLst>
                                            <p:cond delay="0"/>
                                          </p:stCondLst>
                                        </p:cTn>
                                        <p:tgtEl>
                                          <p:spTgt spid="22"/>
                                        </p:tgtEl>
                                        <p:attrNameLst>
                                          <p:attrName>style.visibility</p:attrName>
                                        </p:attrNameLst>
                                      </p:cBhvr>
                                      <p:to>
                                        <p:strVal val="visible"/>
                                      </p:to>
                                    </p:set>
                                    <p:animEffect transition="in" filter="wipe(left)">
                                      <p:cBhvr>
                                        <p:cTn id="100" dur="500"/>
                                        <p:tgtEl>
                                          <p:spTgt spid="22"/>
                                        </p:tgtEl>
                                      </p:cBhvr>
                                    </p:animEffect>
                                  </p:childTnLst>
                                </p:cTn>
                              </p:par>
                            </p:childTnLst>
                          </p:cTn>
                        </p:par>
                      </p:childTnLst>
                    </p:cTn>
                  </p:par>
                  <p:par>
                    <p:cTn id="101" fill="hold">
                      <p:stCondLst>
                        <p:cond delay="indefinite"/>
                      </p:stCondLst>
                      <p:childTnLst>
                        <p:par>
                          <p:cTn id="102" fill="hold">
                            <p:stCondLst>
                              <p:cond delay="0"/>
                            </p:stCondLst>
                            <p:childTnLst>
                              <p:par>
                                <p:cTn id="103" presetID="22" presetClass="entr" presetSubtype="8" fill="hold" grpId="0" nodeType="clickEffect">
                                  <p:stCondLst>
                                    <p:cond delay="0"/>
                                  </p:stCondLst>
                                  <p:childTnLst>
                                    <p:set>
                                      <p:cBhvr>
                                        <p:cTn id="104" dur="1" fill="hold">
                                          <p:stCondLst>
                                            <p:cond delay="0"/>
                                          </p:stCondLst>
                                        </p:cTn>
                                        <p:tgtEl>
                                          <p:spTgt spid="23"/>
                                        </p:tgtEl>
                                        <p:attrNameLst>
                                          <p:attrName>style.visibility</p:attrName>
                                        </p:attrNameLst>
                                      </p:cBhvr>
                                      <p:to>
                                        <p:strVal val="visible"/>
                                      </p:to>
                                    </p:set>
                                    <p:animEffect transition="in" filter="wipe(left)">
                                      <p:cBhvr>
                                        <p:cTn id="105" dur="500"/>
                                        <p:tgtEl>
                                          <p:spTgt spid="23"/>
                                        </p:tgtEl>
                                      </p:cBhvr>
                                    </p:animEffect>
                                  </p:childTnLst>
                                </p:cTn>
                              </p:par>
                            </p:childTnLst>
                          </p:cTn>
                        </p:par>
                      </p:childTnLst>
                    </p:cTn>
                  </p:par>
                  <p:par>
                    <p:cTn id="106" fill="hold">
                      <p:stCondLst>
                        <p:cond delay="indefinite"/>
                      </p:stCondLst>
                      <p:childTnLst>
                        <p:par>
                          <p:cTn id="107" fill="hold">
                            <p:stCondLst>
                              <p:cond delay="0"/>
                            </p:stCondLst>
                            <p:childTnLst>
                              <p:par>
                                <p:cTn id="108" presetID="22" presetClass="entr" presetSubtype="8" fill="hold" grpId="0" nodeType="clickEffect">
                                  <p:stCondLst>
                                    <p:cond delay="0"/>
                                  </p:stCondLst>
                                  <p:childTnLst>
                                    <p:set>
                                      <p:cBhvr>
                                        <p:cTn id="109" dur="1" fill="hold">
                                          <p:stCondLst>
                                            <p:cond delay="0"/>
                                          </p:stCondLst>
                                        </p:cTn>
                                        <p:tgtEl>
                                          <p:spTgt spid="24"/>
                                        </p:tgtEl>
                                        <p:attrNameLst>
                                          <p:attrName>style.visibility</p:attrName>
                                        </p:attrNameLst>
                                      </p:cBhvr>
                                      <p:to>
                                        <p:strVal val="visible"/>
                                      </p:to>
                                    </p:set>
                                    <p:animEffect transition="in" filter="wipe(left)">
                                      <p:cBhvr>
                                        <p:cTn id="110" dur="500"/>
                                        <p:tgtEl>
                                          <p:spTgt spid="24"/>
                                        </p:tgtEl>
                                      </p:cBhvr>
                                    </p:animEffect>
                                  </p:childTnLst>
                                </p:cTn>
                              </p:par>
                            </p:childTnLst>
                          </p:cTn>
                        </p:par>
                      </p:childTnLst>
                    </p:cTn>
                  </p:par>
                  <p:par>
                    <p:cTn id="111" fill="hold">
                      <p:stCondLst>
                        <p:cond delay="indefinite"/>
                      </p:stCondLst>
                      <p:childTnLst>
                        <p:par>
                          <p:cTn id="112" fill="hold">
                            <p:stCondLst>
                              <p:cond delay="0"/>
                            </p:stCondLst>
                            <p:childTnLst>
                              <p:par>
                                <p:cTn id="113" presetID="22" presetClass="entr" presetSubtype="8" fill="hold" grpId="0" nodeType="clickEffect">
                                  <p:stCondLst>
                                    <p:cond delay="0"/>
                                  </p:stCondLst>
                                  <p:childTnLst>
                                    <p:set>
                                      <p:cBhvr>
                                        <p:cTn id="114" dur="1" fill="hold">
                                          <p:stCondLst>
                                            <p:cond delay="0"/>
                                          </p:stCondLst>
                                        </p:cTn>
                                        <p:tgtEl>
                                          <p:spTgt spid="25"/>
                                        </p:tgtEl>
                                        <p:attrNameLst>
                                          <p:attrName>style.visibility</p:attrName>
                                        </p:attrNameLst>
                                      </p:cBhvr>
                                      <p:to>
                                        <p:strVal val="visible"/>
                                      </p:to>
                                    </p:set>
                                    <p:animEffect transition="in" filter="wipe(left)">
                                      <p:cBhvr>
                                        <p:cTn id="115" dur="500"/>
                                        <p:tgtEl>
                                          <p:spTgt spid="25"/>
                                        </p:tgtEl>
                                      </p:cBhvr>
                                    </p:animEffect>
                                  </p:childTnLst>
                                </p:cTn>
                              </p:par>
                            </p:childTnLst>
                          </p:cTn>
                        </p:par>
                        <p:par>
                          <p:cTn id="116" fill="hold">
                            <p:stCondLst>
                              <p:cond delay="500"/>
                            </p:stCondLst>
                            <p:childTnLst>
                              <p:par>
                                <p:cTn id="117" presetID="22" presetClass="entr" presetSubtype="8" fill="hold" grpId="0" nodeType="afterEffect">
                                  <p:stCondLst>
                                    <p:cond delay="0"/>
                                  </p:stCondLst>
                                  <p:childTnLst>
                                    <p:set>
                                      <p:cBhvr>
                                        <p:cTn id="118" dur="1" fill="hold">
                                          <p:stCondLst>
                                            <p:cond delay="0"/>
                                          </p:stCondLst>
                                        </p:cTn>
                                        <p:tgtEl>
                                          <p:spTgt spid="26"/>
                                        </p:tgtEl>
                                        <p:attrNameLst>
                                          <p:attrName>style.visibility</p:attrName>
                                        </p:attrNameLst>
                                      </p:cBhvr>
                                      <p:to>
                                        <p:strVal val="visible"/>
                                      </p:to>
                                    </p:set>
                                    <p:animEffect transition="in" filter="wipe(left)">
                                      <p:cBhvr>
                                        <p:cTn id="119" dur="500"/>
                                        <p:tgtEl>
                                          <p:spTgt spid="26"/>
                                        </p:tgtEl>
                                      </p:cBhvr>
                                    </p:animEffect>
                                  </p:childTnLst>
                                </p:cTn>
                              </p:par>
                            </p:childTnLst>
                          </p:cTn>
                        </p:par>
                        <p:par>
                          <p:cTn id="120" fill="hold">
                            <p:stCondLst>
                              <p:cond delay="1000"/>
                            </p:stCondLst>
                            <p:childTnLst>
                              <p:par>
                                <p:cTn id="121" presetID="22" presetClass="entr" presetSubtype="4" fill="hold" grpId="0" nodeType="afterEffect">
                                  <p:stCondLst>
                                    <p:cond delay="0"/>
                                  </p:stCondLst>
                                  <p:childTnLst>
                                    <p:set>
                                      <p:cBhvr>
                                        <p:cTn id="122" dur="1" fill="hold">
                                          <p:stCondLst>
                                            <p:cond delay="0"/>
                                          </p:stCondLst>
                                        </p:cTn>
                                        <p:tgtEl>
                                          <p:spTgt spid="35"/>
                                        </p:tgtEl>
                                        <p:attrNameLst>
                                          <p:attrName>style.visibility</p:attrName>
                                        </p:attrNameLst>
                                      </p:cBhvr>
                                      <p:to>
                                        <p:strVal val="visible"/>
                                      </p:to>
                                    </p:set>
                                    <p:animEffect transition="in" filter="wipe(down)">
                                      <p:cBhvr>
                                        <p:cTn id="123" dur="500"/>
                                        <p:tgtEl>
                                          <p:spTgt spid="35"/>
                                        </p:tgtEl>
                                      </p:cBhvr>
                                    </p:animEffect>
                                  </p:childTnLst>
                                </p:cTn>
                              </p:par>
                            </p:childTnLst>
                          </p:cTn>
                        </p:par>
                      </p:childTnLst>
                    </p:cTn>
                  </p:par>
                  <p:par>
                    <p:cTn id="124" fill="hold">
                      <p:stCondLst>
                        <p:cond delay="indefinite"/>
                      </p:stCondLst>
                      <p:childTnLst>
                        <p:par>
                          <p:cTn id="125" fill="hold">
                            <p:stCondLst>
                              <p:cond delay="0"/>
                            </p:stCondLst>
                            <p:childTnLst>
                              <p:par>
                                <p:cTn id="126" presetID="22" presetClass="entr" presetSubtype="8" fill="hold" grpId="0" nodeType="clickEffect">
                                  <p:stCondLst>
                                    <p:cond delay="0"/>
                                  </p:stCondLst>
                                  <p:childTnLst>
                                    <p:set>
                                      <p:cBhvr>
                                        <p:cTn id="127" dur="1" fill="hold">
                                          <p:stCondLst>
                                            <p:cond delay="0"/>
                                          </p:stCondLst>
                                        </p:cTn>
                                        <p:tgtEl>
                                          <p:spTgt spid="27"/>
                                        </p:tgtEl>
                                        <p:attrNameLst>
                                          <p:attrName>style.visibility</p:attrName>
                                        </p:attrNameLst>
                                      </p:cBhvr>
                                      <p:to>
                                        <p:strVal val="visible"/>
                                      </p:to>
                                    </p:set>
                                    <p:animEffect transition="in" filter="wipe(left)">
                                      <p:cBhvr>
                                        <p:cTn id="128" dur="500"/>
                                        <p:tgtEl>
                                          <p:spTgt spid="27"/>
                                        </p:tgtEl>
                                      </p:cBhvr>
                                    </p:animEffect>
                                  </p:childTnLst>
                                </p:cTn>
                              </p:par>
                            </p:childTnLst>
                          </p:cTn>
                        </p:par>
                      </p:childTnLst>
                    </p:cTn>
                  </p:par>
                  <p:par>
                    <p:cTn id="129" fill="hold">
                      <p:stCondLst>
                        <p:cond delay="indefinite"/>
                      </p:stCondLst>
                      <p:childTnLst>
                        <p:par>
                          <p:cTn id="130" fill="hold">
                            <p:stCondLst>
                              <p:cond delay="0"/>
                            </p:stCondLst>
                            <p:childTnLst>
                              <p:par>
                                <p:cTn id="131" presetID="22" presetClass="entr" presetSubtype="8" fill="hold" grpId="0" nodeType="clickEffect">
                                  <p:stCondLst>
                                    <p:cond delay="0"/>
                                  </p:stCondLst>
                                  <p:childTnLst>
                                    <p:set>
                                      <p:cBhvr>
                                        <p:cTn id="132" dur="1" fill="hold">
                                          <p:stCondLst>
                                            <p:cond delay="0"/>
                                          </p:stCondLst>
                                        </p:cTn>
                                        <p:tgtEl>
                                          <p:spTgt spid="34"/>
                                        </p:tgtEl>
                                        <p:attrNameLst>
                                          <p:attrName>style.visibility</p:attrName>
                                        </p:attrNameLst>
                                      </p:cBhvr>
                                      <p:to>
                                        <p:strVal val="visible"/>
                                      </p:to>
                                    </p:set>
                                    <p:animEffect transition="in" filter="wipe(left)">
                                      <p:cBhvr>
                                        <p:cTn id="133" dur="500"/>
                                        <p:tgtEl>
                                          <p:spTgt spid="34"/>
                                        </p:tgtEl>
                                      </p:cBhvr>
                                    </p:animEffect>
                                  </p:childTnLst>
                                </p:cTn>
                              </p:par>
                            </p:childTnLst>
                          </p:cTn>
                        </p:par>
                      </p:childTnLst>
                    </p:cTn>
                  </p:par>
                  <p:par>
                    <p:cTn id="134" fill="hold">
                      <p:stCondLst>
                        <p:cond delay="indefinite"/>
                      </p:stCondLst>
                      <p:childTnLst>
                        <p:par>
                          <p:cTn id="135" fill="hold">
                            <p:stCondLst>
                              <p:cond delay="0"/>
                            </p:stCondLst>
                            <p:childTnLst>
                              <p:par>
                                <p:cTn id="136" presetID="22" presetClass="entr" presetSubtype="8" fill="hold" grpId="0" nodeType="clickEffect">
                                  <p:stCondLst>
                                    <p:cond delay="0"/>
                                  </p:stCondLst>
                                  <p:childTnLst>
                                    <p:set>
                                      <p:cBhvr>
                                        <p:cTn id="137" dur="1" fill="hold">
                                          <p:stCondLst>
                                            <p:cond delay="0"/>
                                          </p:stCondLst>
                                        </p:cTn>
                                        <p:tgtEl>
                                          <p:spTgt spid="33"/>
                                        </p:tgtEl>
                                        <p:attrNameLst>
                                          <p:attrName>style.visibility</p:attrName>
                                        </p:attrNameLst>
                                      </p:cBhvr>
                                      <p:to>
                                        <p:strVal val="visible"/>
                                      </p:to>
                                    </p:set>
                                    <p:animEffect transition="in" filter="wipe(left)">
                                      <p:cBhvr>
                                        <p:cTn id="138" dur="500"/>
                                        <p:tgtEl>
                                          <p:spTgt spid="33"/>
                                        </p:tgtEl>
                                      </p:cBhvr>
                                    </p:animEffect>
                                  </p:childTnLst>
                                </p:cTn>
                              </p:par>
                            </p:childTnLst>
                          </p:cTn>
                        </p:par>
                      </p:childTnLst>
                    </p:cTn>
                  </p:par>
                  <p:par>
                    <p:cTn id="139" fill="hold">
                      <p:stCondLst>
                        <p:cond delay="indefinite"/>
                      </p:stCondLst>
                      <p:childTnLst>
                        <p:par>
                          <p:cTn id="140" fill="hold">
                            <p:stCondLst>
                              <p:cond delay="0"/>
                            </p:stCondLst>
                            <p:childTnLst>
                              <p:par>
                                <p:cTn id="141" presetID="22" presetClass="entr" presetSubtype="8" fill="hold" grpId="0" nodeType="clickEffect">
                                  <p:stCondLst>
                                    <p:cond delay="0"/>
                                  </p:stCondLst>
                                  <p:childTnLst>
                                    <p:set>
                                      <p:cBhvr>
                                        <p:cTn id="142" dur="1" fill="hold">
                                          <p:stCondLst>
                                            <p:cond delay="0"/>
                                          </p:stCondLst>
                                        </p:cTn>
                                        <p:tgtEl>
                                          <p:spTgt spid="30"/>
                                        </p:tgtEl>
                                        <p:attrNameLst>
                                          <p:attrName>style.visibility</p:attrName>
                                        </p:attrNameLst>
                                      </p:cBhvr>
                                      <p:to>
                                        <p:strVal val="visible"/>
                                      </p:to>
                                    </p:set>
                                    <p:animEffect transition="in" filter="wipe(left)">
                                      <p:cBhvr>
                                        <p:cTn id="143" dur="500"/>
                                        <p:tgtEl>
                                          <p:spTgt spid="30"/>
                                        </p:tgtEl>
                                      </p:cBhvr>
                                    </p:animEffect>
                                  </p:childTnLst>
                                </p:cTn>
                              </p:par>
                            </p:childTnLst>
                          </p:cTn>
                        </p:par>
                      </p:childTnLst>
                    </p:cTn>
                  </p:par>
                  <p:par>
                    <p:cTn id="144" fill="hold">
                      <p:stCondLst>
                        <p:cond delay="indefinite"/>
                      </p:stCondLst>
                      <p:childTnLst>
                        <p:par>
                          <p:cTn id="145" fill="hold">
                            <p:stCondLst>
                              <p:cond delay="0"/>
                            </p:stCondLst>
                            <p:childTnLst>
                              <p:par>
                                <p:cTn id="146" presetID="22" presetClass="entr" presetSubtype="8" fill="hold" grpId="0" nodeType="clickEffect">
                                  <p:stCondLst>
                                    <p:cond delay="0"/>
                                  </p:stCondLst>
                                  <p:childTnLst>
                                    <p:set>
                                      <p:cBhvr>
                                        <p:cTn id="147" dur="1" fill="hold">
                                          <p:stCondLst>
                                            <p:cond delay="0"/>
                                          </p:stCondLst>
                                        </p:cTn>
                                        <p:tgtEl>
                                          <p:spTgt spid="28"/>
                                        </p:tgtEl>
                                        <p:attrNameLst>
                                          <p:attrName>style.visibility</p:attrName>
                                        </p:attrNameLst>
                                      </p:cBhvr>
                                      <p:to>
                                        <p:strVal val="visible"/>
                                      </p:to>
                                    </p:set>
                                    <p:animEffect transition="in" filter="wipe(left)">
                                      <p:cBhvr>
                                        <p:cTn id="148" dur="500"/>
                                        <p:tgtEl>
                                          <p:spTgt spid="28"/>
                                        </p:tgtEl>
                                      </p:cBhvr>
                                    </p:animEffect>
                                  </p:childTnLst>
                                </p:cTn>
                              </p:par>
                            </p:childTnLst>
                          </p:cTn>
                        </p:par>
                      </p:childTnLst>
                    </p:cTn>
                  </p:par>
                  <p:par>
                    <p:cTn id="149" fill="hold">
                      <p:stCondLst>
                        <p:cond delay="indefinite"/>
                      </p:stCondLst>
                      <p:childTnLst>
                        <p:par>
                          <p:cTn id="150" fill="hold">
                            <p:stCondLst>
                              <p:cond delay="0"/>
                            </p:stCondLst>
                            <p:childTnLst>
                              <p:par>
                                <p:cTn id="151" presetID="22" presetClass="entr" presetSubtype="8" fill="hold" grpId="0" nodeType="clickEffect">
                                  <p:stCondLst>
                                    <p:cond delay="0"/>
                                  </p:stCondLst>
                                  <p:childTnLst>
                                    <p:set>
                                      <p:cBhvr>
                                        <p:cTn id="152" dur="1" fill="hold">
                                          <p:stCondLst>
                                            <p:cond delay="0"/>
                                          </p:stCondLst>
                                        </p:cTn>
                                        <p:tgtEl>
                                          <p:spTgt spid="29"/>
                                        </p:tgtEl>
                                        <p:attrNameLst>
                                          <p:attrName>style.visibility</p:attrName>
                                        </p:attrNameLst>
                                      </p:cBhvr>
                                      <p:to>
                                        <p:strVal val="visible"/>
                                      </p:to>
                                    </p:set>
                                    <p:animEffect transition="in" filter="wipe(left)">
                                      <p:cBhvr>
                                        <p:cTn id="153" dur="500"/>
                                        <p:tgtEl>
                                          <p:spTgt spid="29"/>
                                        </p:tgtEl>
                                      </p:cBhvr>
                                    </p:animEffect>
                                  </p:childTnLst>
                                </p:cTn>
                              </p:par>
                            </p:childTnLst>
                          </p:cTn>
                        </p:par>
                      </p:childTnLst>
                    </p:cTn>
                  </p:par>
                  <p:par>
                    <p:cTn id="154" fill="hold">
                      <p:stCondLst>
                        <p:cond delay="indefinite"/>
                      </p:stCondLst>
                      <p:childTnLst>
                        <p:par>
                          <p:cTn id="155" fill="hold">
                            <p:stCondLst>
                              <p:cond delay="0"/>
                            </p:stCondLst>
                            <p:childTnLst>
                              <p:par>
                                <p:cTn id="156" presetID="22" presetClass="entr" presetSubtype="8" fill="hold" nodeType="clickEffect">
                                  <p:stCondLst>
                                    <p:cond delay="0"/>
                                  </p:stCondLst>
                                  <p:childTnLst>
                                    <p:set>
                                      <p:cBhvr>
                                        <p:cTn id="157" dur="1" fill="hold">
                                          <p:stCondLst>
                                            <p:cond delay="0"/>
                                          </p:stCondLst>
                                        </p:cTn>
                                        <p:tgtEl>
                                          <p:spTgt spid="31"/>
                                        </p:tgtEl>
                                        <p:attrNameLst>
                                          <p:attrName>style.visibility</p:attrName>
                                        </p:attrNameLst>
                                      </p:cBhvr>
                                      <p:to>
                                        <p:strVal val="visible"/>
                                      </p:to>
                                    </p:set>
                                    <p:animEffect transition="in" filter="wipe(left)">
                                      <p:cBhvr>
                                        <p:cTn id="158" dur="500"/>
                                        <p:tgtEl>
                                          <p:spTgt spid="31"/>
                                        </p:tgtEl>
                                      </p:cBhvr>
                                    </p:animEffect>
                                  </p:childTnLst>
                                </p:cTn>
                              </p:par>
                            </p:childTnLst>
                          </p:cTn>
                        </p:par>
                      </p:childTnLst>
                    </p:cTn>
                  </p:par>
                  <p:par>
                    <p:cTn id="159" fill="hold">
                      <p:stCondLst>
                        <p:cond delay="indefinite"/>
                      </p:stCondLst>
                      <p:childTnLst>
                        <p:par>
                          <p:cTn id="160" fill="hold">
                            <p:stCondLst>
                              <p:cond delay="0"/>
                            </p:stCondLst>
                            <p:childTnLst>
                              <p:par>
                                <p:cTn id="161" presetID="22" presetClass="entr" presetSubtype="8" fill="hold" nodeType="clickEffect">
                                  <p:stCondLst>
                                    <p:cond delay="0"/>
                                  </p:stCondLst>
                                  <p:childTnLst>
                                    <p:set>
                                      <p:cBhvr>
                                        <p:cTn id="162" dur="1" fill="hold">
                                          <p:stCondLst>
                                            <p:cond delay="0"/>
                                          </p:stCondLst>
                                        </p:cTn>
                                        <p:tgtEl>
                                          <p:spTgt spid="37"/>
                                        </p:tgtEl>
                                        <p:attrNameLst>
                                          <p:attrName>style.visibility</p:attrName>
                                        </p:attrNameLst>
                                      </p:cBhvr>
                                      <p:to>
                                        <p:strVal val="visible"/>
                                      </p:to>
                                    </p:set>
                                    <p:animEffect transition="in" filter="wipe(left)">
                                      <p:cBhvr>
                                        <p:cTn id="163" dur="500"/>
                                        <p:tgtEl>
                                          <p:spTgt spid="37"/>
                                        </p:tgtEl>
                                      </p:cBhvr>
                                    </p:animEffect>
                                  </p:childTnLst>
                                </p:cTn>
                              </p:par>
                            </p:childTnLst>
                          </p:cTn>
                        </p:par>
                      </p:childTnLst>
                    </p:cTn>
                  </p:par>
                  <p:par>
                    <p:cTn id="164" fill="hold">
                      <p:stCondLst>
                        <p:cond delay="indefinite"/>
                      </p:stCondLst>
                      <p:childTnLst>
                        <p:par>
                          <p:cTn id="165" fill="hold">
                            <p:stCondLst>
                              <p:cond delay="0"/>
                            </p:stCondLst>
                            <p:childTnLst>
                              <p:par>
                                <p:cTn id="166" presetID="22" presetClass="entr" presetSubtype="8" fill="hold" nodeType="clickEffect">
                                  <p:stCondLst>
                                    <p:cond delay="0"/>
                                  </p:stCondLst>
                                  <p:childTnLst>
                                    <p:set>
                                      <p:cBhvr>
                                        <p:cTn id="167" dur="1" fill="hold">
                                          <p:stCondLst>
                                            <p:cond delay="0"/>
                                          </p:stCondLst>
                                        </p:cTn>
                                        <p:tgtEl>
                                          <p:spTgt spid="32"/>
                                        </p:tgtEl>
                                        <p:attrNameLst>
                                          <p:attrName>style.visibility</p:attrName>
                                        </p:attrNameLst>
                                      </p:cBhvr>
                                      <p:to>
                                        <p:strVal val="visible"/>
                                      </p:to>
                                    </p:set>
                                    <p:animEffect transition="in" filter="wipe(left)">
                                      <p:cBhvr>
                                        <p:cTn id="168"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utoUpdateAnimBg="0"/>
      <p:bldP spid="5" grpId="0" autoUpdateAnimBg="0"/>
      <p:bldP spid="6" grpId="0" animBg="1"/>
      <p:bldP spid="7" grpId="0" animBg="1"/>
      <p:bldP spid="8" grpId="0" animBg="1"/>
      <p:bldP spid="9" grpId="0" autoUpdateAnimBg="0"/>
      <p:bldP spid="10" grpId="0" autoUpdateAnimBg="0"/>
      <p:bldP spid="11" grpId="0" autoUpdateAnimBg="0"/>
      <p:bldP spid="12" grpId="0" animBg="1"/>
      <p:bldP spid="13" grpId="0" autoUpdateAnimBg="0"/>
      <p:bldP spid="14" grpId="0" autoUpdateAnimBg="0"/>
      <p:bldP spid="15" grpId="0" autoUpdateAnimBg="0"/>
      <p:bldP spid="18" grpId="0" animBg="1"/>
      <p:bldP spid="19" grpId="0" animBg="1"/>
      <p:bldP spid="22" grpId="0" autoUpdateAnimBg="0"/>
      <p:bldP spid="23" grpId="0" autoUpdateAnimBg="0"/>
      <p:bldP spid="24" grpId="0" animBg="1"/>
      <p:bldP spid="25" grpId="0" animBg="1"/>
      <p:bldP spid="26" grpId="0" animBg="1"/>
      <p:bldP spid="27" grpId="0" animBg="1"/>
      <p:bldP spid="28" grpId="0" animBg="1"/>
      <p:bldP spid="29" grpId="0" autoUpdateAnimBg="0"/>
      <p:bldP spid="30" grpId="0" autoUpdateAnimBg="0"/>
      <p:bldP spid="33" grpId="0" autoUpdateAnimBg="0"/>
      <p:bldP spid="34" grpId="0" autoUpdateAnimBg="0"/>
      <p:bldP spid="35" grpId="0" animBg="1"/>
      <p:bldP spid="36"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4740" name="Rectangle 4"/>
          <p:cNvSpPr>
            <a:spLocks noChangeArrowheads="1"/>
          </p:cNvSpPr>
          <p:nvPr/>
        </p:nvSpPr>
        <p:spPr bwMode="auto">
          <a:xfrm>
            <a:off x="547688" y="674688"/>
            <a:ext cx="5689600" cy="479425"/>
          </a:xfrm>
          <a:prstGeom prst="rect">
            <a:avLst/>
          </a:prstGeom>
          <a:noFill/>
          <a:ln w="9525">
            <a:noFill/>
            <a:miter lim="800000"/>
            <a:headEnd/>
            <a:tailEnd/>
          </a:ln>
        </p:spPr>
        <p:txBody>
          <a:bodyPr>
            <a:spAutoFit/>
          </a:bodyPr>
          <a:lstStyle/>
          <a:p>
            <a:pPr eaLnBrk="0" hangingPunct="0">
              <a:lnSpc>
                <a:spcPct val="115000"/>
              </a:lnSpc>
              <a:spcBef>
                <a:spcPct val="0"/>
              </a:spcBef>
            </a:pPr>
            <a:r>
              <a:rPr kumimoji="0" lang="zh-CN" altLang="en-US" sz="2400">
                <a:solidFill>
                  <a:srgbClr val="FF6600"/>
                </a:solidFill>
                <a:ea typeface="宋体" pitchFamily="2" charset="-122"/>
              </a:rPr>
              <a:t>例如  </a:t>
            </a:r>
            <a:r>
              <a:rPr kumimoji="0" lang="zh-CN" altLang="en-US" sz="2400">
                <a:ea typeface="宋体" pitchFamily="2" charset="-122"/>
              </a:rPr>
              <a:t>圆盘绕中心轴旋转的转动惯量</a:t>
            </a:r>
          </a:p>
        </p:txBody>
      </p:sp>
      <p:graphicFrame>
        <p:nvGraphicFramePr>
          <p:cNvPr id="244751" name="Object 15"/>
          <p:cNvGraphicFramePr>
            <a:graphicFrameLocks noChangeAspect="1"/>
          </p:cNvGraphicFramePr>
          <p:nvPr/>
        </p:nvGraphicFramePr>
        <p:xfrm>
          <a:off x="2795588" y="1328738"/>
          <a:ext cx="263525" cy="500062"/>
        </p:xfrm>
        <a:graphic>
          <a:graphicData uri="http://schemas.openxmlformats.org/presentationml/2006/ole">
            <p:oleObj spid="_x0000_s31746" name="Equation" r:id="rId3" imgW="114120" imgH="215640" progId="Equation.3">
              <p:embed/>
            </p:oleObj>
          </a:graphicData>
        </a:graphic>
      </p:graphicFrame>
      <p:sp>
        <p:nvSpPr>
          <p:cNvPr id="244752" name="Oval 16"/>
          <p:cNvSpPr>
            <a:spLocks noChangeArrowheads="1"/>
          </p:cNvSpPr>
          <p:nvPr/>
        </p:nvSpPr>
        <p:spPr bwMode="auto">
          <a:xfrm>
            <a:off x="6629400" y="804863"/>
            <a:ext cx="1219200" cy="2209800"/>
          </a:xfrm>
          <a:prstGeom prst="ellipse">
            <a:avLst/>
          </a:prstGeom>
          <a:solidFill>
            <a:srgbClr val="006699"/>
          </a:solidFill>
          <a:ln w="9525">
            <a:round/>
            <a:headEnd/>
            <a:tailEnd/>
          </a:ln>
          <a:scene3d>
            <a:camera prst="legacyObliqueLeft"/>
            <a:lightRig rig="legacyFlat3" dir="t"/>
          </a:scene3d>
          <a:sp3d extrusionH="11100" prstMaterial="legacyPlastic">
            <a:bevelT w="13500" h="13500" prst="angle"/>
            <a:bevelB w="13500" h="13500" prst="angle"/>
            <a:extrusionClr>
              <a:srgbClr val="0099CC"/>
            </a:extrusionClr>
          </a:sp3d>
        </p:spPr>
        <p:txBody>
          <a:bodyPr wrap="none" anchor="ctr">
            <a:flatTx/>
          </a:bodyPr>
          <a:lstStyle/>
          <a:p>
            <a:pPr algn="ctr" eaLnBrk="0" hangingPunct="0">
              <a:lnSpc>
                <a:spcPct val="100000"/>
              </a:lnSpc>
              <a:spcBef>
                <a:spcPct val="0"/>
              </a:spcBef>
            </a:pPr>
            <a:endParaRPr kumimoji="0" lang="zh-CN" altLang="zh-CN" sz="2400">
              <a:ea typeface="宋体" pitchFamily="2" charset="-122"/>
            </a:endParaRPr>
          </a:p>
        </p:txBody>
      </p:sp>
      <p:sp>
        <p:nvSpPr>
          <p:cNvPr id="244753" name="Line 17"/>
          <p:cNvSpPr>
            <a:spLocks noChangeShapeType="1"/>
          </p:cNvSpPr>
          <p:nvPr/>
        </p:nvSpPr>
        <p:spPr bwMode="auto">
          <a:xfrm>
            <a:off x="5867400" y="1947863"/>
            <a:ext cx="762000" cy="0"/>
          </a:xfrm>
          <a:prstGeom prst="line">
            <a:avLst/>
          </a:prstGeom>
          <a:noFill/>
          <a:ln w="28575">
            <a:solidFill>
              <a:srgbClr val="FF6600"/>
            </a:solidFill>
            <a:round/>
            <a:headEnd/>
            <a:tailEnd/>
          </a:ln>
        </p:spPr>
        <p:txBody>
          <a:bodyPr wrap="none" anchor="ctr"/>
          <a:lstStyle/>
          <a:p>
            <a:endParaRPr lang="zh-CN" altLang="en-US"/>
          </a:p>
        </p:txBody>
      </p:sp>
      <p:sp>
        <p:nvSpPr>
          <p:cNvPr id="244754" name="Text Box 18"/>
          <p:cNvSpPr txBox="1">
            <a:spLocks noChangeArrowheads="1"/>
          </p:cNvSpPr>
          <p:nvPr/>
        </p:nvSpPr>
        <p:spPr bwMode="auto">
          <a:xfrm>
            <a:off x="7086600" y="728663"/>
            <a:ext cx="762000" cy="457200"/>
          </a:xfrm>
          <a:prstGeom prst="rect">
            <a:avLst/>
          </a:prstGeom>
          <a:noFill/>
          <a:ln w="9525">
            <a:noFill/>
            <a:miter lim="800000"/>
            <a:headEnd/>
            <a:tailEnd/>
          </a:ln>
        </p:spPr>
        <p:txBody>
          <a:bodyPr/>
          <a:lstStyle/>
          <a:p>
            <a:pPr algn="just" eaLnBrk="0" hangingPunct="0">
              <a:lnSpc>
                <a:spcPct val="100000"/>
              </a:lnSpc>
              <a:spcBef>
                <a:spcPct val="0"/>
              </a:spcBef>
            </a:pPr>
            <a:r>
              <a:rPr kumimoji="0" lang="en-US" altLang="zh-CN" sz="2400" i="1">
                <a:solidFill>
                  <a:srgbClr val="00FFFF"/>
                </a:solidFill>
                <a:ea typeface="宋体" pitchFamily="2" charset="-122"/>
              </a:rPr>
              <a:t>R</a:t>
            </a:r>
          </a:p>
        </p:txBody>
      </p:sp>
      <p:sp>
        <p:nvSpPr>
          <p:cNvPr id="244755" name="Text Box 19"/>
          <p:cNvSpPr txBox="1">
            <a:spLocks noChangeArrowheads="1"/>
          </p:cNvSpPr>
          <p:nvPr/>
        </p:nvSpPr>
        <p:spPr bwMode="auto">
          <a:xfrm>
            <a:off x="7092950" y="1855788"/>
            <a:ext cx="381000" cy="457200"/>
          </a:xfrm>
          <a:prstGeom prst="rect">
            <a:avLst/>
          </a:prstGeom>
          <a:noFill/>
          <a:ln w="9525">
            <a:noFill/>
            <a:miter lim="800000"/>
            <a:headEnd/>
            <a:tailEnd/>
          </a:ln>
        </p:spPr>
        <p:txBody>
          <a:bodyPr/>
          <a:lstStyle/>
          <a:p>
            <a:pPr algn="just" eaLnBrk="0" hangingPunct="0">
              <a:lnSpc>
                <a:spcPct val="100000"/>
              </a:lnSpc>
              <a:spcBef>
                <a:spcPct val="0"/>
              </a:spcBef>
            </a:pPr>
            <a:r>
              <a:rPr kumimoji="0" lang="en-US" altLang="zh-CN" sz="2400" i="1">
                <a:solidFill>
                  <a:srgbClr val="FF6600"/>
                </a:solidFill>
                <a:ea typeface="宋体" pitchFamily="2" charset="-122"/>
              </a:rPr>
              <a:t>O</a:t>
            </a:r>
          </a:p>
        </p:txBody>
      </p:sp>
      <p:sp>
        <p:nvSpPr>
          <p:cNvPr id="244756" name="Text Box 20"/>
          <p:cNvSpPr txBox="1">
            <a:spLocks noChangeArrowheads="1"/>
          </p:cNvSpPr>
          <p:nvPr/>
        </p:nvSpPr>
        <p:spPr bwMode="auto">
          <a:xfrm>
            <a:off x="7696200" y="881063"/>
            <a:ext cx="609600" cy="457200"/>
          </a:xfrm>
          <a:prstGeom prst="rect">
            <a:avLst/>
          </a:prstGeom>
          <a:noFill/>
          <a:ln w="9525">
            <a:noFill/>
            <a:miter lim="800000"/>
            <a:headEnd/>
            <a:tailEnd/>
          </a:ln>
        </p:spPr>
        <p:txBody>
          <a:bodyPr/>
          <a:lstStyle/>
          <a:p>
            <a:pPr algn="just" eaLnBrk="0" hangingPunct="0">
              <a:lnSpc>
                <a:spcPct val="100000"/>
              </a:lnSpc>
              <a:spcBef>
                <a:spcPct val="0"/>
              </a:spcBef>
            </a:pPr>
            <a:r>
              <a:rPr kumimoji="0" lang="en-US" altLang="zh-CN" sz="2400" i="1">
                <a:solidFill>
                  <a:schemeClr val="accent2"/>
                </a:solidFill>
                <a:ea typeface="宋体" pitchFamily="2" charset="-122"/>
              </a:rPr>
              <a:t>m</a:t>
            </a:r>
          </a:p>
        </p:txBody>
      </p:sp>
      <p:sp>
        <p:nvSpPr>
          <p:cNvPr id="244757" name="AutoShape 21"/>
          <p:cNvSpPr>
            <a:spLocks noChangeArrowheads="1"/>
          </p:cNvSpPr>
          <p:nvPr/>
        </p:nvSpPr>
        <p:spPr bwMode="auto">
          <a:xfrm>
            <a:off x="6943725" y="1371600"/>
            <a:ext cx="674688" cy="1079500"/>
          </a:xfrm>
          <a:custGeom>
            <a:avLst/>
            <a:gdLst>
              <a:gd name="T0" fmla="*/ 329132803 w 21600"/>
              <a:gd name="T1" fmla="*/ 0 h 21600"/>
              <a:gd name="T2" fmla="*/ 96393233 w 21600"/>
              <a:gd name="T3" fmla="*/ 394826482 h 21600"/>
              <a:gd name="T4" fmla="*/ 0 w 21600"/>
              <a:gd name="T5" fmla="*/ 1348125891 h 21600"/>
              <a:gd name="T6" fmla="*/ 96393233 w 21600"/>
              <a:gd name="T7" fmla="*/ 2147483647 h 21600"/>
              <a:gd name="T8" fmla="*/ 329132803 w 21600"/>
              <a:gd name="T9" fmla="*/ 2147483647 h 21600"/>
              <a:gd name="T10" fmla="*/ 561872717 w 21600"/>
              <a:gd name="T11" fmla="*/ 2147483647 h 21600"/>
              <a:gd name="T12" fmla="*/ 658265606 w 21600"/>
              <a:gd name="T13" fmla="*/ 1348125891 h 21600"/>
              <a:gd name="T14" fmla="*/ 561872717 w 21600"/>
              <a:gd name="T15" fmla="*/ 394826482 h 21600"/>
              <a:gd name="T16" fmla="*/ 0 60000 65536"/>
              <a:gd name="T17" fmla="*/ 0 60000 65536"/>
              <a:gd name="T18" fmla="*/ 0 60000 65536"/>
              <a:gd name="T19" fmla="*/ 0 60000 65536"/>
              <a:gd name="T20" fmla="*/ 0 60000 65536"/>
              <a:gd name="T21" fmla="*/ 0 60000 65536"/>
              <a:gd name="T22" fmla="*/ 0 60000 65536"/>
              <a:gd name="T23" fmla="*/ 0 60000 65536"/>
              <a:gd name="T24" fmla="*/ 3163 w 21600"/>
              <a:gd name="T25" fmla="*/ 3163 h 21600"/>
              <a:gd name="T26" fmla="*/ 18437 w 21600"/>
              <a:gd name="T27" fmla="*/ 18437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665" y="10800"/>
                </a:moveTo>
                <a:cubicBezTo>
                  <a:pt x="1665" y="15845"/>
                  <a:pt x="5755" y="19935"/>
                  <a:pt x="10800" y="19935"/>
                </a:cubicBezTo>
                <a:cubicBezTo>
                  <a:pt x="15845" y="19935"/>
                  <a:pt x="19935" y="15845"/>
                  <a:pt x="19935" y="10800"/>
                </a:cubicBezTo>
                <a:cubicBezTo>
                  <a:pt x="19935" y="5755"/>
                  <a:pt x="15845" y="1665"/>
                  <a:pt x="10800" y="1665"/>
                </a:cubicBezTo>
                <a:cubicBezTo>
                  <a:pt x="5755" y="1665"/>
                  <a:pt x="1665" y="5755"/>
                  <a:pt x="1665" y="10800"/>
                </a:cubicBezTo>
                <a:close/>
              </a:path>
            </a:pathLst>
          </a:custGeom>
          <a:solidFill>
            <a:srgbClr val="FF3300"/>
          </a:solidFill>
          <a:ln w="9525">
            <a:solidFill>
              <a:schemeClr val="tx1"/>
            </a:solidFill>
            <a:round/>
            <a:headEnd/>
            <a:tailEnd/>
          </a:ln>
        </p:spPr>
        <p:txBody>
          <a:bodyPr wrap="none" anchor="ctr"/>
          <a:lstStyle/>
          <a:p>
            <a:endParaRPr lang="zh-CN" altLang="en-US"/>
          </a:p>
        </p:txBody>
      </p:sp>
      <p:sp>
        <p:nvSpPr>
          <p:cNvPr id="244758" name="Line 22"/>
          <p:cNvSpPr>
            <a:spLocks noChangeShapeType="1"/>
          </p:cNvSpPr>
          <p:nvPr/>
        </p:nvSpPr>
        <p:spPr bwMode="auto">
          <a:xfrm flipV="1">
            <a:off x="7239000" y="957263"/>
            <a:ext cx="304800" cy="990600"/>
          </a:xfrm>
          <a:prstGeom prst="line">
            <a:avLst/>
          </a:prstGeom>
          <a:noFill/>
          <a:ln w="25400">
            <a:solidFill>
              <a:srgbClr val="66FFFF"/>
            </a:solidFill>
            <a:round/>
            <a:headEnd/>
            <a:tailEnd/>
          </a:ln>
        </p:spPr>
        <p:txBody>
          <a:bodyPr wrap="none" anchor="ctr"/>
          <a:lstStyle/>
          <a:p>
            <a:endParaRPr lang="zh-CN" altLang="en-US"/>
          </a:p>
        </p:txBody>
      </p:sp>
      <p:sp>
        <p:nvSpPr>
          <p:cNvPr id="244759" name="Line 23"/>
          <p:cNvSpPr>
            <a:spLocks noChangeShapeType="1"/>
          </p:cNvSpPr>
          <p:nvPr/>
        </p:nvSpPr>
        <p:spPr bwMode="auto">
          <a:xfrm flipH="1" flipV="1">
            <a:off x="7164388" y="1520825"/>
            <a:ext cx="74612" cy="427038"/>
          </a:xfrm>
          <a:prstGeom prst="line">
            <a:avLst/>
          </a:prstGeom>
          <a:noFill/>
          <a:ln w="22225">
            <a:solidFill>
              <a:srgbClr val="66FFFF"/>
            </a:solidFill>
            <a:round/>
            <a:headEnd/>
            <a:tailEnd/>
          </a:ln>
        </p:spPr>
        <p:txBody>
          <a:bodyPr wrap="none" anchor="ctr"/>
          <a:lstStyle/>
          <a:p>
            <a:endParaRPr lang="zh-CN" altLang="en-US"/>
          </a:p>
        </p:txBody>
      </p:sp>
      <p:sp>
        <p:nvSpPr>
          <p:cNvPr id="244760" name="Text Box 24"/>
          <p:cNvSpPr txBox="1">
            <a:spLocks noChangeArrowheads="1"/>
          </p:cNvSpPr>
          <p:nvPr/>
        </p:nvSpPr>
        <p:spPr bwMode="auto">
          <a:xfrm>
            <a:off x="6953250" y="1558925"/>
            <a:ext cx="381000" cy="457200"/>
          </a:xfrm>
          <a:prstGeom prst="rect">
            <a:avLst/>
          </a:prstGeom>
          <a:noFill/>
          <a:ln w="9525">
            <a:noFill/>
            <a:miter lim="800000"/>
            <a:headEnd/>
            <a:tailEnd/>
          </a:ln>
        </p:spPr>
        <p:txBody>
          <a:bodyPr/>
          <a:lstStyle/>
          <a:p>
            <a:pPr algn="just" eaLnBrk="0" hangingPunct="0">
              <a:lnSpc>
                <a:spcPct val="100000"/>
              </a:lnSpc>
              <a:spcBef>
                <a:spcPct val="0"/>
              </a:spcBef>
            </a:pPr>
            <a:r>
              <a:rPr kumimoji="0" lang="en-US" altLang="zh-CN" sz="2400" i="1">
                <a:solidFill>
                  <a:srgbClr val="00FFFF"/>
                </a:solidFill>
                <a:ea typeface="宋体" pitchFamily="2" charset="-122"/>
              </a:rPr>
              <a:t>r</a:t>
            </a:r>
          </a:p>
        </p:txBody>
      </p:sp>
      <p:sp>
        <p:nvSpPr>
          <p:cNvPr id="244761" name="Text Box 25"/>
          <p:cNvSpPr txBox="1">
            <a:spLocks noChangeArrowheads="1"/>
          </p:cNvSpPr>
          <p:nvPr/>
        </p:nvSpPr>
        <p:spPr bwMode="auto">
          <a:xfrm>
            <a:off x="6792913" y="1116013"/>
            <a:ext cx="609600" cy="457200"/>
          </a:xfrm>
          <a:prstGeom prst="rect">
            <a:avLst/>
          </a:prstGeom>
          <a:noFill/>
          <a:ln w="9525">
            <a:noFill/>
            <a:miter lim="800000"/>
            <a:headEnd/>
            <a:tailEnd/>
          </a:ln>
        </p:spPr>
        <p:txBody>
          <a:bodyPr/>
          <a:lstStyle/>
          <a:p>
            <a:pPr algn="just" eaLnBrk="0" hangingPunct="0">
              <a:lnSpc>
                <a:spcPct val="100000"/>
              </a:lnSpc>
              <a:spcBef>
                <a:spcPct val="0"/>
              </a:spcBef>
            </a:pPr>
            <a:r>
              <a:rPr kumimoji="0" lang="en-US" altLang="zh-CN" sz="2400">
                <a:solidFill>
                  <a:srgbClr val="00FFFF"/>
                </a:solidFill>
                <a:ea typeface="宋体" pitchFamily="2" charset="-122"/>
              </a:rPr>
              <a:t>d</a:t>
            </a:r>
            <a:r>
              <a:rPr kumimoji="0" lang="en-US" altLang="zh-CN" sz="2400" i="1">
                <a:solidFill>
                  <a:srgbClr val="00FFFF"/>
                </a:solidFill>
                <a:ea typeface="宋体" pitchFamily="2" charset="-122"/>
              </a:rPr>
              <a:t>r</a:t>
            </a:r>
          </a:p>
        </p:txBody>
      </p:sp>
      <p:sp>
        <p:nvSpPr>
          <p:cNvPr id="244762" name="Line 26"/>
          <p:cNvSpPr>
            <a:spLocks noChangeShapeType="1"/>
          </p:cNvSpPr>
          <p:nvPr/>
        </p:nvSpPr>
        <p:spPr bwMode="auto">
          <a:xfrm>
            <a:off x="7239000" y="1947863"/>
            <a:ext cx="1524000" cy="0"/>
          </a:xfrm>
          <a:prstGeom prst="line">
            <a:avLst/>
          </a:prstGeom>
          <a:noFill/>
          <a:ln w="28575">
            <a:solidFill>
              <a:srgbClr val="FF6600"/>
            </a:solidFill>
            <a:round/>
            <a:headEnd/>
            <a:tailEnd/>
          </a:ln>
        </p:spPr>
        <p:txBody>
          <a:bodyPr wrap="none" anchor="ctr"/>
          <a:lstStyle/>
          <a:p>
            <a:endParaRPr lang="zh-CN" altLang="en-US"/>
          </a:p>
        </p:txBody>
      </p:sp>
      <p:graphicFrame>
        <p:nvGraphicFramePr>
          <p:cNvPr id="244763" name="Object 27"/>
          <p:cNvGraphicFramePr>
            <a:graphicFrameLocks noChangeAspect="1"/>
          </p:cNvGraphicFramePr>
          <p:nvPr/>
        </p:nvGraphicFramePr>
        <p:xfrm>
          <a:off x="1381125" y="1592263"/>
          <a:ext cx="1166813" cy="320675"/>
        </p:xfrm>
        <a:graphic>
          <a:graphicData uri="http://schemas.openxmlformats.org/presentationml/2006/ole">
            <p:oleObj spid="_x0000_s31747" name="公式" r:id="rId4" imgW="647640" imgH="177480" progId="Equation.3">
              <p:embed/>
            </p:oleObj>
          </a:graphicData>
        </a:graphic>
      </p:graphicFrame>
      <p:graphicFrame>
        <p:nvGraphicFramePr>
          <p:cNvPr id="244764" name="Object 28"/>
          <p:cNvGraphicFramePr>
            <a:graphicFrameLocks noChangeAspect="1"/>
          </p:cNvGraphicFramePr>
          <p:nvPr/>
        </p:nvGraphicFramePr>
        <p:xfrm>
          <a:off x="1312863" y="2332038"/>
          <a:ext cx="1458912" cy="593725"/>
        </p:xfrm>
        <a:graphic>
          <a:graphicData uri="http://schemas.openxmlformats.org/presentationml/2006/ole">
            <p:oleObj spid="_x0000_s31748" name="公式" r:id="rId5" imgW="812520" imgH="330120" progId="Equation.3">
              <p:embed/>
            </p:oleObj>
          </a:graphicData>
        </a:graphic>
      </p:graphicFrame>
      <p:graphicFrame>
        <p:nvGraphicFramePr>
          <p:cNvPr id="244765" name="Object 29"/>
          <p:cNvGraphicFramePr>
            <a:graphicFrameLocks noChangeAspect="1"/>
          </p:cNvGraphicFramePr>
          <p:nvPr/>
        </p:nvGraphicFramePr>
        <p:xfrm>
          <a:off x="2576513" y="1403350"/>
          <a:ext cx="2670175" cy="730250"/>
        </p:xfrm>
        <a:graphic>
          <a:graphicData uri="http://schemas.openxmlformats.org/presentationml/2006/ole">
            <p:oleObj spid="_x0000_s31749" name="公式" r:id="rId6" imgW="1485720" imgH="406080" progId="Equation.3">
              <p:embed/>
            </p:oleObj>
          </a:graphicData>
        </a:graphic>
      </p:graphicFrame>
      <p:sp>
        <p:nvSpPr>
          <p:cNvPr id="244768" name="Arc 32"/>
          <p:cNvSpPr>
            <a:spLocks/>
          </p:cNvSpPr>
          <p:nvPr/>
        </p:nvSpPr>
        <p:spPr bwMode="auto">
          <a:xfrm rot="5334705" flipH="1">
            <a:off x="7971632" y="1837531"/>
            <a:ext cx="471488" cy="219075"/>
          </a:xfrm>
          <a:custGeom>
            <a:avLst/>
            <a:gdLst>
              <a:gd name="T0" fmla="*/ 45060910 w 43200"/>
              <a:gd name="T1" fmla="*/ 0 h 38804"/>
              <a:gd name="T2" fmla="*/ 11017942 w 43200"/>
              <a:gd name="T3" fmla="*/ 8830 h 38804"/>
              <a:gd name="T4" fmla="*/ 28081062 w 43200"/>
              <a:gd name="T5" fmla="*/ 3095832 h 38804"/>
              <a:gd name="T6" fmla="*/ 0 60000 65536"/>
              <a:gd name="T7" fmla="*/ 0 60000 65536"/>
              <a:gd name="T8" fmla="*/ 0 60000 65536"/>
              <a:gd name="T9" fmla="*/ 0 w 43200"/>
              <a:gd name="T10" fmla="*/ 0 h 38804"/>
              <a:gd name="T11" fmla="*/ 43200 w 43200"/>
              <a:gd name="T12" fmla="*/ 38804 h 38804"/>
            </a:gdLst>
            <a:ahLst/>
            <a:cxnLst>
              <a:cxn ang="T6">
                <a:pos x="T0" y="T1"/>
              </a:cxn>
              <a:cxn ang="T7">
                <a:pos x="T2" y="T3"/>
              </a:cxn>
              <a:cxn ang="T8">
                <a:pos x="T4" y="T5"/>
              </a:cxn>
            </a:cxnLst>
            <a:rect l="T9" t="T10" r="T11" b="T12"/>
            <a:pathLst>
              <a:path w="43200" h="38804" fill="none" extrusionOk="0">
                <a:moveTo>
                  <a:pt x="34660" y="0"/>
                </a:moveTo>
                <a:cubicBezTo>
                  <a:pt x="40040" y="4084"/>
                  <a:pt x="43200" y="10449"/>
                  <a:pt x="43200" y="17204"/>
                </a:cubicBezTo>
                <a:cubicBezTo>
                  <a:pt x="43200" y="29133"/>
                  <a:pt x="33529" y="38804"/>
                  <a:pt x="21600" y="38804"/>
                </a:cubicBezTo>
                <a:cubicBezTo>
                  <a:pt x="9670" y="38804"/>
                  <a:pt x="0" y="29133"/>
                  <a:pt x="0" y="17204"/>
                </a:cubicBezTo>
                <a:cubicBezTo>
                  <a:pt x="-1" y="10478"/>
                  <a:pt x="3133" y="4135"/>
                  <a:pt x="8474" y="48"/>
                </a:cubicBezTo>
              </a:path>
              <a:path w="43200" h="38804" stroke="0" extrusionOk="0">
                <a:moveTo>
                  <a:pt x="34660" y="0"/>
                </a:moveTo>
                <a:cubicBezTo>
                  <a:pt x="40040" y="4084"/>
                  <a:pt x="43200" y="10449"/>
                  <a:pt x="43200" y="17204"/>
                </a:cubicBezTo>
                <a:cubicBezTo>
                  <a:pt x="43200" y="29133"/>
                  <a:pt x="33529" y="38804"/>
                  <a:pt x="21600" y="38804"/>
                </a:cubicBezTo>
                <a:cubicBezTo>
                  <a:pt x="9670" y="38804"/>
                  <a:pt x="0" y="29133"/>
                  <a:pt x="0" y="17204"/>
                </a:cubicBezTo>
                <a:cubicBezTo>
                  <a:pt x="-1" y="10478"/>
                  <a:pt x="3133" y="4135"/>
                  <a:pt x="8474" y="48"/>
                </a:cubicBezTo>
                <a:lnTo>
                  <a:pt x="21600" y="17204"/>
                </a:lnTo>
                <a:close/>
              </a:path>
            </a:pathLst>
          </a:custGeom>
          <a:noFill/>
          <a:ln w="28575">
            <a:solidFill>
              <a:srgbClr val="FF6600"/>
            </a:solidFill>
            <a:round/>
            <a:headEnd/>
            <a:tailEnd type="triangle" w="med" len="med"/>
          </a:ln>
        </p:spPr>
        <p:txBody>
          <a:bodyPr wrap="none" anchor="ctr"/>
          <a:lstStyle/>
          <a:p>
            <a:endParaRPr lang="zh-CN" altLang="en-US"/>
          </a:p>
        </p:txBody>
      </p:sp>
      <p:graphicFrame>
        <p:nvGraphicFramePr>
          <p:cNvPr id="244771" name="Object 35"/>
          <p:cNvGraphicFramePr>
            <a:graphicFrameLocks noChangeAspect="1"/>
          </p:cNvGraphicFramePr>
          <p:nvPr/>
        </p:nvGraphicFramePr>
        <p:xfrm>
          <a:off x="2816225" y="2286000"/>
          <a:ext cx="2463800" cy="730250"/>
        </p:xfrm>
        <a:graphic>
          <a:graphicData uri="http://schemas.openxmlformats.org/presentationml/2006/ole">
            <p:oleObj spid="_x0000_s31750" name="公式" r:id="rId7" imgW="1371600" imgH="406080" progId="Equation.3">
              <p:embed/>
            </p:oleObj>
          </a:graphicData>
        </a:graphic>
      </p:graphicFrame>
      <p:sp>
        <p:nvSpPr>
          <p:cNvPr id="36" name="Text Box 3"/>
          <p:cNvSpPr txBox="1">
            <a:spLocks noChangeArrowheads="1"/>
          </p:cNvSpPr>
          <p:nvPr/>
        </p:nvSpPr>
        <p:spPr bwMode="auto">
          <a:xfrm>
            <a:off x="779463" y="4822825"/>
            <a:ext cx="457200" cy="457200"/>
          </a:xfrm>
          <a:prstGeom prst="rect">
            <a:avLst/>
          </a:prstGeom>
          <a:noFill/>
          <a:ln w="9525">
            <a:noFill/>
            <a:miter lim="800000"/>
            <a:headEnd/>
            <a:tailEnd/>
          </a:ln>
        </p:spPr>
        <p:txBody>
          <a:bodyPr/>
          <a:lstStyle/>
          <a:p>
            <a:pPr algn="just" eaLnBrk="0" hangingPunct="0">
              <a:lnSpc>
                <a:spcPct val="100000"/>
              </a:lnSpc>
              <a:spcBef>
                <a:spcPct val="0"/>
              </a:spcBef>
            </a:pPr>
            <a:r>
              <a:rPr kumimoji="0" lang="en-US" altLang="zh-CN" sz="2400" i="1">
                <a:solidFill>
                  <a:schemeClr val="accent2"/>
                </a:solidFill>
                <a:ea typeface="宋体" pitchFamily="2" charset="-122"/>
              </a:rPr>
              <a:t>O</a:t>
            </a:r>
          </a:p>
        </p:txBody>
      </p:sp>
      <p:sp>
        <p:nvSpPr>
          <p:cNvPr id="37" name="Line 4"/>
          <p:cNvSpPr>
            <a:spLocks noChangeShapeType="1"/>
          </p:cNvSpPr>
          <p:nvPr/>
        </p:nvSpPr>
        <p:spPr bwMode="auto">
          <a:xfrm>
            <a:off x="1168400" y="4122738"/>
            <a:ext cx="0" cy="1371600"/>
          </a:xfrm>
          <a:prstGeom prst="line">
            <a:avLst/>
          </a:prstGeom>
          <a:noFill/>
          <a:ln w="38100">
            <a:solidFill>
              <a:schemeClr val="accent2"/>
            </a:solidFill>
            <a:round/>
            <a:headEnd type="triangle" w="med" len="med"/>
            <a:tailEnd/>
          </a:ln>
        </p:spPr>
        <p:txBody>
          <a:bodyPr wrap="none" anchor="ctr"/>
          <a:lstStyle/>
          <a:p>
            <a:endParaRPr lang="zh-CN" altLang="en-US"/>
          </a:p>
        </p:txBody>
      </p:sp>
      <p:sp>
        <p:nvSpPr>
          <p:cNvPr id="38" name="Rectangle 5"/>
          <p:cNvSpPr>
            <a:spLocks noChangeArrowheads="1"/>
          </p:cNvSpPr>
          <p:nvPr/>
        </p:nvSpPr>
        <p:spPr bwMode="auto">
          <a:xfrm>
            <a:off x="1168400" y="4954588"/>
            <a:ext cx="2286000" cy="76200"/>
          </a:xfrm>
          <a:prstGeom prst="rect">
            <a:avLst/>
          </a:prstGeom>
          <a:solidFill>
            <a:srgbClr val="008000"/>
          </a:solidFill>
          <a:ln w="9525">
            <a:miter lim="800000"/>
            <a:headEnd/>
            <a:tailEnd/>
          </a:ln>
          <a:scene3d>
            <a:camera prst="legacyObliqueTopRight"/>
            <a:lightRig rig="legacyFlat3" dir="b"/>
          </a:scene3d>
          <a:sp3d extrusionH="36500" prstMaterial="legacyPlastic">
            <a:bevelT w="13500" h="13500" prst="angle"/>
            <a:bevelB w="13500" h="13500" prst="angle"/>
            <a:extrusionClr>
              <a:srgbClr val="0099CC"/>
            </a:extrusionClr>
          </a:sp3d>
        </p:spPr>
        <p:txBody>
          <a:bodyPr wrap="none" anchor="ctr">
            <a:flatTx/>
          </a:bodyPr>
          <a:lstStyle/>
          <a:p>
            <a:endParaRPr lang="zh-CN" altLang="en-US"/>
          </a:p>
        </p:txBody>
      </p:sp>
      <p:sp>
        <p:nvSpPr>
          <p:cNvPr id="39" name="Rectangle 6"/>
          <p:cNvSpPr>
            <a:spLocks noChangeArrowheads="1"/>
          </p:cNvSpPr>
          <p:nvPr/>
        </p:nvSpPr>
        <p:spPr bwMode="auto">
          <a:xfrm>
            <a:off x="2532063" y="4935538"/>
            <a:ext cx="304800" cy="90487"/>
          </a:xfrm>
          <a:prstGeom prst="rect">
            <a:avLst/>
          </a:prstGeom>
          <a:solidFill>
            <a:srgbClr val="FF0000"/>
          </a:solidFill>
          <a:ln w="9525">
            <a:solidFill>
              <a:schemeClr val="tx1"/>
            </a:solidFill>
            <a:miter lim="800000"/>
            <a:headEnd/>
            <a:tailEnd/>
          </a:ln>
        </p:spPr>
        <p:txBody>
          <a:bodyPr wrap="none" anchor="ctr"/>
          <a:lstStyle/>
          <a:p>
            <a:endParaRPr lang="zh-CN" altLang="en-US"/>
          </a:p>
        </p:txBody>
      </p:sp>
      <p:sp>
        <p:nvSpPr>
          <p:cNvPr id="40" name="Text Box 7"/>
          <p:cNvSpPr txBox="1">
            <a:spLocks noChangeArrowheads="1"/>
          </p:cNvSpPr>
          <p:nvPr/>
        </p:nvSpPr>
        <p:spPr bwMode="auto">
          <a:xfrm>
            <a:off x="2844800" y="4384675"/>
            <a:ext cx="381000" cy="457200"/>
          </a:xfrm>
          <a:prstGeom prst="rect">
            <a:avLst/>
          </a:prstGeom>
          <a:noFill/>
          <a:ln w="9525">
            <a:noFill/>
            <a:miter lim="800000"/>
            <a:headEnd/>
            <a:tailEnd/>
          </a:ln>
        </p:spPr>
        <p:txBody>
          <a:bodyPr/>
          <a:lstStyle/>
          <a:p>
            <a:pPr algn="just" eaLnBrk="0" hangingPunct="0">
              <a:lnSpc>
                <a:spcPct val="100000"/>
              </a:lnSpc>
              <a:spcBef>
                <a:spcPct val="0"/>
              </a:spcBef>
            </a:pPr>
            <a:r>
              <a:rPr kumimoji="0" lang="en-US" altLang="zh-CN" sz="2400" i="1">
                <a:solidFill>
                  <a:srgbClr val="008000"/>
                </a:solidFill>
                <a:ea typeface="宋体" pitchFamily="2" charset="-122"/>
              </a:rPr>
              <a:t>L</a:t>
            </a:r>
          </a:p>
        </p:txBody>
      </p:sp>
      <p:sp>
        <p:nvSpPr>
          <p:cNvPr id="41" name="Line 8"/>
          <p:cNvSpPr>
            <a:spLocks noChangeShapeType="1"/>
          </p:cNvSpPr>
          <p:nvPr/>
        </p:nvSpPr>
        <p:spPr bwMode="auto">
          <a:xfrm>
            <a:off x="1168400" y="5037138"/>
            <a:ext cx="2743200" cy="0"/>
          </a:xfrm>
          <a:prstGeom prst="line">
            <a:avLst/>
          </a:prstGeom>
          <a:noFill/>
          <a:ln w="38100">
            <a:solidFill>
              <a:schemeClr val="accent2"/>
            </a:solidFill>
            <a:round/>
            <a:headEnd/>
            <a:tailEnd type="triangle" w="med" len="med"/>
          </a:ln>
        </p:spPr>
        <p:txBody>
          <a:bodyPr wrap="none" anchor="ctr"/>
          <a:lstStyle/>
          <a:p>
            <a:endParaRPr lang="zh-CN" altLang="en-US"/>
          </a:p>
        </p:txBody>
      </p:sp>
      <p:sp>
        <p:nvSpPr>
          <p:cNvPr id="42" name="Text Box 9"/>
          <p:cNvSpPr txBox="1">
            <a:spLocks noChangeArrowheads="1"/>
          </p:cNvSpPr>
          <p:nvPr/>
        </p:nvSpPr>
        <p:spPr bwMode="auto">
          <a:xfrm>
            <a:off x="3530600" y="4951413"/>
            <a:ext cx="457200" cy="457200"/>
          </a:xfrm>
          <a:prstGeom prst="rect">
            <a:avLst/>
          </a:prstGeom>
          <a:noFill/>
          <a:ln w="9525">
            <a:noFill/>
            <a:miter lim="800000"/>
            <a:headEnd/>
            <a:tailEnd/>
          </a:ln>
        </p:spPr>
        <p:txBody>
          <a:bodyPr/>
          <a:lstStyle/>
          <a:p>
            <a:pPr algn="just" eaLnBrk="0" hangingPunct="0">
              <a:lnSpc>
                <a:spcPct val="100000"/>
              </a:lnSpc>
              <a:spcBef>
                <a:spcPct val="0"/>
              </a:spcBef>
            </a:pPr>
            <a:r>
              <a:rPr kumimoji="0" lang="en-US" altLang="zh-CN" sz="2400" i="1">
                <a:solidFill>
                  <a:schemeClr val="accent2"/>
                </a:solidFill>
                <a:ea typeface="宋体" pitchFamily="2" charset="-122"/>
              </a:rPr>
              <a:t>x</a:t>
            </a:r>
          </a:p>
        </p:txBody>
      </p:sp>
      <p:sp>
        <p:nvSpPr>
          <p:cNvPr id="43" name="Text Box 10"/>
          <p:cNvSpPr txBox="1">
            <a:spLocks noChangeArrowheads="1"/>
          </p:cNvSpPr>
          <p:nvPr/>
        </p:nvSpPr>
        <p:spPr bwMode="auto">
          <a:xfrm>
            <a:off x="2409825" y="5022850"/>
            <a:ext cx="577850" cy="457200"/>
          </a:xfrm>
          <a:prstGeom prst="rect">
            <a:avLst/>
          </a:prstGeom>
          <a:noFill/>
          <a:ln w="9525">
            <a:noFill/>
            <a:miter lim="800000"/>
            <a:headEnd/>
            <a:tailEnd/>
          </a:ln>
        </p:spPr>
        <p:txBody>
          <a:bodyPr/>
          <a:lstStyle/>
          <a:p>
            <a:pPr algn="just" eaLnBrk="0" hangingPunct="0">
              <a:lnSpc>
                <a:spcPct val="100000"/>
              </a:lnSpc>
              <a:spcBef>
                <a:spcPct val="0"/>
              </a:spcBef>
            </a:pPr>
            <a:r>
              <a:rPr kumimoji="0" lang="en-US" altLang="zh-CN" sz="2400">
                <a:solidFill>
                  <a:srgbClr val="FF0000"/>
                </a:solidFill>
                <a:ea typeface="宋体" pitchFamily="2" charset="-122"/>
              </a:rPr>
              <a:t>d</a:t>
            </a:r>
            <a:r>
              <a:rPr kumimoji="0" lang="en-US" altLang="zh-CN" sz="2400" i="1">
                <a:solidFill>
                  <a:srgbClr val="FF0000"/>
                </a:solidFill>
                <a:ea typeface="宋体" pitchFamily="2" charset="-122"/>
              </a:rPr>
              <a:t>x</a:t>
            </a:r>
          </a:p>
        </p:txBody>
      </p:sp>
      <p:sp>
        <p:nvSpPr>
          <p:cNvPr id="44" name="Text Box 11"/>
          <p:cNvSpPr txBox="1">
            <a:spLocks noChangeArrowheads="1"/>
          </p:cNvSpPr>
          <p:nvPr/>
        </p:nvSpPr>
        <p:spPr bwMode="auto">
          <a:xfrm>
            <a:off x="1625600" y="4403725"/>
            <a:ext cx="577850" cy="457200"/>
          </a:xfrm>
          <a:prstGeom prst="rect">
            <a:avLst/>
          </a:prstGeom>
          <a:noFill/>
          <a:ln w="9525">
            <a:noFill/>
            <a:miter lim="800000"/>
            <a:headEnd/>
            <a:tailEnd/>
          </a:ln>
        </p:spPr>
        <p:txBody>
          <a:bodyPr/>
          <a:lstStyle/>
          <a:p>
            <a:pPr algn="just" eaLnBrk="0" hangingPunct="0">
              <a:lnSpc>
                <a:spcPct val="100000"/>
              </a:lnSpc>
              <a:spcBef>
                <a:spcPct val="0"/>
              </a:spcBef>
            </a:pPr>
            <a:r>
              <a:rPr kumimoji="0" lang="en-US" altLang="zh-CN" sz="2400" i="1">
                <a:solidFill>
                  <a:srgbClr val="008000"/>
                </a:solidFill>
                <a:ea typeface="宋体" pitchFamily="2" charset="-122"/>
              </a:rPr>
              <a:t>M</a:t>
            </a:r>
          </a:p>
        </p:txBody>
      </p:sp>
      <p:sp>
        <p:nvSpPr>
          <p:cNvPr id="45" name="Text Box 12"/>
          <p:cNvSpPr txBox="1">
            <a:spLocks noChangeArrowheads="1"/>
          </p:cNvSpPr>
          <p:nvPr/>
        </p:nvSpPr>
        <p:spPr bwMode="auto">
          <a:xfrm>
            <a:off x="1123950" y="3794125"/>
            <a:ext cx="381000" cy="457200"/>
          </a:xfrm>
          <a:prstGeom prst="rect">
            <a:avLst/>
          </a:prstGeom>
          <a:noFill/>
          <a:ln w="9525">
            <a:noFill/>
            <a:miter lim="800000"/>
            <a:headEnd/>
            <a:tailEnd/>
          </a:ln>
        </p:spPr>
        <p:txBody>
          <a:bodyPr/>
          <a:lstStyle/>
          <a:p>
            <a:pPr algn="just" eaLnBrk="0" hangingPunct="0">
              <a:lnSpc>
                <a:spcPct val="100000"/>
              </a:lnSpc>
              <a:spcBef>
                <a:spcPct val="0"/>
              </a:spcBef>
            </a:pPr>
            <a:r>
              <a:rPr kumimoji="0" lang="en-US" altLang="zh-CN" sz="2400" i="1">
                <a:solidFill>
                  <a:schemeClr val="accent2"/>
                </a:solidFill>
                <a:ea typeface="宋体" pitchFamily="2" charset="-122"/>
              </a:rPr>
              <a:t>z</a:t>
            </a:r>
          </a:p>
        </p:txBody>
      </p:sp>
      <p:graphicFrame>
        <p:nvGraphicFramePr>
          <p:cNvPr id="46" name="Object 13"/>
          <p:cNvGraphicFramePr>
            <a:graphicFrameLocks noChangeAspect="1"/>
          </p:cNvGraphicFramePr>
          <p:nvPr/>
        </p:nvGraphicFramePr>
        <p:xfrm>
          <a:off x="1201738" y="5707063"/>
          <a:ext cx="2605087" cy="735012"/>
        </p:xfrm>
        <a:graphic>
          <a:graphicData uri="http://schemas.openxmlformats.org/presentationml/2006/ole">
            <p:oleObj spid="_x0000_s31751" name="公式" r:id="rId8" imgW="1396800" imgH="406080" progId="Equation.3">
              <p:embed/>
            </p:oleObj>
          </a:graphicData>
        </a:graphic>
      </p:graphicFrame>
      <p:sp>
        <p:nvSpPr>
          <p:cNvPr id="47" name="AutoShape 14"/>
          <p:cNvSpPr>
            <a:spLocks noChangeArrowheads="1"/>
          </p:cNvSpPr>
          <p:nvPr/>
        </p:nvSpPr>
        <p:spPr bwMode="auto">
          <a:xfrm>
            <a:off x="4210050" y="4975225"/>
            <a:ext cx="762000" cy="138113"/>
          </a:xfrm>
          <a:prstGeom prst="rightArrow">
            <a:avLst>
              <a:gd name="adj1" fmla="val 50000"/>
              <a:gd name="adj2" fmla="val 137931"/>
            </a:avLst>
          </a:prstGeom>
          <a:solidFill>
            <a:srgbClr val="0000FF"/>
          </a:solidFill>
          <a:ln w="9525">
            <a:solidFill>
              <a:schemeClr val="tx1"/>
            </a:solidFill>
            <a:miter lim="800000"/>
            <a:headEnd/>
            <a:tailEnd/>
          </a:ln>
        </p:spPr>
        <p:txBody>
          <a:bodyPr wrap="none" anchor="ctr"/>
          <a:lstStyle/>
          <a:p>
            <a:endParaRPr lang="zh-CN" altLang="en-US"/>
          </a:p>
        </p:txBody>
      </p:sp>
      <p:sp>
        <p:nvSpPr>
          <p:cNvPr id="48" name="Line 15"/>
          <p:cNvSpPr>
            <a:spLocks noChangeShapeType="1"/>
          </p:cNvSpPr>
          <p:nvPr/>
        </p:nvSpPr>
        <p:spPr bwMode="auto">
          <a:xfrm>
            <a:off x="6426200" y="4200525"/>
            <a:ext cx="0" cy="1371600"/>
          </a:xfrm>
          <a:prstGeom prst="line">
            <a:avLst/>
          </a:prstGeom>
          <a:noFill/>
          <a:ln w="38100">
            <a:solidFill>
              <a:schemeClr val="accent2"/>
            </a:solidFill>
            <a:round/>
            <a:headEnd type="triangle" w="med" len="med"/>
            <a:tailEnd/>
          </a:ln>
        </p:spPr>
        <p:txBody>
          <a:bodyPr wrap="none" anchor="ctr"/>
          <a:lstStyle/>
          <a:p>
            <a:endParaRPr lang="zh-CN" altLang="en-US"/>
          </a:p>
        </p:txBody>
      </p:sp>
      <p:sp>
        <p:nvSpPr>
          <p:cNvPr id="49" name="Rectangle 16"/>
          <p:cNvSpPr>
            <a:spLocks noChangeArrowheads="1"/>
          </p:cNvSpPr>
          <p:nvPr/>
        </p:nvSpPr>
        <p:spPr bwMode="auto">
          <a:xfrm>
            <a:off x="5283200" y="4951413"/>
            <a:ext cx="2286000" cy="76200"/>
          </a:xfrm>
          <a:prstGeom prst="rect">
            <a:avLst/>
          </a:prstGeom>
          <a:solidFill>
            <a:srgbClr val="008000"/>
          </a:solidFill>
          <a:ln w="9525">
            <a:miter lim="800000"/>
            <a:headEnd/>
            <a:tailEnd/>
          </a:ln>
          <a:scene3d>
            <a:camera prst="legacyObliqueTopRight"/>
            <a:lightRig rig="legacyFlat3" dir="b"/>
          </a:scene3d>
          <a:sp3d extrusionH="36500" prstMaterial="legacyMatte">
            <a:bevelT w="13500" h="13500" prst="angle"/>
            <a:bevelB w="13500" h="13500" prst="angle"/>
            <a:extrusionClr>
              <a:srgbClr val="0099CC"/>
            </a:extrusionClr>
          </a:sp3d>
        </p:spPr>
        <p:txBody>
          <a:bodyPr wrap="none" anchor="ctr">
            <a:flatTx/>
          </a:bodyPr>
          <a:lstStyle/>
          <a:p>
            <a:endParaRPr lang="zh-CN" altLang="en-US"/>
          </a:p>
        </p:txBody>
      </p:sp>
      <p:sp>
        <p:nvSpPr>
          <p:cNvPr id="50" name="Rectangle 17"/>
          <p:cNvSpPr>
            <a:spLocks noChangeArrowheads="1"/>
          </p:cNvSpPr>
          <p:nvPr/>
        </p:nvSpPr>
        <p:spPr bwMode="auto">
          <a:xfrm>
            <a:off x="6883400" y="4935538"/>
            <a:ext cx="304800" cy="103187"/>
          </a:xfrm>
          <a:prstGeom prst="rect">
            <a:avLst/>
          </a:prstGeom>
          <a:solidFill>
            <a:srgbClr val="FF0000"/>
          </a:solidFill>
          <a:ln w="9525">
            <a:solidFill>
              <a:schemeClr val="tx1"/>
            </a:solidFill>
            <a:miter lim="800000"/>
            <a:headEnd/>
            <a:tailEnd/>
          </a:ln>
        </p:spPr>
        <p:txBody>
          <a:bodyPr wrap="none" anchor="ctr"/>
          <a:lstStyle/>
          <a:p>
            <a:endParaRPr lang="zh-CN" altLang="en-US"/>
          </a:p>
        </p:txBody>
      </p:sp>
      <p:sp>
        <p:nvSpPr>
          <p:cNvPr id="51" name="Text Box 18"/>
          <p:cNvSpPr txBox="1">
            <a:spLocks noChangeArrowheads="1"/>
          </p:cNvSpPr>
          <p:nvPr/>
        </p:nvSpPr>
        <p:spPr bwMode="auto">
          <a:xfrm>
            <a:off x="7340600" y="4329113"/>
            <a:ext cx="381000" cy="457200"/>
          </a:xfrm>
          <a:prstGeom prst="rect">
            <a:avLst/>
          </a:prstGeom>
          <a:noFill/>
          <a:ln w="9525">
            <a:noFill/>
            <a:miter lim="800000"/>
            <a:headEnd/>
            <a:tailEnd/>
          </a:ln>
        </p:spPr>
        <p:txBody>
          <a:bodyPr/>
          <a:lstStyle/>
          <a:p>
            <a:pPr algn="just" eaLnBrk="0" hangingPunct="0">
              <a:lnSpc>
                <a:spcPct val="100000"/>
              </a:lnSpc>
              <a:spcBef>
                <a:spcPct val="0"/>
              </a:spcBef>
            </a:pPr>
            <a:r>
              <a:rPr kumimoji="0" lang="en-US" altLang="zh-CN" sz="2400" i="1">
                <a:solidFill>
                  <a:srgbClr val="008000"/>
                </a:solidFill>
                <a:ea typeface="宋体" pitchFamily="2" charset="-122"/>
              </a:rPr>
              <a:t>L</a:t>
            </a:r>
          </a:p>
        </p:txBody>
      </p:sp>
      <p:sp>
        <p:nvSpPr>
          <p:cNvPr id="52" name="Text Box 19"/>
          <p:cNvSpPr txBox="1">
            <a:spLocks noChangeArrowheads="1"/>
          </p:cNvSpPr>
          <p:nvPr/>
        </p:nvSpPr>
        <p:spPr bwMode="auto">
          <a:xfrm>
            <a:off x="6035675" y="5035550"/>
            <a:ext cx="457200" cy="457200"/>
          </a:xfrm>
          <a:prstGeom prst="rect">
            <a:avLst/>
          </a:prstGeom>
          <a:noFill/>
          <a:ln w="9525">
            <a:noFill/>
            <a:miter lim="800000"/>
            <a:headEnd/>
            <a:tailEnd/>
          </a:ln>
        </p:spPr>
        <p:txBody>
          <a:bodyPr/>
          <a:lstStyle/>
          <a:p>
            <a:pPr algn="just" eaLnBrk="0" hangingPunct="0">
              <a:lnSpc>
                <a:spcPct val="100000"/>
              </a:lnSpc>
              <a:spcBef>
                <a:spcPct val="0"/>
              </a:spcBef>
            </a:pPr>
            <a:r>
              <a:rPr kumimoji="0" lang="en-US" altLang="zh-CN" sz="2400" i="1">
                <a:solidFill>
                  <a:schemeClr val="accent2"/>
                </a:solidFill>
                <a:ea typeface="宋体" pitchFamily="2" charset="-122"/>
              </a:rPr>
              <a:t>O</a:t>
            </a:r>
          </a:p>
        </p:txBody>
      </p:sp>
      <p:sp>
        <p:nvSpPr>
          <p:cNvPr id="53" name="Line 20"/>
          <p:cNvSpPr>
            <a:spLocks noChangeShapeType="1"/>
          </p:cNvSpPr>
          <p:nvPr/>
        </p:nvSpPr>
        <p:spPr bwMode="auto">
          <a:xfrm>
            <a:off x="5283200" y="5038725"/>
            <a:ext cx="3276600" cy="0"/>
          </a:xfrm>
          <a:prstGeom prst="line">
            <a:avLst/>
          </a:prstGeom>
          <a:noFill/>
          <a:ln w="38100">
            <a:solidFill>
              <a:schemeClr val="accent2"/>
            </a:solidFill>
            <a:round/>
            <a:headEnd/>
            <a:tailEnd type="triangle" w="med" len="med"/>
          </a:ln>
        </p:spPr>
        <p:txBody>
          <a:bodyPr wrap="none" anchor="ctr"/>
          <a:lstStyle/>
          <a:p>
            <a:endParaRPr lang="zh-CN" altLang="en-US"/>
          </a:p>
        </p:txBody>
      </p:sp>
      <p:sp>
        <p:nvSpPr>
          <p:cNvPr id="54" name="Text Box 21"/>
          <p:cNvSpPr txBox="1">
            <a:spLocks noChangeArrowheads="1"/>
          </p:cNvSpPr>
          <p:nvPr/>
        </p:nvSpPr>
        <p:spPr bwMode="auto">
          <a:xfrm>
            <a:off x="8255000" y="4964113"/>
            <a:ext cx="457200" cy="457200"/>
          </a:xfrm>
          <a:prstGeom prst="rect">
            <a:avLst/>
          </a:prstGeom>
          <a:noFill/>
          <a:ln w="9525">
            <a:noFill/>
            <a:miter lim="800000"/>
            <a:headEnd/>
            <a:tailEnd/>
          </a:ln>
        </p:spPr>
        <p:txBody>
          <a:bodyPr/>
          <a:lstStyle/>
          <a:p>
            <a:pPr algn="just" eaLnBrk="0" hangingPunct="0">
              <a:lnSpc>
                <a:spcPct val="100000"/>
              </a:lnSpc>
              <a:spcBef>
                <a:spcPct val="0"/>
              </a:spcBef>
            </a:pPr>
            <a:r>
              <a:rPr kumimoji="0" lang="en-US" altLang="zh-CN" sz="2400" i="1">
                <a:solidFill>
                  <a:schemeClr val="accent2"/>
                </a:solidFill>
                <a:ea typeface="宋体" pitchFamily="2" charset="-122"/>
              </a:rPr>
              <a:t>x</a:t>
            </a:r>
          </a:p>
        </p:txBody>
      </p:sp>
      <p:sp>
        <p:nvSpPr>
          <p:cNvPr id="55" name="Text Box 22"/>
          <p:cNvSpPr txBox="1">
            <a:spLocks noChangeArrowheads="1"/>
          </p:cNvSpPr>
          <p:nvPr/>
        </p:nvSpPr>
        <p:spPr bwMode="auto">
          <a:xfrm>
            <a:off x="6731000" y="5091113"/>
            <a:ext cx="577850" cy="457200"/>
          </a:xfrm>
          <a:prstGeom prst="rect">
            <a:avLst/>
          </a:prstGeom>
          <a:noFill/>
          <a:ln w="9525">
            <a:noFill/>
            <a:miter lim="800000"/>
            <a:headEnd/>
            <a:tailEnd/>
          </a:ln>
        </p:spPr>
        <p:txBody>
          <a:bodyPr/>
          <a:lstStyle/>
          <a:p>
            <a:pPr algn="just" eaLnBrk="0" hangingPunct="0">
              <a:lnSpc>
                <a:spcPct val="100000"/>
              </a:lnSpc>
              <a:spcBef>
                <a:spcPct val="0"/>
              </a:spcBef>
            </a:pPr>
            <a:r>
              <a:rPr kumimoji="0" lang="en-US" altLang="zh-CN" sz="2400">
                <a:solidFill>
                  <a:srgbClr val="FF0000"/>
                </a:solidFill>
                <a:ea typeface="宋体" pitchFamily="2" charset="-122"/>
              </a:rPr>
              <a:t>d</a:t>
            </a:r>
            <a:r>
              <a:rPr kumimoji="0" lang="en-US" altLang="zh-CN" sz="2400" i="1">
                <a:solidFill>
                  <a:srgbClr val="FF0000"/>
                </a:solidFill>
                <a:ea typeface="宋体" pitchFamily="2" charset="-122"/>
              </a:rPr>
              <a:t>x</a:t>
            </a:r>
          </a:p>
        </p:txBody>
      </p:sp>
      <p:sp>
        <p:nvSpPr>
          <p:cNvPr id="56" name="Text Box 23"/>
          <p:cNvSpPr txBox="1">
            <a:spLocks noChangeArrowheads="1"/>
          </p:cNvSpPr>
          <p:nvPr/>
        </p:nvSpPr>
        <p:spPr bwMode="auto">
          <a:xfrm>
            <a:off x="5691188" y="4392613"/>
            <a:ext cx="577850" cy="457200"/>
          </a:xfrm>
          <a:prstGeom prst="rect">
            <a:avLst/>
          </a:prstGeom>
          <a:noFill/>
          <a:ln w="9525">
            <a:noFill/>
            <a:miter lim="800000"/>
            <a:headEnd/>
            <a:tailEnd/>
          </a:ln>
        </p:spPr>
        <p:txBody>
          <a:bodyPr/>
          <a:lstStyle/>
          <a:p>
            <a:pPr algn="just" eaLnBrk="0" hangingPunct="0">
              <a:lnSpc>
                <a:spcPct val="100000"/>
              </a:lnSpc>
              <a:spcBef>
                <a:spcPct val="0"/>
              </a:spcBef>
            </a:pPr>
            <a:r>
              <a:rPr kumimoji="0" lang="en-US" altLang="zh-CN" sz="2400" i="1">
                <a:solidFill>
                  <a:srgbClr val="008000"/>
                </a:solidFill>
                <a:ea typeface="宋体" pitchFamily="2" charset="-122"/>
              </a:rPr>
              <a:t>M</a:t>
            </a:r>
          </a:p>
        </p:txBody>
      </p:sp>
      <p:graphicFrame>
        <p:nvGraphicFramePr>
          <p:cNvPr id="57" name="Object 24"/>
          <p:cNvGraphicFramePr>
            <a:graphicFrameLocks noChangeAspect="1"/>
          </p:cNvGraphicFramePr>
          <p:nvPr/>
        </p:nvGraphicFramePr>
        <p:xfrm>
          <a:off x="5337175" y="5678488"/>
          <a:ext cx="2789238" cy="730250"/>
        </p:xfrm>
        <a:graphic>
          <a:graphicData uri="http://schemas.openxmlformats.org/presentationml/2006/ole">
            <p:oleObj spid="_x0000_s31752" name="公式" r:id="rId9" imgW="1574640" imgH="406080" progId="Equation.3">
              <p:embed/>
            </p:oleObj>
          </a:graphicData>
        </a:graphic>
      </p:graphicFrame>
      <p:sp>
        <p:nvSpPr>
          <p:cNvPr id="58" name="Text Box 37"/>
          <p:cNvSpPr txBox="1">
            <a:spLocks noChangeArrowheads="1"/>
          </p:cNvSpPr>
          <p:nvPr/>
        </p:nvSpPr>
        <p:spPr bwMode="auto">
          <a:xfrm>
            <a:off x="6381750" y="3806825"/>
            <a:ext cx="457200" cy="533400"/>
          </a:xfrm>
          <a:prstGeom prst="rect">
            <a:avLst/>
          </a:prstGeom>
          <a:noFill/>
          <a:ln w="9525">
            <a:noFill/>
            <a:miter lim="800000"/>
            <a:headEnd/>
            <a:tailEnd/>
          </a:ln>
        </p:spPr>
        <p:txBody>
          <a:bodyPr/>
          <a:lstStyle/>
          <a:p>
            <a:pPr algn="just" eaLnBrk="0" hangingPunct="0">
              <a:lnSpc>
                <a:spcPct val="100000"/>
              </a:lnSpc>
              <a:spcBef>
                <a:spcPct val="0"/>
              </a:spcBef>
            </a:pPr>
            <a:r>
              <a:rPr kumimoji="0" lang="en-US" altLang="zh-CN" sz="2400" i="1">
                <a:solidFill>
                  <a:schemeClr val="accent2"/>
                </a:solidFill>
                <a:ea typeface="宋体" pitchFamily="2" charset="-122"/>
              </a:rPr>
              <a:t>z</a:t>
            </a:r>
          </a:p>
        </p:txBody>
      </p:sp>
      <p:sp>
        <p:nvSpPr>
          <p:cNvPr id="59" name="Rectangle 38"/>
          <p:cNvSpPr>
            <a:spLocks noChangeArrowheads="1"/>
          </p:cNvSpPr>
          <p:nvPr/>
        </p:nvSpPr>
        <p:spPr bwMode="auto">
          <a:xfrm>
            <a:off x="611188" y="3322638"/>
            <a:ext cx="3582987" cy="512762"/>
          </a:xfrm>
          <a:prstGeom prst="rect">
            <a:avLst/>
          </a:prstGeom>
          <a:noFill/>
          <a:ln w="9525">
            <a:noFill/>
            <a:miter lim="800000"/>
            <a:headEnd/>
            <a:tailEnd/>
          </a:ln>
        </p:spPr>
        <p:txBody>
          <a:bodyPr>
            <a:spAutoFit/>
          </a:bodyPr>
          <a:lstStyle/>
          <a:p>
            <a:pPr eaLnBrk="0" hangingPunct="0">
              <a:lnSpc>
                <a:spcPct val="115000"/>
              </a:lnSpc>
              <a:spcBef>
                <a:spcPct val="0"/>
              </a:spcBef>
              <a:buClr>
                <a:srgbClr val="CC0000"/>
              </a:buClr>
              <a:buFont typeface="Wingdings" pitchFamily="2" charset="2"/>
              <a:buNone/>
            </a:pPr>
            <a:r>
              <a:rPr kumimoji="0" lang="en-US" altLang="zh-CN" sz="2400" i="1">
                <a:solidFill>
                  <a:srgbClr val="FF0000"/>
                </a:solidFill>
                <a:ea typeface="宋体" pitchFamily="2" charset="-122"/>
              </a:rPr>
              <a:t>J</a:t>
            </a:r>
            <a:r>
              <a:rPr kumimoji="0" lang="en-US" altLang="zh-CN" sz="2400">
                <a:solidFill>
                  <a:srgbClr val="FF0000"/>
                </a:solidFill>
                <a:ea typeface="宋体" pitchFamily="2" charset="-122"/>
              </a:rPr>
              <a:t> </a:t>
            </a:r>
            <a:r>
              <a:rPr kumimoji="0" lang="zh-CN" altLang="en-US" sz="2400">
                <a:solidFill>
                  <a:srgbClr val="FF6600"/>
                </a:solidFill>
                <a:ea typeface="宋体" pitchFamily="2" charset="-122"/>
              </a:rPr>
              <a:t>与转轴的位置有关</a:t>
            </a:r>
          </a:p>
        </p:txBody>
      </p:sp>
      <p:sp>
        <p:nvSpPr>
          <p:cNvPr id="60" name="Arc 45"/>
          <p:cNvSpPr>
            <a:spLocks/>
          </p:cNvSpPr>
          <p:nvPr/>
        </p:nvSpPr>
        <p:spPr bwMode="auto">
          <a:xfrm flipH="1">
            <a:off x="928688" y="4364038"/>
            <a:ext cx="471487" cy="146050"/>
          </a:xfrm>
          <a:custGeom>
            <a:avLst/>
            <a:gdLst>
              <a:gd name="T0" fmla="*/ 45060815 w 43200"/>
              <a:gd name="T1" fmla="*/ 0 h 38804"/>
              <a:gd name="T2" fmla="*/ 11017919 w 43200"/>
              <a:gd name="T3" fmla="*/ 2608 h 38804"/>
              <a:gd name="T4" fmla="*/ 28081002 w 43200"/>
              <a:gd name="T5" fmla="*/ 917284 h 38804"/>
              <a:gd name="T6" fmla="*/ 0 60000 65536"/>
              <a:gd name="T7" fmla="*/ 0 60000 65536"/>
              <a:gd name="T8" fmla="*/ 0 60000 65536"/>
              <a:gd name="T9" fmla="*/ 0 w 43200"/>
              <a:gd name="T10" fmla="*/ 0 h 38804"/>
              <a:gd name="T11" fmla="*/ 43200 w 43200"/>
              <a:gd name="T12" fmla="*/ 38804 h 38804"/>
            </a:gdLst>
            <a:ahLst/>
            <a:cxnLst>
              <a:cxn ang="T6">
                <a:pos x="T0" y="T1"/>
              </a:cxn>
              <a:cxn ang="T7">
                <a:pos x="T2" y="T3"/>
              </a:cxn>
              <a:cxn ang="T8">
                <a:pos x="T4" y="T5"/>
              </a:cxn>
            </a:cxnLst>
            <a:rect l="T9" t="T10" r="T11" b="T12"/>
            <a:pathLst>
              <a:path w="43200" h="38804" fill="none" extrusionOk="0">
                <a:moveTo>
                  <a:pt x="34660" y="0"/>
                </a:moveTo>
                <a:cubicBezTo>
                  <a:pt x="40040" y="4084"/>
                  <a:pt x="43200" y="10449"/>
                  <a:pt x="43200" y="17204"/>
                </a:cubicBezTo>
                <a:cubicBezTo>
                  <a:pt x="43200" y="29133"/>
                  <a:pt x="33529" y="38804"/>
                  <a:pt x="21600" y="38804"/>
                </a:cubicBezTo>
                <a:cubicBezTo>
                  <a:pt x="9670" y="38804"/>
                  <a:pt x="0" y="29133"/>
                  <a:pt x="0" y="17204"/>
                </a:cubicBezTo>
                <a:cubicBezTo>
                  <a:pt x="-1" y="10478"/>
                  <a:pt x="3133" y="4135"/>
                  <a:pt x="8474" y="48"/>
                </a:cubicBezTo>
              </a:path>
              <a:path w="43200" h="38804" stroke="0" extrusionOk="0">
                <a:moveTo>
                  <a:pt x="34660" y="0"/>
                </a:moveTo>
                <a:cubicBezTo>
                  <a:pt x="40040" y="4084"/>
                  <a:pt x="43200" y="10449"/>
                  <a:pt x="43200" y="17204"/>
                </a:cubicBezTo>
                <a:cubicBezTo>
                  <a:pt x="43200" y="29133"/>
                  <a:pt x="33529" y="38804"/>
                  <a:pt x="21600" y="38804"/>
                </a:cubicBezTo>
                <a:cubicBezTo>
                  <a:pt x="9670" y="38804"/>
                  <a:pt x="0" y="29133"/>
                  <a:pt x="0" y="17204"/>
                </a:cubicBezTo>
                <a:cubicBezTo>
                  <a:pt x="-1" y="10478"/>
                  <a:pt x="3133" y="4135"/>
                  <a:pt x="8474" y="48"/>
                </a:cubicBezTo>
                <a:lnTo>
                  <a:pt x="21600" y="17204"/>
                </a:lnTo>
                <a:close/>
              </a:path>
            </a:pathLst>
          </a:custGeom>
          <a:noFill/>
          <a:ln w="38100">
            <a:solidFill>
              <a:schemeClr val="accent2"/>
            </a:solidFill>
            <a:round/>
            <a:headEnd/>
            <a:tailEnd type="triangle" w="med" len="med"/>
          </a:ln>
        </p:spPr>
        <p:txBody>
          <a:bodyPr wrap="none" anchor="ctr"/>
          <a:lstStyle/>
          <a:p>
            <a:endParaRPr lang="zh-CN" altLang="en-US"/>
          </a:p>
        </p:txBody>
      </p:sp>
      <p:sp>
        <p:nvSpPr>
          <p:cNvPr id="61" name="Arc 46"/>
          <p:cNvSpPr>
            <a:spLocks/>
          </p:cNvSpPr>
          <p:nvPr/>
        </p:nvSpPr>
        <p:spPr bwMode="auto">
          <a:xfrm flipH="1">
            <a:off x="6189663" y="4422775"/>
            <a:ext cx="471487" cy="146050"/>
          </a:xfrm>
          <a:custGeom>
            <a:avLst/>
            <a:gdLst>
              <a:gd name="T0" fmla="*/ 45060815 w 43200"/>
              <a:gd name="T1" fmla="*/ 0 h 38804"/>
              <a:gd name="T2" fmla="*/ 11017919 w 43200"/>
              <a:gd name="T3" fmla="*/ 2608 h 38804"/>
              <a:gd name="T4" fmla="*/ 28081002 w 43200"/>
              <a:gd name="T5" fmla="*/ 917284 h 38804"/>
              <a:gd name="T6" fmla="*/ 0 60000 65536"/>
              <a:gd name="T7" fmla="*/ 0 60000 65536"/>
              <a:gd name="T8" fmla="*/ 0 60000 65536"/>
              <a:gd name="T9" fmla="*/ 0 w 43200"/>
              <a:gd name="T10" fmla="*/ 0 h 38804"/>
              <a:gd name="T11" fmla="*/ 43200 w 43200"/>
              <a:gd name="T12" fmla="*/ 38804 h 38804"/>
            </a:gdLst>
            <a:ahLst/>
            <a:cxnLst>
              <a:cxn ang="T6">
                <a:pos x="T0" y="T1"/>
              </a:cxn>
              <a:cxn ang="T7">
                <a:pos x="T2" y="T3"/>
              </a:cxn>
              <a:cxn ang="T8">
                <a:pos x="T4" y="T5"/>
              </a:cxn>
            </a:cxnLst>
            <a:rect l="T9" t="T10" r="T11" b="T12"/>
            <a:pathLst>
              <a:path w="43200" h="38804" fill="none" extrusionOk="0">
                <a:moveTo>
                  <a:pt x="34660" y="0"/>
                </a:moveTo>
                <a:cubicBezTo>
                  <a:pt x="40040" y="4084"/>
                  <a:pt x="43200" y="10449"/>
                  <a:pt x="43200" y="17204"/>
                </a:cubicBezTo>
                <a:cubicBezTo>
                  <a:pt x="43200" y="29133"/>
                  <a:pt x="33529" y="38804"/>
                  <a:pt x="21600" y="38804"/>
                </a:cubicBezTo>
                <a:cubicBezTo>
                  <a:pt x="9670" y="38804"/>
                  <a:pt x="0" y="29133"/>
                  <a:pt x="0" y="17204"/>
                </a:cubicBezTo>
                <a:cubicBezTo>
                  <a:pt x="-1" y="10478"/>
                  <a:pt x="3133" y="4135"/>
                  <a:pt x="8474" y="48"/>
                </a:cubicBezTo>
              </a:path>
              <a:path w="43200" h="38804" stroke="0" extrusionOk="0">
                <a:moveTo>
                  <a:pt x="34660" y="0"/>
                </a:moveTo>
                <a:cubicBezTo>
                  <a:pt x="40040" y="4084"/>
                  <a:pt x="43200" y="10449"/>
                  <a:pt x="43200" y="17204"/>
                </a:cubicBezTo>
                <a:cubicBezTo>
                  <a:pt x="43200" y="29133"/>
                  <a:pt x="33529" y="38804"/>
                  <a:pt x="21600" y="38804"/>
                </a:cubicBezTo>
                <a:cubicBezTo>
                  <a:pt x="9670" y="38804"/>
                  <a:pt x="0" y="29133"/>
                  <a:pt x="0" y="17204"/>
                </a:cubicBezTo>
                <a:cubicBezTo>
                  <a:pt x="-1" y="10478"/>
                  <a:pt x="3133" y="4135"/>
                  <a:pt x="8474" y="48"/>
                </a:cubicBezTo>
                <a:lnTo>
                  <a:pt x="21600" y="17204"/>
                </a:lnTo>
                <a:close/>
              </a:path>
            </a:pathLst>
          </a:custGeom>
          <a:noFill/>
          <a:ln w="38100">
            <a:solidFill>
              <a:schemeClr val="accent2"/>
            </a:solidFill>
            <a:round/>
            <a:headEnd/>
            <a:tailEnd type="triangle" w="med" len="med"/>
          </a:ln>
        </p:spPr>
        <p:txBody>
          <a:bodyPr wrap="none" anchor="ctr"/>
          <a:lstStyle/>
          <a:p>
            <a:endParaRPr lang="zh-CN" altLang="en-US"/>
          </a:p>
        </p:txBody>
      </p:sp>
      <p:sp>
        <p:nvSpPr>
          <p:cNvPr id="62" name="AutoShape 48"/>
          <p:cNvSpPr>
            <a:spLocks noChangeArrowheads="1"/>
          </p:cNvSpPr>
          <p:nvPr/>
        </p:nvSpPr>
        <p:spPr bwMode="auto">
          <a:xfrm>
            <a:off x="161925" y="3286125"/>
            <a:ext cx="360363" cy="576263"/>
          </a:xfrm>
          <a:prstGeom prst="star4">
            <a:avLst>
              <a:gd name="adj" fmla="val 18519"/>
            </a:avLst>
          </a:prstGeom>
          <a:gradFill rotWithShape="1">
            <a:gsLst>
              <a:gs pos="0">
                <a:srgbClr val="FF9900"/>
              </a:gs>
              <a:gs pos="100000">
                <a:srgbClr val="764700"/>
              </a:gs>
            </a:gsLst>
            <a:path path="shape">
              <a:fillToRect l="50000" t="50000" r="50000" b="50000"/>
            </a:path>
          </a:gradFill>
          <a:ln w="9525">
            <a:noFill/>
            <a:miter lim="800000"/>
            <a:headEnd/>
            <a:tailEnd/>
          </a:ln>
        </p:spPr>
        <p:txBody>
          <a:bodyPr wrap="none" anchor="ctr"/>
          <a:lstStyle/>
          <a:p>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44740"/>
                                        </p:tgtEl>
                                        <p:attrNameLst>
                                          <p:attrName>style.visibility</p:attrName>
                                        </p:attrNameLst>
                                      </p:cBhvr>
                                      <p:to>
                                        <p:strVal val="visible"/>
                                      </p:to>
                                    </p:set>
                                    <p:animEffect transition="in" filter="wipe(left)">
                                      <p:cBhvr>
                                        <p:cTn id="7" dur="500"/>
                                        <p:tgtEl>
                                          <p:spTgt spid="24474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44752"/>
                                        </p:tgtEl>
                                        <p:attrNameLst>
                                          <p:attrName>style.visibility</p:attrName>
                                        </p:attrNameLst>
                                      </p:cBhvr>
                                      <p:to>
                                        <p:strVal val="visible"/>
                                      </p:to>
                                    </p:set>
                                    <p:animEffect transition="in" filter="wipe(left)">
                                      <p:cBhvr>
                                        <p:cTn id="12" dur="500"/>
                                        <p:tgtEl>
                                          <p:spTgt spid="24475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44762"/>
                                        </p:tgtEl>
                                        <p:attrNameLst>
                                          <p:attrName>style.visibility</p:attrName>
                                        </p:attrNameLst>
                                      </p:cBhvr>
                                      <p:to>
                                        <p:strVal val="visible"/>
                                      </p:to>
                                    </p:set>
                                    <p:animEffect transition="in" filter="wipe(left)">
                                      <p:cBhvr>
                                        <p:cTn id="17" dur="500"/>
                                        <p:tgtEl>
                                          <p:spTgt spid="244762"/>
                                        </p:tgtEl>
                                      </p:cBhvr>
                                    </p:animEffect>
                                  </p:childTnLst>
                                </p:cTn>
                              </p:par>
                            </p:childTnLst>
                          </p:cTn>
                        </p:par>
                        <p:par>
                          <p:cTn id="18" fill="hold">
                            <p:stCondLst>
                              <p:cond delay="500"/>
                            </p:stCondLst>
                            <p:childTnLst>
                              <p:par>
                                <p:cTn id="19" presetID="22" presetClass="entr" presetSubtype="8" fill="hold" grpId="0" nodeType="afterEffect">
                                  <p:stCondLst>
                                    <p:cond delay="0"/>
                                  </p:stCondLst>
                                  <p:childTnLst>
                                    <p:set>
                                      <p:cBhvr>
                                        <p:cTn id="20" dur="1" fill="hold">
                                          <p:stCondLst>
                                            <p:cond delay="0"/>
                                          </p:stCondLst>
                                        </p:cTn>
                                        <p:tgtEl>
                                          <p:spTgt spid="244753"/>
                                        </p:tgtEl>
                                        <p:attrNameLst>
                                          <p:attrName>style.visibility</p:attrName>
                                        </p:attrNameLst>
                                      </p:cBhvr>
                                      <p:to>
                                        <p:strVal val="visible"/>
                                      </p:to>
                                    </p:set>
                                    <p:animEffect transition="in" filter="wipe(left)">
                                      <p:cBhvr>
                                        <p:cTn id="21" dur="500"/>
                                        <p:tgtEl>
                                          <p:spTgt spid="244753"/>
                                        </p:tgtEl>
                                      </p:cBhvr>
                                    </p:animEffect>
                                  </p:childTnLst>
                                </p:cTn>
                              </p:par>
                            </p:childTnLst>
                          </p:cTn>
                        </p:par>
                        <p:par>
                          <p:cTn id="22" fill="hold">
                            <p:stCondLst>
                              <p:cond delay="1000"/>
                            </p:stCondLst>
                            <p:childTnLst>
                              <p:par>
                                <p:cTn id="23" presetID="22" presetClass="entr" presetSubtype="4" fill="hold" grpId="0" nodeType="afterEffect">
                                  <p:stCondLst>
                                    <p:cond delay="0"/>
                                  </p:stCondLst>
                                  <p:childTnLst>
                                    <p:set>
                                      <p:cBhvr>
                                        <p:cTn id="24" dur="1" fill="hold">
                                          <p:stCondLst>
                                            <p:cond delay="0"/>
                                          </p:stCondLst>
                                        </p:cTn>
                                        <p:tgtEl>
                                          <p:spTgt spid="244768"/>
                                        </p:tgtEl>
                                        <p:attrNameLst>
                                          <p:attrName>style.visibility</p:attrName>
                                        </p:attrNameLst>
                                      </p:cBhvr>
                                      <p:to>
                                        <p:strVal val="visible"/>
                                      </p:to>
                                    </p:set>
                                    <p:animEffect transition="in" filter="wipe(down)">
                                      <p:cBhvr>
                                        <p:cTn id="25" dur="500"/>
                                        <p:tgtEl>
                                          <p:spTgt spid="244768"/>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244756"/>
                                        </p:tgtEl>
                                        <p:attrNameLst>
                                          <p:attrName>style.visibility</p:attrName>
                                        </p:attrNameLst>
                                      </p:cBhvr>
                                      <p:to>
                                        <p:strVal val="visible"/>
                                      </p:to>
                                    </p:set>
                                    <p:animEffect transition="in" filter="wipe(left)">
                                      <p:cBhvr>
                                        <p:cTn id="30" dur="500"/>
                                        <p:tgtEl>
                                          <p:spTgt spid="244756"/>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244758"/>
                                        </p:tgtEl>
                                        <p:attrNameLst>
                                          <p:attrName>style.visibility</p:attrName>
                                        </p:attrNameLst>
                                      </p:cBhvr>
                                      <p:to>
                                        <p:strVal val="visible"/>
                                      </p:to>
                                    </p:set>
                                    <p:animEffect transition="in" filter="wipe(left)">
                                      <p:cBhvr>
                                        <p:cTn id="35" dur="500"/>
                                        <p:tgtEl>
                                          <p:spTgt spid="244758"/>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244754"/>
                                        </p:tgtEl>
                                        <p:attrNameLst>
                                          <p:attrName>style.visibility</p:attrName>
                                        </p:attrNameLst>
                                      </p:cBhvr>
                                      <p:to>
                                        <p:strVal val="visible"/>
                                      </p:to>
                                    </p:set>
                                    <p:animEffect transition="in" filter="wipe(left)">
                                      <p:cBhvr>
                                        <p:cTn id="40" dur="500"/>
                                        <p:tgtEl>
                                          <p:spTgt spid="244754"/>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244755"/>
                                        </p:tgtEl>
                                        <p:attrNameLst>
                                          <p:attrName>style.visibility</p:attrName>
                                        </p:attrNameLst>
                                      </p:cBhvr>
                                      <p:to>
                                        <p:strVal val="visible"/>
                                      </p:to>
                                    </p:set>
                                    <p:animEffect transition="in" filter="wipe(left)">
                                      <p:cBhvr>
                                        <p:cTn id="45" dur="500"/>
                                        <p:tgtEl>
                                          <p:spTgt spid="244755"/>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grpId="0" nodeType="clickEffect">
                                  <p:stCondLst>
                                    <p:cond delay="0"/>
                                  </p:stCondLst>
                                  <p:childTnLst>
                                    <p:set>
                                      <p:cBhvr>
                                        <p:cTn id="49" dur="1" fill="hold">
                                          <p:stCondLst>
                                            <p:cond delay="0"/>
                                          </p:stCondLst>
                                        </p:cTn>
                                        <p:tgtEl>
                                          <p:spTgt spid="244757"/>
                                        </p:tgtEl>
                                        <p:attrNameLst>
                                          <p:attrName>style.visibility</p:attrName>
                                        </p:attrNameLst>
                                      </p:cBhvr>
                                      <p:to>
                                        <p:strVal val="visible"/>
                                      </p:to>
                                    </p:set>
                                    <p:animEffect transition="in" filter="wipe(left)">
                                      <p:cBhvr>
                                        <p:cTn id="50" dur="500"/>
                                        <p:tgtEl>
                                          <p:spTgt spid="244757"/>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grpId="0" nodeType="clickEffect">
                                  <p:stCondLst>
                                    <p:cond delay="0"/>
                                  </p:stCondLst>
                                  <p:childTnLst>
                                    <p:set>
                                      <p:cBhvr>
                                        <p:cTn id="54" dur="1" fill="hold">
                                          <p:stCondLst>
                                            <p:cond delay="0"/>
                                          </p:stCondLst>
                                        </p:cTn>
                                        <p:tgtEl>
                                          <p:spTgt spid="244759"/>
                                        </p:tgtEl>
                                        <p:attrNameLst>
                                          <p:attrName>style.visibility</p:attrName>
                                        </p:attrNameLst>
                                      </p:cBhvr>
                                      <p:to>
                                        <p:strVal val="visible"/>
                                      </p:to>
                                    </p:set>
                                    <p:animEffect transition="in" filter="wipe(left)">
                                      <p:cBhvr>
                                        <p:cTn id="55" dur="500"/>
                                        <p:tgtEl>
                                          <p:spTgt spid="244759"/>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8" fill="hold" grpId="0" nodeType="clickEffect">
                                  <p:stCondLst>
                                    <p:cond delay="0"/>
                                  </p:stCondLst>
                                  <p:childTnLst>
                                    <p:set>
                                      <p:cBhvr>
                                        <p:cTn id="59" dur="1" fill="hold">
                                          <p:stCondLst>
                                            <p:cond delay="0"/>
                                          </p:stCondLst>
                                        </p:cTn>
                                        <p:tgtEl>
                                          <p:spTgt spid="244760"/>
                                        </p:tgtEl>
                                        <p:attrNameLst>
                                          <p:attrName>style.visibility</p:attrName>
                                        </p:attrNameLst>
                                      </p:cBhvr>
                                      <p:to>
                                        <p:strVal val="visible"/>
                                      </p:to>
                                    </p:set>
                                    <p:animEffect transition="in" filter="wipe(left)">
                                      <p:cBhvr>
                                        <p:cTn id="60" dur="500"/>
                                        <p:tgtEl>
                                          <p:spTgt spid="244760"/>
                                        </p:tgtEl>
                                      </p:cBhvr>
                                    </p:animEffect>
                                  </p:childTnLst>
                                </p:cTn>
                              </p:par>
                            </p:childTnLst>
                          </p:cTn>
                        </p:par>
                      </p:childTnLst>
                    </p:cTn>
                  </p:par>
                  <p:par>
                    <p:cTn id="61" fill="hold">
                      <p:stCondLst>
                        <p:cond delay="indefinite"/>
                      </p:stCondLst>
                      <p:childTnLst>
                        <p:par>
                          <p:cTn id="62" fill="hold">
                            <p:stCondLst>
                              <p:cond delay="0"/>
                            </p:stCondLst>
                            <p:childTnLst>
                              <p:par>
                                <p:cTn id="63" presetID="22" presetClass="entr" presetSubtype="8" fill="hold" grpId="0" nodeType="clickEffect">
                                  <p:stCondLst>
                                    <p:cond delay="0"/>
                                  </p:stCondLst>
                                  <p:childTnLst>
                                    <p:set>
                                      <p:cBhvr>
                                        <p:cTn id="64" dur="1" fill="hold">
                                          <p:stCondLst>
                                            <p:cond delay="0"/>
                                          </p:stCondLst>
                                        </p:cTn>
                                        <p:tgtEl>
                                          <p:spTgt spid="244761"/>
                                        </p:tgtEl>
                                        <p:attrNameLst>
                                          <p:attrName>style.visibility</p:attrName>
                                        </p:attrNameLst>
                                      </p:cBhvr>
                                      <p:to>
                                        <p:strVal val="visible"/>
                                      </p:to>
                                    </p:set>
                                    <p:animEffect transition="in" filter="wipe(left)">
                                      <p:cBhvr>
                                        <p:cTn id="65" dur="500"/>
                                        <p:tgtEl>
                                          <p:spTgt spid="244761"/>
                                        </p:tgtEl>
                                      </p:cBhvr>
                                    </p:animEffect>
                                  </p:childTnLst>
                                </p:cTn>
                              </p:par>
                            </p:childTnLst>
                          </p:cTn>
                        </p:par>
                      </p:childTnLst>
                    </p:cTn>
                  </p:par>
                  <p:par>
                    <p:cTn id="66" fill="hold">
                      <p:stCondLst>
                        <p:cond delay="indefinite"/>
                      </p:stCondLst>
                      <p:childTnLst>
                        <p:par>
                          <p:cTn id="67" fill="hold">
                            <p:stCondLst>
                              <p:cond delay="0"/>
                            </p:stCondLst>
                            <p:childTnLst>
                              <p:par>
                                <p:cTn id="68" presetID="22" presetClass="entr" presetSubtype="8" fill="hold" nodeType="clickEffect">
                                  <p:stCondLst>
                                    <p:cond delay="0"/>
                                  </p:stCondLst>
                                  <p:childTnLst>
                                    <p:set>
                                      <p:cBhvr>
                                        <p:cTn id="69" dur="1" fill="hold">
                                          <p:stCondLst>
                                            <p:cond delay="0"/>
                                          </p:stCondLst>
                                        </p:cTn>
                                        <p:tgtEl>
                                          <p:spTgt spid="244763"/>
                                        </p:tgtEl>
                                        <p:attrNameLst>
                                          <p:attrName>style.visibility</p:attrName>
                                        </p:attrNameLst>
                                      </p:cBhvr>
                                      <p:to>
                                        <p:strVal val="visible"/>
                                      </p:to>
                                    </p:set>
                                    <p:animEffect transition="in" filter="wipe(left)">
                                      <p:cBhvr>
                                        <p:cTn id="70" dur="500"/>
                                        <p:tgtEl>
                                          <p:spTgt spid="244763"/>
                                        </p:tgtEl>
                                      </p:cBhvr>
                                    </p:animEffect>
                                  </p:childTnLst>
                                </p:cTn>
                              </p:par>
                            </p:childTnLst>
                          </p:cTn>
                        </p:par>
                      </p:childTnLst>
                    </p:cTn>
                  </p:par>
                  <p:par>
                    <p:cTn id="71" fill="hold">
                      <p:stCondLst>
                        <p:cond delay="indefinite"/>
                      </p:stCondLst>
                      <p:childTnLst>
                        <p:par>
                          <p:cTn id="72" fill="hold">
                            <p:stCondLst>
                              <p:cond delay="0"/>
                            </p:stCondLst>
                            <p:childTnLst>
                              <p:par>
                                <p:cTn id="73" presetID="22" presetClass="entr" presetSubtype="8" fill="hold" nodeType="clickEffect">
                                  <p:stCondLst>
                                    <p:cond delay="0"/>
                                  </p:stCondLst>
                                  <p:childTnLst>
                                    <p:set>
                                      <p:cBhvr>
                                        <p:cTn id="74" dur="1" fill="hold">
                                          <p:stCondLst>
                                            <p:cond delay="0"/>
                                          </p:stCondLst>
                                        </p:cTn>
                                        <p:tgtEl>
                                          <p:spTgt spid="244765"/>
                                        </p:tgtEl>
                                        <p:attrNameLst>
                                          <p:attrName>style.visibility</p:attrName>
                                        </p:attrNameLst>
                                      </p:cBhvr>
                                      <p:to>
                                        <p:strVal val="visible"/>
                                      </p:to>
                                    </p:set>
                                    <p:animEffect transition="in" filter="wipe(left)">
                                      <p:cBhvr>
                                        <p:cTn id="75" dur="500"/>
                                        <p:tgtEl>
                                          <p:spTgt spid="244765"/>
                                        </p:tgtEl>
                                      </p:cBhvr>
                                    </p:animEffect>
                                  </p:childTnLst>
                                </p:cTn>
                              </p:par>
                            </p:childTnLst>
                          </p:cTn>
                        </p:par>
                      </p:childTnLst>
                    </p:cTn>
                  </p:par>
                  <p:par>
                    <p:cTn id="76" fill="hold">
                      <p:stCondLst>
                        <p:cond delay="indefinite"/>
                      </p:stCondLst>
                      <p:childTnLst>
                        <p:par>
                          <p:cTn id="77" fill="hold">
                            <p:stCondLst>
                              <p:cond delay="0"/>
                            </p:stCondLst>
                            <p:childTnLst>
                              <p:par>
                                <p:cTn id="78" presetID="22" presetClass="entr" presetSubtype="8" fill="hold" nodeType="clickEffect">
                                  <p:stCondLst>
                                    <p:cond delay="0"/>
                                  </p:stCondLst>
                                  <p:childTnLst>
                                    <p:set>
                                      <p:cBhvr>
                                        <p:cTn id="79" dur="1" fill="hold">
                                          <p:stCondLst>
                                            <p:cond delay="0"/>
                                          </p:stCondLst>
                                        </p:cTn>
                                        <p:tgtEl>
                                          <p:spTgt spid="244764"/>
                                        </p:tgtEl>
                                        <p:attrNameLst>
                                          <p:attrName>style.visibility</p:attrName>
                                        </p:attrNameLst>
                                      </p:cBhvr>
                                      <p:to>
                                        <p:strVal val="visible"/>
                                      </p:to>
                                    </p:set>
                                    <p:animEffect transition="in" filter="wipe(left)">
                                      <p:cBhvr>
                                        <p:cTn id="80" dur="500"/>
                                        <p:tgtEl>
                                          <p:spTgt spid="244764"/>
                                        </p:tgtEl>
                                      </p:cBhvr>
                                    </p:animEffect>
                                  </p:childTnLst>
                                </p:cTn>
                              </p:par>
                            </p:childTnLst>
                          </p:cTn>
                        </p:par>
                      </p:childTnLst>
                    </p:cTn>
                  </p:par>
                  <p:par>
                    <p:cTn id="81" fill="hold">
                      <p:stCondLst>
                        <p:cond delay="indefinite"/>
                      </p:stCondLst>
                      <p:childTnLst>
                        <p:par>
                          <p:cTn id="82" fill="hold">
                            <p:stCondLst>
                              <p:cond delay="0"/>
                            </p:stCondLst>
                            <p:childTnLst>
                              <p:par>
                                <p:cTn id="83" presetID="22" presetClass="entr" presetSubtype="8" fill="hold" nodeType="clickEffect">
                                  <p:stCondLst>
                                    <p:cond delay="0"/>
                                  </p:stCondLst>
                                  <p:childTnLst>
                                    <p:set>
                                      <p:cBhvr>
                                        <p:cTn id="84" dur="1" fill="hold">
                                          <p:stCondLst>
                                            <p:cond delay="0"/>
                                          </p:stCondLst>
                                        </p:cTn>
                                        <p:tgtEl>
                                          <p:spTgt spid="244771"/>
                                        </p:tgtEl>
                                        <p:attrNameLst>
                                          <p:attrName>style.visibility</p:attrName>
                                        </p:attrNameLst>
                                      </p:cBhvr>
                                      <p:to>
                                        <p:strVal val="visible"/>
                                      </p:to>
                                    </p:set>
                                    <p:animEffect transition="in" filter="wipe(left)">
                                      <p:cBhvr>
                                        <p:cTn id="85" dur="500"/>
                                        <p:tgtEl>
                                          <p:spTgt spid="244771"/>
                                        </p:tgtEl>
                                      </p:cBhvr>
                                    </p:animEffect>
                                  </p:childTnLst>
                                </p:cTn>
                              </p:par>
                            </p:childTnLst>
                          </p:cTn>
                        </p:par>
                      </p:childTnLst>
                    </p:cTn>
                  </p:par>
                  <p:par>
                    <p:cTn id="86" fill="hold">
                      <p:stCondLst>
                        <p:cond delay="indefinite"/>
                      </p:stCondLst>
                      <p:childTnLst>
                        <p:par>
                          <p:cTn id="87" fill="hold">
                            <p:stCondLst>
                              <p:cond delay="0"/>
                            </p:stCondLst>
                            <p:childTnLst>
                              <p:par>
                                <p:cTn id="88" presetID="22" presetClass="entr" presetSubtype="8" fill="hold" nodeType="clickEffect">
                                  <p:stCondLst>
                                    <p:cond delay="0"/>
                                  </p:stCondLst>
                                  <p:childTnLst>
                                    <p:set>
                                      <p:cBhvr>
                                        <p:cTn id="89" dur="1" fill="hold">
                                          <p:stCondLst>
                                            <p:cond delay="0"/>
                                          </p:stCondLst>
                                        </p:cTn>
                                        <p:tgtEl>
                                          <p:spTgt spid="244751"/>
                                        </p:tgtEl>
                                        <p:attrNameLst>
                                          <p:attrName>style.visibility</p:attrName>
                                        </p:attrNameLst>
                                      </p:cBhvr>
                                      <p:to>
                                        <p:strVal val="visible"/>
                                      </p:to>
                                    </p:set>
                                    <p:animEffect transition="in" filter="wipe(left)">
                                      <p:cBhvr>
                                        <p:cTn id="90" dur="500"/>
                                        <p:tgtEl>
                                          <p:spTgt spid="244751"/>
                                        </p:tgtEl>
                                      </p:cBhvr>
                                    </p:animEffect>
                                  </p:childTnLst>
                                </p:cTn>
                              </p:par>
                            </p:childTnLst>
                          </p:cTn>
                        </p:par>
                      </p:childTnLst>
                    </p:cTn>
                  </p:par>
                  <p:par>
                    <p:cTn id="91" fill="hold">
                      <p:stCondLst>
                        <p:cond delay="indefinite"/>
                      </p:stCondLst>
                      <p:childTnLst>
                        <p:par>
                          <p:cTn id="92" fill="hold">
                            <p:stCondLst>
                              <p:cond delay="0"/>
                            </p:stCondLst>
                            <p:childTnLst>
                              <p:par>
                                <p:cTn id="93" presetID="9" presetClass="entr" presetSubtype="0" fill="hold" grpId="0" nodeType="clickEffect">
                                  <p:stCondLst>
                                    <p:cond delay="0"/>
                                  </p:stCondLst>
                                  <p:childTnLst>
                                    <p:set>
                                      <p:cBhvr>
                                        <p:cTn id="94" dur="1" fill="hold">
                                          <p:stCondLst>
                                            <p:cond delay="0"/>
                                          </p:stCondLst>
                                        </p:cTn>
                                        <p:tgtEl>
                                          <p:spTgt spid="62"/>
                                        </p:tgtEl>
                                        <p:attrNameLst>
                                          <p:attrName>style.visibility</p:attrName>
                                        </p:attrNameLst>
                                      </p:cBhvr>
                                      <p:to>
                                        <p:strVal val="visible"/>
                                      </p:to>
                                    </p:set>
                                    <p:animEffect transition="in" filter="dissolve">
                                      <p:cBhvr>
                                        <p:cTn id="95" dur="1000"/>
                                        <p:tgtEl>
                                          <p:spTgt spid="62"/>
                                        </p:tgtEl>
                                      </p:cBhvr>
                                    </p:animEffect>
                                  </p:childTnLst>
                                </p:cTn>
                              </p:par>
                            </p:childTnLst>
                          </p:cTn>
                        </p:par>
                        <p:par>
                          <p:cTn id="96" fill="hold">
                            <p:stCondLst>
                              <p:cond delay="1000"/>
                            </p:stCondLst>
                            <p:childTnLst>
                              <p:par>
                                <p:cTn id="97" presetID="22" presetClass="entr" presetSubtype="8" fill="hold" grpId="0" nodeType="afterEffect">
                                  <p:stCondLst>
                                    <p:cond delay="0"/>
                                  </p:stCondLst>
                                  <p:childTnLst>
                                    <p:set>
                                      <p:cBhvr>
                                        <p:cTn id="98" dur="1" fill="hold">
                                          <p:stCondLst>
                                            <p:cond delay="0"/>
                                          </p:stCondLst>
                                        </p:cTn>
                                        <p:tgtEl>
                                          <p:spTgt spid="59"/>
                                        </p:tgtEl>
                                        <p:attrNameLst>
                                          <p:attrName>style.visibility</p:attrName>
                                        </p:attrNameLst>
                                      </p:cBhvr>
                                      <p:to>
                                        <p:strVal val="visible"/>
                                      </p:to>
                                    </p:set>
                                    <p:animEffect transition="in" filter="wipe(left)">
                                      <p:cBhvr>
                                        <p:cTn id="99" dur="500"/>
                                        <p:tgtEl>
                                          <p:spTgt spid="59"/>
                                        </p:tgtEl>
                                      </p:cBhvr>
                                    </p:animEffect>
                                  </p:childTnLst>
                                </p:cTn>
                              </p:par>
                            </p:childTnLst>
                          </p:cTn>
                        </p:par>
                      </p:childTnLst>
                    </p:cTn>
                  </p:par>
                  <p:par>
                    <p:cTn id="100" fill="hold">
                      <p:stCondLst>
                        <p:cond delay="indefinite"/>
                      </p:stCondLst>
                      <p:childTnLst>
                        <p:par>
                          <p:cTn id="101" fill="hold">
                            <p:stCondLst>
                              <p:cond delay="0"/>
                            </p:stCondLst>
                            <p:childTnLst>
                              <p:par>
                                <p:cTn id="102" presetID="22" presetClass="entr" presetSubtype="8" fill="hold" grpId="0" nodeType="clickEffect">
                                  <p:stCondLst>
                                    <p:cond delay="0"/>
                                  </p:stCondLst>
                                  <p:childTnLst>
                                    <p:set>
                                      <p:cBhvr>
                                        <p:cTn id="103" dur="1" fill="hold">
                                          <p:stCondLst>
                                            <p:cond delay="0"/>
                                          </p:stCondLst>
                                        </p:cTn>
                                        <p:tgtEl>
                                          <p:spTgt spid="36"/>
                                        </p:tgtEl>
                                        <p:attrNameLst>
                                          <p:attrName>style.visibility</p:attrName>
                                        </p:attrNameLst>
                                      </p:cBhvr>
                                      <p:to>
                                        <p:strVal val="visible"/>
                                      </p:to>
                                    </p:set>
                                    <p:animEffect transition="in" filter="wipe(left)">
                                      <p:cBhvr>
                                        <p:cTn id="104" dur="500"/>
                                        <p:tgtEl>
                                          <p:spTgt spid="36"/>
                                        </p:tgtEl>
                                      </p:cBhvr>
                                    </p:animEffect>
                                  </p:childTnLst>
                                </p:cTn>
                              </p:par>
                            </p:childTnLst>
                          </p:cTn>
                        </p:par>
                      </p:childTnLst>
                    </p:cTn>
                  </p:par>
                  <p:par>
                    <p:cTn id="105" fill="hold">
                      <p:stCondLst>
                        <p:cond delay="indefinite"/>
                      </p:stCondLst>
                      <p:childTnLst>
                        <p:par>
                          <p:cTn id="106" fill="hold">
                            <p:stCondLst>
                              <p:cond delay="0"/>
                            </p:stCondLst>
                            <p:childTnLst>
                              <p:par>
                                <p:cTn id="107" presetID="22" presetClass="entr" presetSubtype="8" fill="hold" grpId="0" nodeType="clickEffect">
                                  <p:stCondLst>
                                    <p:cond delay="0"/>
                                  </p:stCondLst>
                                  <p:childTnLst>
                                    <p:set>
                                      <p:cBhvr>
                                        <p:cTn id="108" dur="1" fill="hold">
                                          <p:stCondLst>
                                            <p:cond delay="0"/>
                                          </p:stCondLst>
                                        </p:cTn>
                                        <p:tgtEl>
                                          <p:spTgt spid="38"/>
                                        </p:tgtEl>
                                        <p:attrNameLst>
                                          <p:attrName>style.visibility</p:attrName>
                                        </p:attrNameLst>
                                      </p:cBhvr>
                                      <p:to>
                                        <p:strVal val="visible"/>
                                      </p:to>
                                    </p:set>
                                    <p:animEffect transition="in" filter="wipe(left)">
                                      <p:cBhvr>
                                        <p:cTn id="109" dur="500"/>
                                        <p:tgtEl>
                                          <p:spTgt spid="38"/>
                                        </p:tgtEl>
                                      </p:cBhvr>
                                    </p:animEffect>
                                  </p:childTnLst>
                                </p:cTn>
                              </p:par>
                            </p:childTnLst>
                          </p:cTn>
                        </p:par>
                      </p:childTnLst>
                    </p:cTn>
                  </p:par>
                  <p:par>
                    <p:cTn id="110" fill="hold">
                      <p:stCondLst>
                        <p:cond delay="indefinite"/>
                      </p:stCondLst>
                      <p:childTnLst>
                        <p:par>
                          <p:cTn id="111" fill="hold">
                            <p:stCondLst>
                              <p:cond delay="0"/>
                            </p:stCondLst>
                            <p:childTnLst>
                              <p:par>
                                <p:cTn id="112" presetID="22" presetClass="entr" presetSubtype="8" fill="hold" grpId="0" nodeType="clickEffect">
                                  <p:stCondLst>
                                    <p:cond delay="0"/>
                                  </p:stCondLst>
                                  <p:childTnLst>
                                    <p:set>
                                      <p:cBhvr>
                                        <p:cTn id="113" dur="1" fill="hold">
                                          <p:stCondLst>
                                            <p:cond delay="0"/>
                                          </p:stCondLst>
                                        </p:cTn>
                                        <p:tgtEl>
                                          <p:spTgt spid="37"/>
                                        </p:tgtEl>
                                        <p:attrNameLst>
                                          <p:attrName>style.visibility</p:attrName>
                                        </p:attrNameLst>
                                      </p:cBhvr>
                                      <p:to>
                                        <p:strVal val="visible"/>
                                      </p:to>
                                    </p:set>
                                    <p:animEffect transition="in" filter="wipe(left)">
                                      <p:cBhvr>
                                        <p:cTn id="114" dur="500"/>
                                        <p:tgtEl>
                                          <p:spTgt spid="37"/>
                                        </p:tgtEl>
                                      </p:cBhvr>
                                    </p:animEffect>
                                  </p:childTnLst>
                                </p:cTn>
                              </p:par>
                            </p:childTnLst>
                          </p:cTn>
                        </p:par>
                      </p:childTnLst>
                    </p:cTn>
                  </p:par>
                  <p:par>
                    <p:cTn id="115" fill="hold">
                      <p:stCondLst>
                        <p:cond delay="indefinite"/>
                      </p:stCondLst>
                      <p:childTnLst>
                        <p:par>
                          <p:cTn id="116" fill="hold">
                            <p:stCondLst>
                              <p:cond delay="0"/>
                            </p:stCondLst>
                            <p:childTnLst>
                              <p:par>
                                <p:cTn id="117" presetID="22" presetClass="entr" presetSubtype="8" fill="hold" grpId="0" nodeType="clickEffect">
                                  <p:stCondLst>
                                    <p:cond delay="0"/>
                                  </p:stCondLst>
                                  <p:childTnLst>
                                    <p:set>
                                      <p:cBhvr>
                                        <p:cTn id="118" dur="1" fill="hold">
                                          <p:stCondLst>
                                            <p:cond delay="0"/>
                                          </p:stCondLst>
                                        </p:cTn>
                                        <p:tgtEl>
                                          <p:spTgt spid="44"/>
                                        </p:tgtEl>
                                        <p:attrNameLst>
                                          <p:attrName>style.visibility</p:attrName>
                                        </p:attrNameLst>
                                      </p:cBhvr>
                                      <p:to>
                                        <p:strVal val="visible"/>
                                      </p:to>
                                    </p:set>
                                    <p:animEffect transition="in" filter="wipe(left)">
                                      <p:cBhvr>
                                        <p:cTn id="119" dur="500"/>
                                        <p:tgtEl>
                                          <p:spTgt spid="44"/>
                                        </p:tgtEl>
                                      </p:cBhvr>
                                    </p:animEffect>
                                  </p:childTnLst>
                                </p:cTn>
                              </p:par>
                            </p:childTnLst>
                          </p:cTn>
                        </p:par>
                      </p:childTnLst>
                    </p:cTn>
                  </p:par>
                  <p:par>
                    <p:cTn id="120" fill="hold">
                      <p:stCondLst>
                        <p:cond delay="indefinite"/>
                      </p:stCondLst>
                      <p:childTnLst>
                        <p:par>
                          <p:cTn id="121" fill="hold">
                            <p:stCondLst>
                              <p:cond delay="0"/>
                            </p:stCondLst>
                            <p:childTnLst>
                              <p:par>
                                <p:cTn id="122" presetID="22" presetClass="entr" presetSubtype="8" fill="hold" grpId="0" nodeType="clickEffect">
                                  <p:stCondLst>
                                    <p:cond delay="0"/>
                                  </p:stCondLst>
                                  <p:childTnLst>
                                    <p:set>
                                      <p:cBhvr>
                                        <p:cTn id="123" dur="1" fill="hold">
                                          <p:stCondLst>
                                            <p:cond delay="0"/>
                                          </p:stCondLst>
                                        </p:cTn>
                                        <p:tgtEl>
                                          <p:spTgt spid="40"/>
                                        </p:tgtEl>
                                        <p:attrNameLst>
                                          <p:attrName>style.visibility</p:attrName>
                                        </p:attrNameLst>
                                      </p:cBhvr>
                                      <p:to>
                                        <p:strVal val="visible"/>
                                      </p:to>
                                    </p:set>
                                    <p:animEffect transition="in" filter="wipe(left)">
                                      <p:cBhvr>
                                        <p:cTn id="124" dur="500"/>
                                        <p:tgtEl>
                                          <p:spTgt spid="40"/>
                                        </p:tgtEl>
                                      </p:cBhvr>
                                    </p:animEffect>
                                  </p:childTnLst>
                                </p:cTn>
                              </p:par>
                            </p:childTnLst>
                          </p:cTn>
                        </p:par>
                      </p:childTnLst>
                    </p:cTn>
                  </p:par>
                  <p:par>
                    <p:cTn id="125" fill="hold">
                      <p:stCondLst>
                        <p:cond delay="indefinite"/>
                      </p:stCondLst>
                      <p:childTnLst>
                        <p:par>
                          <p:cTn id="126" fill="hold">
                            <p:stCondLst>
                              <p:cond delay="0"/>
                            </p:stCondLst>
                            <p:childTnLst>
                              <p:par>
                                <p:cTn id="127" presetID="22" presetClass="entr" presetSubtype="8" fill="hold" grpId="0" nodeType="clickEffect">
                                  <p:stCondLst>
                                    <p:cond delay="0"/>
                                  </p:stCondLst>
                                  <p:childTnLst>
                                    <p:set>
                                      <p:cBhvr>
                                        <p:cTn id="128" dur="1" fill="hold">
                                          <p:stCondLst>
                                            <p:cond delay="0"/>
                                          </p:stCondLst>
                                        </p:cTn>
                                        <p:tgtEl>
                                          <p:spTgt spid="41"/>
                                        </p:tgtEl>
                                        <p:attrNameLst>
                                          <p:attrName>style.visibility</p:attrName>
                                        </p:attrNameLst>
                                      </p:cBhvr>
                                      <p:to>
                                        <p:strVal val="visible"/>
                                      </p:to>
                                    </p:set>
                                    <p:animEffect transition="in" filter="wipe(left)">
                                      <p:cBhvr>
                                        <p:cTn id="129" dur="500"/>
                                        <p:tgtEl>
                                          <p:spTgt spid="41"/>
                                        </p:tgtEl>
                                      </p:cBhvr>
                                    </p:animEffect>
                                  </p:childTnLst>
                                </p:cTn>
                              </p:par>
                            </p:childTnLst>
                          </p:cTn>
                        </p:par>
                      </p:childTnLst>
                    </p:cTn>
                  </p:par>
                  <p:par>
                    <p:cTn id="130" fill="hold">
                      <p:stCondLst>
                        <p:cond delay="indefinite"/>
                      </p:stCondLst>
                      <p:childTnLst>
                        <p:par>
                          <p:cTn id="131" fill="hold">
                            <p:stCondLst>
                              <p:cond delay="0"/>
                            </p:stCondLst>
                            <p:childTnLst>
                              <p:par>
                                <p:cTn id="132" presetID="22" presetClass="entr" presetSubtype="8" fill="hold" grpId="0" nodeType="clickEffect">
                                  <p:stCondLst>
                                    <p:cond delay="0"/>
                                  </p:stCondLst>
                                  <p:childTnLst>
                                    <p:set>
                                      <p:cBhvr>
                                        <p:cTn id="133" dur="1" fill="hold">
                                          <p:stCondLst>
                                            <p:cond delay="0"/>
                                          </p:stCondLst>
                                        </p:cTn>
                                        <p:tgtEl>
                                          <p:spTgt spid="42"/>
                                        </p:tgtEl>
                                        <p:attrNameLst>
                                          <p:attrName>style.visibility</p:attrName>
                                        </p:attrNameLst>
                                      </p:cBhvr>
                                      <p:to>
                                        <p:strVal val="visible"/>
                                      </p:to>
                                    </p:set>
                                    <p:animEffect transition="in" filter="wipe(left)">
                                      <p:cBhvr>
                                        <p:cTn id="134" dur="500"/>
                                        <p:tgtEl>
                                          <p:spTgt spid="42"/>
                                        </p:tgtEl>
                                      </p:cBhvr>
                                    </p:animEffect>
                                  </p:childTnLst>
                                </p:cTn>
                              </p:par>
                            </p:childTnLst>
                          </p:cTn>
                        </p:par>
                      </p:childTnLst>
                    </p:cTn>
                  </p:par>
                  <p:par>
                    <p:cTn id="135" fill="hold">
                      <p:stCondLst>
                        <p:cond delay="indefinite"/>
                      </p:stCondLst>
                      <p:childTnLst>
                        <p:par>
                          <p:cTn id="136" fill="hold">
                            <p:stCondLst>
                              <p:cond delay="0"/>
                            </p:stCondLst>
                            <p:childTnLst>
                              <p:par>
                                <p:cTn id="137" presetID="22" presetClass="entr" presetSubtype="8" fill="hold" grpId="0" nodeType="clickEffect">
                                  <p:stCondLst>
                                    <p:cond delay="0"/>
                                  </p:stCondLst>
                                  <p:childTnLst>
                                    <p:set>
                                      <p:cBhvr>
                                        <p:cTn id="138" dur="1" fill="hold">
                                          <p:stCondLst>
                                            <p:cond delay="0"/>
                                          </p:stCondLst>
                                        </p:cTn>
                                        <p:tgtEl>
                                          <p:spTgt spid="39"/>
                                        </p:tgtEl>
                                        <p:attrNameLst>
                                          <p:attrName>style.visibility</p:attrName>
                                        </p:attrNameLst>
                                      </p:cBhvr>
                                      <p:to>
                                        <p:strVal val="visible"/>
                                      </p:to>
                                    </p:set>
                                    <p:animEffect transition="in" filter="wipe(left)">
                                      <p:cBhvr>
                                        <p:cTn id="139" dur="500"/>
                                        <p:tgtEl>
                                          <p:spTgt spid="39"/>
                                        </p:tgtEl>
                                      </p:cBhvr>
                                    </p:animEffect>
                                  </p:childTnLst>
                                </p:cTn>
                              </p:par>
                            </p:childTnLst>
                          </p:cTn>
                        </p:par>
                      </p:childTnLst>
                    </p:cTn>
                  </p:par>
                  <p:par>
                    <p:cTn id="140" fill="hold">
                      <p:stCondLst>
                        <p:cond delay="indefinite"/>
                      </p:stCondLst>
                      <p:childTnLst>
                        <p:par>
                          <p:cTn id="141" fill="hold">
                            <p:stCondLst>
                              <p:cond delay="0"/>
                            </p:stCondLst>
                            <p:childTnLst>
                              <p:par>
                                <p:cTn id="142" presetID="22" presetClass="entr" presetSubtype="8" fill="hold" grpId="0" nodeType="clickEffect">
                                  <p:stCondLst>
                                    <p:cond delay="0"/>
                                  </p:stCondLst>
                                  <p:childTnLst>
                                    <p:set>
                                      <p:cBhvr>
                                        <p:cTn id="143" dur="1" fill="hold">
                                          <p:stCondLst>
                                            <p:cond delay="0"/>
                                          </p:stCondLst>
                                        </p:cTn>
                                        <p:tgtEl>
                                          <p:spTgt spid="43"/>
                                        </p:tgtEl>
                                        <p:attrNameLst>
                                          <p:attrName>style.visibility</p:attrName>
                                        </p:attrNameLst>
                                      </p:cBhvr>
                                      <p:to>
                                        <p:strVal val="visible"/>
                                      </p:to>
                                    </p:set>
                                    <p:animEffect transition="in" filter="wipe(left)">
                                      <p:cBhvr>
                                        <p:cTn id="144" dur="500"/>
                                        <p:tgtEl>
                                          <p:spTgt spid="43"/>
                                        </p:tgtEl>
                                      </p:cBhvr>
                                    </p:animEffect>
                                  </p:childTnLst>
                                </p:cTn>
                              </p:par>
                            </p:childTnLst>
                          </p:cTn>
                        </p:par>
                      </p:childTnLst>
                    </p:cTn>
                  </p:par>
                  <p:par>
                    <p:cTn id="145" fill="hold">
                      <p:stCondLst>
                        <p:cond delay="indefinite"/>
                      </p:stCondLst>
                      <p:childTnLst>
                        <p:par>
                          <p:cTn id="146" fill="hold">
                            <p:stCondLst>
                              <p:cond delay="0"/>
                            </p:stCondLst>
                            <p:childTnLst>
                              <p:par>
                                <p:cTn id="147" presetID="22" presetClass="entr" presetSubtype="4" fill="hold" grpId="0" nodeType="clickEffect">
                                  <p:stCondLst>
                                    <p:cond delay="0"/>
                                  </p:stCondLst>
                                  <p:childTnLst>
                                    <p:set>
                                      <p:cBhvr>
                                        <p:cTn id="148" dur="1" fill="hold">
                                          <p:stCondLst>
                                            <p:cond delay="0"/>
                                          </p:stCondLst>
                                        </p:cTn>
                                        <p:tgtEl>
                                          <p:spTgt spid="60"/>
                                        </p:tgtEl>
                                        <p:attrNameLst>
                                          <p:attrName>style.visibility</p:attrName>
                                        </p:attrNameLst>
                                      </p:cBhvr>
                                      <p:to>
                                        <p:strVal val="visible"/>
                                      </p:to>
                                    </p:set>
                                    <p:animEffect transition="in" filter="wipe(down)">
                                      <p:cBhvr>
                                        <p:cTn id="149" dur="500"/>
                                        <p:tgtEl>
                                          <p:spTgt spid="60"/>
                                        </p:tgtEl>
                                      </p:cBhvr>
                                    </p:animEffect>
                                  </p:childTnLst>
                                </p:cTn>
                              </p:par>
                            </p:childTnLst>
                          </p:cTn>
                        </p:par>
                      </p:childTnLst>
                    </p:cTn>
                  </p:par>
                  <p:par>
                    <p:cTn id="150" fill="hold">
                      <p:stCondLst>
                        <p:cond delay="indefinite"/>
                      </p:stCondLst>
                      <p:childTnLst>
                        <p:par>
                          <p:cTn id="151" fill="hold">
                            <p:stCondLst>
                              <p:cond delay="0"/>
                            </p:stCondLst>
                            <p:childTnLst>
                              <p:par>
                                <p:cTn id="152" presetID="22" presetClass="entr" presetSubtype="8" fill="hold" grpId="0" nodeType="clickEffect">
                                  <p:stCondLst>
                                    <p:cond delay="0"/>
                                  </p:stCondLst>
                                  <p:childTnLst>
                                    <p:set>
                                      <p:cBhvr>
                                        <p:cTn id="153" dur="1" fill="hold">
                                          <p:stCondLst>
                                            <p:cond delay="0"/>
                                          </p:stCondLst>
                                        </p:cTn>
                                        <p:tgtEl>
                                          <p:spTgt spid="45"/>
                                        </p:tgtEl>
                                        <p:attrNameLst>
                                          <p:attrName>style.visibility</p:attrName>
                                        </p:attrNameLst>
                                      </p:cBhvr>
                                      <p:to>
                                        <p:strVal val="visible"/>
                                      </p:to>
                                    </p:set>
                                    <p:animEffect transition="in" filter="wipe(left)">
                                      <p:cBhvr>
                                        <p:cTn id="154" dur="500"/>
                                        <p:tgtEl>
                                          <p:spTgt spid="45"/>
                                        </p:tgtEl>
                                      </p:cBhvr>
                                    </p:animEffect>
                                  </p:childTnLst>
                                </p:cTn>
                              </p:par>
                            </p:childTnLst>
                          </p:cTn>
                        </p:par>
                      </p:childTnLst>
                    </p:cTn>
                  </p:par>
                  <p:par>
                    <p:cTn id="155" fill="hold">
                      <p:stCondLst>
                        <p:cond delay="indefinite"/>
                      </p:stCondLst>
                      <p:childTnLst>
                        <p:par>
                          <p:cTn id="156" fill="hold">
                            <p:stCondLst>
                              <p:cond delay="0"/>
                            </p:stCondLst>
                            <p:childTnLst>
                              <p:par>
                                <p:cTn id="157" presetID="22" presetClass="entr" presetSubtype="8" fill="hold" nodeType="clickEffect">
                                  <p:stCondLst>
                                    <p:cond delay="0"/>
                                  </p:stCondLst>
                                  <p:childTnLst>
                                    <p:set>
                                      <p:cBhvr>
                                        <p:cTn id="158" dur="1" fill="hold">
                                          <p:stCondLst>
                                            <p:cond delay="0"/>
                                          </p:stCondLst>
                                        </p:cTn>
                                        <p:tgtEl>
                                          <p:spTgt spid="46"/>
                                        </p:tgtEl>
                                        <p:attrNameLst>
                                          <p:attrName>style.visibility</p:attrName>
                                        </p:attrNameLst>
                                      </p:cBhvr>
                                      <p:to>
                                        <p:strVal val="visible"/>
                                      </p:to>
                                    </p:set>
                                    <p:animEffect transition="in" filter="wipe(left)">
                                      <p:cBhvr>
                                        <p:cTn id="159" dur="500"/>
                                        <p:tgtEl>
                                          <p:spTgt spid="46"/>
                                        </p:tgtEl>
                                      </p:cBhvr>
                                    </p:animEffect>
                                  </p:childTnLst>
                                </p:cTn>
                              </p:par>
                            </p:childTnLst>
                          </p:cTn>
                        </p:par>
                      </p:childTnLst>
                    </p:cTn>
                  </p:par>
                  <p:par>
                    <p:cTn id="160" fill="hold">
                      <p:stCondLst>
                        <p:cond delay="indefinite"/>
                      </p:stCondLst>
                      <p:childTnLst>
                        <p:par>
                          <p:cTn id="161" fill="hold">
                            <p:stCondLst>
                              <p:cond delay="0"/>
                            </p:stCondLst>
                            <p:childTnLst>
                              <p:par>
                                <p:cTn id="162" presetID="22" presetClass="entr" presetSubtype="8" fill="hold" grpId="0" nodeType="clickEffect">
                                  <p:stCondLst>
                                    <p:cond delay="0"/>
                                  </p:stCondLst>
                                  <p:childTnLst>
                                    <p:set>
                                      <p:cBhvr>
                                        <p:cTn id="163" dur="1" fill="hold">
                                          <p:stCondLst>
                                            <p:cond delay="0"/>
                                          </p:stCondLst>
                                        </p:cTn>
                                        <p:tgtEl>
                                          <p:spTgt spid="47"/>
                                        </p:tgtEl>
                                        <p:attrNameLst>
                                          <p:attrName>style.visibility</p:attrName>
                                        </p:attrNameLst>
                                      </p:cBhvr>
                                      <p:to>
                                        <p:strVal val="visible"/>
                                      </p:to>
                                    </p:set>
                                    <p:animEffect transition="in" filter="wipe(left)">
                                      <p:cBhvr>
                                        <p:cTn id="164" dur="500"/>
                                        <p:tgtEl>
                                          <p:spTgt spid="47"/>
                                        </p:tgtEl>
                                      </p:cBhvr>
                                    </p:animEffect>
                                  </p:childTnLst>
                                </p:cTn>
                              </p:par>
                            </p:childTnLst>
                          </p:cTn>
                        </p:par>
                      </p:childTnLst>
                    </p:cTn>
                  </p:par>
                  <p:par>
                    <p:cTn id="165" fill="hold">
                      <p:stCondLst>
                        <p:cond delay="indefinite"/>
                      </p:stCondLst>
                      <p:childTnLst>
                        <p:par>
                          <p:cTn id="166" fill="hold">
                            <p:stCondLst>
                              <p:cond delay="0"/>
                            </p:stCondLst>
                            <p:childTnLst>
                              <p:par>
                                <p:cTn id="167" presetID="22" presetClass="entr" presetSubtype="8" fill="hold" grpId="0" nodeType="clickEffect">
                                  <p:stCondLst>
                                    <p:cond delay="0"/>
                                  </p:stCondLst>
                                  <p:childTnLst>
                                    <p:set>
                                      <p:cBhvr>
                                        <p:cTn id="168" dur="1" fill="hold">
                                          <p:stCondLst>
                                            <p:cond delay="0"/>
                                          </p:stCondLst>
                                        </p:cTn>
                                        <p:tgtEl>
                                          <p:spTgt spid="49"/>
                                        </p:tgtEl>
                                        <p:attrNameLst>
                                          <p:attrName>style.visibility</p:attrName>
                                        </p:attrNameLst>
                                      </p:cBhvr>
                                      <p:to>
                                        <p:strVal val="visible"/>
                                      </p:to>
                                    </p:set>
                                    <p:animEffect transition="in" filter="wipe(left)">
                                      <p:cBhvr>
                                        <p:cTn id="169" dur="500"/>
                                        <p:tgtEl>
                                          <p:spTgt spid="49"/>
                                        </p:tgtEl>
                                      </p:cBhvr>
                                    </p:animEffect>
                                  </p:childTnLst>
                                </p:cTn>
                              </p:par>
                            </p:childTnLst>
                          </p:cTn>
                        </p:par>
                      </p:childTnLst>
                    </p:cTn>
                  </p:par>
                  <p:par>
                    <p:cTn id="170" fill="hold">
                      <p:stCondLst>
                        <p:cond delay="indefinite"/>
                      </p:stCondLst>
                      <p:childTnLst>
                        <p:par>
                          <p:cTn id="171" fill="hold">
                            <p:stCondLst>
                              <p:cond delay="0"/>
                            </p:stCondLst>
                            <p:childTnLst>
                              <p:par>
                                <p:cTn id="172" presetID="22" presetClass="entr" presetSubtype="8" fill="hold" grpId="0" nodeType="clickEffect">
                                  <p:stCondLst>
                                    <p:cond delay="0"/>
                                  </p:stCondLst>
                                  <p:childTnLst>
                                    <p:set>
                                      <p:cBhvr>
                                        <p:cTn id="173" dur="1" fill="hold">
                                          <p:stCondLst>
                                            <p:cond delay="0"/>
                                          </p:stCondLst>
                                        </p:cTn>
                                        <p:tgtEl>
                                          <p:spTgt spid="48"/>
                                        </p:tgtEl>
                                        <p:attrNameLst>
                                          <p:attrName>style.visibility</p:attrName>
                                        </p:attrNameLst>
                                      </p:cBhvr>
                                      <p:to>
                                        <p:strVal val="visible"/>
                                      </p:to>
                                    </p:set>
                                    <p:animEffect transition="in" filter="wipe(left)">
                                      <p:cBhvr>
                                        <p:cTn id="174" dur="500"/>
                                        <p:tgtEl>
                                          <p:spTgt spid="48"/>
                                        </p:tgtEl>
                                      </p:cBhvr>
                                    </p:animEffect>
                                  </p:childTnLst>
                                </p:cTn>
                              </p:par>
                            </p:childTnLst>
                          </p:cTn>
                        </p:par>
                      </p:childTnLst>
                    </p:cTn>
                  </p:par>
                  <p:par>
                    <p:cTn id="175" fill="hold">
                      <p:stCondLst>
                        <p:cond delay="indefinite"/>
                      </p:stCondLst>
                      <p:childTnLst>
                        <p:par>
                          <p:cTn id="176" fill="hold">
                            <p:stCondLst>
                              <p:cond delay="0"/>
                            </p:stCondLst>
                            <p:childTnLst>
                              <p:par>
                                <p:cTn id="177" presetID="22" presetClass="entr" presetSubtype="8" fill="hold" grpId="0" nodeType="clickEffect">
                                  <p:stCondLst>
                                    <p:cond delay="0"/>
                                  </p:stCondLst>
                                  <p:childTnLst>
                                    <p:set>
                                      <p:cBhvr>
                                        <p:cTn id="178" dur="1" fill="hold">
                                          <p:stCondLst>
                                            <p:cond delay="0"/>
                                          </p:stCondLst>
                                        </p:cTn>
                                        <p:tgtEl>
                                          <p:spTgt spid="51"/>
                                        </p:tgtEl>
                                        <p:attrNameLst>
                                          <p:attrName>style.visibility</p:attrName>
                                        </p:attrNameLst>
                                      </p:cBhvr>
                                      <p:to>
                                        <p:strVal val="visible"/>
                                      </p:to>
                                    </p:set>
                                    <p:animEffect transition="in" filter="wipe(left)">
                                      <p:cBhvr>
                                        <p:cTn id="179" dur="500"/>
                                        <p:tgtEl>
                                          <p:spTgt spid="51"/>
                                        </p:tgtEl>
                                      </p:cBhvr>
                                    </p:animEffect>
                                  </p:childTnLst>
                                </p:cTn>
                              </p:par>
                            </p:childTnLst>
                          </p:cTn>
                        </p:par>
                      </p:childTnLst>
                    </p:cTn>
                  </p:par>
                  <p:par>
                    <p:cTn id="180" fill="hold">
                      <p:stCondLst>
                        <p:cond delay="indefinite"/>
                      </p:stCondLst>
                      <p:childTnLst>
                        <p:par>
                          <p:cTn id="181" fill="hold">
                            <p:stCondLst>
                              <p:cond delay="0"/>
                            </p:stCondLst>
                            <p:childTnLst>
                              <p:par>
                                <p:cTn id="182" presetID="22" presetClass="entr" presetSubtype="8" fill="hold" grpId="0" nodeType="clickEffect">
                                  <p:stCondLst>
                                    <p:cond delay="0"/>
                                  </p:stCondLst>
                                  <p:childTnLst>
                                    <p:set>
                                      <p:cBhvr>
                                        <p:cTn id="183" dur="1" fill="hold">
                                          <p:stCondLst>
                                            <p:cond delay="0"/>
                                          </p:stCondLst>
                                        </p:cTn>
                                        <p:tgtEl>
                                          <p:spTgt spid="56"/>
                                        </p:tgtEl>
                                        <p:attrNameLst>
                                          <p:attrName>style.visibility</p:attrName>
                                        </p:attrNameLst>
                                      </p:cBhvr>
                                      <p:to>
                                        <p:strVal val="visible"/>
                                      </p:to>
                                    </p:set>
                                    <p:animEffect transition="in" filter="wipe(left)">
                                      <p:cBhvr>
                                        <p:cTn id="184" dur="500"/>
                                        <p:tgtEl>
                                          <p:spTgt spid="56"/>
                                        </p:tgtEl>
                                      </p:cBhvr>
                                    </p:animEffect>
                                  </p:childTnLst>
                                </p:cTn>
                              </p:par>
                            </p:childTnLst>
                          </p:cTn>
                        </p:par>
                      </p:childTnLst>
                    </p:cTn>
                  </p:par>
                  <p:par>
                    <p:cTn id="185" fill="hold">
                      <p:stCondLst>
                        <p:cond delay="indefinite"/>
                      </p:stCondLst>
                      <p:childTnLst>
                        <p:par>
                          <p:cTn id="186" fill="hold">
                            <p:stCondLst>
                              <p:cond delay="0"/>
                            </p:stCondLst>
                            <p:childTnLst>
                              <p:par>
                                <p:cTn id="187" presetID="22" presetClass="entr" presetSubtype="8" fill="hold" grpId="0" nodeType="clickEffect">
                                  <p:stCondLst>
                                    <p:cond delay="0"/>
                                  </p:stCondLst>
                                  <p:childTnLst>
                                    <p:set>
                                      <p:cBhvr>
                                        <p:cTn id="188" dur="1" fill="hold">
                                          <p:stCondLst>
                                            <p:cond delay="0"/>
                                          </p:stCondLst>
                                        </p:cTn>
                                        <p:tgtEl>
                                          <p:spTgt spid="52"/>
                                        </p:tgtEl>
                                        <p:attrNameLst>
                                          <p:attrName>style.visibility</p:attrName>
                                        </p:attrNameLst>
                                      </p:cBhvr>
                                      <p:to>
                                        <p:strVal val="visible"/>
                                      </p:to>
                                    </p:set>
                                    <p:animEffect transition="in" filter="wipe(left)">
                                      <p:cBhvr>
                                        <p:cTn id="189" dur="500"/>
                                        <p:tgtEl>
                                          <p:spTgt spid="52"/>
                                        </p:tgtEl>
                                      </p:cBhvr>
                                    </p:animEffect>
                                  </p:childTnLst>
                                </p:cTn>
                              </p:par>
                            </p:childTnLst>
                          </p:cTn>
                        </p:par>
                      </p:childTnLst>
                    </p:cTn>
                  </p:par>
                  <p:par>
                    <p:cTn id="190" fill="hold">
                      <p:stCondLst>
                        <p:cond delay="indefinite"/>
                      </p:stCondLst>
                      <p:childTnLst>
                        <p:par>
                          <p:cTn id="191" fill="hold">
                            <p:stCondLst>
                              <p:cond delay="0"/>
                            </p:stCondLst>
                            <p:childTnLst>
                              <p:par>
                                <p:cTn id="192" presetID="22" presetClass="entr" presetSubtype="8" fill="hold" grpId="0" nodeType="clickEffect">
                                  <p:stCondLst>
                                    <p:cond delay="0"/>
                                  </p:stCondLst>
                                  <p:childTnLst>
                                    <p:set>
                                      <p:cBhvr>
                                        <p:cTn id="193" dur="1" fill="hold">
                                          <p:stCondLst>
                                            <p:cond delay="0"/>
                                          </p:stCondLst>
                                        </p:cTn>
                                        <p:tgtEl>
                                          <p:spTgt spid="53"/>
                                        </p:tgtEl>
                                        <p:attrNameLst>
                                          <p:attrName>style.visibility</p:attrName>
                                        </p:attrNameLst>
                                      </p:cBhvr>
                                      <p:to>
                                        <p:strVal val="visible"/>
                                      </p:to>
                                    </p:set>
                                    <p:animEffect transition="in" filter="wipe(left)">
                                      <p:cBhvr>
                                        <p:cTn id="194" dur="500"/>
                                        <p:tgtEl>
                                          <p:spTgt spid="53"/>
                                        </p:tgtEl>
                                      </p:cBhvr>
                                    </p:animEffect>
                                  </p:childTnLst>
                                </p:cTn>
                              </p:par>
                            </p:childTnLst>
                          </p:cTn>
                        </p:par>
                      </p:childTnLst>
                    </p:cTn>
                  </p:par>
                  <p:par>
                    <p:cTn id="195" fill="hold">
                      <p:stCondLst>
                        <p:cond delay="indefinite"/>
                      </p:stCondLst>
                      <p:childTnLst>
                        <p:par>
                          <p:cTn id="196" fill="hold">
                            <p:stCondLst>
                              <p:cond delay="0"/>
                            </p:stCondLst>
                            <p:childTnLst>
                              <p:par>
                                <p:cTn id="197" presetID="22" presetClass="entr" presetSubtype="8" fill="hold" grpId="0" nodeType="clickEffect">
                                  <p:stCondLst>
                                    <p:cond delay="0"/>
                                  </p:stCondLst>
                                  <p:childTnLst>
                                    <p:set>
                                      <p:cBhvr>
                                        <p:cTn id="198" dur="1" fill="hold">
                                          <p:stCondLst>
                                            <p:cond delay="0"/>
                                          </p:stCondLst>
                                        </p:cTn>
                                        <p:tgtEl>
                                          <p:spTgt spid="54"/>
                                        </p:tgtEl>
                                        <p:attrNameLst>
                                          <p:attrName>style.visibility</p:attrName>
                                        </p:attrNameLst>
                                      </p:cBhvr>
                                      <p:to>
                                        <p:strVal val="visible"/>
                                      </p:to>
                                    </p:set>
                                    <p:animEffect transition="in" filter="wipe(left)">
                                      <p:cBhvr>
                                        <p:cTn id="199" dur="500"/>
                                        <p:tgtEl>
                                          <p:spTgt spid="54"/>
                                        </p:tgtEl>
                                      </p:cBhvr>
                                    </p:animEffect>
                                  </p:childTnLst>
                                </p:cTn>
                              </p:par>
                            </p:childTnLst>
                          </p:cTn>
                        </p:par>
                      </p:childTnLst>
                    </p:cTn>
                  </p:par>
                  <p:par>
                    <p:cTn id="200" fill="hold">
                      <p:stCondLst>
                        <p:cond delay="indefinite"/>
                      </p:stCondLst>
                      <p:childTnLst>
                        <p:par>
                          <p:cTn id="201" fill="hold">
                            <p:stCondLst>
                              <p:cond delay="0"/>
                            </p:stCondLst>
                            <p:childTnLst>
                              <p:par>
                                <p:cTn id="202" presetID="22" presetClass="entr" presetSubtype="8" fill="hold" grpId="0" nodeType="clickEffect">
                                  <p:stCondLst>
                                    <p:cond delay="0"/>
                                  </p:stCondLst>
                                  <p:childTnLst>
                                    <p:set>
                                      <p:cBhvr>
                                        <p:cTn id="203" dur="1" fill="hold">
                                          <p:stCondLst>
                                            <p:cond delay="0"/>
                                          </p:stCondLst>
                                        </p:cTn>
                                        <p:tgtEl>
                                          <p:spTgt spid="50"/>
                                        </p:tgtEl>
                                        <p:attrNameLst>
                                          <p:attrName>style.visibility</p:attrName>
                                        </p:attrNameLst>
                                      </p:cBhvr>
                                      <p:to>
                                        <p:strVal val="visible"/>
                                      </p:to>
                                    </p:set>
                                    <p:animEffect transition="in" filter="wipe(left)">
                                      <p:cBhvr>
                                        <p:cTn id="204" dur="500"/>
                                        <p:tgtEl>
                                          <p:spTgt spid="50"/>
                                        </p:tgtEl>
                                      </p:cBhvr>
                                    </p:animEffect>
                                  </p:childTnLst>
                                </p:cTn>
                              </p:par>
                            </p:childTnLst>
                          </p:cTn>
                        </p:par>
                      </p:childTnLst>
                    </p:cTn>
                  </p:par>
                  <p:par>
                    <p:cTn id="205" fill="hold">
                      <p:stCondLst>
                        <p:cond delay="indefinite"/>
                      </p:stCondLst>
                      <p:childTnLst>
                        <p:par>
                          <p:cTn id="206" fill="hold">
                            <p:stCondLst>
                              <p:cond delay="0"/>
                            </p:stCondLst>
                            <p:childTnLst>
                              <p:par>
                                <p:cTn id="207" presetID="22" presetClass="entr" presetSubtype="8" fill="hold" grpId="0" nodeType="clickEffect">
                                  <p:stCondLst>
                                    <p:cond delay="0"/>
                                  </p:stCondLst>
                                  <p:childTnLst>
                                    <p:set>
                                      <p:cBhvr>
                                        <p:cTn id="208" dur="1" fill="hold">
                                          <p:stCondLst>
                                            <p:cond delay="0"/>
                                          </p:stCondLst>
                                        </p:cTn>
                                        <p:tgtEl>
                                          <p:spTgt spid="55"/>
                                        </p:tgtEl>
                                        <p:attrNameLst>
                                          <p:attrName>style.visibility</p:attrName>
                                        </p:attrNameLst>
                                      </p:cBhvr>
                                      <p:to>
                                        <p:strVal val="visible"/>
                                      </p:to>
                                    </p:set>
                                    <p:animEffect transition="in" filter="wipe(left)">
                                      <p:cBhvr>
                                        <p:cTn id="209" dur="500"/>
                                        <p:tgtEl>
                                          <p:spTgt spid="55"/>
                                        </p:tgtEl>
                                      </p:cBhvr>
                                    </p:animEffect>
                                  </p:childTnLst>
                                </p:cTn>
                              </p:par>
                            </p:childTnLst>
                          </p:cTn>
                        </p:par>
                      </p:childTnLst>
                    </p:cTn>
                  </p:par>
                  <p:par>
                    <p:cTn id="210" fill="hold">
                      <p:stCondLst>
                        <p:cond delay="indefinite"/>
                      </p:stCondLst>
                      <p:childTnLst>
                        <p:par>
                          <p:cTn id="211" fill="hold">
                            <p:stCondLst>
                              <p:cond delay="0"/>
                            </p:stCondLst>
                            <p:childTnLst>
                              <p:par>
                                <p:cTn id="212" presetID="22" presetClass="entr" presetSubtype="4" fill="hold" grpId="0" nodeType="clickEffect">
                                  <p:stCondLst>
                                    <p:cond delay="0"/>
                                  </p:stCondLst>
                                  <p:childTnLst>
                                    <p:set>
                                      <p:cBhvr>
                                        <p:cTn id="213" dur="1" fill="hold">
                                          <p:stCondLst>
                                            <p:cond delay="0"/>
                                          </p:stCondLst>
                                        </p:cTn>
                                        <p:tgtEl>
                                          <p:spTgt spid="61"/>
                                        </p:tgtEl>
                                        <p:attrNameLst>
                                          <p:attrName>style.visibility</p:attrName>
                                        </p:attrNameLst>
                                      </p:cBhvr>
                                      <p:to>
                                        <p:strVal val="visible"/>
                                      </p:to>
                                    </p:set>
                                    <p:animEffect transition="in" filter="wipe(down)">
                                      <p:cBhvr>
                                        <p:cTn id="214" dur="500"/>
                                        <p:tgtEl>
                                          <p:spTgt spid="61"/>
                                        </p:tgtEl>
                                      </p:cBhvr>
                                    </p:animEffect>
                                  </p:childTnLst>
                                </p:cTn>
                              </p:par>
                            </p:childTnLst>
                          </p:cTn>
                        </p:par>
                      </p:childTnLst>
                    </p:cTn>
                  </p:par>
                  <p:par>
                    <p:cTn id="215" fill="hold">
                      <p:stCondLst>
                        <p:cond delay="indefinite"/>
                      </p:stCondLst>
                      <p:childTnLst>
                        <p:par>
                          <p:cTn id="216" fill="hold">
                            <p:stCondLst>
                              <p:cond delay="0"/>
                            </p:stCondLst>
                            <p:childTnLst>
                              <p:par>
                                <p:cTn id="217" presetID="22" presetClass="entr" presetSubtype="8" fill="hold" grpId="0" nodeType="clickEffect">
                                  <p:stCondLst>
                                    <p:cond delay="0"/>
                                  </p:stCondLst>
                                  <p:childTnLst>
                                    <p:set>
                                      <p:cBhvr>
                                        <p:cTn id="218" dur="1" fill="hold">
                                          <p:stCondLst>
                                            <p:cond delay="0"/>
                                          </p:stCondLst>
                                        </p:cTn>
                                        <p:tgtEl>
                                          <p:spTgt spid="58"/>
                                        </p:tgtEl>
                                        <p:attrNameLst>
                                          <p:attrName>style.visibility</p:attrName>
                                        </p:attrNameLst>
                                      </p:cBhvr>
                                      <p:to>
                                        <p:strVal val="visible"/>
                                      </p:to>
                                    </p:set>
                                    <p:animEffect transition="in" filter="wipe(left)">
                                      <p:cBhvr>
                                        <p:cTn id="219" dur="500"/>
                                        <p:tgtEl>
                                          <p:spTgt spid="58"/>
                                        </p:tgtEl>
                                      </p:cBhvr>
                                    </p:animEffect>
                                  </p:childTnLst>
                                </p:cTn>
                              </p:par>
                            </p:childTnLst>
                          </p:cTn>
                        </p:par>
                      </p:childTnLst>
                    </p:cTn>
                  </p:par>
                  <p:par>
                    <p:cTn id="220" fill="hold">
                      <p:stCondLst>
                        <p:cond delay="indefinite"/>
                      </p:stCondLst>
                      <p:childTnLst>
                        <p:par>
                          <p:cTn id="221" fill="hold">
                            <p:stCondLst>
                              <p:cond delay="0"/>
                            </p:stCondLst>
                            <p:childTnLst>
                              <p:par>
                                <p:cTn id="222" presetID="22" presetClass="entr" presetSubtype="8" fill="hold" nodeType="clickEffect">
                                  <p:stCondLst>
                                    <p:cond delay="0"/>
                                  </p:stCondLst>
                                  <p:childTnLst>
                                    <p:set>
                                      <p:cBhvr>
                                        <p:cTn id="223" dur="1" fill="hold">
                                          <p:stCondLst>
                                            <p:cond delay="0"/>
                                          </p:stCondLst>
                                        </p:cTn>
                                        <p:tgtEl>
                                          <p:spTgt spid="57"/>
                                        </p:tgtEl>
                                        <p:attrNameLst>
                                          <p:attrName>style.visibility</p:attrName>
                                        </p:attrNameLst>
                                      </p:cBhvr>
                                      <p:to>
                                        <p:strVal val="visible"/>
                                      </p:to>
                                    </p:set>
                                    <p:animEffect transition="in" filter="wipe(left)">
                                      <p:cBhvr>
                                        <p:cTn id="224" dur="500"/>
                                        <p:tgtEl>
                                          <p:spTgt spid="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4740" grpId="0" autoUpdateAnimBg="0"/>
      <p:bldP spid="244752" grpId="0" animBg="1" autoUpdateAnimBg="0"/>
      <p:bldP spid="244753" grpId="0" animBg="1"/>
      <p:bldP spid="244754" grpId="0" autoUpdateAnimBg="0"/>
      <p:bldP spid="244755" grpId="0" autoUpdateAnimBg="0"/>
      <p:bldP spid="244756" grpId="0" autoUpdateAnimBg="0"/>
      <p:bldP spid="244757" grpId="0" animBg="1"/>
      <p:bldP spid="244758" grpId="0" animBg="1"/>
      <p:bldP spid="244759" grpId="0" animBg="1"/>
      <p:bldP spid="244760" grpId="0" autoUpdateAnimBg="0"/>
      <p:bldP spid="244761" grpId="0" autoUpdateAnimBg="0"/>
      <p:bldP spid="244762" grpId="0" animBg="1"/>
      <p:bldP spid="244768" grpId="0" animBg="1"/>
      <p:bldP spid="36" grpId="0" autoUpdateAnimBg="0"/>
      <p:bldP spid="37" grpId="0" animBg="1"/>
      <p:bldP spid="38" grpId="0" animBg="1"/>
      <p:bldP spid="39" grpId="0" animBg="1"/>
      <p:bldP spid="40" grpId="0" autoUpdateAnimBg="0"/>
      <p:bldP spid="41" grpId="0" animBg="1"/>
      <p:bldP spid="42" grpId="0" autoUpdateAnimBg="0"/>
      <p:bldP spid="43" grpId="0" autoUpdateAnimBg="0"/>
      <p:bldP spid="44" grpId="0" autoUpdateAnimBg="0"/>
      <p:bldP spid="45" grpId="0" autoUpdateAnimBg="0"/>
      <p:bldP spid="47" grpId="0" animBg="1"/>
      <p:bldP spid="48" grpId="0" animBg="1"/>
      <p:bldP spid="49" grpId="0" animBg="1"/>
      <p:bldP spid="50" grpId="0" animBg="1"/>
      <p:bldP spid="51" grpId="0" autoUpdateAnimBg="0"/>
      <p:bldP spid="52" grpId="0" autoUpdateAnimBg="0"/>
      <p:bldP spid="53" grpId="0" animBg="1"/>
      <p:bldP spid="54" grpId="0" autoUpdateAnimBg="0"/>
      <p:bldP spid="55" grpId="0" autoUpdateAnimBg="0"/>
      <p:bldP spid="56" grpId="0" autoUpdateAnimBg="0"/>
      <p:bldP spid="58" grpId="0" autoUpdateAnimBg="0"/>
      <p:bldP spid="59" grpId="0" autoUpdateAnimBg="0"/>
      <p:bldP spid="60" grpId="0" animBg="1"/>
      <p:bldP spid="61" grpId="0" animBg="1"/>
      <p:bldP spid="62"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62" name="Freeform 2"/>
          <p:cNvSpPr>
            <a:spLocks/>
          </p:cNvSpPr>
          <p:nvPr/>
        </p:nvSpPr>
        <p:spPr bwMode="auto">
          <a:xfrm>
            <a:off x="5765800" y="1270000"/>
            <a:ext cx="2592388" cy="2139950"/>
          </a:xfrm>
          <a:custGeom>
            <a:avLst/>
            <a:gdLst>
              <a:gd name="T0" fmla="*/ 2147483647 w 1761"/>
              <a:gd name="T1" fmla="*/ 31760518 h 1074"/>
              <a:gd name="T2" fmla="*/ 721648081 w 1761"/>
              <a:gd name="T3" fmla="*/ 393037429 h 1074"/>
              <a:gd name="T4" fmla="*/ 32507164 w 1761"/>
              <a:gd name="T5" fmla="*/ 1651550991 h 1074"/>
              <a:gd name="T6" fmla="*/ 524441161 w 1761"/>
              <a:gd name="T7" fmla="*/ 2147483647 h 1074"/>
              <a:gd name="T8" fmla="*/ 1508310467 w 1761"/>
              <a:gd name="T9" fmla="*/ 2147483647 h 1074"/>
              <a:gd name="T10" fmla="*/ 2147483647 w 1761"/>
              <a:gd name="T11" fmla="*/ 2147483647 h 1074"/>
              <a:gd name="T12" fmla="*/ 2147483647 w 1761"/>
              <a:gd name="T13" fmla="*/ 2147483647 h 1074"/>
              <a:gd name="T14" fmla="*/ 2147483647 w 1761"/>
              <a:gd name="T15" fmla="*/ 2147483647 h 1074"/>
              <a:gd name="T16" fmla="*/ 2147483647 w 1761"/>
              <a:gd name="T17" fmla="*/ 571691417 h 1074"/>
              <a:gd name="T18" fmla="*/ 2147483647 w 1761"/>
              <a:gd name="T19" fmla="*/ 31760518 h 107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761"/>
              <a:gd name="T31" fmla="*/ 0 h 1074"/>
              <a:gd name="T32" fmla="*/ 1761 w 1761"/>
              <a:gd name="T33" fmla="*/ 1074 h 107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761" h="1074">
                <a:moveTo>
                  <a:pt x="1013" y="8"/>
                </a:moveTo>
                <a:cubicBezTo>
                  <a:pt x="794" y="0"/>
                  <a:pt x="499" y="31"/>
                  <a:pt x="333" y="99"/>
                </a:cubicBezTo>
                <a:cubicBezTo>
                  <a:pt x="167" y="167"/>
                  <a:pt x="30" y="295"/>
                  <a:pt x="15" y="416"/>
                </a:cubicBezTo>
                <a:cubicBezTo>
                  <a:pt x="0" y="537"/>
                  <a:pt x="128" y="727"/>
                  <a:pt x="242" y="825"/>
                </a:cubicBezTo>
                <a:cubicBezTo>
                  <a:pt x="356" y="923"/>
                  <a:pt x="560" y="983"/>
                  <a:pt x="696" y="1006"/>
                </a:cubicBezTo>
                <a:cubicBezTo>
                  <a:pt x="832" y="1029"/>
                  <a:pt x="937" y="954"/>
                  <a:pt x="1058" y="961"/>
                </a:cubicBezTo>
                <a:cubicBezTo>
                  <a:pt x="1179" y="968"/>
                  <a:pt x="1315" y="1074"/>
                  <a:pt x="1421" y="1051"/>
                </a:cubicBezTo>
                <a:cubicBezTo>
                  <a:pt x="1527" y="1028"/>
                  <a:pt x="1655" y="976"/>
                  <a:pt x="1693" y="825"/>
                </a:cubicBezTo>
                <a:cubicBezTo>
                  <a:pt x="1731" y="674"/>
                  <a:pt x="1761" y="280"/>
                  <a:pt x="1648" y="144"/>
                </a:cubicBezTo>
                <a:cubicBezTo>
                  <a:pt x="1535" y="8"/>
                  <a:pt x="1232" y="16"/>
                  <a:pt x="1013" y="8"/>
                </a:cubicBezTo>
                <a:close/>
              </a:path>
            </a:pathLst>
          </a:custGeom>
          <a:solidFill>
            <a:srgbClr val="66FFFF"/>
          </a:solidFill>
          <a:ln w="9525">
            <a:miter lim="800000"/>
            <a:headEnd/>
            <a:tailEnd/>
          </a:ln>
          <a:scene3d>
            <a:camera prst="legacyPerspectiveFront">
              <a:rot lat="17699993" lon="0" rev="0"/>
            </a:camera>
            <a:lightRig rig="legacyFlat2" dir="t"/>
          </a:scene3d>
          <a:sp3d extrusionH="201600" prstMaterial="legacyMetal">
            <a:bevelT w="13500" h="13500" prst="angle"/>
            <a:bevelB w="13500" h="13500" prst="angle"/>
            <a:extrusionClr>
              <a:srgbClr val="0099CC"/>
            </a:extrusionClr>
          </a:sp3d>
        </p:spPr>
        <p:txBody>
          <a:bodyPr wrap="none" anchor="ctr">
            <a:flatTx/>
          </a:bodyPr>
          <a:lstStyle/>
          <a:p>
            <a:endParaRPr lang="zh-CN" altLang="en-US"/>
          </a:p>
        </p:txBody>
      </p:sp>
      <p:sp>
        <p:nvSpPr>
          <p:cNvPr id="245785" name="Text Box 25"/>
          <p:cNvSpPr txBox="1">
            <a:spLocks noChangeArrowheads="1"/>
          </p:cNvSpPr>
          <p:nvPr/>
        </p:nvSpPr>
        <p:spPr bwMode="auto">
          <a:xfrm>
            <a:off x="636588" y="661988"/>
            <a:ext cx="2366962" cy="512762"/>
          </a:xfrm>
          <a:prstGeom prst="rect">
            <a:avLst/>
          </a:prstGeom>
          <a:noFill/>
          <a:ln w="9525">
            <a:noFill/>
            <a:miter lim="800000"/>
            <a:headEnd/>
            <a:tailEnd/>
          </a:ln>
        </p:spPr>
        <p:txBody>
          <a:bodyPr>
            <a:spAutoFit/>
          </a:bodyPr>
          <a:lstStyle/>
          <a:p>
            <a:pPr eaLnBrk="0" hangingPunct="0">
              <a:lnSpc>
                <a:spcPct val="115000"/>
              </a:lnSpc>
              <a:spcBef>
                <a:spcPct val="0"/>
              </a:spcBef>
              <a:buClr>
                <a:srgbClr val="CC0000"/>
              </a:buClr>
              <a:buFont typeface="Wingdings" pitchFamily="2" charset="2"/>
              <a:buNone/>
            </a:pPr>
            <a:r>
              <a:rPr kumimoji="0" lang="zh-CN" altLang="en-US" sz="2400">
                <a:solidFill>
                  <a:srgbClr val="FF0000"/>
                </a:solidFill>
                <a:ea typeface="宋体" pitchFamily="2" charset="-122"/>
              </a:rPr>
              <a:t>平行轴定理</a:t>
            </a:r>
            <a:endParaRPr kumimoji="0" lang="zh-CN" altLang="en-US" sz="2400">
              <a:solidFill>
                <a:srgbClr val="FF0000"/>
              </a:solidFill>
              <a:latin typeface="Arial" charset="0"/>
              <a:ea typeface="宋体" pitchFamily="2" charset="-122"/>
            </a:endParaRPr>
          </a:p>
        </p:txBody>
      </p:sp>
      <p:sp>
        <p:nvSpPr>
          <p:cNvPr id="245786" name="Line 26"/>
          <p:cNvSpPr>
            <a:spLocks noChangeShapeType="1"/>
          </p:cNvSpPr>
          <p:nvPr/>
        </p:nvSpPr>
        <p:spPr bwMode="auto">
          <a:xfrm>
            <a:off x="6543675" y="1066800"/>
            <a:ext cx="0" cy="1046163"/>
          </a:xfrm>
          <a:prstGeom prst="line">
            <a:avLst/>
          </a:prstGeom>
          <a:noFill/>
          <a:ln w="50800">
            <a:solidFill>
              <a:srgbClr val="FF6600"/>
            </a:solidFill>
            <a:round/>
            <a:headEnd/>
            <a:tailEnd/>
          </a:ln>
        </p:spPr>
        <p:txBody>
          <a:bodyPr wrap="none" anchor="ctr"/>
          <a:lstStyle/>
          <a:p>
            <a:endParaRPr lang="zh-CN" altLang="en-US"/>
          </a:p>
        </p:txBody>
      </p:sp>
      <p:sp>
        <p:nvSpPr>
          <p:cNvPr id="245787" name="Line 27"/>
          <p:cNvSpPr>
            <a:spLocks noChangeShapeType="1"/>
          </p:cNvSpPr>
          <p:nvPr/>
        </p:nvSpPr>
        <p:spPr bwMode="auto">
          <a:xfrm>
            <a:off x="6543675" y="2965450"/>
            <a:ext cx="0" cy="304800"/>
          </a:xfrm>
          <a:prstGeom prst="line">
            <a:avLst/>
          </a:prstGeom>
          <a:noFill/>
          <a:ln w="50800">
            <a:solidFill>
              <a:srgbClr val="FF6600"/>
            </a:solidFill>
            <a:round/>
            <a:headEnd/>
            <a:tailEnd/>
          </a:ln>
        </p:spPr>
        <p:txBody>
          <a:bodyPr wrap="none" anchor="ctr"/>
          <a:lstStyle/>
          <a:p>
            <a:endParaRPr lang="zh-CN" altLang="en-US"/>
          </a:p>
        </p:txBody>
      </p:sp>
      <p:sp>
        <p:nvSpPr>
          <p:cNvPr id="245788" name="Text Box 28"/>
          <p:cNvSpPr txBox="1">
            <a:spLocks noChangeArrowheads="1"/>
          </p:cNvSpPr>
          <p:nvPr/>
        </p:nvSpPr>
        <p:spPr bwMode="auto">
          <a:xfrm>
            <a:off x="6989763" y="1157288"/>
            <a:ext cx="457200" cy="457200"/>
          </a:xfrm>
          <a:prstGeom prst="rect">
            <a:avLst/>
          </a:prstGeom>
          <a:noFill/>
          <a:ln w="9525">
            <a:noFill/>
            <a:miter lim="800000"/>
            <a:headEnd/>
            <a:tailEnd/>
          </a:ln>
        </p:spPr>
        <p:txBody>
          <a:bodyPr/>
          <a:lstStyle/>
          <a:p>
            <a:pPr algn="just" eaLnBrk="0" hangingPunct="0">
              <a:lnSpc>
                <a:spcPct val="100000"/>
              </a:lnSpc>
              <a:spcBef>
                <a:spcPct val="0"/>
              </a:spcBef>
            </a:pPr>
            <a:r>
              <a:rPr kumimoji="0" lang="en-US" altLang="zh-CN" sz="2400" i="1">
                <a:solidFill>
                  <a:srgbClr val="FF0000"/>
                </a:solidFill>
                <a:ea typeface="宋体" pitchFamily="2" charset="-122"/>
              </a:rPr>
              <a:t>z</a:t>
            </a:r>
          </a:p>
        </p:txBody>
      </p:sp>
      <p:sp>
        <p:nvSpPr>
          <p:cNvPr id="245789" name="Text Box 29"/>
          <p:cNvSpPr txBox="1">
            <a:spLocks noChangeArrowheads="1"/>
          </p:cNvSpPr>
          <p:nvPr/>
        </p:nvSpPr>
        <p:spPr bwMode="auto">
          <a:xfrm>
            <a:off x="6772275" y="1905000"/>
            <a:ext cx="404813" cy="315913"/>
          </a:xfrm>
          <a:prstGeom prst="rect">
            <a:avLst/>
          </a:prstGeom>
          <a:noFill/>
          <a:ln w="9525">
            <a:noFill/>
            <a:miter lim="800000"/>
            <a:headEnd/>
            <a:tailEnd/>
          </a:ln>
        </p:spPr>
        <p:txBody>
          <a:bodyPr/>
          <a:lstStyle/>
          <a:p>
            <a:pPr algn="just" eaLnBrk="0" hangingPunct="0">
              <a:lnSpc>
                <a:spcPct val="100000"/>
              </a:lnSpc>
              <a:spcBef>
                <a:spcPct val="0"/>
              </a:spcBef>
            </a:pPr>
            <a:r>
              <a:rPr kumimoji="0" lang="en-US" altLang="zh-CN" sz="2400" b="0" i="1">
                <a:solidFill>
                  <a:srgbClr val="00FF00"/>
                </a:solidFill>
                <a:ea typeface="宋体" pitchFamily="2" charset="-122"/>
              </a:rPr>
              <a:t>d</a:t>
            </a:r>
          </a:p>
        </p:txBody>
      </p:sp>
      <p:sp>
        <p:nvSpPr>
          <p:cNvPr id="245790" name="Line 30"/>
          <p:cNvSpPr>
            <a:spLocks noChangeShapeType="1"/>
          </p:cNvSpPr>
          <p:nvPr/>
        </p:nvSpPr>
        <p:spPr bwMode="auto">
          <a:xfrm>
            <a:off x="7305675" y="1295400"/>
            <a:ext cx="0" cy="1219200"/>
          </a:xfrm>
          <a:prstGeom prst="line">
            <a:avLst/>
          </a:prstGeom>
          <a:noFill/>
          <a:ln w="50800">
            <a:solidFill>
              <a:srgbClr val="FF0000"/>
            </a:solidFill>
            <a:round/>
            <a:headEnd/>
            <a:tailEnd/>
          </a:ln>
        </p:spPr>
        <p:txBody>
          <a:bodyPr wrap="none" anchor="ctr"/>
          <a:lstStyle/>
          <a:p>
            <a:endParaRPr lang="zh-CN" altLang="en-US"/>
          </a:p>
        </p:txBody>
      </p:sp>
      <p:sp>
        <p:nvSpPr>
          <p:cNvPr id="245791" name="Line 31"/>
          <p:cNvSpPr>
            <a:spLocks noChangeShapeType="1"/>
          </p:cNvSpPr>
          <p:nvPr/>
        </p:nvSpPr>
        <p:spPr bwMode="auto">
          <a:xfrm>
            <a:off x="7305675" y="2971800"/>
            <a:ext cx="0" cy="381000"/>
          </a:xfrm>
          <a:prstGeom prst="line">
            <a:avLst/>
          </a:prstGeom>
          <a:noFill/>
          <a:ln w="50800">
            <a:solidFill>
              <a:srgbClr val="FF0000"/>
            </a:solidFill>
            <a:round/>
            <a:headEnd/>
            <a:tailEnd/>
          </a:ln>
        </p:spPr>
        <p:txBody>
          <a:bodyPr wrap="none" anchor="ctr"/>
          <a:lstStyle/>
          <a:p>
            <a:endParaRPr lang="zh-CN" altLang="en-US"/>
          </a:p>
        </p:txBody>
      </p:sp>
      <p:sp>
        <p:nvSpPr>
          <p:cNvPr id="245792" name="Text Box 32"/>
          <p:cNvSpPr txBox="1">
            <a:spLocks noChangeArrowheads="1"/>
          </p:cNvSpPr>
          <p:nvPr/>
        </p:nvSpPr>
        <p:spPr bwMode="auto">
          <a:xfrm>
            <a:off x="7277100" y="2228850"/>
            <a:ext cx="404813" cy="533400"/>
          </a:xfrm>
          <a:prstGeom prst="rect">
            <a:avLst/>
          </a:prstGeom>
          <a:noFill/>
          <a:ln w="9525">
            <a:noFill/>
            <a:miter lim="800000"/>
            <a:headEnd/>
            <a:tailEnd/>
          </a:ln>
        </p:spPr>
        <p:txBody>
          <a:bodyPr/>
          <a:lstStyle/>
          <a:p>
            <a:pPr algn="just" eaLnBrk="0" hangingPunct="0">
              <a:lnSpc>
                <a:spcPct val="100000"/>
              </a:lnSpc>
              <a:spcBef>
                <a:spcPct val="0"/>
              </a:spcBef>
            </a:pPr>
            <a:r>
              <a:rPr kumimoji="0" lang="en-US" altLang="zh-CN" sz="2400" i="1">
                <a:solidFill>
                  <a:srgbClr val="CC0000"/>
                </a:solidFill>
                <a:ea typeface="宋体" pitchFamily="2" charset="-122"/>
              </a:rPr>
              <a:t>C</a:t>
            </a:r>
          </a:p>
        </p:txBody>
      </p:sp>
      <p:sp>
        <p:nvSpPr>
          <p:cNvPr id="245793" name="Text Box 33"/>
          <p:cNvSpPr txBox="1">
            <a:spLocks noChangeArrowheads="1"/>
          </p:cNvSpPr>
          <p:nvPr/>
        </p:nvSpPr>
        <p:spPr bwMode="auto">
          <a:xfrm>
            <a:off x="7534275" y="1508125"/>
            <a:ext cx="457200" cy="609600"/>
          </a:xfrm>
          <a:prstGeom prst="rect">
            <a:avLst/>
          </a:prstGeom>
          <a:noFill/>
          <a:ln w="9525">
            <a:noFill/>
            <a:miter lim="800000"/>
            <a:headEnd/>
            <a:tailEnd/>
          </a:ln>
        </p:spPr>
        <p:txBody>
          <a:bodyPr/>
          <a:lstStyle/>
          <a:p>
            <a:pPr algn="just" eaLnBrk="0" hangingPunct="0">
              <a:lnSpc>
                <a:spcPct val="100000"/>
              </a:lnSpc>
              <a:spcBef>
                <a:spcPct val="0"/>
              </a:spcBef>
            </a:pPr>
            <a:r>
              <a:rPr kumimoji="0" lang="en-US" altLang="zh-CN" sz="2400" i="1">
                <a:solidFill>
                  <a:schemeClr val="accent2"/>
                </a:solidFill>
                <a:ea typeface="宋体" pitchFamily="2" charset="-122"/>
              </a:rPr>
              <a:t>M</a:t>
            </a:r>
          </a:p>
        </p:txBody>
      </p:sp>
      <p:sp>
        <p:nvSpPr>
          <p:cNvPr id="245794" name="Text Box 34"/>
          <p:cNvSpPr txBox="1">
            <a:spLocks noChangeArrowheads="1"/>
          </p:cNvSpPr>
          <p:nvPr/>
        </p:nvSpPr>
        <p:spPr bwMode="auto">
          <a:xfrm>
            <a:off x="6126163" y="965200"/>
            <a:ext cx="533400" cy="315913"/>
          </a:xfrm>
          <a:prstGeom prst="rect">
            <a:avLst/>
          </a:prstGeom>
          <a:noFill/>
          <a:ln w="9525">
            <a:noFill/>
            <a:miter lim="800000"/>
            <a:headEnd/>
            <a:tailEnd/>
          </a:ln>
        </p:spPr>
        <p:txBody>
          <a:bodyPr/>
          <a:lstStyle/>
          <a:p>
            <a:pPr algn="just" eaLnBrk="0" hangingPunct="0">
              <a:lnSpc>
                <a:spcPct val="100000"/>
              </a:lnSpc>
              <a:spcBef>
                <a:spcPct val="0"/>
              </a:spcBef>
            </a:pPr>
            <a:r>
              <a:rPr kumimoji="0" lang="en-US" altLang="zh-CN" sz="2400" i="1">
                <a:solidFill>
                  <a:srgbClr val="FF6600"/>
                </a:solidFill>
                <a:ea typeface="宋体" pitchFamily="2" charset="-122"/>
              </a:rPr>
              <a:t>z'</a:t>
            </a:r>
          </a:p>
        </p:txBody>
      </p:sp>
      <p:sp>
        <p:nvSpPr>
          <p:cNvPr id="245795" name="Line 35"/>
          <p:cNvSpPr>
            <a:spLocks noChangeShapeType="1"/>
          </p:cNvSpPr>
          <p:nvPr/>
        </p:nvSpPr>
        <p:spPr bwMode="auto">
          <a:xfrm>
            <a:off x="6557963" y="2114550"/>
            <a:ext cx="747712" cy="400050"/>
          </a:xfrm>
          <a:prstGeom prst="line">
            <a:avLst/>
          </a:prstGeom>
          <a:noFill/>
          <a:ln w="31750">
            <a:solidFill>
              <a:srgbClr val="00FF00"/>
            </a:solidFill>
            <a:round/>
            <a:headEnd type="triangle" w="med" len="med"/>
            <a:tailEnd type="triangle" w="med" len="med"/>
          </a:ln>
        </p:spPr>
        <p:txBody>
          <a:bodyPr wrap="none" anchor="ctr"/>
          <a:lstStyle/>
          <a:p>
            <a:endParaRPr lang="zh-CN" altLang="en-US"/>
          </a:p>
        </p:txBody>
      </p:sp>
      <p:graphicFrame>
        <p:nvGraphicFramePr>
          <p:cNvPr id="245796" name="Object 36"/>
          <p:cNvGraphicFramePr>
            <a:graphicFrameLocks noChangeAspect="1"/>
          </p:cNvGraphicFramePr>
          <p:nvPr/>
        </p:nvGraphicFramePr>
        <p:xfrm>
          <a:off x="2043113" y="1354138"/>
          <a:ext cx="1758950" cy="434975"/>
        </p:xfrm>
        <a:graphic>
          <a:graphicData uri="http://schemas.openxmlformats.org/presentationml/2006/ole">
            <p:oleObj spid="_x0000_s32770" name="公式" r:id="rId3" imgW="977760" imgH="241200" progId="Equation.3">
              <p:embed/>
            </p:oleObj>
          </a:graphicData>
        </a:graphic>
      </p:graphicFrame>
      <p:graphicFrame>
        <p:nvGraphicFramePr>
          <p:cNvPr id="245799" name="Object 39"/>
          <p:cNvGraphicFramePr>
            <a:graphicFrameLocks noGrp="1" noChangeAspect="1"/>
          </p:cNvGraphicFramePr>
          <p:nvPr>
            <p:ph idx="4294967295"/>
          </p:nvPr>
        </p:nvGraphicFramePr>
        <p:xfrm>
          <a:off x="831850" y="2303463"/>
          <a:ext cx="366713" cy="412750"/>
        </p:xfrm>
        <a:graphic>
          <a:graphicData uri="http://schemas.openxmlformats.org/presentationml/2006/ole">
            <p:oleObj spid="_x0000_s32771" name="公式" r:id="rId4" imgW="203040" imgH="228600" progId="Equation.3">
              <p:embed/>
            </p:oleObj>
          </a:graphicData>
        </a:graphic>
      </p:graphicFrame>
      <p:graphicFrame>
        <p:nvGraphicFramePr>
          <p:cNvPr id="245800" name="Object 40"/>
          <p:cNvGraphicFramePr>
            <a:graphicFrameLocks noChangeAspect="1"/>
          </p:cNvGraphicFramePr>
          <p:nvPr/>
        </p:nvGraphicFramePr>
        <p:xfrm>
          <a:off x="819150" y="2736850"/>
          <a:ext cx="361950" cy="409575"/>
        </p:xfrm>
        <a:graphic>
          <a:graphicData uri="http://schemas.openxmlformats.org/presentationml/2006/ole">
            <p:oleObj spid="_x0000_s32772" name="公式" r:id="rId5" imgW="203040" imgH="228600" progId="Equation.3">
              <p:embed/>
            </p:oleObj>
          </a:graphicData>
        </a:graphic>
      </p:graphicFrame>
      <p:graphicFrame>
        <p:nvGraphicFramePr>
          <p:cNvPr id="245801" name="Object 41"/>
          <p:cNvGraphicFramePr>
            <a:graphicFrameLocks noChangeAspect="1"/>
          </p:cNvGraphicFramePr>
          <p:nvPr/>
        </p:nvGraphicFramePr>
        <p:xfrm>
          <a:off x="909638" y="3282950"/>
          <a:ext cx="254000" cy="322263"/>
        </p:xfrm>
        <a:graphic>
          <a:graphicData uri="http://schemas.openxmlformats.org/presentationml/2006/ole">
            <p:oleObj spid="_x0000_s32773" name="公式" r:id="rId6" imgW="139680" imgH="177480" progId="Equation.3">
              <p:embed/>
            </p:oleObj>
          </a:graphicData>
        </a:graphic>
      </p:graphicFrame>
      <p:sp>
        <p:nvSpPr>
          <p:cNvPr id="245802" name="Text Box 42"/>
          <p:cNvSpPr txBox="1">
            <a:spLocks noChangeArrowheads="1"/>
          </p:cNvSpPr>
          <p:nvPr/>
        </p:nvSpPr>
        <p:spPr bwMode="auto">
          <a:xfrm>
            <a:off x="1173163" y="2214563"/>
            <a:ext cx="4248150" cy="457200"/>
          </a:xfrm>
          <a:prstGeom prst="rect">
            <a:avLst/>
          </a:prstGeom>
          <a:noFill/>
          <a:ln w="9525">
            <a:noFill/>
            <a:miter lim="800000"/>
            <a:headEnd/>
            <a:tailEnd/>
          </a:ln>
        </p:spPr>
        <p:txBody>
          <a:bodyPr>
            <a:spAutoFit/>
          </a:bodyPr>
          <a:lstStyle/>
          <a:p>
            <a:pPr>
              <a:lnSpc>
                <a:spcPct val="100000"/>
              </a:lnSpc>
              <a:buClr>
                <a:srgbClr val="CC0000"/>
              </a:buClr>
              <a:buFont typeface="BatangChe" pitchFamily="49" charset="-127"/>
              <a:buChar char="⇒"/>
            </a:pPr>
            <a:r>
              <a:rPr kumimoji="0" lang="en-US" altLang="zh-CN" sz="2400">
                <a:ea typeface="宋体" pitchFamily="2" charset="-122"/>
              </a:rPr>
              <a:t> </a:t>
            </a:r>
            <a:r>
              <a:rPr kumimoji="0" lang="zh-CN" altLang="en-US" sz="2400">
                <a:ea typeface="宋体" pitchFamily="2" charset="-122"/>
              </a:rPr>
              <a:t>刚体绕任意轴的转动惯量</a:t>
            </a:r>
          </a:p>
        </p:txBody>
      </p:sp>
      <p:sp>
        <p:nvSpPr>
          <p:cNvPr id="245803" name="Text Box 43"/>
          <p:cNvSpPr txBox="1">
            <a:spLocks noChangeArrowheads="1"/>
          </p:cNvSpPr>
          <p:nvPr/>
        </p:nvSpPr>
        <p:spPr bwMode="auto">
          <a:xfrm>
            <a:off x="1211263" y="2709863"/>
            <a:ext cx="4770437" cy="457200"/>
          </a:xfrm>
          <a:prstGeom prst="rect">
            <a:avLst/>
          </a:prstGeom>
          <a:noFill/>
          <a:ln w="9525">
            <a:noFill/>
            <a:miter lim="800000"/>
            <a:headEnd/>
            <a:tailEnd/>
          </a:ln>
        </p:spPr>
        <p:txBody>
          <a:bodyPr>
            <a:spAutoFit/>
          </a:bodyPr>
          <a:lstStyle/>
          <a:p>
            <a:pPr eaLnBrk="0" hangingPunct="0">
              <a:lnSpc>
                <a:spcPct val="100000"/>
              </a:lnSpc>
              <a:spcBef>
                <a:spcPct val="0"/>
              </a:spcBef>
              <a:buClr>
                <a:srgbClr val="CC0000"/>
              </a:buClr>
              <a:buFont typeface="BatangChe" pitchFamily="49" charset="-127"/>
              <a:buChar char="⇒"/>
            </a:pPr>
            <a:r>
              <a:rPr kumimoji="0" lang="en-US" altLang="zh-CN" sz="2400">
                <a:ea typeface="宋体" pitchFamily="2" charset="-122"/>
              </a:rPr>
              <a:t>  </a:t>
            </a:r>
            <a:r>
              <a:rPr kumimoji="0" lang="zh-CN" altLang="en-US" sz="2400">
                <a:ea typeface="宋体" pitchFamily="2" charset="-122"/>
              </a:rPr>
              <a:t>刚体绕通过质心的轴</a:t>
            </a:r>
            <a:endParaRPr kumimoji="0" lang="zh-CN" altLang="en-US" sz="2400" b="0">
              <a:ea typeface="宋体" pitchFamily="2" charset="-122"/>
            </a:endParaRPr>
          </a:p>
        </p:txBody>
      </p:sp>
      <p:sp>
        <p:nvSpPr>
          <p:cNvPr id="245804" name="Text Box 44"/>
          <p:cNvSpPr txBox="1">
            <a:spLocks noChangeArrowheads="1"/>
          </p:cNvSpPr>
          <p:nvPr/>
        </p:nvSpPr>
        <p:spPr bwMode="auto">
          <a:xfrm>
            <a:off x="1174750" y="3205163"/>
            <a:ext cx="4175125" cy="457200"/>
          </a:xfrm>
          <a:prstGeom prst="rect">
            <a:avLst/>
          </a:prstGeom>
          <a:noFill/>
          <a:ln w="9525">
            <a:noFill/>
            <a:miter lim="800000"/>
            <a:headEnd/>
            <a:tailEnd/>
          </a:ln>
        </p:spPr>
        <p:txBody>
          <a:bodyPr>
            <a:spAutoFit/>
          </a:bodyPr>
          <a:lstStyle/>
          <a:p>
            <a:pPr>
              <a:lnSpc>
                <a:spcPct val="100000"/>
              </a:lnSpc>
              <a:buClr>
                <a:srgbClr val="CC0000"/>
              </a:buClr>
              <a:buFont typeface="BatangChe" pitchFamily="49" charset="-127"/>
              <a:buChar char="⇒"/>
            </a:pPr>
            <a:r>
              <a:rPr kumimoji="0" lang="en-US" altLang="zh-CN" sz="2400">
                <a:ea typeface="宋体" pitchFamily="2" charset="-122"/>
              </a:rPr>
              <a:t> </a:t>
            </a:r>
            <a:r>
              <a:rPr kumimoji="0" lang="zh-CN" altLang="en-US" sz="2400">
                <a:ea typeface="宋体" pitchFamily="2" charset="-122"/>
              </a:rPr>
              <a:t>两轴间垂直距离</a:t>
            </a:r>
          </a:p>
        </p:txBody>
      </p:sp>
      <p:sp>
        <p:nvSpPr>
          <p:cNvPr id="245809" name="AutoShape 49"/>
          <p:cNvSpPr>
            <a:spLocks noChangeArrowheads="1"/>
          </p:cNvSpPr>
          <p:nvPr/>
        </p:nvSpPr>
        <p:spPr bwMode="auto">
          <a:xfrm>
            <a:off x="276225" y="642938"/>
            <a:ext cx="360363" cy="576262"/>
          </a:xfrm>
          <a:prstGeom prst="star4">
            <a:avLst>
              <a:gd name="adj" fmla="val 18519"/>
            </a:avLst>
          </a:prstGeom>
          <a:gradFill rotWithShape="1">
            <a:gsLst>
              <a:gs pos="0">
                <a:srgbClr val="FF9900"/>
              </a:gs>
              <a:gs pos="100000">
                <a:srgbClr val="764700"/>
              </a:gs>
            </a:gsLst>
            <a:path path="shape">
              <a:fillToRect l="50000" t="50000" r="50000" b="50000"/>
            </a:path>
          </a:gradFill>
          <a:ln w="9525">
            <a:noFill/>
            <a:miter lim="800000"/>
            <a:headEnd/>
            <a:tailEnd/>
          </a:ln>
        </p:spPr>
        <p:txBody>
          <a:bodyPr wrap="none" anchor="ctr"/>
          <a:lstStyle/>
          <a:p>
            <a:endParaRPr lang="zh-CN" altLang="en-US"/>
          </a:p>
        </p:txBody>
      </p:sp>
      <p:sp>
        <p:nvSpPr>
          <p:cNvPr id="50" name="Text Box 2"/>
          <p:cNvSpPr txBox="1">
            <a:spLocks noChangeArrowheads="1"/>
          </p:cNvSpPr>
          <p:nvPr/>
        </p:nvSpPr>
        <p:spPr bwMode="auto">
          <a:xfrm>
            <a:off x="357188" y="4248150"/>
            <a:ext cx="6842125" cy="895350"/>
          </a:xfrm>
          <a:prstGeom prst="rect">
            <a:avLst/>
          </a:prstGeom>
          <a:noFill/>
          <a:ln w="9525">
            <a:noFill/>
            <a:miter lim="800000"/>
            <a:headEnd/>
            <a:tailEnd/>
          </a:ln>
        </p:spPr>
        <p:txBody>
          <a:bodyPr lIns="90000" tIns="46800" rIns="90000" bIns="46800">
            <a:spAutoFit/>
          </a:bodyPr>
          <a:lstStyle/>
          <a:p>
            <a:pPr>
              <a:lnSpc>
                <a:spcPct val="100000"/>
              </a:lnSpc>
              <a:spcBef>
                <a:spcPct val="20000"/>
              </a:spcBef>
            </a:pPr>
            <a:r>
              <a:rPr lang="zh-CN" altLang="en-US" sz="2400">
                <a:solidFill>
                  <a:srgbClr val="800000"/>
                </a:solidFill>
                <a:ea typeface="宋体" pitchFamily="2" charset="-122"/>
              </a:rPr>
              <a:t>注意：</a:t>
            </a:r>
            <a:r>
              <a:rPr lang="en-US" altLang="zh-CN" sz="2400">
                <a:ea typeface="宋体" pitchFamily="2" charset="-122"/>
              </a:rPr>
              <a:t>(1)  </a:t>
            </a:r>
            <a:r>
              <a:rPr lang="en-US" altLang="zh-CN" sz="2400" i="1">
                <a:solidFill>
                  <a:srgbClr val="FF6600"/>
                </a:solidFill>
                <a:ea typeface="宋体" pitchFamily="2" charset="-122"/>
              </a:rPr>
              <a:t>J</a:t>
            </a:r>
            <a:r>
              <a:rPr lang="en-US" altLang="zh-CN" sz="2400" i="1">
                <a:ea typeface="宋体" pitchFamily="2" charset="-122"/>
              </a:rPr>
              <a:t> </a:t>
            </a:r>
            <a:r>
              <a:rPr lang="zh-CN" altLang="en-US" sz="2400">
                <a:ea typeface="宋体" pitchFamily="2" charset="-122"/>
              </a:rPr>
              <a:t>只是对某个轴的。</a:t>
            </a:r>
          </a:p>
          <a:p>
            <a:pPr>
              <a:lnSpc>
                <a:spcPct val="100000"/>
              </a:lnSpc>
              <a:spcBef>
                <a:spcPct val="20000"/>
              </a:spcBef>
            </a:pPr>
            <a:r>
              <a:rPr lang="zh-CN" altLang="en-US" sz="2400">
                <a:ea typeface="宋体" pitchFamily="2" charset="-122"/>
              </a:rPr>
              <a:t>            </a:t>
            </a:r>
            <a:r>
              <a:rPr lang="en-US" altLang="zh-CN" sz="2400">
                <a:ea typeface="宋体" pitchFamily="2" charset="-122"/>
              </a:rPr>
              <a:t>(2) </a:t>
            </a:r>
            <a:r>
              <a:rPr lang="en-US" altLang="zh-CN" sz="2400">
                <a:solidFill>
                  <a:srgbClr val="FF6600"/>
                </a:solidFill>
                <a:ea typeface="宋体" pitchFamily="2" charset="-122"/>
              </a:rPr>
              <a:t>d</a:t>
            </a:r>
            <a:r>
              <a:rPr lang="en-US" altLang="zh-CN" sz="2400" i="1">
                <a:solidFill>
                  <a:srgbClr val="FF6600"/>
                </a:solidFill>
                <a:ea typeface="宋体" pitchFamily="2" charset="-122"/>
              </a:rPr>
              <a:t>m</a:t>
            </a:r>
            <a:r>
              <a:rPr lang="en-US" altLang="zh-CN" sz="2400" i="1">
                <a:ea typeface="宋体" pitchFamily="2" charset="-122"/>
              </a:rPr>
              <a:t> </a:t>
            </a:r>
            <a:r>
              <a:rPr lang="zh-CN" altLang="en-US" sz="2400">
                <a:ea typeface="宋体" pitchFamily="2" charset="-122"/>
              </a:rPr>
              <a:t>的取法：需使 </a:t>
            </a:r>
            <a:r>
              <a:rPr lang="en-US" altLang="zh-CN" sz="2400">
                <a:solidFill>
                  <a:srgbClr val="FF6600"/>
                </a:solidFill>
                <a:ea typeface="宋体" pitchFamily="2" charset="-122"/>
              </a:rPr>
              <a:t>d</a:t>
            </a:r>
            <a:r>
              <a:rPr lang="en-US" altLang="zh-CN" sz="2400" i="1">
                <a:solidFill>
                  <a:srgbClr val="FF6600"/>
                </a:solidFill>
                <a:ea typeface="宋体" pitchFamily="2" charset="-122"/>
              </a:rPr>
              <a:t>m</a:t>
            </a:r>
            <a:r>
              <a:rPr lang="zh-CN" altLang="en-US" sz="2400">
                <a:ea typeface="宋体" pitchFamily="2" charset="-122"/>
              </a:rPr>
              <a:t>上各点的</a:t>
            </a:r>
            <a:r>
              <a:rPr lang="zh-CN" altLang="en-US" sz="2400" i="1">
                <a:solidFill>
                  <a:srgbClr val="FF6600"/>
                </a:solidFill>
                <a:ea typeface="宋体" pitchFamily="2" charset="-122"/>
              </a:rPr>
              <a:t> </a:t>
            </a:r>
            <a:r>
              <a:rPr lang="en-US" altLang="zh-CN" sz="2400" i="1">
                <a:solidFill>
                  <a:srgbClr val="FF6600"/>
                </a:solidFill>
                <a:ea typeface="宋体" pitchFamily="2" charset="-122"/>
              </a:rPr>
              <a:t>r </a:t>
            </a:r>
            <a:r>
              <a:rPr lang="zh-CN" altLang="en-US" sz="2400">
                <a:ea typeface="宋体" pitchFamily="2" charset="-122"/>
              </a:rPr>
              <a:t>相等。</a:t>
            </a:r>
            <a:endParaRPr lang="zh-CN" altLang="en-US" sz="2400">
              <a:solidFill>
                <a:schemeClr val="tx2"/>
              </a:solidFill>
              <a:ea typeface="宋体"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45809"/>
                                        </p:tgtEl>
                                        <p:attrNameLst>
                                          <p:attrName>style.visibility</p:attrName>
                                        </p:attrNameLst>
                                      </p:cBhvr>
                                      <p:to>
                                        <p:strVal val="visible"/>
                                      </p:to>
                                    </p:set>
                                    <p:animEffect transition="in" filter="dissolve">
                                      <p:cBhvr>
                                        <p:cTn id="7" dur="1000"/>
                                        <p:tgtEl>
                                          <p:spTgt spid="245809"/>
                                        </p:tgtEl>
                                      </p:cBhvr>
                                    </p:animEffect>
                                  </p:childTnLst>
                                </p:cTn>
                              </p:par>
                            </p:childTnLst>
                          </p:cTn>
                        </p:par>
                        <p:par>
                          <p:cTn id="8" fill="hold">
                            <p:stCondLst>
                              <p:cond delay="1000"/>
                            </p:stCondLst>
                            <p:childTnLst>
                              <p:par>
                                <p:cTn id="9" presetID="22" presetClass="entr" presetSubtype="8" fill="hold" grpId="0" nodeType="afterEffect">
                                  <p:stCondLst>
                                    <p:cond delay="0"/>
                                  </p:stCondLst>
                                  <p:childTnLst>
                                    <p:set>
                                      <p:cBhvr>
                                        <p:cTn id="10" dur="1" fill="hold">
                                          <p:stCondLst>
                                            <p:cond delay="0"/>
                                          </p:stCondLst>
                                        </p:cTn>
                                        <p:tgtEl>
                                          <p:spTgt spid="245785"/>
                                        </p:tgtEl>
                                        <p:attrNameLst>
                                          <p:attrName>style.visibility</p:attrName>
                                        </p:attrNameLst>
                                      </p:cBhvr>
                                      <p:to>
                                        <p:strVal val="visible"/>
                                      </p:to>
                                    </p:set>
                                    <p:animEffect transition="in" filter="wipe(left)">
                                      <p:cBhvr>
                                        <p:cTn id="11" dur="500"/>
                                        <p:tgtEl>
                                          <p:spTgt spid="245785"/>
                                        </p:tgtEl>
                                      </p:cBhvr>
                                    </p:animEffect>
                                  </p:childTnLst>
                                </p:cTn>
                              </p:par>
                            </p:childTnLst>
                          </p:cTn>
                        </p:par>
                      </p:childTnLst>
                    </p:cTn>
                  </p:par>
                  <p:par>
                    <p:cTn id="12" fill="hold">
                      <p:stCondLst>
                        <p:cond delay="indefinite"/>
                      </p:stCondLst>
                      <p:childTnLst>
                        <p:par>
                          <p:cTn id="13" fill="hold">
                            <p:stCondLst>
                              <p:cond delay="0"/>
                            </p:stCondLst>
                            <p:childTnLst>
                              <p:par>
                                <p:cTn id="14" presetID="23" presetClass="entr" presetSubtype="16" fill="hold" grpId="0" nodeType="clickEffect">
                                  <p:stCondLst>
                                    <p:cond delay="0"/>
                                  </p:stCondLst>
                                  <p:childTnLst>
                                    <p:set>
                                      <p:cBhvr>
                                        <p:cTn id="15" dur="1" fill="hold">
                                          <p:stCondLst>
                                            <p:cond delay="0"/>
                                          </p:stCondLst>
                                        </p:cTn>
                                        <p:tgtEl>
                                          <p:spTgt spid="245762"/>
                                        </p:tgtEl>
                                        <p:attrNameLst>
                                          <p:attrName>style.visibility</p:attrName>
                                        </p:attrNameLst>
                                      </p:cBhvr>
                                      <p:to>
                                        <p:strVal val="visible"/>
                                      </p:to>
                                    </p:set>
                                    <p:anim calcmode="lin" valueType="num">
                                      <p:cBhvr>
                                        <p:cTn id="16" dur="500" fill="hold"/>
                                        <p:tgtEl>
                                          <p:spTgt spid="245762"/>
                                        </p:tgtEl>
                                        <p:attrNameLst>
                                          <p:attrName>ppt_w</p:attrName>
                                        </p:attrNameLst>
                                      </p:cBhvr>
                                      <p:tavLst>
                                        <p:tav tm="0">
                                          <p:val>
                                            <p:fltVal val="0"/>
                                          </p:val>
                                        </p:tav>
                                        <p:tav tm="100000">
                                          <p:val>
                                            <p:strVal val="#ppt_w"/>
                                          </p:val>
                                        </p:tav>
                                      </p:tavLst>
                                    </p:anim>
                                    <p:anim calcmode="lin" valueType="num">
                                      <p:cBhvr>
                                        <p:cTn id="17" dur="500" fill="hold"/>
                                        <p:tgtEl>
                                          <p:spTgt spid="245762"/>
                                        </p:tgtEl>
                                        <p:attrNameLst>
                                          <p:attrName>ppt_h</p:attrName>
                                        </p:attrNameLst>
                                      </p:cBhvr>
                                      <p:tavLst>
                                        <p:tav tm="0">
                                          <p:val>
                                            <p:fltVal val="0"/>
                                          </p:val>
                                        </p:tav>
                                        <p:tav tm="100000">
                                          <p:val>
                                            <p:strVal val="#ppt_h"/>
                                          </p:val>
                                        </p:tav>
                                      </p:tavLst>
                                    </p:anim>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45793"/>
                                        </p:tgtEl>
                                        <p:attrNameLst>
                                          <p:attrName>style.visibility</p:attrName>
                                        </p:attrNameLst>
                                      </p:cBhvr>
                                      <p:to>
                                        <p:strVal val="visible"/>
                                      </p:to>
                                    </p:set>
                                    <p:animEffect transition="in" filter="wipe(left)">
                                      <p:cBhvr>
                                        <p:cTn id="22" dur="500"/>
                                        <p:tgtEl>
                                          <p:spTgt spid="24579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45790"/>
                                        </p:tgtEl>
                                        <p:attrNameLst>
                                          <p:attrName>style.visibility</p:attrName>
                                        </p:attrNameLst>
                                      </p:cBhvr>
                                      <p:to>
                                        <p:strVal val="visible"/>
                                      </p:to>
                                    </p:set>
                                    <p:animEffect transition="in" filter="wipe(left)">
                                      <p:cBhvr>
                                        <p:cTn id="27" dur="500"/>
                                        <p:tgtEl>
                                          <p:spTgt spid="245790"/>
                                        </p:tgtEl>
                                      </p:cBhvr>
                                    </p:animEffect>
                                  </p:childTnLst>
                                </p:cTn>
                              </p:par>
                            </p:childTnLst>
                          </p:cTn>
                        </p:par>
                        <p:par>
                          <p:cTn id="28" fill="hold">
                            <p:stCondLst>
                              <p:cond delay="1500"/>
                            </p:stCondLst>
                            <p:childTnLst>
                              <p:par>
                                <p:cTn id="29" presetID="22" presetClass="entr" presetSubtype="8" fill="hold" grpId="0" nodeType="afterEffect">
                                  <p:stCondLst>
                                    <p:cond delay="0"/>
                                  </p:stCondLst>
                                  <p:childTnLst>
                                    <p:set>
                                      <p:cBhvr>
                                        <p:cTn id="30" dur="1" fill="hold">
                                          <p:stCondLst>
                                            <p:cond delay="0"/>
                                          </p:stCondLst>
                                        </p:cTn>
                                        <p:tgtEl>
                                          <p:spTgt spid="245791"/>
                                        </p:tgtEl>
                                        <p:attrNameLst>
                                          <p:attrName>style.visibility</p:attrName>
                                        </p:attrNameLst>
                                      </p:cBhvr>
                                      <p:to>
                                        <p:strVal val="visible"/>
                                      </p:to>
                                    </p:set>
                                    <p:animEffect transition="in" filter="wipe(left)">
                                      <p:cBhvr>
                                        <p:cTn id="31" dur="500"/>
                                        <p:tgtEl>
                                          <p:spTgt spid="245791"/>
                                        </p:tgtEl>
                                      </p:cBhvr>
                                    </p:animEffect>
                                  </p:childTnLst>
                                </p:cTn>
                              </p:par>
                            </p:childTnLst>
                          </p:cTn>
                        </p:par>
                        <p:par>
                          <p:cTn id="32" fill="hold">
                            <p:stCondLst>
                              <p:cond delay="3000"/>
                            </p:stCondLst>
                            <p:childTnLst>
                              <p:par>
                                <p:cTn id="33" presetID="22" presetClass="entr" presetSubtype="8" fill="hold" grpId="0" nodeType="afterEffect">
                                  <p:stCondLst>
                                    <p:cond delay="0"/>
                                  </p:stCondLst>
                                  <p:childTnLst>
                                    <p:set>
                                      <p:cBhvr>
                                        <p:cTn id="34" dur="1" fill="hold">
                                          <p:stCondLst>
                                            <p:cond delay="0"/>
                                          </p:stCondLst>
                                        </p:cTn>
                                        <p:tgtEl>
                                          <p:spTgt spid="245792"/>
                                        </p:tgtEl>
                                        <p:attrNameLst>
                                          <p:attrName>style.visibility</p:attrName>
                                        </p:attrNameLst>
                                      </p:cBhvr>
                                      <p:to>
                                        <p:strVal val="visible"/>
                                      </p:to>
                                    </p:set>
                                    <p:animEffect transition="in" filter="wipe(left)">
                                      <p:cBhvr>
                                        <p:cTn id="35" dur="500"/>
                                        <p:tgtEl>
                                          <p:spTgt spid="245792"/>
                                        </p:tgtEl>
                                      </p:cBhvr>
                                    </p:animEffect>
                                  </p:childTnLst>
                                </p:cTn>
                              </p:par>
                            </p:childTnLst>
                          </p:cTn>
                        </p:par>
                        <p:par>
                          <p:cTn id="36" fill="hold">
                            <p:stCondLst>
                              <p:cond delay="4500"/>
                            </p:stCondLst>
                            <p:childTnLst>
                              <p:par>
                                <p:cTn id="37" presetID="22" presetClass="entr" presetSubtype="8" fill="hold" grpId="0" nodeType="afterEffect">
                                  <p:stCondLst>
                                    <p:cond delay="0"/>
                                  </p:stCondLst>
                                  <p:childTnLst>
                                    <p:set>
                                      <p:cBhvr>
                                        <p:cTn id="38" dur="1" fill="hold">
                                          <p:stCondLst>
                                            <p:cond delay="0"/>
                                          </p:stCondLst>
                                        </p:cTn>
                                        <p:tgtEl>
                                          <p:spTgt spid="245788"/>
                                        </p:tgtEl>
                                        <p:attrNameLst>
                                          <p:attrName>style.visibility</p:attrName>
                                        </p:attrNameLst>
                                      </p:cBhvr>
                                      <p:to>
                                        <p:strVal val="visible"/>
                                      </p:to>
                                    </p:set>
                                    <p:animEffect transition="in" filter="wipe(left)">
                                      <p:cBhvr>
                                        <p:cTn id="39" dur="500"/>
                                        <p:tgtEl>
                                          <p:spTgt spid="245788"/>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grpId="0" nodeType="clickEffect">
                                  <p:stCondLst>
                                    <p:cond delay="0"/>
                                  </p:stCondLst>
                                  <p:childTnLst>
                                    <p:set>
                                      <p:cBhvr>
                                        <p:cTn id="43" dur="1" fill="hold">
                                          <p:stCondLst>
                                            <p:cond delay="0"/>
                                          </p:stCondLst>
                                        </p:cTn>
                                        <p:tgtEl>
                                          <p:spTgt spid="245786"/>
                                        </p:tgtEl>
                                        <p:attrNameLst>
                                          <p:attrName>style.visibility</p:attrName>
                                        </p:attrNameLst>
                                      </p:cBhvr>
                                      <p:to>
                                        <p:strVal val="visible"/>
                                      </p:to>
                                    </p:set>
                                    <p:animEffect transition="in" filter="wipe(left)">
                                      <p:cBhvr>
                                        <p:cTn id="44" dur="500"/>
                                        <p:tgtEl>
                                          <p:spTgt spid="245786"/>
                                        </p:tgtEl>
                                      </p:cBhvr>
                                    </p:animEffect>
                                  </p:childTnLst>
                                </p:cTn>
                              </p:par>
                            </p:childTnLst>
                          </p:cTn>
                        </p:par>
                        <p:par>
                          <p:cTn id="45" fill="hold">
                            <p:stCondLst>
                              <p:cond delay="500"/>
                            </p:stCondLst>
                            <p:childTnLst>
                              <p:par>
                                <p:cTn id="46" presetID="22" presetClass="entr" presetSubtype="8" fill="hold" grpId="0" nodeType="afterEffect">
                                  <p:stCondLst>
                                    <p:cond delay="0"/>
                                  </p:stCondLst>
                                  <p:childTnLst>
                                    <p:set>
                                      <p:cBhvr>
                                        <p:cTn id="47" dur="1" fill="hold">
                                          <p:stCondLst>
                                            <p:cond delay="0"/>
                                          </p:stCondLst>
                                        </p:cTn>
                                        <p:tgtEl>
                                          <p:spTgt spid="245787"/>
                                        </p:tgtEl>
                                        <p:attrNameLst>
                                          <p:attrName>style.visibility</p:attrName>
                                        </p:attrNameLst>
                                      </p:cBhvr>
                                      <p:to>
                                        <p:strVal val="visible"/>
                                      </p:to>
                                    </p:set>
                                    <p:animEffect transition="in" filter="wipe(left)">
                                      <p:cBhvr>
                                        <p:cTn id="48" dur="500"/>
                                        <p:tgtEl>
                                          <p:spTgt spid="245787"/>
                                        </p:tgtEl>
                                      </p:cBhvr>
                                    </p:animEffect>
                                  </p:childTnLst>
                                </p:cTn>
                              </p:par>
                            </p:childTnLst>
                          </p:cTn>
                        </p:par>
                        <p:par>
                          <p:cTn id="49" fill="hold">
                            <p:stCondLst>
                              <p:cond delay="1000"/>
                            </p:stCondLst>
                            <p:childTnLst>
                              <p:par>
                                <p:cTn id="50" presetID="22" presetClass="entr" presetSubtype="8" fill="hold" grpId="0" nodeType="afterEffect">
                                  <p:stCondLst>
                                    <p:cond delay="0"/>
                                  </p:stCondLst>
                                  <p:childTnLst>
                                    <p:set>
                                      <p:cBhvr>
                                        <p:cTn id="51" dur="1" fill="hold">
                                          <p:stCondLst>
                                            <p:cond delay="0"/>
                                          </p:stCondLst>
                                        </p:cTn>
                                        <p:tgtEl>
                                          <p:spTgt spid="245794"/>
                                        </p:tgtEl>
                                        <p:attrNameLst>
                                          <p:attrName>style.visibility</p:attrName>
                                        </p:attrNameLst>
                                      </p:cBhvr>
                                      <p:to>
                                        <p:strVal val="visible"/>
                                      </p:to>
                                    </p:set>
                                    <p:animEffect transition="in" filter="wipe(left)">
                                      <p:cBhvr>
                                        <p:cTn id="52" dur="500"/>
                                        <p:tgtEl>
                                          <p:spTgt spid="245794"/>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245795"/>
                                        </p:tgtEl>
                                        <p:attrNameLst>
                                          <p:attrName>style.visibility</p:attrName>
                                        </p:attrNameLst>
                                      </p:cBhvr>
                                      <p:to>
                                        <p:strVal val="visible"/>
                                      </p:to>
                                    </p:set>
                                    <p:animEffect transition="in" filter="wipe(left)">
                                      <p:cBhvr>
                                        <p:cTn id="57" dur="500"/>
                                        <p:tgtEl>
                                          <p:spTgt spid="245795"/>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245789"/>
                                        </p:tgtEl>
                                        <p:attrNameLst>
                                          <p:attrName>style.visibility</p:attrName>
                                        </p:attrNameLst>
                                      </p:cBhvr>
                                      <p:to>
                                        <p:strVal val="visible"/>
                                      </p:to>
                                    </p:set>
                                    <p:animEffect transition="in" filter="wipe(left)">
                                      <p:cBhvr>
                                        <p:cTn id="62" dur="500"/>
                                        <p:tgtEl>
                                          <p:spTgt spid="245789"/>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nodeType="clickEffect">
                                  <p:stCondLst>
                                    <p:cond delay="0"/>
                                  </p:stCondLst>
                                  <p:childTnLst>
                                    <p:set>
                                      <p:cBhvr>
                                        <p:cTn id="66" dur="1" fill="hold">
                                          <p:stCondLst>
                                            <p:cond delay="0"/>
                                          </p:stCondLst>
                                        </p:cTn>
                                        <p:tgtEl>
                                          <p:spTgt spid="245796"/>
                                        </p:tgtEl>
                                        <p:attrNameLst>
                                          <p:attrName>style.visibility</p:attrName>
                                        </p:attrNameLst>
                                      </p:cBhvr>
                                      <p:to>
                                        <p:strVal val="visible"/>
                                      </p:to>
                                    </p:set>
                                    <p:animEffect transition="in" filter="wipe(left)">
                                      <p:cBhvr>
                                        <p:cTn id="67" dur="500"/>
                                        <p:tgtEl>
                                          <p:spTgt spid="245796"/>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nodeType="clickEffect">
                                  <p:stCondLst>
                                    <p:cond delay="0"/>
                                  </p:stCondLst>
                                  <p:childTnLst>
                                    <p:set>
                                      <p:cBhvr>
                                        <p:cTn id="71" dur="1" fill="hold">
                                          <p:stCondLst>
                                            <p:cond delay="0"/>
                                          </p:stCondLst>
                                        </p:cTn>
                                        <p:tgtEl>
                                          <p:spTgt spid="245799"/>
                                        </p:tgtEl>
                                        <p:attrNameLst>
                                          <p:attrName>style.visibility</p:attrName>
                                        </p:attrNameLst>
                                      </p:cBhvr>
                                      <p:to>
                                        <p:strVal val="visible"/>
                                      </p:to>
                                    </p:set>
                                    <p:animEffect transition="in" filter="wipe(left)">
                                      <p:cBhvr>
                                        <p:cTn id="72" dur="500"/>
                                        <p:tgtEl>
                                          <p:spTgt spid="245799"/>
                                        </p:tgtEl>
                                      </p:cBhvr>
                                    </p:animEffect>
                                  </p:childTnLst>
                                </p:cTn>
                              </p:par>
                            </p:childTnLst>
                          </p:cTn>
                        </p:par>
                        <p:par>
                          <p:cTn id="73" fill="hold">
                            <p:stCondLst>
                              <p:cond delay="500"/>
                            </p:stCondLst>
                            <p:childTnLst>
                              <p:par>
                                <p:cTn id="74" presetID="22" presetClass="entr" presetSubtype="8" fill="hold" grpId="0" nodeType="afterEffect">
                                  <p:stCondLst>
                                    <p:cond delay="0"/>
                                  </p:stCondLst>
                                  <p:childTnLst>
                                    <p:set>
                                      <p:cBhvr>
                                        <p:cTn id="75" dur="1" fill="hold">
                                          <p:stCondLst>
                                            <p:cond delay="0"/>
                                          </p:stCondLst>
                                        </p:cTn>
                                        <p:tgtEl>
                                          <p:spTgt spid="245802"/>
                                        </p:tgtEl>
                                        <p:attrNameLst>
                                          <p:attrName>style.visibility</p:attrName>
                                        </p:attrNameLst>
                                      </p:cBhvr>
                                      <p:to>
                                        <p:strVal val="visible"/>
                                      </p:to>
                                    </p:set>
                                    <p:animEffect transition="in" filter="wipe(left)">
                                      <p:cBhvr>
                                        <p:cTn id="76" dur="500"/>
                                        <p:tgtEl>
                                          <p:spTgt spid="245802"/>
                                        </p:tgtEl>
                                      </p:cBhvr>
                                    </p:animEffect>
                                  </p:childTnLst>
                                </p:cTn>
                              </p:par>
                            </p:childTnLst>
                          </p:cTn>
                        </p:par>
                      </p:childTnLst>
                    </p:cTn>
                  </p:par>
                  <p:par>
                    <p:cTn id="77" fill="hold">
                      <p:stCondLst>
                        <p:cond delay="indefinite"/>
                      </p:stCondLst>
                      <p:childTnLst>
                        <p:par>
                          <p:cTn id="78" fill="hold">
                            <p:stCondLst>
                              <p:cond delay="0"/>
                            </p:stCondLst>
                            <p:childTnLst>
                              <p:par>
                                <p:cTn id="79" presetID="22" presetClass="entr" presetSubtype="8" fill="hold" nodeType="clickEffect">
                                  <p:stCondLst>
                                    <p:cond delay="0"/>
                                  </p:stCondLst>
                                  <p:childTnLst>
                                    <p:set>
                                      <p:cBhvr>
                                        <p:cTn id="80" dur="1" fill="hold">
                                          <p:stCondLst>
                                            <p:cond delay="0"/>
                                          </p:stCondLst>
                                        </p:cTn>
                                        <p:tgtEl>
                                          <p:spTgt spid="245800"/>
                                        </p:tgtEl>
                                        <p:attrNameLst>
                                          <p:attrName>style.visibility</p:attrName>
                                        </p:attrNameLst>
                                      </p:cBhvr>
                                      <p:to>
                                        <p:strVal val="visible"/>
                                      </p:to>
                                    </p:set>
                                    <p:animEffect transition="in" filter="wipe(left)">
                                      <p:cBhvr>
                                        <p:cTn id="81" dur="500"/>
                                        <p:tgtEl>
                                          <p:spTgt spid="245800"/>
                                        </p:tgtEl>
                                      </p:cBhvr>
                                    </p:animEffect>
                                  </p:childTnLst>
                                </p:cTn>
                              </p:par>
                            </p:childTnLst>
                          </p:cTn>
                        </p:par>
                        <p:par>
                          <p:cTn id="82" fill="hold">
                            <p:stCondLst>
                              <p:cond delay="500"/>
                            </p:stCondLst>
                            <p:childTnLst>
                              <p:par>
                                <p:cTn id="83" presetID="22" presetClass="entr" presetSubtype="8" fill="hold" grpId="0" nodeType="afterEffect">
                                  <p:stCondLst>
                                    <p:cond delay="0"/>
                                  </p:stCondLst>
                                  <p:childTnLst>
                                    <p:set>
                                      <p:cBhvr>
                                        <p:cTn id="84" dur="1" fill="hold">
                                          <p:stCondLst>
                                            <p:cond delay="0"/>
                                          </p:stCondLst>
                                        </p:cTn>
                                        <p:tgtEl>
                                          <p:spTgt spid="245803"/>
                                        </p:tgtEl>
                                        <p:attrNameLst>
                                          <p:attrName>style.visibility</p:attrName>
                                        </p:attrNameLst>
                                      </p:cBhvr>
                                      <p:to>
                                        <p:strVal val="visible"/>
                                      </p:to>
                                    </p:set>
                                    <p:animEffect transition="in" filter="wipe(left)">
                                      <p:cBhvr>
                                        <p:cTn id="85" dur="500"/>
                                        <p:tgtEl>
                                          <p:spTgt spid="245803"/>
                                        </p:tgtEl>
                                      </p:cBhvr>
                                    </p:animEffect>
                                  </p:childTnLst>
                                </p:cTn>
                              </p:par>
                            </p:childTnLst>
                          </p:cTn>
                        </p:par>
                      </p:childTnLst>
                    </p:cTn>
                  </p:par>
                  <p:par>
                    <p:cTn id="86" fill="hold">
                      <p:stCondLst>
                        <p:cond delay="indefinite"/>
                      </p:stCondLst>
                      <p:childTnLst>
                        <p:par>
                          <p:cTn id="87" fill="hold">
                            <p:stCondLst>
                              <p:cond delay="0"/>
                            </p:stCondLst>
                            <p:childTnLst>
                              <p:par>
                                <p:cTn id="88" presetID="22" presetClass="entr" presetSubtype="8" fill="hold" nodeType="clickEffect">
                                  <p:stCondLst>
                                    <p:cond delay="0"/>
                                  </p:stCondLst>
                                  <p:childTnLst>
                                    <p:set>
                                      <p:cBhvr>
                                        <p:cTn id="89" dur="1" fill="hold">
                                          <p:stCondLst>
                                            <p:cond delay="0"/>
                                          </p:stCondLst>
                                        </p:cTn>
                                        <p:tgtEl>
                                          <p:spTgt spid="245801"/>
                                        </p:tgtEl>
                                        <p:attrNameLst>
                                          <p:attrName>style.visibility</p:attrName>
                                        </p:attrNameLst>
                                      </p:cBhvr>
                                      <p:to>
                                        <p:strVal val="visible"/>
                                      </p:to>
                                    </p:set>
                                    <p:animEffect transition="in" filter="wipe(left)">
                                      <p:cBhvr>
                                        <p:cTn id="90" dur="500"/>
                                        <p:tgtEl>
                                          <p:spTgt spid="245801"/>
                                        </p:tgtEl>
                                      </p:cBhvr>
                                    </p:animEffect>
                                  </p:childTnLst>
                                </p:cTn>
                              </p:par>
                            </p:childTnLst>
                          </p:cTn>
                        </p:par>
                        <p:par>
                          <p:cTn id="91" fill="hold">
                            <p:stCondLst>
                              <p:cond delay="500"/>
                            </p:stCondLst>
                            <p:childTnLst>
                              <p:par>
                                <p:cTn id="92" presetID="22" presetClass="entr" presetSubtype="8" fill="hold" grpId="0" nodeType="afterEffect">
                                  <p:stCondLst>
                                    <p:cond delay="0"/>
                                  </p:stCondLst>
                                  <p:childTnLst>
                                    <p:set>
                                      <p:cBhvr>
                                        <p:cTn id="93" dur="1" fill="hold">
                                          <p:stCondLst>
                                            <p:cond delay="0"/>
                                          </p:stCondLst>
                                        </p:cTn>
                                        <p:tgtEl>
                                          <p:spTgt spid="245804"/>
                                        </p:tgtEl>
                                        <p:attrNameLst>
                                          <p:attrName>style.visibility</p:attrName>
                                        </p:attrNameLst>
                                      </p:cBhvr>
                                      <p:to>
                                        <p:strVal val="visible"/>
                                      </p:to>
                                    </p:set>
                                    <p:animEffect transition="in" filter="wipe(left)">
                                      <p:cBhvr>
                                        <p:cTn id="94" dur="500"/>
                                        <p:tgtEl>
                                          <p:spTgt spid="245804"/>
                                        </p:tgtEl>
                                      </p:cBhvr>
                                    </p:animEffect>
                                  </p:childTnLst>
                                </p:cTn>
                              </p:par>
                            </p:childTnLst>
                          </p:cTn>
                        </p:par>
                      </p:childTnLst>
                    </p:cTn>
                  </p:par>
                  <p:par>
                    <p:cTn id="95" fill="hold">
                      <p:stCondLst>
                        <p:cond delay="indefinite"/>
                      </p:stCondLst>
                      <p:childTnLst>
                        <p:par>
                          <p:cTn id="96" fill="hold">
                            <p:stCondLst>
                              <p:cond delay="0"/>
                            </p:stCondLst>
                            <p:childTnLst>
                              <p:par>
                                <p:cTn id="97" presetID="2" presetClass="entr" presetSubtype="8" fill="hold" grpId="0" nodeType="clickEffect">
                                  <p:stCondLst>
                                    <p:cond delay="0"/>
                                  </p:stCondLst>
                                  <p:childTnLst>
                                    <p:set>
                                      <p:cBhvr>
                                        <p:cTn id="98" dur="1" fill="hold">
                                          <p:stCondLst>
                                            <p:cond delay="0"/>
                                          </p:stCondLst>
                                        </p:cTn>
                                        <p:tgtEl>
                                          <p:spTgt spid="50">
                                            <p:txEl>
                                              <p:pRg st="0" end="0"/>
                                            </p:txEl>
                                          </p:spTgt>
                                        </p:tgtEl>
                                        <p:attrNameLst>
                                          <p:attrName>style.visibility</p:attrName>
                                        </p:attrNameLst>
                                      </p:cBhvr>
                                      <p:to>
                                        <p:strVal val="visible"/>
                                      </p:to>
                                    </p:set>
                                    <p:anim calcmode="lin" valueType="num">
                                      <p:cBhvr additive="base">
                                        <p:cTn id="99" dur="500" fill="hold"/>
                                        <p:tgtEl>
                                          <p:spTgt spid="50">
                                            <p:txEl>
                                              <p:pRg st="0" end="0"/>
                                            </p:txEl>
                                          </p:spTgt>
                                        </p:tgtEl>
                                        <p:attrNameLst>
                                          <p:attrName>ppt_x</p:attrName>
                                        </p:attrNameLst>
                                      </p:cBhvr>
                                      <p:tavLst>
                                        <p:tav tm="0">
                                          <p:val>
                                            <p:strVal val="0-#ppt_w/2"/>
                                          </p:val>
                                        </p:tav>
                                        <p:tav tm="100000">
                                          <p:val>
                                            <p:strVal val="#ppt_x"/>
                                          </p:val>
                                        </p:tav>
                                      </p:tavLst>
                                    </p:anim>
                                    <p:anim calcmode="lin" valueType="num">
                                      <p:cBhvr additive="base">
                                        <p:cTn id="100" dur="500" fill="hold"/>
                                        <p:tgtEl>
                                          <p:spTgt spid="50">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01" fill="hold">
                      <p:stCondLst>
                        <p:cond delay="indefinite"/>
                      </p:stCondLst>
                      <p:childTnLst>
                        <p:par>
                          <p:cTn id="102" fill="hold">
                            <p:stCondLst>
                              <p:cond delay="0"/>
                            </p:stCondLst>
                            <p:childTnLst>
                              <p:par>
                                <p:cTn id="103" presetID="2" presetClass="entr" presetSubtype="8" fill="hold" grpId="0" nodeType="clickEffect">
                                  <p:stCondLst>
                                    <p:cond delay="0"/>
                                  </p:stCondLst>
                                  <p:childTnLst>
                                    <p:set>
                                      <p:cBhvr>
                                        <p:cTn id="104" dur="1" fill="hold">
                                          <p:stCondLst>
                                            <p:cond delay="0"/>
                                          </p:stCondLst>
                                        </p:cTn>
                                        <p:tgtEl>
                                          <p:spTgt spid="50">
                                            <p:txEl>
                                              <p:pRg st="1" end="1"/>
                                            </p:txEl>
                                          </p:spTgt>
                                        </p:tgtEl>
                                        <p:attrNameLst>
                                          <p:attrName>style.visibility</p:attrName>
                                        </p:attrNameLst>
                                      </p:cBhvr>
                                      <p:to>
                                        <p:strVal val="visible"/>
                                      </p:to>
                                    </p:set>
                                    <p:anim calcmode="lin" valueType="num">
                                      <p:cBhvr additive="base">
                                        <p:cTn id="105" dur="500" fill="hold"/>
                                        <p:tgtEl>
                                          <p:spTgt spid="50">
                                            <p:txEl>
                                              <p:pRg st="1" end="1"/>
                                            </p:txEl>
                                          </p:spTgt>
                                        </p:tgtEl>
                                        <p:attrNameLst>
                                          <p:attrName>ppt_x</p:attrName>
                                        </p:attrNameLst>
                                      </p:cBhvr>
                                      <p:tavLst>
                                        <p:tav tm="0">
                                          <p:val>
                                            <p:strVal val="0-#ppt_w/2"/>
                                          </p:val>
                                        </p:tav>
                                        <p:tav tm="100000">
                                          <p:val>
                                            <p:strVal val="#ppt_x"/>
                                          </p:val>
                                        </p:tav>
                                      </p:tavLst>
                                    </p:anim>
                                    <p:anim calcmode="lin" valueType="num">
                                      <p:cBhvr additive="base">
                                        <p:cTn id="106" dur="500" fill="hold"/>
                                        <p:tgtEl>
                                          <p:spTgt spid="50">
                                            <p:txEl>
                                              <p:pRg st="1" end="1"/>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762" grpId="0" animBg="1"/>
      <p:bldP spid="245785" grpId="0" autoUpdateAnimBg="0"/>
      <p:bldP spid="245786" grpId="0" animBg="1"/>
      <p:bldP spid="245787" grpId="0" animBg="1"/>
      <p:bldP spid="245788" grpId="0" autoUpdateAnimBg="0"/>
      <p:bldP spid="245789" grpId="0" autoUpdateAnimBg="0"/>
      <p:bldP spid="245790" grpId="0" animBg="1"/>
      <p:bldP spid="245791" grpId="0" animBg="1"/>
      <p:bldP spid="245792" grpId="0" autoUpdateAnimBg="0"/>
      <p:bldP spid="245793" grpId="0" autoUpdateAnimBg="0"/>
      <p:bldP spid="245794" grpId="0" autoUpdateAnimBg="0"/>
      <p:bldP spid="245795" grpId="0" animBg="1"/>
      <p:bldP spid="245802" grpId="0"/>
      <p:bldP spid="245803" grpId="0"/>
      <p:bldP spid="245804" grpId="0"/>
      <p:bldP spid="245809" grpId="0" animBg="1"/>
      <p:bldP spid="50" grpId="0" build="p" autoUpdateAnimBg="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6371" name="Object 3"/>
          <p:cNvGraphicFramePr>
            <a:graphicFrameLocks noChangeAspect="1"/>
          </p:cNvGraphicFramePr>
          <p:nvPr/>
        </p:nvGraphicFramePr>
        <p:xfrm>
          <a:off x="3500438" y="1839913"/>
          <a:ext cx="1757362" cy="458787"/>
        </p:xfrm>
        <a:graphic>
          <a:graphicData uri="http://schemas.openxmlformats.org/presentationml/2006/ole">
            <p:oleObj spid="_x0000_s33794" name="Equation" r:id="rId3" imgW="596880" imgH="177480" progId="Equation.DSMT4">
              <p:embed/>
            </p:oleObj>
          </a:graphicData>
        </a:graphic>
      </p:graphicFrame>
      <p:graphicFrame>
        <p:nvGraphicFramePr>
          <p:cNvPr id="186372" name="Object 4"/>
          <p:cNvGraphicFramePr>
            <a:graphicFrameLocks noChangeAspect="1"/>
          </p:cNvGraphicFramePr>
          <p:nvPr/>
        </p:nvGraphicFramePr>
        <p:xfrm>
          <a:off x="3500438" y="2592388"/>
          <a:ext cx="1811337" cy="488950"/>
        </p:xfrm>
        <a:graphic>
          <a:graphicData uri="http://schemas.openxmlformats.org/presentationml/2006/ole">
            <p:oleObj spid="_x0000_s33795" name="Equation" r:id="rId4" imgW="634680" imgH="177480" progId="Equation.DSMT4">
              <p:embed/>
            </p:oleObj>
          </a:graphicData>
        </a:graphic>
      </p:graphicFrame>
      <p:graphicFrame>
        <p:nvGraphicFramePr>
          <p:cNvPr id="186373" name="Object 5"/>
          <p:cNvGraphicFramePr>
            <a:graphicFrameLocks noChangeAspect="1"/>
          </p:cNvGraphicFramePr>
          <p:nvPr/>
        </p:nvGraphicFramePr>
        <p:xfrm>
          <a:off x="3516313" y="3357563"/>
          <a:ext cx="1773237" cy="534987"/>
        </p:xfrm>
        <a:graphic>
          <a:graphicData uri="http://schemas.openxmlformats.org/presentationml/2006/ole">
            <p:oleObj spid="_x0000_s33796" name="Equation" r:id="rId5" imgW="685800" imgH="203040" progId="Equation.DSMT4">
              <p:embed/>
            </p:oleObj>
          </a:graphicData>
        </a:graphic>
      </p:graphicFrame>
      <p:sp>
        <p:nvSpPr>
          <p:cNvPr id="186374" name="Text Box 6"/>
          <p:cNvSpPr txBox="1">
            <a:spLocks noChangeArrowheads="1"/>
          </p:cNvSpPr>
          <p:nvPr/>
        </p:nvSpPr>
        <p:spPr bwMode="auto">
          <a:xfrm>
            <a:off x="862013" y="1801813"/>
            <a:ext cx="2701925" cy="457200"/>
          </a:xfrm>
          <a:prstGeom prst="rect">
            <a:avLst/>
          </a:prstGeom>
          <a:noFill/>
          <a:ln w="9525">
            <a:noFill/>
            <a:miter lim="800000"/>
            <a:headEnd/>
            <a:tailEnd/>
          </a:ln>
        </p:spPr>
        <p:txBody>
          <a:bodyPr>
            <a:spAutoFit/>
          </a:bodyPr>
          <a:lstStyle/>
          <a:p>
            <a:pPr>
              <a:lnSpc>
                <a:spcPct val="100000"/>
              </a:lnSpc>
            </a:pPr>
            <a:r>
              <a:rPr lang="zh-CN" altLang="en-US" sz="2400">
                <a:ea typeface="宋体" pitchFamily="2" charset="-122"/>
              </a:rPr>
              <a:t>质量为线分布</a:t>
            </a:r>
          </a:p>
        </p:txBody>
      </p:sp>
      <p:sp>
        <p:nvSpPr>
          <p:cNvPr id="186375" name="Text Box 7"/>
          <p:cNvSpPr txBox="1">
            <a:spLocks noChangeArrowheads="1"/>
          </p:cNvSpPr>
          <p:nvPr/>
        </p:nvSpPr>
        <p:spPr bwMode="auto">
          <a:xfrm>
            <a:off x="862013" y="2563813"/>
            <a:ext cx="2701925" cy="457200"/>
          </a:xfrm>
          <a:prstGeom prst="rect">
            <a:avLst/>
          </a:prstGeom>
          <a:noFill/>
          <a:ln w="9525">
            <a:noFill/>
            <a:miter lim="800000"/>
            <a:headEnd/>
            <a:tailEnd/>
          </a:ln>
        </p:spPr>
        <p:txBody>
          <a:bodyPr>
            <a:spAutoFit/>
          </a:bodyPr>
          <a:lstStyle/>
          <a:p>
            <a:pPr>
              <a:lnSpc>
                <a:spcPct val="100000"/>
              </a:lnSpc>
            </a:pPr>
            <a:r>
              <a:rPr lang="zh-CN" altLang="en-US" sz="2400">
                <a:ea typeface="宋体" pitchFamily="2" charset="-122"/>
              </a:rPr>
              <a:t>质量为面分布</a:t>
            </a:r>
          </a:p>
        </p:txBody>
      </p:sp>
      <p:sp>
        <p:nvSpPr>
          <p:cNvPr id="186376" name="Text Box 8"/>
          <p:cNvSpPr txBox="1">
            <a:spLocks noChangeArrowheads="1"/>
          </p:cNvSpPr>
          <p:nvPr/>
        </p:nvSpPr>
        <p:spPr bwMode="auto">
          <a:xfrm>
            <a:off x="862013" y="3325813"/>
            <a:ext cx="2773362" cy="457200"/>
          </a:xfrm>
          <a:prstGeom prst="rect">
            <a:avLst/>
          </a:prstGeom>
          <a:noFill/>
          <a:ln w="9525">
            <a:noFill/>
            <a:miter lim="800000"/>
            <a:headEnd/>
            <a:tailEnd/>
          </a:ln>
        </p:spPr>
        <p:txBody>
          <a:bodyPr>
            <a:spAutoFit/>
          </a:bodyPr>
          <a:lstStyle/>
          <a:p>
            <a:pPr>
              <a:lnSpc>
                <a:spcPct val="100000"/>
              </a:lnSpc>
            </a:pPr>
            <a:r>
              <a:rPr lang="zh-CN" altLang="en-US" sz="2400">
                <a:ea typeface="宋体" pitchFamily="2" charset="-122"/>
              </a:rPr>
              <a:t>质量为体分布</a:t>
            </a:r>
          </a:p>
        </p:txBody>
      </p:sp>
      <p:sp>
        <p:nvSpPr>
          <p:cNvPr id="186377" name="AutoShape 9"/>
          <p:cNvSpPr>
            <a:spLocks/>
          </p:cNvSpPr>
          <p:nvPr/>
        </p:nvSpPr>
        <p:spPr bwMode="auto">
          <a:xfrm>
            <a:off x="692150" y="1954213"/>
            <a:ext cx="228600" cy="1828800"/>
          </a:xfrm>
          <a:prstGeom prst="leftBrace">
            <a:avLst>
              <a:gd name="adj1" fmla="val 66667"/>
              <a:gd name="adj2" fmla="val 50000"/>
            </a:avLst>
          </a:prstGeom>
          <a:noFill/>
          <a:ln w="38100">
            <a:solidFill>
              <a:schemeClr val="tx1"/>
            </a:solidFill>
            <a:round/>
            <a:headEnd/>
            <a:tailEnd/>
          </a:ln>
        </p:spPr>
        <p:txBody>
          <a:bodyPr wrap="none" anchor="ctr"/>
          <a:lstStyle/>
          <a:p>
            <a:pPr algn="ctr">
              <a:lnSpc>
                <a:spcPct val="100000"/>
              </a:lnSpc>
              <a:spcBef>
                <a:spcPct val="0"/>
              </a:spcBef>
            </a:pPr>
            <a:endParaRPr lang="zh-CN" altLang="zh-CN" sz="2400" i="1">
              <a:solidFill>
                <a:srgbClr val="FF0000"/>
              </a:solidFill>
            </a:endParaRPr>
          </a:p>
        </p:txBody>
      </p:sp>
      <p:sp>
        <p:nvSpPr>
          <p:cNvPr id="186378" name="Text Box 10"/>
          <p:cNvSpPr txBox="1">
            <a:spLocks noChangeArrowheads="1"/>
          </p:cNvSpPr>
          <p:nvPr/>
        </p:nvSpPr>
        <p:spPr bwMode="auto">
          <a:xfrm>
            <a:off x="5873750" y="2106613"/>
            <a:ext cx="3116263" cy="1406525"/>
          </a:xfrm>
          <a:prstGeom prst="rect">
            <a:avLst/>
          </a:prstGeom>
          <a:noFill/>
          <a:ln w="9525">
            <a:noFill/>
            <a:miter lim="800000"/>
            <a:headEnd/>
            <a:tailEnd/>
          </a:ln>
        </p:spPr>
        <p:txBody>
          <a:bodyPr>
            <a:spAutoFit/>
          </a:bodyPr>
          <a:lstStyle/>
          <a:p>
            <a:r>
              <a:rPr lang="zh-CN" altLang="en-US" sz="2400">
                <a:ea typeface="宋体" pitchFamily="2" charset="-122"/>
              </a:rPr>
              <a:t>其中</a:t>
            </a:r>
            <a:r>
              <a:rPr lang="zh-CN" altLang="en-US" sz="2400" i="1">
                <a:solidFill>
                  <a:srgbClr val="FF6600"/>
                </a:solidFill>
                <a:ea typeface="宋体" pitchFamily="2" charset="-122"/>
                <a:sym typeface="Symbol" pitchFamily="18" charset="2"/>
              </a:rPr>
              <a:t></a:t>
            </a:r>
            <a:r>
              <a:rPr lang="zh-CN" altLang="en-US" sz="2400" i="1">
                <a:ea typeface="宋体" pitchFamily="2" charset="-122"/>
              </a:rPr>
              <a:t>、</a:t>
            </a:r>
            <a:r>
              <a:rPr lang="zh-CN" altLang="en-US" sz="2400" i="1">
                <a:solidFill>
                  <a:srgbClr val="FF6600"/>
                </a:solidFill>
                <a:ea typeface="宋体" pitchFamily="2" charset="-122"/>
                <a:sym typeface="Symbol" pitchFamily="18" charset="2"/>
              </a:rPr>
              <a:t></a:t>
            </a:r>
            <a:r>
              <a:rPr lang="zh-CN" altLang="en-US" sz="2400" i="1">
                <a:ea typeface="宋体" pitchFamily="2" charset="-122"/>
              </a:rPr>
              <a:t>、</a:t>
            </a:r>
            <a:r>
              <a:rPr lang="zh-CN" altLang="en-US" sz="2400" i="1">
                <a:solidFill>
                  <a:srgbClr val="FF6600"/>
                </a:solidFill>
                <a:ea typeface="宋体" pitchFamily="2" charset="-122"/>
                <a:sym typeface="Symbol" pitchFamily="18" charset="2"/>
              </a:rPr>
              <a:t></a:t>
            </a:r>
            <a:r>
              <a:rPr lang="zh-CN" altLang="en-US" sz="2400" i="1">
                <a:solidFill>
                  <a:srgbClr val="FF6600"/>
                </a:solidFill>
                <a:ea typeface="宋体" pitchFamily="2" charset="-122"/>
              </a:rPr>
              <a:t> </a:t>
            </a:r>
            <a:r>
              <a:rPr lang="zh-CN" altLang="en-US" sz="2400">
                <a:ea typeface="宋体" pitchFamily="2" charset="-122"/>
              </a:rPr>
              <a:t>分别为质量的线密度、面密度和体密度。</a:t>
            </a:r>
            <a:endParaRPr lang="zh-CN" altLang="en-US" sz="2400" i="1">
              <a:ea typeface="宋体" pitchFamily="2" charset="-122"/>
            </a:endParaRPr>
          </a:p>
        </p:txBody>
      </p:sp>
      <p:grpSp>
        <p:nvGrpSpPr>
          <p:cNvPr id="2" name="Group 11"/>
          <p:cNvGrpSpPr>
            <a:grpSpLocks/>
          </p:cNvGrpSpPr>
          <p:nvPr/>
        </p:nvGrpSpPr>
        <p:grpSpPr bwMode="auto">
          <a:xfrm>
            <a:off x="879475" y="4249738"/>
            <a:ext cx="1981200" cy="533400"/>
            <a:chOff x="240" y="3264"/>
            <a:chExt cx="1248" cy="336"/>
          </a:xfrm>
        </p:grpSpPr>
        <p:sp>
          <p:nvSpPr>
            <p:cNvPr id="33813" name="Rectangle 12"/>
            <p:cNvSpPr>
              <a:spLocks noChangeArrowheads="1"/>
            </p:cNvSpPr>
            <p:nvPr/>
          </p:nvSpPr>
          <p:spPr bwMode="auto">
            <a:xfrm>
              <a:off x="240" y="3264"/>
              <a:ext cx="1248" cy="48"/>
            </a:xfrm>
            <a:prstGeom prst="rect">
              <a:avLst/>
            </a:prstGeom>
            <a:gradFill rotWithShape="0">
              <a:gsLst>
                <a:gs pos="0">
                  <a:srgbClr val="764718"/>
                </a:gs>
                <a:gs pos="100000">
                  <a:srgbClr val="FF9933"/>
                </a:gs>
              </a:gsLst>
              <a:lin ang="5400000" scaled="1"/>
            </a:gradFill>
            <a:ln w="9525">
              <a:solidFill>
                <a:schemeClr val="tx1"/>
              </a:solidFill>
              <a:miter lim="800000"/>
              <a:headEnd/>
              <a:tailEnd/>
            </a:ln>
          </p:spPr>
          <p:txBody>
            <a:bodyPr wrap="none" anchor="ctr"/>
            <a:lstStyle/>
            <a:p>
              <a:endParaRPr lang="zh-CN" altLang="en-US"/>
            </a:p>
          </p:txBody>
        </p:sp>
        <p:grpSp>
          <p:nvGrpSpPr>
            <p:cNvPr id="33814" name="Group 13"/>
            <p:cNvGrpSpPr>
              <a:grpSpLocks/>
            </p:cNvGrpSpPr>
            <p:nvPr/>
          </p:nvGrpSpPr>
          <p:grpSpPr bwMode="auto">
            <a:xfrm>
              <a:off x="240" y="3552"/>
              <a:ext cx="1152" cy="48"/>
              <a:chOff x="240" y="3504"/>
              <a:chExt cx="1152" cy="48"/>
            </a:xfrm>
          </p:grpSpPr>
          <p:sp>
            <p:nvSpPr>
              <p:cNvPr id="33815" name="Oval 14"/>
              <p:cNvSpPr>
                <a:spLocks noChangeArrowheads="1"/>
              </p:cNvSpPr>
              <p:nvPr/>
            </p:nvSpPr>
            <p:spPr bwMode="auto">
              <a:xfrm>
                <a:off x="240" y="3504"/>
                <a:ext cx="192" cy="48"/>
              </a:xfrm>
              <a:prstGeom prst="ellipse">
                <a:avLst/>
              </a:prstGeom>
              <a:solidFill>
                <a:srgbClr val="663300"/>
              </a:solidFill>
              <a:ln w="9525">
                <a:solidFill>
                  <a:schemeClr val="tx1"/>
                </a:solidFill>
                <a:round/>
                <a:headEnd/>
                <a:tailEnd/>
              </a:ln>
            </p:spPr>
            <p:txBody>
              <a:bodyPr wrap="none" anchor="ctr"/>
              <a:lstStyle/>
              <a:p>
                <a:endParaRPr lang="zh-CN" altLang="en-US"/>
              </a:p>
            </p:txBody>
          </p:sp>
          <p:sp>
            <p:nvSpPr>
              <p:cNvPr id="33816" name="Oval 15"/>
              <p:cNvSpPr>
                <a:spLocks noChangeArrowheads="1"/>
              </p:cNvSpPr>
              <p:nvPr/>
            </p:nvSpPr>
            <p:spPr bwMode="auto">
              <a:xfrm>
                <a:off x="432" y="3504"/>
                <a:ext cx="192" cy="48"/>
              </a:xfrm>
              <a:prstGeom prst="ellipse">
                <a:avLst/>
              </a:prstGeom>
              <a:solidFill>
                <a:srgbClr val="663300"/>
              </a:solidFill>
              <a:ln w="9525">
                <a:solidFill>
                  <a:schemeClr val="tx1"/>
                </a:solidFill>
                <a:round/>
                <a:headEnd/>
                <a:tailEnd/>
              </a:ln>
            </p:spPr>
            <p:txBody>
              <a:bodyPr wrap="none" anchor="ctr"/>
              <a:lstStyle/>
              <a:p>
                <a:endParaRPr lang="zh-CN" altLang="en-US"/>
              </a:p>
            </p:txBody>
          </p:sp>
          <p:sp>
            <p:nvSpPr>
              <p:cNvPr id="33817" name="Oval 16"/>
              <p:cNvSpPr>
                <a:spLocks noChangeArrowheads="1"/>
              </p:cNvSpPr>
              <p:nvPr/>
            </p:nvSpPr>
            <p:spPr bwMode="auto">
              <a:xfrm>
                <a:off x="624" y="3504"/>
                <a:ext cx="192" cy="48"/>
              </a:xfrm>
              <a:prstGeom prst="ellipse">
                <a:avLst/>
              </a:prstGeom>
              <a:solidFill>
                <a:srgbClr val="663300"/>
              </a:solidFill>
              <a:ln w="9525">
                <a:solidFill>
                  <a:schemeClr val="tx1"/>
                </a:solidFill>
                <a:round/>
                <a:headEnd/>
                <a:tailEnd/>
              </a:ln>
            </p:spPr>
            <p:txBody>
              <a:bodyPr wrap="none" anchor="ctr"/>
              <a:lstStyle/>
              <a:p>
                <a:endParaRPr lang="zh-CN" altLang="en-US"/>
              </a:p>
            </p:txBody>
          </p:sp>
          <p:sp>
            <p:nvSpPr>
              <p:cNvPr id="33818" name="Oval 17"/>
              <p:cNvSpPr>
                <a:spLocks noChangeArrowheads="1"/>
              </p:cNvSpPr>
              <p:nvPr/>
            </p:nvSpPr>
            <p:spPr bwMode="auto">
              <a:xfrm>
                <a:off x="816" y="3504"/>
                <a:ext cx="192" cy="48"/>
              </a:xfrm>
              <a:prstGeom prst="ellipse">
                <a:avLst/>
              </a:prstGeom>
              <a:solidFill>
                <a:srgbClr val="663300"/>
              </a:solidFill>
              <a:ln w="9525">
                <a:solidFill>
                  <a:schemeClr val="tx1"/>
                </a:solidFill>
                <a:round/>
                <a:headEnd/>
                <a:tailEnd/>
              </a:ln>
            </p:spPr>
            <p:txBody>
              <a:bodyPr wrap="none" anchor="ctr"/>
              <a:lstStyle/>
              <a:p>
                <a:endParaRPr lang="zh-CN" altLang="en-US"/>
              </a:p>
            </p:txBody>
          </p:sp>
          <p:sp>
            <p:nvSpPr>
              <p:cNvPr id="33819" name="Oval 18"/>
              <p:cNvSpPr>
                <a:spLocks noChangeArrowheads="1"/>
              </p:cNvSpPr>
              <p:nvPr/>
            </p:nvSpPr>
            <p:spPr bwMode="auto">
              <a:xfrm>
                <a:off x="1008" y="3504"/>
                <a:ext cx="192" cy="48"/>
              </a:xfrm>
              <a:prstGeom prst="ellipse">
                <a:avLst/>
              </a:prstGeom>
              <a:solidFill>
                <a:srgbClr val="663300"/>
              </a:solidFill>
              <a:ln w="9525">
                <a:solidFill>
                  <a:schemeClr val="tx1"/>
                </a:solidFill>
                <a:round/>
                <a:headEnd/>
                <a:tailEnd/>
              </a:ln>
            </p:spPr>
            <p:txBody>
              <a:bodyPr wrap="none" anchor="ctr"/>
              <a:lstStyle/>
              <a:p>
                <a:endParaRPr lang="zh-CN" altLang="en-US"/>
              </a:p>
            </p:txBody>
          </p:sp>
          <p:sp>
            <p:nvSpPr>
              <p:cNvPr id="33820" name="Oval 19"/>
              <p:cNvSpPr>
                <a:spLocks noChangeArrowheads="1"/>
              </p:cNvSpPr>
              <p:nvPr/>
            </p:nvSpPr>
            <p:spPr bwMode="auto">
              <a:xfrm>
                <a:off x="1200" y="3504"/>
                <a:ext cx="192" cy="48"/>
              </a:xfrm>
              <a:prstGeom prst="ellipse">
                <a:avLst/>
              </a:prstGeom>
              <a:solidFill>
                <a:srgbClr val="663300"/>
              </a:solidFill>
              <a:ln w="9525">
                <a:solidFill>
                  <a:schemeClr val="tx1"/>
                </a:solidFill>
                <a:round/>
                <a:headEnd/>
                <a:tailEnd/>
              </a:ln>
            </p:spPr>
            <p:txBody>
              <a:bodyPr wrap="none" anchor="ctr"/>
              <a:lstStyle/>
              <a:p>
                <a:endParaRPr lang="zh-CN" altLang="en-US"/>
              </a:p>
            </p:txBody>
          </p:sp>
        </p:grpSp>
      </p:grpSp>
      <p:grpSp>
        <p:nvGrpSpPr>
          <p:cNvPr id="4" name="Group 20"/>
          <p:cNvGrpSpPr>
            <a:grpSpLocks/>
          </p:cNvGrpSpPr>
          <p:nvPr/>
        </p:nvGrpSpPr>
        <p:grpSpPr bwMode="auto">
          <a:xfrm>
            <a:off x="3927475" y="4097338"/>
            <a:ext cx="914400" cy="990600"/>
            <a:chOff x="2112" y="3120"/>
            <a:chExt cx="576" cy="624"/>
          </a:xfrm>
        </p:grpSpPr>
        <p:sp>
          <p:nvSpPr>
            <p:cNvPr id="33811" name="Rectangle 21"/>
            <p:cNvSpPr>
              <a:spLocks noChangeArrowheads="1"/>
            </p:cNvSpPr>
            <p:nvPr/>
          </p:nvSpPr>
          <p:spPr bwMode="auto">
            <a:xfrm>
              <a:off x="2112" y="3120"/>
              <a:ext cx="528" cy="288"/>
            </a:xfrm>
            <a:prstGeom prst="rect">
              <a:avLst/>
            </a:prstGeom>
            <a:solidFill>
              <a:schemeClr val="accent1"/>
            </a:solidFill>
            <a:ln w="9525">
              <a:solidFill>
                <a:schemeClr val="tx1"/>
              </a:solidFill>
              <a:miter lim="800000"/>
              <a:headEnd/>
              <a:tailEnd/>
            </a:ln>
          </p:spPr>
          <p:txBody>
            <a:bodyPr wrap="none" anchor="ctr"/>
            <a:lstStyle/>
            <a:p>
              <a:endParaRPr lang="zh-CN" altLang="en-US"/>
            </a:p>
          </p:txBody>
        </p:sp>
        <p:sp>
          <p:nvSpPr>
            <p:cNvPr id="33812" name="Oval 22"/>
            <p:cNvSpPr>
              <a:spLocks noChangeArrowheads="1"/>
            </p:cNvSpPr>
            <p:nvPr/>
          </p:nvSpPr>
          <p:spPr bwMode="auto">
            <a:xfrm>
              <a:off x="2112" y="3552"/>
              <a:ext cx="576" cy="192"/>
            </a:xfrm>
            <a:prstGeom prst="ellipse">
              <a:avLst/>
            </a:prstGeom>
            <a:solidFill>
              <a:srgbClr val="990033"/>
            </a:solidFill>
            <a:ln w="9525">
              <a:solidFill>
                <a:schemeClr val="tx1"/>
              </a:solidFill>
              <a:round/>
              <a:headEnd/>
              <a:tailEnd/>
            </a:ln>
          </p:spPr>
          <p:txBody>
            <a:bodyPr wrap="none" anchor="ctr"/>
            <a:lstStyle/>
            <a:p>
              <a:endParaRPr lang="zh-CN" altLang="en-US"/>
            </a:p>
          </p:txBody>
        </p:sp>
      </p:grpSp>
      <p:grpSp>
        <p:nvGrpSpPr>
          <p:cNvPr id="5" name="Group 23"/>
          <p:cNvGrpSpPr>
            <a:grpSpLocks/>
          </p:cNvGrpSpPr>
          <p:nvPr/>
        </p:nvGrpSpPr>
        <p:grpSpPr bwMode="auto">
          <a:xfrm>
            <a:off x="5832475" y="4097338"/>
            <a:ext cx="2438400" cy="838200"/>
            <a:chOff x="3360" y="3168"/>
            <a:chExt cx="1536" cy="528"/>
          </a:xfrm>
        </p:grpSpPr>
        <p:sp>
          <p:nvSpPr>
            <p:cNvPr id="33809" name="AutoShape 24"/>
            <p:cNvSpPr>
              <a:spLocks noChangeArrowheads="1"/>
            </p:cNvSpPr>
            <p:nvPr/>
          </p:nvSpPr>
          <p:spPr bwMode="auto">
            <a:xfrm>
              <a:off x="3360" y="3168"/>
              <a:ext cx="480" cy="528"/>
            </a:xfrm>
            <a:prstGeom prst="can">
              <a:avLst>
                <a:gd name="adj" fmla="val 36667"/>
              </a:avLst>
            </a:prstGeom>
            <a:gradFill rotWithShape="0">
              <a:gsLst>
                <a:gs pos="0">
                  <a:srgbClr val="FF9900"/>
                </a:gs>
                <a:gs pos="50000">
                  <a:srgbClr val="764700"/>
                </a:gs>
                <a:gs pos="100000">
                  <a:srgbClr val="FF9900"/>
                </a:gs>
              </a:gsLst>
              <a:lin ang="0" scaled="1"/>
            </a:gradFill>
            <a:ln w="9525">
              <a:solidFill>
                <a:schemeClr val="tx1"/>
              </a:solidFill>
              <a:round/>
              <a:headEnd/>
              <a:tailEnd/>
            </a:ln>
          </p:spPr>
          <p:txBody>
            <a:bodyPr wrap="none" anchor="ctr"/>
            <a:lstStyle/>
            <a:p>
              <a:endParaRPr lang="zh-CN" altLang="en-US"/>
            </a:p>
          </p:txBody>
        </p:sp>
        <p:sp>
          <p:nvSpPr>
            <p:cNvPr id="33810" name="AutoShape 25"/>
            <p:cNvSpPr>
              <a:spLocks noChangeArrowheads="1"/>
            </p:cNvSpPr>
            <p:nvPr/>
          </p:nvSpPr>
          <p:spPr bwMode="auto">
            <a:xfrm>
              <a:off x="4032" y="3168"/>
              <a:ext cx="864" cy="480"/>
            </a:xfrm>
            <a:prstGeom prst="cube">
              <a:avLst>
                <a:gd name="adj" fmla="val 25000"/>
              </a:avLst>
            </a:prstGeom>
            <a:gradFill rotWithShape="0">
              <a:gsLst>
                <a:gs pos="0">
                  <a:srgbClr val="760076"/>
                </a:gs>
                <a:gs pos="50000">
                  <a:srgbClr val="FF00FF"/>
                </a:gs>
                <a:gs pos="100000">
                  <a:srgbClr val="760076"/>
                </a:gs>
              </a:gsLst>
              <a:lin ang="5400000" scaled="1"/>
            </a:gradFill>
            <a:ln w="9525">
              <a:solidFill>
                <a:schemeClr val="tx1"/>
              </a:solidFill>
              <a:miter lim="800000"/>
              <a:headEnd/>
              <a:tailEnd/>
            </a:ln>
          </p:spPr>
          <p:txBody>
            <a:bodyPr wrap="none" anchor="ctr"/>
            <a:lstStyle/>
            <a:p>
              <a:endParaRPr lang="zh-CN" altLang="en-US"/>
            </a:p>
          </p:txBody>
        </p:sp>
      </p:grpSp>
      <p:sp>
        <p:nvSpPr>
          <p:cNvPr id="186394" name="Text Box 26"/>
          <p:cNvSpPr txBox="1">
            <a:spLocks noChangeArrowheads="1"/>
          </p:cNvSpPr>
          <p:nvPr/>
        </p:nvSpPr>
        <p:spPr bwMode="auto">
          <a:xfrm>
            <a:off x="1108075" y="5087938"/>
            <a:ext cx="1497013" cy="457200"/>
          </a:xfrm>
          <a:prstGeom prst="rect">
            <a:avLst/>
          </a:prstGeom>
          <a:noFill/>
          <a:ln w="9525">
            <a:noFill/>
            <a:miter lim="800000"/>
            <a:headEnd/>
            <a:tailEnd/>
          </a:ln>
        </p:spPr>
        <p:txBody>
          <a:bodyPr>
            <a:spAutoFit/>
          </a:bodyPr>
          <a:lstStyle/>
          <a:p>
            <a:pPr>
              <a:lnSpc>
                <a:spcPct val="100000"/>
              </a:lnSpc>
            </a:pPr>
            <a:r>
              <a:rPr lang="zh-CN" altLang="en-US" sz="2400">
                <a:ea typeface="宋体" pitchFamily="2" charset="-122"/>
              </a:rPr>
              <a:t>线分布</a:t>
            </a:r>
          </a:p>
        </p:txBody>
      </p:sp>
      <p:sp>
        <p:nvSpPr>
          <p:cNvPr id="186395" name="Text Box 27"/>
          <p:cNvSpPr txBox="1">
            <a:spLocks noChangeArrowheads="1"/>
          </p:cNvSpPr>
          <p:nvPr/>
        </p:nvSpPr>
        <p:spPr bwMode="auto">
          <a:xfrm>
            <a:off x="3698875" y="5087938"/>
            <a:ext cx="1498600" cy="457200"/>
          </a:xfrm>
          <a:prstGeom prst="rect">
            <a:avLst/>
          </a:prstGeom>
          <a:noFill/>
          <a:ln w="9525">
            <a:noFill/>
            <a:miter lim="800000"/>
            <a:headEnd/>
            <a:tailEnd/>
          </a:ln>
        </p:spPr>
        <p:txBody>
          <a:bodyPr>
            <a:spAutoFit/>
          </a:bodyPr>
          <a:lstStyle/>
          <a:p>
            <a:pPr>
              <a:lnSpc>
                <a:spcPct val="100000"/>
              </a:lnSpc>
            </a:pPr>
            <a:r>
              <a:rPr lang="zh-CN" altLang="en-US" sz="2400">
                <a:ea typeface="宋体" pitchFamily="2" charset="-122"/>
              </a:rPr>
              <a:t>面分布</a:t>
            </a:r>
          </a:p>
        </p:txBody>
      </p:sp>
      <p:sp>
        <p:nvSpPr>
          <p:cNvPr id="186396" name="Text Box 28"/>
          <p:cNvSpPr txBox="1">
            <a:spLocks noChangeArrowheads="1"/>
          </p:cNvSpPr>
          <p:nvPr/>
        </p:nvSpPr>
        <p:spPr bwMode="auto">
          <a:xfrm>
            <a:off x="6289675" y="5087938"/>
            <a:ext cx="1500188" cy="457200"/>
          </a:xfrm>
          <a:prstGeom prst="rect">
            <a:avLst/>
          </a:prstGeom>
          <a:noFill/>
          <a:ln w="9525">
            <a:noFill/>
            <a:miter lim="800000"/>
            <a:headEnd/>
            <a:tailEnd/>
          </a:ln>
        </p:spPr>
        <p:txBody>
          <a:bodyPr>
            <a:spAutoFit/>
          </a:bodyPr>
          <a:lstStyle/>
          <a:p>
            <a:pPr>
              <a:lnSpc>
                <a:spcPct val="100000"/>
              </a:lnSpc>
            </a:pPr>
            <a:r>
              <a:rPr lang="zh-CN" altLang="en-US" sz="2400">
                <a:ea typeface="宋体" pitchFamily="2" charset="-122"/>
              </a:rPr>
              <a:t>体分布</a:t>
            </a:r>
          </a:p>
        </p:txBody>
      </p:sp>
      <p:sp>
        <p:nvSpPr>
          <p:cNvPr id="186397" name="Text Box 29"/>
          <p:cNvSpPr txBox="1">
            <a:spLocks noChangeArrowheads="1"/>
          </p:cNvSpPr>
          <p:nvPr/>
        </p:nvSpPr>
        <p:spPr bwMode="auto">
          <a:xfrm>
            <a:off x="611188" y="928688"/>
            <a:ext cx="7632700" cy="457200"/>
          </a:xfrm>
          <a:prstGeom prst="rect">
            <a:avLst/>
          </a:prstGeom>
          <a:noFill/>
          <a:ln w="9525">
            <a:noFill/>
            <a:miter lim="800000"/>
            <a:headEnd/>
            <a:tailEnd/>
          </a:ln>
        </p:spPr>
        <p:txBody>
          <a:bodyPr>
            <a:spAutoFit/>
          </a:bodyPr>
          <a:lstStyle/>
          <a:p>
            <a:pPr>
              <a:lnSpc>
                <a:spcPct val="100000"/>
              </a:lnSpc>
            </a:pPr>
            <a:r>
              <a:rPr lang="en-US" altLang="zh-CN" sz="2400">
                <a:solidFill>
                  <a:srgbClr val="FF6600"/>
                </a:solidFill>
                <a:ea typeface="宋体" pitchFamily="2" charset="-122"/>
              </a:rPr>
              <a:t>d</a:t>
            </a:r>
            <a:r>
              <a:rPr lang="en-US" altLang="zh-CN" sz="2400" i="1">
                <a:solidFill>
                  <a:srgbClr val="FF6600"/>
                </a:solidFill>
                <a:ea typeface="宋体" pitchFamily="2" charset="-122"/>
              </a:rPr>
              <a:t>m </a:t>
            </a:r>
            <a:r>
              <a:rPr lang="zh-CN" altLang="en-US" sz="2400">
                <a:ea typeface="宋体" pitchFamily="2" charset="-122"/>
              </a:rPr>
              <a:t>为质量元，简称质元。其计算方法如下：</a:t>
            </a:r>
            <a:endParaRPr lang="zh-CN" altLang="en-US" sz="2400" i="1">
              <a:ea typeface="宋体"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8639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iterate type="wd">
                                    <p:tmAbs val="300"/>
                                  </p:iterate>
                                  <p:childTnLst>
                                    <p:set>
                                      <p:cBhvr>
                                        <p:cTn id="10" dur="1" fill="hold">
                                          <p:stCondLst>
                                            <p:cond delay="299"/>
                                          </p:stCondLst>
                                        </p:cTn>
                                        <p:tgtEl>
                                          <p:spTgt spid="18637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18637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iterate type="wd">
                                    <p:tmAbs val="300"/>
                                  </p:iterate>
                                  <p:childTnLst>
                                    <p:set>
                                      <p:cBhvr>
                                        <p:cTn id="18" dur="1" fill="hold">
                                          <p:stCondLst>
                                            <p:cond delay="299"/>
                                          </p:stCondLst>
                                        </p:cTn>
                                        <p:tgtEl>
                                          <p:spTgt spid="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18639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iterate type="wd">
                                    <p:tmAbs val="300"/>
                                  </p:iterate>
                                  <p:childTnLst>
                                    <p:set>
                                      <p:cBhvr>
                                        <p:cTn id="26" dur="1" fill="hold">
                                          <p:stCondLst>
                                            <p:cond delay="299"/>
                                          </p:stCondLst>
                                        </p:cTn>
                                        <p:tgtEl>
                                          <p:spTgt spid="18637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499"/>
                                          </p:stCondLst>
                                        </p:cTn>
                                        <p:tgtEl>
                                          <p:spTgt spid="18637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iterate type="wd">
                                    <p:tmAbs val="300"/>
                                  </p:iterate>
                                  <p:childTnLst>
                                    <p:set>
                                      <p:cBhvr>
                                        <p:cTn id="34" dur="1" fill="hold">
                                          <p:stCondLst>
                                            <p:cond delay="299"/>
                                          </p:stCondLst>
                                        </p:cTn>
                                        <p:tgtEl>
                                          <p:spTgt spid="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499"/>
                                          </p:stCondLst>
                                        </p:cTn>
                                        <p:tgtEl>
                                          <p:spTgt spid="18639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iterate type="wd">
                                    <p:tmAbs val="300"/>
                                  </p:iterate>
                                  <p:childTnLst>
                                    <p:set>
                                      <p:cBhvr>
                                        <p:cTn id="42" dur="1" fill="hold">
                                          <p:stCondLst>
                                            <p:cond delay="299"/>
                                          </p:stCondLst>
                                        </p:cTn>
                                        <p:tgtEl>
                                          <p:spTgt spid="186372"/>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499"/>
                                          </p:stCondLst>
                                        </p:cTn>
                                        <p:tgtEl>
                                          <p:spTgt spid="186376"/>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iterate type="wd">
                                    <p:tmAbs val="300"/>
                                  </p:iterate>
                                  <p:childTnLst>
                                    <p:set>
                                      <p:cBhvr>
                                        <p:cTn id="50" dur="1" fill="hold">
                                          <p:stCondLst>
                                            <p:cond delay="299"/>
                                          </p:stCondLst>
                                        </p:cTn>
                                        <p:tgtEl>
                                          <p:spTgt spid="5"/>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499"/>
                                          </p:stCondLst>
                                        </p:cTn>
                                        <p:tgtEl>
                                          <p:spTgt spid="186396"/>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iterate type="wd">
                                    <p:tmAbs val="300"/>
                                  </p:iterate>
                                  <p:childTnLst>
                                    <p:set>
                                      <p:cBhvr>
                                        <p:cTn id="58" dur="1" fill="hold">
                                          <p:stCondLst>
                                            <p:cond delay="299"/>
                                          </p:stCondLst>
                                        </p:cTn>
                                        <p:tgtEl>
                                          <p:spTgt spid="186373"/>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499"/>
                                          </p:stCondLst>
                                        </p:cTn>
                                        <p:tgtEl>
                                          <p:spTgt spid="18637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6374" grpId="0" autoUpdateAnimBg="0"/>
      <p:bldP spid="186375" grpId="0" autoUpdateAnimBg="0"/>
      <p:bldP spid="186376" grpId="0" autoUpdateAnimBg="0"/>
      <p:bldP spid="186377" grpId="0" animBg="1" autoUpdateAnimBg="0"/>
      <p:bldP spid="186378" grpId="0" autoUpdateAnimBg="0"/>
      <p:bldP spid="186394" grpId="0" autoUpdateAnimBg="0"/>
      <p:bldP spid="186395" grpId="0" autoUpdateAnimBg="0"/>
      <p:bldP spid="186396" grpId="0" autoUpdateAnimBg="0"/>
      <p:bldP spid="186397" grpId="0" autoUpdateAnimBg="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7810" name="Text Box 2"/>
          <p:cNvSpPr txBox="1">
            <a:spLocks noChangeArrowheads="1"/>
          </p:cNvSpPr>
          <p:nvPr/>
        </p:nvSpPr>
        <p:spPr bwMode="auto">
          <a:xfrm>
            <a:off x="161925" y="458788"/>
            <a:ext cx="836613" cy="457200"/>
          </a:xfrm>
          <a:prstGeom prst="rect">
            <a:avLst/>
          </a:prstGeom>
          <a:noFill/>
          <a:ln w="9525" algn="ctr">
            <a:noFill/>
            <a:miter lim="800000"/>
            <a:headEnd/>
            <a:tailEnd/>
          </a:ln>
        </p:spPr>
        <p:txBody>
          <a:bodyPr>
            <a:spAutoFit/>
          </a:bodyPr>
          <a:lstStyle/>
          <a:p>
            <a:pPr>
              <a:lnSpc>
                <a:spcPct val="100000"/>
              </a:lnSpc>
            </a:pPr>
            <a:r>
              <a:rPr lang="zh-CN" altLang="en-US" sz="2400">
                <a:solidFill>
                  <a:srgbClr val="FF0000"/>
                </a:solidFill>
                <a:ea typeface="宋体" pitchFamily="2" charset="-122"/>
              </a:rPr>
              <a:t>例</a:t>
            </a:r>
          </a:p>
        </p:txBody>
      </p:sp>
      <p:sp>
        <p:nvSpPr>
          <p:cNvPr id="247811" name="Text Box 3"/>
          <p:cNvSpPr txBox="1">
            <a:spLocks noChangeArrowheads="1"/>
          </p:cNvSpPr>
          <p:nvPr/>
        </p:nvSpPr>
        <p:spPr bwMode="auto">
          <a:xfrm>
            <a:off x="746125" y="414338"/>
            <a:ext cx="8147050" cy="933450"/>
          </a:xfrm>
          <a:prstGeom prst="rect">
            <a:avLst/>
          </a:prstGeom>
          <a:noFill/>
          <a:ln w="9525">
            <a:noFill/>
            <a:miter lim="800000"/>
            <a:headEnd/>
            <a:tailEnd/>
          </a:ln>
        </p:spPr>
        <p:txBody>
          <a:bodyPr>
            <a:spAutoFit/>
          </a:bodyPr>
          <a:lstStyle/>
          <a:p>
            <a:pPr>
              <a:lnSpc>
                <a:spcPct val="115000"/>
              </a:lnSpc>
              <a:spcBef>
                <a:spcPct val="0"/>
              </a:spcBef>
            </a:pPr>
            <a:r>
              <a:rPr kumimoji="0" lang="zh-CN" altLang="en-US" sz="2400">
                <a:latin typeface="宋体" pitchFamily="2" charset="-122"/>
                <a:ea typeface="宋体" pitchFamily="2" charset="-122"/>
              </a:rPr>
              <a:t>一块匀质长方形薄板，边长为</a:t>
            </a:r>
            <a:r>
              <a:rPr kumimoji="0" lang="en-US" altLang="zh-CN" sz="2400" i="1">
                <a:solidFill>
                  <a:srgbClr val="FF6600"/>
                </a:solidFill>
                <a:ea typeface="宋体" pitchFamily="2" charset="-122"/>
              </a:rPr>
              <a:t>a</a:t>
            </a:r>
            <a:r>
              <a:rPr kumimoji="0" lang="en-US" altLang="zh-CN" sz="2400" i="1">
                <a:solidFill>
                  <a:srgbClr val="FFFF00"/>
                </a:solidFill>
                <a:ea typeface="宋体" pitchFamily="2" charset="-122"/>
              </a:rPr>
              <a:t> </a:t>
            </a:r>
            <a:r>
              <a:rPr kumimoji="0" lang="zh-CN" altLang="en-US" sz="2400">
                <a:latin typeface="宋体" pitchFamily="2" charset="-122"/>
                <a:ea typeface="宋体" pitchFamily="2" charset="-122"/>
              </a:rPr>
              <a:t>和</a:t>
            </a:r>
            <a:r>
              <a:rPr kumimoji="0" lang="en-US" altLang="zh-CN" sz="2400" i="1">
                <a:solidFill>
                  <a:srgbClr val="FF6600"/>
                </a:solidFill>
                <a:ea typeface="宋体" pitchFamily="2" charset="-122"/>
              </a:rPr>
              <a:t>b </a:t>
            </a:r>
            <a:r>
              <a:rPr kumimoji="0" lang="zh-CN" altLang="en-US" sz="2400">
                <a:latin typeface="宋体" pitchFamily="2" charset="-122"/>
                <a:ea typeface="宋体" pitchFamily="2" charset="-122"/>
              </a:rPr>
              <a:t>，以中心 </a:t>
            </a:r>
            <a:r>
              <a:rPr kumimoji="0" lang="en-US" altLang="zh-CN" sz="2400" i="1">
                <a:solidFill>
                  <a:srgbClr val="FF6600"/>
                </a:solidFill>
                <a:ea typeface="宋体" pitchFamily="2" charset="-122"/>
              </a:rPr>
              <a:t>o </a:t>
            </a:r>
            <a:r>
              <a:rPr kumimoji="0" lang="zh-CN" altLang="en-US" sz="2400">
                <a:latin typeface="宋体" pitchFamily="2" charset="-122"/>
                <a:ea typeface="宋体" pitchFamily="2" charset="-122"/>
              </a:rPr>
              <a:t>为原点建立如图所示坐标系。设薄板质量为 </a:t>
            </a:r>
            <a:r>
              <a:rPr kumimoji="0" lang="en-US" altLang="zh-CN" sz="2400" i="1">
                <a:solidFill>
                  <a:srgbClr val="FF6600"/>
                </a:solidFill>
                <a:ea typeface="宋体" pitchFamily="2" charset="-122"/>
              </a:rPr>
              <a:t>m </a:t>
            </a:r>
            <a:r>
              <a:rPr kumimoji="0" lang="zh-CN" altLang="en-US" sz="2400">
                <a:latin typeface="宋体" pitchFamily="2" charset="-122"/>
                <a:ea typeface="宋体" pitchFamily="2" charset="-122"/>
              </a:rPr>
              <a:t>，</a:t>
            </a:r>
          </a:p>
        </p:txBody>
      </p:sp>
      <p:sp>
        <p:nvSpPr>
          <p:cNvPr id="247812" name="Text Box 4"/>
          <p:cNvSpPr txBox="1">
            <a:spLocks noChangeArrowheads="1"/>
          </p:cNvSpPr>
          <p:nvPr/>
        </p:nvSpPr>
        <p:spPr bwMode="auto">
          <a:xfrm>
            <a:off x="161925" y="1403350"/>
            <a:ext cx="836613" cy="457200"/>
          </a:xfrm>
          <a:prstGeom prst="rect">
            <a:avLst/>
          </a:prstGeom>
          <a:noFill/>
          <a:ln w="9525" algn="ctr">
            <a:noFill/>
            <a:miter lim="800000"/>
            <a:headEnd/>
            <a:tailEnd/>
          </a:ln>
        </p:spPr>
        <p:txBody>
          <a:bodyPr>
            <a:spAutoFit/>
          </a:bodyPr>
          <a:lstStyle/>
          <a:p>
            <a:pPr>
              <a:lnSpc>
                <a:spcPct val="100000"/>
              </a:lnSpc>
            </a:pPr>
            <a:r>
              <a:rPr lang="zh-CN" altLang="en-US" sz="2400">
                <a:solidFill>
                  <a:srgbClr val="FF0000"/>
                </a:solidFill>
                <a:ea typeface="宋体" pitchFamily="2" charset="-122"/>
              </a:rPr>
              <a:t>求</a:t>
            </a:r>
          </a:p>
        </p:txBody>
      </p:sp>
      <p:sp>
        <p:nvSpPr>
          <p:cNvPr id="247813" name="Text Box 5"/>
          <p:cNvSpPr txBox="1">
            <a:spLocks noChangeArrowheads="1"/>
          </p:cNvSpPr>
          <p:nvPr/>
        </p:nvSpPr>
        <p:spPr bwMode="auto">
          <a:xfrm>
            <a:off x="792163" y="1358900"/>
            <a:ext cx="7138987" cy="512763"/>
          </a:xfrm>
          <a:prstGeom prst="rect">
            <a:avLst/>
          </a:prstGeom>
          <a:noFill/>
          <a:ln w="9525">
            <a:noFill/>
            <a:miter lim="800000"/>
            <a:headEnd/>
            <a:tailEnd/>
          </a:ln>
        </p:spPr>
        <p:txBody>
          <a:bodyPr>
            <a:spAutoFit/>
          </a:bodyPr>
          <a:lstStyle/>
          <a:p>
            <a:pPr>
              <a:lnSpc>
                <a:spcPct val="115000"/>
              </a:lnSpc>
              <a:spcBef>
                <a:spcPct val="0"/>
              </a:spcBef>
            </a:pPr>
            <a:r>
              <a:rPr kumimoji="0" lang="zh-CN" altLang="en-US" sz="2400">
                <a:latin typeface="宋体" pitchFamily="2" charset="-122"/>
                <a:ea typeface="宋体" pitchFamily="2" charset="-122"/>
              </a:rPr>
              <a:t>薄板分别对 </a:t>
            </a:r>
            <a:r>
              <a:rPr kumimoji="0" lang="en-US" altLang="zh-CN" sz="2400" i="1">
                <a:solidFill>
                  <a:srgbClr val="FF6600"/>
                </a:solidFill>
                <a:ea typeface="宋体" pitchFamily="2" charset="-122"/>
              </a:rPr>
              <a:t>ox </a:t>
            </a:r>
            <a:r>
              <a:rPr kumimoji="0" lang="zh-CN" altLang="en-US" sz="2400">
                <a:latin typeface="宋体" pitchFamily="2" charset="-122"/>
                <a:ea typeface="宋体" pitchFamily="2" charset="-122"/>
              </a:rPr>
              <a:t>轴、</a:t>
            </a:r>
            <a:r>
              <a:rPr kumimoji="0" lang="en-US" altLang="zh-CN" sz="2400" i="1">
                <a:solidFill>
                  <a:srgbClr val="FF6600"/>
                </a:solidFill>
                <a:ea typeface="宋体" pitchFamily="2" charset="-122"/>
              </a:rPr>
              <a:t>oy </a:t>
            </a:r>
            <a:r>
              <a:rPr kumimoji="0" lang="zh-CN" altLang="en-US" sz="2400">
                <a:latin typeface="宋体" pitchFamily="2" charset="-122"/>
                <a:ea typeface="宋体" pitchFamily="2" charset="-122"/>
              </a:rPr>
              <a:t>轴、</a:t>
            </a:r>
            <a:r>
              <a:rPr kumimoji="0" lang="en-US" altLang="zh-CN" sz="2400" i="1">
                <a:solidFill>
                  <a:srgbClr val="FF6600"/>
                </a:solidFill>
                <a:ea typeface="宋体" pitchFamily="2" charset="-122"/>
              </a:rPr>
              <a:t>oz </a:t>
            </a:r>
            <a:r>
              <a:rPr kumimoji="0" lang="zh-CN" altLang="en-US" sz="2400">
                <a:latin typeface="宋体" pitchFamily="2" charset="-122"/>
                <a:ea typeface="宋体" pitchFamily="2" charset="-122"/>
              </a:rPr>
              <a:t>轴的转动惯量。</a:t>
            </a:r>
          </a:p>
        </p:txBody>
      </p:sp>
      <p:sp>
        <p:nvSpPr>
          <p:cNvPr id="247814" name="Rectangle 6"/>
          <p:cNvSpPr>
            <a:spLocks noChangeArrowheads="1"/>
          </p:cNvSpPr>
          <p:nvPr/>
        </p:nvSpPr>
        <p:spPr bwMode="auto">
          <a:xfrm flipV="1">
            <a:off x="6110288" y="3400425"/>
            <a:ext cx="1800225" cy="71438"/>
          </a:xfrm>
          <a:prstGeom prst="rect">
            <a:avLst/>
          </a:prstGeom>
          <a:solidFill>
            <a:srgbClr val="00FF00"/>
          </a:solidFill>
          <a:ln w="9525">
            <a:solidFill>
              <a:srgbClr val="008000"/>
            </a:solidFill>
            <a:miter lim="800000"/>
            <a:headEnd/>
            <a:tailEnd/>
          </a:ln>
        </p:spPr>
        <p:txBody>
          <a:bodyPr wrap="none" anchor="ctr"/>
          <a:lstStyle/>
          <a:p>
            <a:endParaRPr lang="zh-CN" altLang="en-US"/>
          </a:p>
        </p:txBody>
      </p:sp>
      <p:sp>
        <p:nvSpPr>
          <p:cNvPr id="247815" name="Text Box 7"/>
          <p:cNvSpPr txBox="1">
            <a:spLocks noChangeArrowheads="1"/>
          </p:cNvSpPr>
          <p:nvPr/>
        </p:nvSpPr>
        <p:spPr bwMode="auto">
          <a:xfrm>
            <a:off x="161925" y="1925638"/>
            <a:ext cx="1081088" cy="457200"/>
          </a:xfrm>
          <a:prstGeom prst="rect">
            <a:avLst/>
          </a:prstGeom>
          <a:noFill/>
          <a:ln w="9525">
            <a:noFill/>
            <a:miter lim="800000"/>
            <a:headEnd/>
            <a:tailEnd/>
          </a:ln>
        </p:spPr>
        <p:txBody>
          <a:bodyPr>
            <a:spAutoFit/>
          </a:bodyPr>
          <a:lstStyle/>
          <a:p>
            <a:pPr>
              <a:lnSpc>
                <a:spcPct val="100000"/>
              </a:lnSpc>
            </a:pPr>
            <a:r>
              <a:rPr kumimoji="0" lang="zh-CN" altLang="en-US" sz="2400">
                <a:solidFill>
                  <a:srgbClr val="FF0000"/>
                </a:solidFill>
                <a:latin typeface="Arial" charset="0"/>
                <a:ea typeface="宋体" pitchFamily="2" charset="-122"/>
              </a:rPr>
              <a:t>解</a:t>
            </a:r>
          </a:p>
        </p:txBody>
      </p:sp>
      <p:sp>
        <p:nvSpPr>
          <p:cNvPr id="247816" name="Text Box 8"/>
          <p:cNvSpPr txBox="1">
            <a:spLocks noChangeArrowheads="1"/>
          </p:cNvSpPr>
          <p:nvPr/>
        </p:nvSpPr>
        <p:spPr bwMode="auto">
          <a:xfrm>
            <a:off x="833438" y="1881188"/>
            <a:ext cx="4824412" cy="512762"/>
          </a:xfrm>
          <a:prstGeom prst="rect">
            <a:avLst/>
          </a:prstGeom>
          <a:noFill/>
          <a:ln w="9525">
            <a:noFill/>
            <a:miter lim="800000"/>
            <a:headEnd/>
            <a:tailEnd/>
          </a:ln>
        </p:spPr>
        <p:txBody>
          <a:bodyPr>
            <a:spAutoFit/>
          </a:bodyPr>
          <a:lstStyle/>
          <a:p>
            <a:pPr>
              <a:lnSpc>
                <a:spcPct val="115000"/>
              </a:lnSpc>
              <a:spcBef>
                <a:spcPct val="0"/>
              </a:spcBef>
            </a:pPr>
            <a:r>
              <a:rPr kumimoji="0" lang="zh-CN" altLang="en-US" sz="2400">
                <a:ea typeface="宋体" pitchFamily="2" charset="-122"/>
              </a:rPr>
              <a:t>匀质长方形</a:t>
            </a:r>
            <a:r>
              <a:rPr kumimoji="0" lang="zh-CN" altLang="en-US" sz="2400">
                <a:solidFill>
                  <a:srgbClr val="FF6600"/>
                </a:solidFill>
                <a:ea typeface="宋体" pitchFamily="2" charset="-122"/>
              </a:rPr>
              <a:t>薄板</a:t>
            </a:r>
            <a:r>
              <a:rPr kumimoji="0" lang="zh-CN" altLang="en-US" sz="2400">
                <a:ea typeface="宋体" pitchFamily="2" charset="-122"/>
              </a:rPr>
              <a:t>，厚度不计。</a:t>
            </a:r>
          </a:p>
        </p:txBody>
      </p:sp>
      <p:graphicFrame>
        <p:nvGraphicFramePr>
          <p:cNvPr id="247817" name="Object 9"/>
          <p:cNvGraphicFramePr>
            <a:graphicFrameLocks noChangeAspect="1"/>
          </p:cNvGraphicFramePr>
          <p:nvPr/>
        </p:nvGraphicFramePr>
        <p:xfrm>
          <a:off x="817563" y="2303463"/>
          <a:ext cx="4337050" cy="769937"/>
        </p:xfrm>
        <a:graphic>
          <a:graphicData uri="http://schemas.openxmlformats.org/presentationml/2006/ole">
            <p:oleObj spid="_x0000_s34818" name="公式" r:id="rId3" imgW="2286000" imgH="406080" progId="Equation.3">
              <p:embed/>
            </p:oleObj>
          </a:graphicData>
        </a:graphic>
      </p:graphicFrame>
      <p:sp>
        <p:nvSpPr>
          <p:cNvPr id="247818" name="Text Box 10"/>
          <p:cNvSpPr txBox="1">
            <a:spLocks noChangeArrowheads="1"/>
          </p:cNvSpPr>
          <p:nvPr/>
        </p:nvSpPr>
        <p:spPr bwMode="auto">
          <a:xfrm>
            <a:off x="7910513" y="3184525"/>
            <a:ext cx="431800" cy="366713"/>
          </a:xfrm>
          <a:prstGeom prst="rect">
            <a:avLst/>
          </a:prstGeom>
          <a:noFill/>
          <a:ln w="9525">
            <a:noFill/>
            <a:miter lim="800000"/>
            <a:headEnd/>
            <a:tailEnd/>
          </a:ln>
        </p:spPr>
        <p:txBody>
          <a:bodyPr>
            <a:spAutoFit/>
          </a:bodyPr>
          <a:lstStyle/>
          <a:p>
            <a:pPr>
              <a:lnSpc>
                <a:spcPct val="100000"/>
              </a:lnSpc>
            </a:pPr>
            <a:r>
              <a:rPr kumimoji="0" lang="en-US" altLang="zh-CN" sz="1800" i="1">
                <a:solidFill>
                  <a:srgbClr val="006600"/>
                </a:solidFill>
                <a:ea typeface="宋体" pitchFamily="2" charset="-122"/>
              </a:rPr>
              <a:t>dy</a:t>
            </a:r>
          </a:p>
        </p:txBody>
      </p:sp>
      <p:graphicFrame>
        <p:nvGraphicFramePr>
          <p:cNvPr id="247819" name="Object 11"/>
          <p:cNvGraphicFramePr>
            <a:graphicFrameLocks noChangeAspect="1"/>
          </p:cNvGraphicFramePr>
          <p:nvPr/>
        </p:nvGraphicFramePr>
        <p:xfrm>
          <a:off x="881063" y="3024188"/>
          <a:ext cx="1714500" cy="846137"/>
        </p:xfrm>
        <a:graphic>
          <a:graphicData uri="http://schemas.openxmlformats.org/presentationml/2006/ole">
            <p:oleObj spid="_x0000_s34819" name="公式" r:id="rId4" imgW="952200" imgH="469800" progId="Equation.3">
              <p:embed/>
            </p:oleObj>
          </a:graphicData>
        </a:graphic>
      </p:graphicFrame>
      <p:sp>
        <p:nvSpPr>
          <p:cNvPr id="247820" name="Rectangle 12"/>
          <p:cNvSpPr>
            <a:spLocks noChangeArrowheads="1"/>
          </p:cNvSpPr>
          <p:nvPr/>
        </p:nvSpPr>
        <p:spPr bwMode="auto">
          <a:xfrm>
            <a:off x="6327775" y="2608263"/>
            <a:ext cx="71438" cy="1008062"/>
          </a:xfrm>
          <a:prstGeom prst="rect">
            <a:avLst/>
          </a:prstGeom>
          <a:solidFill>
            <a:srgbClr val="FF00FF"/>
          </a:solidFill>
          <a:ln w="9525">
            <a:solidFill>
              <a:srgbClr val="CC0099"/>
            </a:solidFill>
            <a:miter lim="800000"/>
            <a:headEnd/>
            <a:tailEnd/>
          </a:ln>
        </p:spPr>
        <p:txBody>
          <a:bodyPr wrap="none" anchor="ctr"/>
          <a:lstStyle/>
          <a:p>
            <a:endParaRPr lang="zh-CN" altLang="en-US"/>
          </a:p>
        </p:txBody>
      </p:sp>
      <p:sp>
        <p:nvSpPr>
          <p:cNvPr id="247821" name="Text Box 13"/>
          <p:cNvSpPr txBox="1">
            <a:spLocks noChangeArrowheads="1"/>
          </p:cNvSpPr>
          <p:nvPr/>
        </p:nvSpPr>
        <p:spPr bwMode="auto">
          <a:xfrm>
            <a:off x="6183313" y="2249488"/>
            <a:ext cx="431800" cy="366712"/>
          </a:xfrm>
          <a:prstGeom prst="rect">
            <a:avLst/>
          </a:prstGeom>
          <a:noFill/>
          <a:ln w="9525">
            <a:noFill/>
            <a:miter lim="800000"/>
            <a:headEnd/>
            <a:tailEnd/>
          </a:ln>
        </p:spPr>
        <p:txBody>
          <a:bodyPr>
            <a:spAutoFit/>
          </a:bodyPr>
          <a:lstStyle/>
          <a:p>
            <a:pPr>
              <a:lnSpc>
                <a:spcPct val="100000"/>
              </a:lnSpc>
            </a:pPr>
            <a:r>
              <a:rPr kumimoji="0" lang="en-US" altLang="zh-CN" sz="1800" i="1">
                <a:solidFill>
                  <a:srgbClr val="CC0099"/>
                </a:solidFill>
                <a:ea typeface="宋体" pitchFamily="2" charset="-122"/>
              </a:rPr>
              <a:t>dx</a:t>
            </a:r>
          </a:p>
        </p:txBody>
      </p:sp>
      <p:graphicFrame>
        <p:nvGraphicFramePr>
          <p:cNvPr id="247822" name="Object 14"/>
          <p:cNvGraphicFramePr>
            <a:graphicFrameLocks noChangeAspect="1"/>
          </p:cNvGraphicFramePr>
          <p:nvPr/>
        </p:nvGraphicFramePr>
        <p:xfrm>
          <a:off x="922338" y="3878263"/>
          <a:ext cx="1714500" cy="846137"/>
        </p:xfrm>
        <a:graphic>
          <a:graphicData uri="http://schemas.openxmlformats.org/presentationml/2006/ole">
            <p:oleObj spid="_x0000_s34820" name="公式" r:id="rId5" imgW="952200" imgH="469800" progId="Equation.3">
              <p:embed/>
            </p:oleObj>
          </a:graphicData>
        </a:graphic>
      </p:graphicFrame>
      <p:sp>
        <p:nvSpPr>
          <p:cNvPr id="247823" name="Rectangle 15"/>
          <p:cNvSpPr>
            <a:spLocks noChangeArrowheads="1"/>
          </p:cNvSpPr>
          <p:nvPr/>
        </p:nvSpPr>
        <p:spPr bwMode="auto">
          <a:xfrm>
            <a:off x="7334250" y="2825750"/>
            <a:ext cx="144463" cy="142875"/>
          </a:xfrm>
          <a:prstGeom prst="rect">
            <a:avLst/>
          </a:prstGeom>
          <a:solidFill>
            <a:srgbClr val="9933FF"/>
          </a:solidFill>
          <a:ln w="9525">
            <a:solidFill>
              <a:srgbClr val="6600CC"/>
            </a:solidFill>
            <a:miter lim="800000"/>
            <a:headEnd/>
            <a:tailEnd/>
          </a:ln>
        </p:spPr>
        <p:txBody>
          <a:bodyPr wrap="none" anchor="ctr"/>
          <a:lstStyle/>
          <a:p>
            <a:endParaRPr lang="zh-CN" altLang="en-US"/>
          </a:p>
        </p:txBody>
      </p:sp>
      <p:sp>
        <p:nvSpPr>
          <p:cNvPr id="247824" name="Line 16"/>
          <p:cNvSpPr>
            <a:spLocks noChangeShapeType="1"/>
          </p:cNvSpPr>
          <p:nvPr/>
        </p:nvSpPr>
        <p:spPr bwMode="auto">
          <a:xfrm flipV="1">
            <a:off x="7046913" y="2897188"/>
            <a:ext cx="360362" cy="215900"/>
          </a:xfrm>
          <a:prstGeom prst="line">
            <a:avLst/>
          </a:prstGeom>
          <a:noFill/>
          <a:ln w="9525">
            <a:solidFill>
              <a:schemeClr val="tx1"/>
            </a:solidFill>
            <a:prstDash val="dash"/>
            <a:round/>
            <a:headEnd/>
            <a:tailEnd/>
          </a:ln>
        </p:spPr>
        <p:txBody>
          <a:bodyPr/>
          <a:lstStyle/>
          <a:p>
            <a:endParaRPr lang="zh-CN" altLang="en-US"/>
          </a:p>
        </p:txBody>
      </p:sp>
      <p:graphicFrame>
        <p:nvGraphicFramePr>
          <p:cNvPr id="247825" name="Object 17"/>
          <p:cNvGraphicFramePr>
            <a:graphicFrameLocks noChangeAspect="1"/>
          </p:cNvGraphicFramePr>
          <p:nvPr/>
        </p:nvGraphicFramePr>
        <p:xfrm>
          <a:off x="981075" y="4995863"/>
          <a:ext cx="2239963" cy="549275"/>
        </p:xfrm>
        <a:graphic>
          <a:graphicData uri="http://schemas.openxmlformats.org/presentationml/2006/ole">
            <p:oleObj spid="_x0000_s34821" name="公式" r:id="rId6" imgW="1244520" imgH="304560" progId="Equation.3">
              <p:embed/>
            </p:oleObj>
          </a:graphicData>
        </a:graphic>
      </p:graphicFrame>
      <p:graphicFrame>
        <p:nvGraphicFramePr>
          <p:cNvPr id="247826" name="Object 18"/>
          <p:cNvGraphicFramePr>
            <a:graphicFrameLocks noChangeAspect="1"/>
          </p:cNvGraphicFramePr>
          <p:nvPr/>
        </p:nvGraphicFramePr>
        <p:xfrm>
          <a:off x="1460500" y="5724525"/>
          <a:ext cx="1806575" cy="730250"/>
        </p:xfrm>
        <a:graphic>
          <a:graphicData uri="http://schemas.openxmlformats.org/presentationml/2006/ole">
            <p:oleObj spid="_x0000_s34822" name="公式" r:id="rId7" imgW="1002960" imgH="406080" progId="Equation.3">
              <p:embed/>
            </p:oleObj>
          </a:graphicData>
        </a:graphic>
      </p:graphicFrame>
      <p:graphicFrame>
        <p:nvGraphicFramePr>
          <p:cNvPr id="247827" name="Object 19"/>
          <p:cNvGraphicFramePr>
            <a:graphicFrameLocks noChangeAspect="1"/>
          </p:cNvGraphicFramePr>
          <p:nvPr/>
        </p:nvGraphicFramePr>
        <p:xfrm>
          <a:off x="2636838" y="3024188"/>
          <a:ext cx="1509712" cy="846137"/>
        </p:xfrm>
        <a:graphic>
          <a:graphicData uri="http://schemas.openxmlformats.org/presentationml/2006/ole">
            <p:oleObj spid="_x0000_s34823" name="公式" r:id="rId8" imgW="838080" imgH="469800" progId="Equation.3">
              <p:embed/>
            </p:oleObj>
          </a:graphicData>
        </a:graphic>
      </p:graphicFrame>
      <p:graphicFrame>
        <p:nvGraphicFramePr>
          <p:cNvPr id="247828" name="Object 20"/>
          <p:cNvGraphicFramePr>
            <a:graphicFrameLocks noChangeAspect="1"/>
          </p:cNvGraphicFramePr>
          <p:nvPr/>
        </p:nvGraphicFramePr>
        <p:xfrm>
          <a:off x="4211638" y="3060700"/>
          <a:ext cx="1098550" cy="731838"/>
        </p:xfrm>
        <a:graphic>
          <a:graphicData uri="http://schemas.openxmlformats.org/presentationml/2006/ole">
            <p:oleObj spid="_x0000_s34824" name="公式" r:id="rId9" imgW="609480" imgH="406080" progId="Equation.3">
              <p:embed/>
            </p:oleObj>
          </a:graphicData>
        </a:graphic>
      </p:graphicFrame>
      <p:graphicFrame>
        <p:nvGraphicFramePr>
          <p:cNvPr id="247829" name="Object 21"/>
          <p:cNvGraphicFramePr>
            <a:graphicFrameLocks noChangeAspect="1"/>
          </p:cNvGraphicFramePr>
          <p:nvPr/>
        </p:nvGraphicFramePr>
        <p:xfrm>
          <a:off x="2725738" y="3905250"/>
          <a:ext cx="1530350" cy="846138"/>
        </p:xfrm>
        <a:graphic>
          <a:graphicData uri="http://schemas.openxmlformats.org/presentationml/2006/ole">
            <p:oleObj spid="_x0000_s34825" name="公式" r:id="rId10" imgW="850680" imgH="469800" progId="Equation.3">
              <p:embed/>
            </p:oleObj>
          </a:graphicData>
        </a:graphic>
      </p:graphicFrame>
      <p:graphicFrame>
        <p:nvGraphicFramePr>
          <p:cNvPr id="247830" name="Object 22"/>
          <p:cNvGraphicFramePr>
            <a:graphicFrameLocks noChangeAspect="1"/>
          </p:cNvGraphicFramePr>
          <p:nvPr/>
        </p:nvGraphicFramePr>
        <p:xfrm>
          <a:off x="4302125" y="3951288"/>
          <a:ext cx="1120775" cy="731837"/>
        </p:xfrm>
        <a:graphic>
          <a:graphicData uri="http://schemas.openxmlformats.org/presentationml/2006/ole">
            <p:oleObj spid="_x0000_s34826" name="公式" r:id="rId11" imgW="622080" imgH="406080" progId="Equation.3">
              <p:embed/>
            </p:oleObj>
          </a:graphicData>
        </a:graphic>
      </p:graphicFrame>
      <p:graphicFrame>
        <p:nvGraphicFramePr>
          <p:cNvPr id="247831" name="Object 23"/>
          <p:cNvGraphicFramePr>
            <a:graphicFrameLocks noChangeAspect="1"/>
          </p:cNvGraphicFramePr>
          <p:nvPr/>
        </p:nvGraphicFramePr>
        <p:xfrm>
          <a:off x="3298825" y="4973638"/>
          <a:ext cx="2308225" cy="525462"/>
        </p:xfrm>
        <a:graphic>
          <a:graphicData uri="http://schemas.openxmlformats.org/presentationml/2006/ole">
            <p:oleObj spid="_x0000_s34827" name="公式" r:id="rId12" imgW="1282680" imgH="291960" progId="Equation.3">
              <p:embed/>
            </p:oleObj>
          </a:graphicData>
        </a:graphic>
      </p:graphicFrame>
      <p:graphicFrame>
        <p:nvGraphicFramePr>
          <p:cNvPr id="247832" name="Object 24"/>
          <p:cNvGraphicFramePr>
            <a:graphicFrameLocks noChangeAspect="1"/>
          </p:cNvGraphicFramePr>
          <p:nvPr/>
        </p:nvGraphicFramePr>
        <p:xfrm>
          <a:off x="5651500" y="4824413"/>
          <a:ext cx="2719388" cy="846137"/>
        </p:xfrm>
        <a:graphic>
          <a:graphicData uri="http://schemas.openxmlformats.org/presentationml/2006/ole">
            <p:oleObj spid="_x0000_s34828" name="公式" r:id="rId13" imgW="1511280" imgH="469800" progId="Equation.3">
              <p:embed/>
            </p:oleObj>
          </a:graphicData>
        </a:graphic>
      </p:graphicFrame>
      <p:grpSp>
        <p:nvGrpSpPr>
          <p:cNvPr id="2" name="Group 25"/>
          <p:cNvGrpSpPr>
            <a:grpSpLocks/>
          </p:cNvGrpSpPr>
          <p:nvPr/>
        </p:nvGrpSpPr>
        <p:grpSpPr bwMode="auto">
          <a:xfrm>
            <a:off x="5607050" y="1852613"/>
            <a:ext cx="3311525" cy="2700337"/>
            <a:chOff x="3532" y="1167"/>
            <a:chExt cx="2086" cy="1701"/>
          </a:xfrm>
        </p:grpSpPr>
        <p:grpSp>
          <p:nvGrpSpPr>
            <p:cNvPr id="34842" name="Group 26"/>
            <p:cNvGrpSpPr>
              <a:grpSpLocks/>
            </p:cNvGrpSpPr>
            <p:nvPr/>
          </p:nvGrpSpPr>
          <p:grpSpPr bwMode="auto">
            <a:xfrm>
              <a:off x="3532" y="1167"/>
              <a:ext cx="2086" cy="1701"/>
              <a:chOff x="3470" y="731"/>
              <a:chExt cx="2086" cy="1701"/>
            </a:xfrm>
          </p:grpSpPr>
          <p:grpSp>
            <p:nvGrpSpPr>
              <p:cNvPr id="34844" name="Group 27"/>
              <p:cNvGrpSpPr>
                <a:grpSpLocks/>
              </p:cNvGrpSpPr>
              <p:nvPr/>
            </p:nvGrpSpPr>
            <p:grpSpPr bwMode="auto">
              <a:xfrm>
                <a:off x="3787" y="1162"/>
                <a:ext cx="1180" cy="680"/>
                <a:chOff x="3787" y="1162"/>
                <a:chExt cx="1180" cy="680"/>
              </a:xfrm>
            </p:grpSpPr>
            <p:sp>
              <p:nvSpPr>
                <p:cNvPr id="34859" name="Rectangle 28"/>
                <p:cNvSpPr>
                  <a:spLocks noChangeArrowheads="1"/>
                </p:cNvSpPr>
                <p:nvPr/>
              </p:nvSpPr>
              <p:spPr bwMode="auto">
                <a:xfrm>
                  <a:off x="3787" y="1207"/>
                  <a:ext cx="1134" cy="635"/>
                </a:xfrm>
                <a:prstGeom prst="rect">
                  <a:avLst/>
                </a:prstGeom>
                <a:noFill/>
                <a:ln w="9525">
                  <a:solidFill>
                    <a:schemeClr val="tx1"/>
                  </a:solidFill>
                  <a:miter lim="800000"/>
                  <a:headEnd/>
                  <a:tailEnd/>
                </a:ln>
              </p:spPr>
              <p:txBody>
                <a:bodyPr wrap="none" anchor="ctr"/>
                <a:lstStyle/>
                <a:p>
                  <a:endParaRPr lang="zh-CN" altLang="en-US"/>
                </a:p>
              </p:txBody>
            </p:sp>
            <p:sp>
              <p:nvSpPr>
                <p:cNvPr id="34860" name="Line 29"/>
                <p:cNvSpPr>
                  <a:spLocks noChangeShapeType="1"/>
                </p:cNvSpPr>
                <p:nvPr/>
              </p:nvSpPr>
              <p:spPr bwMode="auto">
                <a:xfrm flipV="1">
                  <a:off x="4921" y="1162"/>
                  <a:ext cx="46" cy="45"/>
                </a:xfrm>
                <a:prstGeom prst="line">
                  <a:avLst/>
                </a:prstGeom>
                <a:noFill/>
                <a:ln w="9525">
                  <a:solidFill>
                    <a:schemeClr val="tx1"/>
                  </a:solidFill>
                  <a:round/>
                  <a:headEnd/>
                  <a:tailEnd/>
                </a:ln>
              </p:spPr>
              <p:txBody>
                <a:bodyPr/>
                <a:lstStyle/>
                <a:p>
                  <a:endParaRPr lang="zh-CN" altLang="en-US"/>
                </a:p>
              </p:txBody>
            </p:sp>
            <p:sp>
              <p:nvSpPr>
                <p:cNvPr id="34861" name="Line 30"/>
                <p:cNvSpPr>
                  <a:spLocks noChangeShapeType="1"/>
                </p:cNvSpPr>
                <p:nvPr/>
              </p:nvSpPr>
              <p:spPr bwMode="auto">
                <a:xfrm flipV="1">
                  <a:off x="3787" y="1162"/>
                  <a:ext cx="46" cy="45"/>
                </a:xfrm>
                <a:prstGeom prst="line">
                  <a:avLst/>
                </a:prstGeom>
                <a:noFill/>
                <a:ln w="9525">
                  <a:solidFill>
                    <a:schemeClr val="tx1"/>
                  </a:solidFill>
                  <a:round/>
                  <a:headEnd/>
                  <a:tailEnd/>
                </a:ln>
              </p:spPr>
              <p:txBody>
                <a:bodyPr/>
                <a:lstStyle/>
                <a:p>
                  <a:endParaRPr lang="zh-CN" altLang="en-US"/>
                </a:p>
              </p:txBody>
            </p:sp>
            <p:sp>
              <p:nvSpPr>
                <p:cNvPr id="34862" name="Line 31"/>
                <p:cNvSpPr>
                  <a:spLocks noChangeShapeType="1"/>
                </p:cNvSpPr>
                <p:nvPr/>
              </p:nvSpPr>
              <p:spPr bwMode="auto">
                <a:xfrm flipV="1">
                  <a:off x="4921" y="1797"/>
                  <a:ext cx="46" cy="45"/>
                </a:xfrm>
                <a:prstGeom prst="line">
                  <a:avLst/>
                </a:prstGeom>
                <a:noFill/>
                <a:ln w="9525">
                  <a:solidFill>
                    <a:schemeClr val="tx1"/>
                  </a:solidFill>
                  <a:round/>
                  <a:headEnd/>
                  <a:tailEnd/>
                </a:ln>
              </p:spPr>
              <p:txBody>
                <a:bodyPr/>
                <a:lstStyle/>
                <a:p>
                  <a:endParaRPr lang="zh-CN" altLang="en-US"/>
                </a:p>
              </p:txBody>
            </p:sp>
            <p:sp>
              <p:nvSpPr>
                <p:cNvPr id="34863" name="Line 32"/>
                <p:cNvSpPr>
                  <a:spLocks noChangeShapeType="1"/>
                </p:cNvSpPr>
                <p:nvPr/>
              </p:nvSpPr>
              <p:spPr bwMode="auto">
                <a:xfrm>
                  <a:off x="3833" y="1162"/>
                  <a:ext cx="1134" cy="0"/>
                </a:xfrm>
                <a:prstGeom prst="line">
                  <a:avLst/>
                </a:prstGeom>
                <a:noFill/>
                <a:ln w="9525">
                  <a:solidFill>
                    <a:schemeClr val="tx1"/>
                  </a:solidFill>
                  <a:round/>
                  <a:headEnd/>
                  <a:tailEnd/>
                </a:ln>
              </p:spPr>
              <p:txBody>
                <a:bodyPr/>
                <a:lstStyle/>
                <a:p>
                  <a:endParaRPr lang="zh-CN" altLang="en-US"/>
                </a:p>
              </p:txBody>
            </p:sp>
            <p:sp>
              <p:nvSpPr>
                <p:cNvPr id="34864" name="Line 33"/>
                <p:cNvSpPr>
                  <a:spLocks noChangeShapeType="1"/>
                </p:cNvSpPr>
                <p:nvPr/>
              </p:nvSpPr>
              <p:spPr bwMode="auto">
                <a:xfrm>
                  <a:off x="4967" y="1162"/>
                  <a:ext cx="0" cy="635"/>
                </a:xfrm>
                <a:prstGeom prst="line">
                  <a:avLst/>
                </a:prstGeom>
                <a:noFill/>
                <a:ln w="9525">
                  <a:solidFill>
                    <a:schemeClr val="tx1"/>
                  </a:solidFill>
                  <a:round/>
                  <a:headEnd/>
                  <a:tailEnd/>
                </a:ln>
              </p:spPr>
              <p:txBody>
                <a:bodyPr/>
                <a:lstStyle/>
                <a:p>
                  <a:endParaRPr lang="zh-CN" altLang="en-US"/>
                </a:p>
              </p:txBody>
            </p:sp>
          </p:grpSp>
          <p:sp>
            <p:nvSpPr>
              <p:cNvPr id="34845" name="Line 34"/>
              <p:cNvSpPr>
                <a:spLocks noChangeShapeType="1"/>
              </p:cNvSpPr>
              <p:nvPr/>
            </p:nvSpPr>
            <p:spPr bwMode="auto">
              <a:xfrm>
                <a:off x="3470" y="1525"/>
                <a:ext cx="1859" cy="0"/>
              </a:xfrm>
              <a:prstGeom prst="line">
                <a:avLst/>
              </a:prstGeom>
              <a:noFill/>
              <a:ln w="19050">
                <a:solidFill>
                  <a:srgbClr val="3333CC"/>
                </a:solidFill>
                <a:round/>
                <a:headEnd/>
                <a:tailEnd type="stealth" w="lg" len="lg"/>
              </a:ln>
            </p:spPr>
            <p:txBody>
              <a:bodyPr/>
              <a:lstStyle/>
              <a:p>
                <a:endParaRPr lang="zh-CN" altLang="en-US"/>
              </a:p>
            </p:txBody>
          </p:sp>
          <p:sp>
            <p:nvSpPr>
              <p:cNvPr id="34846" name="Line 35"/>
              <p:cNvSpPr>
                <a:spLocks noChangeShapeType="1"/>
              </p:cNvSpPr>
              <p:nvPr/>
            </p:nvSpPr>
            <p:spPr bwMode="auto">
              <a:xfrm>
                <a:off x="4377" y="845"/>
                <a:ext cx="0" cy="1406"/>
              </a:xfrm>
              <a:prstGeom prst="line">
                <a:avLst/>
              </a:prstGeom>
              <a:noFill/>
              <a:ln w="19050">
                <a:solidFill>
                  <a:srgbClr val="3333CC"/>
                </a:solidFill>
                <a:round/>
                <a:headEnd type="stealth" w="lg" len="lg"/>
                <a:tailEnd/>
              </a:ln>
            </p:spPr>
            <p:txBody>
              <a:bodyPr/>
              <a:lstStyle/>
              <a:p>
                <a:endParaRPr lang="zh-CN" altLang="en-US"/>
              </a:p>
            </p:txBody>
          </p:sp>
          <p:sp>
            <p:nvSpPr>
              <p:cNvPr id="34847" name="Text Box 36"/>
              <p:cNvSpPr txBox="1">
                <a:spLocks noChangeArrowheads="1"/>
              </p:cNvSpPr>
              <p:nvPr/>
            </p:nvSpPr>
            <p:spPr bwMode="auto">
              <a:xfrm>
                <a:off x="4423" y="731"/>
                <a:ext cx="362" cy="250"/>
              </a:xfrm>
              <a:prstGeom prst="rect">
                <a:avLst/>
              </a:prstGeom>
              <a:noFill/>
              <a:ln w="9525">
                <a:noFill/>
                <a:miter lim="800000"/>
                <a:headEnd/>
                <a:tailEnd/>
              </a:ln>
            </p:spPr>
            <p:txBody>
              <a:bodyPr>
                <a:spAutoFit/>
              </a:bodyPr>
              <a:lstStyle/>
              <a:p>
                <a:pPr>
                  <a:lnSpc>
                    <a:spcPct val="100000"/>
                  </a:lnSpc>
                </a:pPr>
                <a:r>
                  <a:rPr kumimoji="0" lang="en-US" altLang="zh-CN" sz="2000" i="1">
                    <a:solidFill>
                      <a:srgbClr val="3333CC"/>
                    </a:solidFill>
                    <a:ea typeface="宋体" pitchFamily="2" charset="-122"/>
                  </a:rPr>
                  <a:t>y</a:t>
                </a:r>
              </a:p>
            </p:txBody>
          </p:sp>
          <p:sp>
            <p:nvSpPr>
              <p:cNvPr id="34848" name="Text Box 37"/>
              <p:cNvSpPr txBox="1">
                <a:spLocks noChangeArrowheads="1"/>
              </p:cNvSpPr>
              <p:nvPr/>
            </p:nvSpPr>
            <p:spPr bwMode="auto">
              <a:xfrm>
                <a:off x="5194" y="1502"/>
                <a:ext cx="362" cy="250"/>
              </a:xfrm>
              <a:prstGeom prst="rect">
                <a:avLst/>
              </a:prstGeom>
              <a:noFill/>
              <a:ln w="9525">
                <a:noFill/>
                <a:miter lim="800000"/>
                <a:headEnd/>
                <a:tailEnd/>
              </a:ln>
            </p:spPr>
            <p:txBody>
              <a:bodyPr>
                <a:spAutoFit/>
              </a:bodyPr>
              <a:lstStyle/>
              <a:p>
                <a:pPr>
                  <a:lnSpc>
                    <a:spcPct val="100000"/>
                  </a:lnSpc>
                </a:pPr>
                <a:r>
                  <a:rPr kumimoji="0" lang="en-US" altLang="zh-CN" sz="2000" i="1">
                    <a:solidFill>
                      <a:srgbClr val="3333CC"/>
                    </a:solidFill>
                    <a:ea typeface="宋体" pitchFamily="2" charset="-122"/>
                  </a:rPr>
                  <a:t>x</a:t>
                </a:r>
              </a:p>
            </p:txBody>
          </p:sp>
          <p:sp>
            <p:nvSpPr>
              <p:cNvPr id="34849" name="Line 38"/>
              <p:cNvSpPr>
                <a:spLocks noChangeShapeType="1"/>
              </p:cNvSpPr>
              <p:nvPr/>
            </p:nvSpPr>
            <p:spPr bwMode="auto">
              <a:xfrm flipH="1">
                <a:off x="3696" y="1525"/>
                <a:ext cx="681" cy="726"/>
              </a:xfrm>
              <a:prstGeom prst="line">
                <a:avLst/>
              </a:prstGeom>
              <a:noFill/>
              <a:ln w="19050">
                <a:solidFill>
                  <a:srgbClr val="3333CC"/>
                </a:solidFill>
                <a:round/>
                <a:headEnd/>
                <a:tailEnd type="stealth" w="lg" len="lg"/>
              </a:ln>
            </p:spPr>
            <p:txBody>
              <a:bodyPr/>
              <a:lstStyle/>
              <a:p>
                <a:endParaRPr lang="zh-CN" altLang="en-US"/>
              </a:p>
            </p:txBody>
          </p:sp>
          <p:sp>
            <p:nvSpPr>
              <p:cNvPr id="34850" name="Text Box 39"/>
              <p:cNvSpPr txBox="1">
                <a:spLocks noChangeArrowheads="1"/>
              </p:cNvSpPr>
              <p:nvPr/>
            </p:nvSpPr>
            <p:spPr bwMode="auto">
              <a:xfrm>
                <a:off x="3742" y="2182"/>
                <a:ext cx="362" cy="250"/>
              </a:xfrm>
              <a:prstGeom prst="rect">
                <a:avLst/>
              </a:prstGeom>
              <a:noFill/>
              <a:ln w="9525">
                <a:noFill/>
                <a:miter lim="800000"/>
                <a:headEnd/>
                <a:tailEnd/>
              </a:ln>
            </p:spPr>
            <p:txBody>
              <a:bodyPr>
                <a:spAutoFit/>
              </a:bodyPr>
              <a:lstStyle/>
              <a:p>
                <a:pPr>
                  <a:lnSpc>
                    <a:spcPct val="100000"/>
                  </a:lnSpc>
                </a:pPr>
                <a:r>
                  <a:rPr kumimoji="0" lang="en-US" altLang="zh-CN" sz="2000" i="1">
                    <a:solidFill>
                      <a:srgbClr val="3333CC"/>
                    </a:solidFill>
                    <a:ea typeface="宋体" pitchFamily="2" charset="-122"/>
                  </a:rPr>
                  <a:t>z</a:t>
                </a:r>
              </a:p>
            </p:txBody>
          </p:sp>
          <p:sp>
            <p:nvSpPr>
              <p:cNvPr id="34851" name="Line 40"/>
              <p:cNvSpPr>
                <a:spLocks noChangeShapeType="1"/>
              </p:cNvSpPr>
              <p:nvPr/>
            </p:nvSpPr>
            <p:spPr bwMode="auto">
              <a:xfrm>
                <a:off x="3787" y="1842"/>
                <a:ext cx="0" cy="91"/>
              </a:xfrm>
              <a:prstGeom prst="line">
                <a:avLst/>
              </a:prstGeom>
              <a:noFill/>
              <a:ln w="9525">
                <a:solidFill>
                  <a:srgbClr val="FF0000"/>
                </a:solidFill>
                <a:round/>
                <a:headEnd/>
                <a:tailEnd/>
              </a:ln>
            </p:spPr>
            <p:txBody>
              <a:bodyPr/>
              <a:lstStyle/>
              <a:p>
                <a:endParaRPr lang="zh-CN" altLang="en-US"/>
              </a:p>
            </p:txBody>
          </p:sp>
          <p:sp>
            <p:nvSpPr>
              <p:cNvPr id="34852" name="Line 41"/>
              <p:cNvSpPr>
                <a:spLocks noChangeShapeType="1"/>
              </p:cNvSpPr>
              <p:nvPr/>
            </p:nvSpPr>
            <p:spPr bwMode="auto">
              <a:xfrm>
                <a:off x="4921" y="1842"/>
                <a:ext cx="0" cy="91"/>
              </a:xfrm>
              <a:prstGeom prst="line">
                <a:avLst/>
              </a:prstGeom>
              <a:noFill/>
              <a:ln w="9525">
                <a:solidFill>
                  <a:srgbClr val="FF0000"/>
                </a:solidFill>
                <a:round/>
                <a:headEnd/>
                <a:tailEnd/>
              </a:ln>
            </p:spPr>
            <p:txBody>
              <a:bodyPr/>
              <a:lstStyle/>
              <a:p>
                <a:endParaRPr lang="zh-CN" altLang="en-US"/>
              </a:p>
            </p:txBody>
          </p:sp>
          <p:sp>
            <p:nvSpPr>
              <p:cNvPr id="34853" name="Line 42"/>
              <p:cNvSpPr>
                <a:spLocks noChangeShapeType="1"/>
              </p:cNvSpPr>
              <p:nvPr/>
            </p:nvSpPr>
            <p:spPr bwMode="auto">
              <a:xfrm>
                <a:off x="3787" y="1888"/>
                <a:ext cx="1134" cy="0"/>
              </a:xfrm>
              <a:prstGeom prst="line">
                <a:avLst/>
              </a:prstGeom>
              <a:noFill/>
              <a:ln w="9525">
                <a:solidFill>
                  <a:srgbClr val="FF0000"/>
                </a:solidFill>
                <a:prstDash val="dash"/>
                <a:round/>
                <a:headEnd type="arrow" w="lg" len="lg"/>
                <a:tailEnd type="arrow" w="lg" len="lg"/>
              </a:ln>
            </p:spPr>
            <p:txBody>
              <a:bodyPr/>
              <a:lstStyle/>
              <a:p>
                <a:endParaRPr lang="zh-CN" altLang="en-US"/>
              </a:p>
            </p:txBody>
          </p:sp>
          <p:sp>
            <p:nvSpPr>
              <p:cNvPr id="34854" name="Text Box 43"/>
              <p:cNvSpPr txBox="1">
                <a:spLocks noChangeArrowheads="1"/>
              </p:cNvSpPr>
              <p:nvPr/>
            </p:nvSpPr>
            <p:spPr bwMode="auto">
              <a:xfrm>
                <a:off x="4195" y="1819"/>
                <a:ext cx="228" cy="250"/>
              </a:xfrm>
              <a:prstGeom prst="rect">
                <a:avLst/>
              </a:prstGeom>
              <a:noFill/>
              <a:ln w="9525">
                <a:noFill/>
                <a:miter lim="800000"/>
                <a:headEnd/>
                <a:tailEnd/>
              </a:ln>
            </p:spPr>
            <p:txBody>
              <a:bodyPr>
                <a:spAutoFit/>
              </a:bodyPr>
              <a:lstStyle/>
              <a:p>
                <a:pPr>
                  <a:lnSpc>
                    <a:spcPct val="100000"/>
                  </a:lnSpc>
                </a:pPr>
                <a:r>
                  <a:rPr kumimoji="0" lang="en-US" altLang="zh-CN" sz="2000" i="1">
                    <a:solidFill>
                      <a:srgbClr val="FF0000"/>
                    </a:solidFill>
                    <a:ea typeface="宋体" pitchFamily="2" charset="-122"/>
                  </a:rPr>
                  <a:t>a</a:t>
                </a:r>
              </a:p>
            </p:txBody>
          </p:sp>
          <p:sp>
            <p:nvSpPr>
              <p:cNvPr id="34855" name="Line 44"/>
              <p:cNvSpPr>
                <a:spLocks noChangeShapeType="1"/>
              </p:cNvSpPr>
              <p:nvPr/>
            </p:nvSpPr>
            <p:spPr bwMode="auto">
              <a:xfrm flipH="1">
                <a:off x="3696" y="1842"/>
                <a:ext cx="91" cy="0"/>
              </a:xfrm>
              <a:prstGeom prst="line">
                <a:avLst/>
              </a:prstGeom>
              <a:noFill/>
              <a:ln w="9525">
                <a:solidFill>
                  <a:srgbClr val="FF0000"/>
                </a:solidFill>
                <a:round/>
                <a:headEnd/>
                <a:tailEnd/>
              </a:ln>
            </p:spPr>
            <p:txBody>
              <a:bodyPr/>
              <a:lstStyle/>
              <a:p>
                <a:endParaRPr lang="zh-CN" altLang="en-US"/>
              </a:p>
            </p:txBody>
          </p:sp>
          <p:sp>
            <p:nvSpPr>
              <p:cNvPr id="34856" name="Line 45"/>
              <p:cNvSpPr>
                <a:spLocks noChangeShapeType="1"/>
              </p:cNvSpPr>
              <p:nvPr/>
            </p:nvSpPr>
            <p:spPr bwMode="auto">
              <a:xfrm flipH="1">
                <a:off x="3696" y="1207"/>
                <a:ext cx="91" cy="0"/>
              </a:xfrm>
              <a:prstGeom prst="line">
                <a:avLst/>
              </a:prstGeom>
              <a:noFill/>
              <a:ln w="9525">
                <a:solidFill>
                  <a:srgbClr val="FF0000"/>
                </a:solidFill>
                <a:round/>
                <a:headEnd/>
                <a:tailEnd/>
              </a:ln>
            </p:spPr>
            <p:txBody>
              <a:bodyPr/>
              <a:lstStyle/>
              <a:p>
                <a:endParaRPr lang="zh-CN" altLang="en-US"/>
              </a:p>
            </p:txBody>
          </p:sp>
          <p:sp>
            <p:nvSpPr>
              <p:cNvPr id="34857" name="Line 46"/>
              <p:cNvSpPr>
                <a:spLocks noChangeShapeType="1"/>
              </p:cNvSpPr>
              <p:nvPr/>
            </p:nvSpPr>
            <p:spPr bwMode="auto">
              <a:xfrm>
                <a:off x="3742" y="1207"/>
                <a:ext cx="0" cy="635"/>
              </a:xfrm>
              <a:prstGeom prst="line">
                <a:avLst/>
              </a:prstGeom>
              <a:noFill/>
              <a:ln w="9525">
                <a:solidFill>
                  <a:srgbClr val="FF0000"/>
                </a:solidFill>
                <a:prstDash val="dash"/>
                <a:round/>
                <a:headEnd type="arrow" w="lg" len="lg"/>
                <a:tailEnd type="arrow" w="lg" len="lg"/>
              </a:ln>
            </p:spPr>
            <p:txBody>
              <a:bodyPr/>
              <a:lstStyle/>
              <a:p>
                <a:endParaRPr lang="zh-CN" altLang="en-US"/>
              </a:p>
            </p:txBody>
          </p:sp>
          <p:sp>
            <p:nvSpPr>
              <p:cNvPr id="34858" name="Text Box 47"/>
              <p:cNvSpPr txBox="1">
                <a:spLocks noChangeArrowheads="1"/>
              </p:cNvSpPr>
              <p:nvPr/>
            </p:nvSpPr>
            <p:spPr bwMode="auto">
              <a:xfrm>
                <a:off x="3514" y="1298"/>
                <a:ext cx="228" cy="250"/>
              </a:xfrm>
              <a:prstGeom prst="rect">
                <a:avLst/>
              </a:prstGeom>
              <a:noFill/>
              <a:ln w="9525">
                <a:noFill/>
                <a:miter lim="800000"/>
                <a:headEnd/>
                <a:tailEnd/>
              </a:ln>
            </p:spPr>
            <p:txBody>
              <a:bodyPr>
                <a:spAutoFit/>
              </a:bodyPr>
              <a:lstStyle/>
              <a:p>
                <a:pPr>
                  <a:lnSpc>
                    <a:spcPct val="100000"/>
                  </a:lnSpc>
                </a:pPr>
                <a:r>
                  <a:rPr kumimoji="0" lang="en-US" altLang="zh-CN" sz="2000" i="1">
                    <a:solidFill>
                      <a:srgbClr val="FF0000"/>
                    </a:solidFill>
                    <a:ea typeface="宋体" pitchFamily="2" charset="-122"/>
                  </a:rPr>
                  <a:t>b</a:t>
                </a:r>
              </a:p>
            </p:txBody>
          </p:sp>
        </p:grpSp>
        <p:sp>
          <p:nvSpPr>
            <p:cNvPr id="34843" name="Text Box 48"/>
            <p:cNvSpPr txBox="1">
              <a:spLocks noChangeArrowheads="1"/>
            </p:cNvSpPr>
            <p:nvPr/>
          </p:nvSpPr>
          <p:spPr bwMode="auto">
            <a:xfrm>
              <a:off x="4268" y="1740"/>
              <a:ext cx="426" cy="250"/>
            </a:xfrm>
            <a:prstGeom prst="rect">
              <a:avLst/>
            </a:prstGeom>
            <a:noFill/>
            <a:ln w="9525" algn="ctr">
              <a:noFill/>
              <a:miter lim="800000"/>
              <a:headEnd/>
              <a:tailEnd/>
            </a:ln>
          </p:spPr>
          <p:txBody>
            <a:bodyPr>
              <a:spAutoFit/>
            </a:bodyPr>
            <a:lstStyle/>
            <a:p>
              <a:pPr>
                <a:lnSpc>
                  <a:spcPct val="100000"/>
                </a:lnSpc>
              </a:pPr>
              <a:r>
                <a:rPr lang="en-US" altLang="zh-CN" sz="2000" i="1">
                  <a:solidFill>
                    <a:srgbClr val="3333CC"/>
                  </a:solidFill>
                  <a:ea typeface="宋体" pitchFamily="2" charset="-122"/>
                </a:rPr>
                <a:t>o</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47810"/>
                                        </p:tgtEl>
                                        <p:attrNameLst>
                                          <p:attrName>style.visibility</p:attrName>
                                        </p:attrNameLst>
                                      </p:cBhvr>
                                      <p:to>
                                        <p:strVal val="visible"/>
                                      </p:to>
                                    </p:set>
                                    <p:animEffect transition="in" filter="wipe(left)">
                                      <p:cBhvr>
                                        <p:cTn id="7" dur="500"/>
                                        <p:tgtEl>
                                          <p:spTgt spid="24781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47811"/>
                                        </p:tgtEl>
                                        <p:attrNameLst>
                                          <p:attrName>style.visibility</p:attrName>
                                        </p:attrNameLst>
                                      </p:cBhvr>
                                      <p:to>
                                        <p:strVal val="visible"/>
                                      </p:to>
                                    </p:set>
                                    <p:animEffect transition="in" filter="wipe(left)">
                                      <p:cBhvr>
                                        <p:cTn id="12" dur="500"/>
                                        <p:tgtEl>
                                          <p:spTgt spid="24781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left)">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47812"/>
                                        </p:tgtEl>
                                        <p:attrNameLst>
                                          <p:attrName>style.visibility</p:attrName>
                                        </p:attrNameLst>
                                      </p:cBhvr>
                                      <p:to>
                                        <p:strVal val="visible"/>
                                      </p:to>
                                    </p:set>
                                    <p:animEffect transition="in" filter="wipe(left)">
                                      <p:cBhvr>
                                        <p:cTn id="22" dur="500"/>
                                        <p:tgtEl>
                                          <p:spTgt spid="24781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47813"/>
                                        </p:tgtEl>
                                        <p:attrNameLst>
                                          <p:attrName>style.visibility</p:attrName>
                                        </p:attrNameLst>
                                      </p:cBhvr>
                                      <p:to>
                                        <p:strVal val="visible"/>
                                      </p:to>
                                    </p:set>
                                    <p:animEffect transition="in" filter="wipe(left)">
                                      <p:cBhvr>
                                        <p:cTn id="27" dur="500"/>
                                        <p:tgtEl>
                                          <p:spTgt spid="247813"/>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47815"/>
                                        </p:tgtEl>
                                        <p:attrNameLst>
                                          <p:attrName>style.visibility</p:attrName>
                                        </p:attrNameLst>
                                      </p:cBhvr>
                                      <p:to>
                                        <p:strVal val="visible"/>
                                      </p:to>
                                    </p:set>
                                    <p:animEffect transition="in" filter="wipe(left)">
                                      <p:cBhvr>
                                        <p:cTn id="32" dur="500"/>
                                        <p:tgtEl>
                                          <p:spTgt spid="247815"/>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247816"/>
                                        </p:tgtEl>
                                        <p:attrNameLst>
                                          <p:attrName>style.visibility</p:attrName>
                                        </p:attrNameLst>
                                      </p:cBhvr>
                                      <p:to>
                                        <p:strVal val="visible"/>
                                      </p:to>
                                    </p:set>
                                    <p:animEffect transition="in" filter="wipe(left)">
                                      <p:cBhvr>
                                        <p:cTn id="37" dur="500"/>
                                        <p:tgtEl>
                                          <p:spTgt spid="247816"/>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247817"/>
                                        </p:tgtEl>
                                        <p:attrNameLst>
                                          <p:attrName>style.visibility</p:attrName>
                                        </p:attrNameLst>
                                      </p:cBhvr>
                                      <p:to>
                                        <p:strVal val="visible"/>
                                      </p:to>
                                    </p:set>
                                    <p:animEffect transition="in" filter="wipe(left)">
                                      <p:cBhvr>
                                        <p:cTn id="42" dur="500"/>
                                        <p:tgtEl>
                                          <p:spTgt spid="247817"/>
                                        </p:tgtEl>
                                      </p:cBhvr>
                                    </p:animEffect>
                                  </p:childTnLst>
                                </p:cTn>
                              </p:par>
                            </p:childTnLst>
                          </p:cTn>
                        </p:par>
                      </p:childTnLst>
                    </p:cTn>
                  </p:par>
                  <p:par>
                    <p:cTn id="43" fill="hold">
                      <p:stCondLst>
                        <p:cond delay="indefinite"/>
                      </p:stCondLst>
                      <p:childTnLst>
                        <p:par>
                          <p:cTn id="44" fill="hold">
                            <p:stCondLst>
                              <p:cond delay="0"/>
                            </p:stCondLst>
                            <p:childTnLst>
                              <p:par>
                                <p:cTn id="45" presetID="2" presetClass="entr" presetSubtype="2" fill="hold" grpId="0" nodeType="clickEffect">
                                  <p:stCondLst>
                                    <p:cond delay="0"/>
                                  </p:stCondLst>
                                  <p:childTnLst>
                                    <p:set>
                                      <p:cBhvr>
                                        <p:cTn id="46" dur="1" fill="hold">
                                          <p:stCondLst>
                                            <p:cond delay="0"/>
                                          </p:stCondLst>
                                        </p:cTn>
                                        <p:tgtEl>
                                          <p:spTgt spid="247814"/>
                                        </p:tgtEl>
                                        <p:attrNameLst>
                                          <p:attrName>style.visibility</p:attrName>
                                        </p:attrNameLst>
                                      </p:cBhvr>
                                      <p:to>
                                        <p:strVal val="visible"/>
                                      </p:to>
                                    </p:set>
                                    <p:anim calcmode="lin" valueType="num">
                                      <p:cBhvr additive="base">
                                        <p:cTn id="47" dur="500" fill="hold"/>
                                        <p:tgtEl>
                                          <p:spTgt spid="247814"/>
                                        </p:tgtEl>
                                        <p:attrNameLst>
                                          <p:attrName>ppt_x</p:attrName>
                                        </p:attrNameLst>
                                      </p:cBhvr>
                                      <p:tavLst>
                                        <p:tav tm="0">
                                          <p:val>
                                            <p:strVal val="1+#ppt_w/2"/>
                                          </p:val>
                                        </p:tav>
                                        <p:tav tm="100000">
                                          <p:val>
                                            <p:strVal val="#ppt_x"/>
                                          </p:val>
                                        </p:tav>
                                      </p:tavLst>
                                    </p:anim>
                                    <p:anim calcmode="lin" valueType="num">
                                      <p:cBhvr additive="base">
                                        <p:cTn id="48" dur="500" fill="hold"/>
                                        <p:tgtEl>
                                          <p:spTgt spid="247814"/>
                                        </p:tgtEl>
                                        <p:attrNameLst>
                                          <p:attrName>ppt_y</p:attrName>
                                        </p:attrNameLst>
                                      </p:cBhvr>
                                      <p:tavLst>
                                        <p:tav tm="0">
                                          <p:val>
                                            <p:strVal val="#ppt_y"/>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2" presetClass="entr" presetSubtype="2" fill="hold" grpId="0" nodeType="clickEffect">
                                  <p:stCondLst>
                                    <p:cond delay="0"/>
                                  </p:stCondLst>
                                  <p:childTnLst>
                                    <p:set>
                                      <p:cBhvr>
                                        <p:cTn id="52" dur="1" fill="hold">
                                          <p:stCondLst>
                                            <p:cond delay="0"/>
                                          </p:stCondLst>
                                        </p:cTn>
                                        <p:tgtEl>
                                          <p:spTgt spid="247818"/>
                                        </p:tgtEl>
                                        <p:attrNameLst>
                                          <p:attrName>style.visibility</p:attrName>
                                        </p:attrNameLst>
                                      </p:cBhvr>
                                      <p:to>
                                        <p:strVal val="visible"/>
                                      </p:to>
                                    </p:set>
                                    <p:animEffect transition="in" filter="wipe(right)">
                                      <p:cBhvr>
                                        <p:cTn id="53" dur="500"/>
                                        <p:tgtEl>
                                          <p:spTgt spid="247818"/>
                                        </p:tgtEl>
                                      </p:cBhvr>
                                    </p:animEffect>
                                  </p:childTnLst>
                                </p:cTn>
                              </p:par>
                            </p:childTnLst>
                          </p:cTn>
                        </p:par>
                      </p:childTnLst>
                    </p:cTn>
                  </p:par>
                  <p:par>
                    <p:cTn id="54" fill="hold">
                      <p:stCondLst>
                        <p:cond delay="indefinite"/>
                      </p:stCondLst>
                      <p:childTnLst>
                        <p:par>
                          <p:cTn id="55" fill="hold">
                            <p:stCondLst>
                              <p:cond delay="0"/>
                            </p:stCondLst>
                            <p:childTnLst>
                              <p:par>
                                <p:cTn id="56" presetID="3" presetClass="entr" presetSubtype="10" fill="hold" nodeType="clickEffect">
                                  <p:stCondLst>
                                    <p:cond delay="0"/>
                                  </p:stCondLst>
                                  <p:childTnLst>
                                    <p:set>
                                      <p:cBhvr>
                                        <p:cTn id="57" dur="1" fill="hold">
                                          <p:stCondLst>
                                            <p:cond delay="0"/>
                                          </p:stCondLst>
                                        </p:cTn>
                                        <p:tgtEl>
                                          <p:spTgt spid="247819"/>
                                        </p:tgtEl>
                                        <p:attrNameLst>
                                          <p:attrName>style.visibility</p:attrName>
                                        </p:attrNameLst>
                                      </p:cBhvr>
                                      <p:to>
                                        <p:strVal val="visible"/>
                                      </p:to>
                                    </p:set>
                                    <p:animEffect transition="in" filter="blinds(horizontal)">
                                      <p:cBhvr>
                                        <p:cTn id="58" dur="500"/>
                                        <p:tgtEl>
                                          <p:spTgt spid="247819"/>
                                        </p:tgtEl>
                                      </p:cBhvr>
                                    </p:animEffect>
                                  </p:childTnLst>
                                </p:cTn>
                              </p:par>
                            </p:childTnLst>
                          </p:cTn>
                        </p:par>
                      </p:childTnLst>
                    </p:cTn>
                  </p:par>
                  <p:par>
                    <p:cTn id="59" fill="hold">
                      <p:stCondLst>
                        <p:cond delay="indefinite"/>
                      </p:stCondLst>
                      <p:childTnLst>
                        <p:par>
                          <p:cTn id="60" fill="hold">
                            <p:stCondLst>
                              <p:cond delay="0"/>
                            </p:stCondLst>
                            <p:childTnLst>
                              <p:par>
                                <p:cTn id="61" presetID="3" presetClass="entr" presetSubtype="10" fill="hold" nodeType="clickEffect">
                                  <p:stCondLst>
                                    <p:cond delay="0"/>
                                  </p:stCondLst>
                                  <p:childTnLst>
                                    <p:set>
                                      <p:cBhvr>
                                        <p:cTn id="62" dur="1" fill="hold">
                                          <p:stCondLst>
                                            <p:cond delay="0"/>
                                          </p:stCondLst>
                                        </p:cTn>
                                        <p:tgtEl>
                                          <p:spTgt spid="247827"/>
                                        </p:tgtEl>
                                        <p:attrNameLst>
                                          <p:attrName>style.visibility</p:attrName>
                                        </p:attrNameLst>
                                      </p:cBhvr>
                                      <p:to>
                                        <p:strVal val="visible"/>
                                      </p:to>
                                    </p:set>
                                    <p:animEffect transition="in" filter="blinds(horizontal)">
                                      <p:cBhvr>
                                        <p:cTn id="63" dur="500"/>
                                        <p:tgtEl>
                                          <p:spTgt spid="247827"/>
                                        </p:tgtEl>
                                      </p:cBhvr>
                                    </p:animEffect>
                                  </p:childTnLst>
                                </p:cTn>
                              </p:par>
                            </p:childTnLst>
                          </p:cTn>
                        </p:par>
                      </p:childTnLst>
                    </p:cTn>
                  </p:par>
                  <p:par>
                    <p:cTn id="64" fill="hold">
                      <p:stCondLst>
                        <p:cond delay="indefinite"/>
                      </p:stCondLst>
                      <p:childTnLst>
                        <p:par>
                          <p:cTn id="65" fill="hold">
                            <p:stCondLst>
                              <p:cond delay="0"/>
                            </p:stCondLst>
                            <p:childTnLst>
                              <p:par>
                                <p:cTn id="66" presetID="3" presetClass="entr" presetSubtype="10" fill="hold" nodeType="clickEffect">
                                  <p:stCondLst>
                                    <p:cond delay="0"/>
                                  </p:stCondLst>
                                  <p:childTnLst>
                                    <p:set>
                                      <p:cBhvr>
                                        <p:cTn id="67" dur="1" fill="hold">
                                          <p:stCondLst>
                                            <p:cond delay="0"/>
                                          </p:stCondLst>
                                        </p:cTn>
                                        <p:tgtEl>
                                          <p:spTgt spid="247828"/>
                                        </p:tgtEl>
                                        <p:attrNameLst>
                                          <p:attrName>style.visibility</p:attrName>
                                        </p:attrNameLst>
                                      </p:cBhvr>
                                      <p:to>
                                        <p:strVal val="visible"/>
                                      </p:to>
                                    </p:set>
                                    <p:animEffect transition="in" filter="blinds(horizontal)">
                                      <p:cBhvr>
                                        <p:cTn id="68" dur="500"/>
                                        <p:tgtEl>
                                          <p:spTgt spid="247828"/>
                                        </p:tgtEl>
                                      </p:cBhvr>
                                    </p:animEffect>
                                  </p:childTnLst>
                                </p:cTn>
                              </p:par>
                            </p:childTnLst>
                          </p:cTn>
                        </p:par>
                      </p:childTnLst>
                    </p:cTn>
                  </p:par>
                  <p:par>
                    <p:cTn id="69" fill="hold">
                      <p:stCondLst>
                        <p:cond delay="indefinite"/>
                      </p:stCondLst>
                      <p:childTnLst>
                        <p:par>
                          <p:cTn id="70" fill="hold">
                            <p:stCondLst>
                              <p:cond delay="0"/>
                            </p:stCondLst>
                            <p:childTnLst>
                              <p:par>
                                <p:cTn id="71" presetID="2" presetClass="entr" presetSubtype="8" fill="hold" grpId="0" nodeType="clickEffect">
                                  <p:stCondLst>
                                    <p:cond delay="0"/>
                                  </p:stCondLst>
                                  <p:childTnLst>
                                    <p:set>
                                      <p:cBhvr>
                                        <p:cTn id="72" dur="1" fill="hold">
                                          <p:stCondLst>
                                            <p:cond delay="0"/>
                                          </p:stCondLst>
                                        </p:cTn>
                                        <p:tgtEl>
                                          <p:spTgt spid="247820"/>
                                        </p:tgtEl>
                                        <p:attrNameLst>
                                          <p:attrName>style.visibility</p:attrName>
                                        </p:attrNameLst>
                                      </p:cBhvr>
                                      <p:to>
                                        <p:strVal val="visible"/>
                                      </p:to>
                                    </p:set>
                                    <p:anim calcmode="lin" valueType="num">
                                      <p:cBhvr additive="base">
                                        <p:cTn id="73" dur="500" fill="hold"/>
                                        <p:tgtEl>
                                          <p:spTgt spid="247820"/>
                                        </p:tgtEl>
                                        <p:attrNameLst>
                                          <p:attrName>ppt_x</p:attrName>
                                        </p:attrNameLst>
                                      </p:cBhvr>
                                      <p:tavLst>
                                        <p:tav tm="0">
                                          <p:val>
                                            <p:strVal val="0-#ppt_w/2"/>
                                          </p:val>
                                        </p:tav>
                                        <p:tav tm="100000">
                                          <p:val>
                                            <p:strVal val="#ppt_x"/>
                                          </p:val>
                                        </p:tav>
                                      </p:tavLst>
                                    </p:anim>
                                    <p:anim calcmode="lin" valueType="num">
                                      <p:cBhvr additive="base">
                                        <p:cTn id="74" dur="500" fill="hold"/>
                                        <p:tgtEl>
                                          <p:spTgt spid="247820"/>
                                        </p:tgtEl>
                                        <p:attrNameLst>
                                          <p:attrName>ppt_y</p:attrName>
                                        </p:attrNameLst>
                                      </p:cBhvr>
                                      <p:tavLst>
                                        <p:tav tm="0">
                                          <p:val>
                                            <p:strVal val="#ppt_y"/>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2" presetClass="entr" presetSubtype="4" fill="hold" grpId="0" nodeType="clickEffect">
                                  <p:stCondLst>
                                    <p:cond delay="0"/>
                                  </p:stCondLst>
                                  <p:childTnLst>
                                    <p:set>
                                      <p:cBhvr>
                                        <p:cTn id="78" dur="1" fill="hold">
                                          <p:stCondLst>
                                            <p:cond delay="0"/>
                                          </p:stCondLst>
                                        </p:cTn>
                                        <p:tgtEl>
                                          <p:spTgt spid="247821"/>
                                        </p:tgtEl>
                                        <p:attrNameLst>
                                          <p:attrName>style.visibility</p:attrName>
                                        </p:attrNameLst>
                                      </p:cBhvr>
                                      <p:to>
                                        <p:strVal val="visible"/>
                                      </p:to>
                                    </p:set>
                                    <p:animEffect transition="in" filter="wipe(down)">
                                      <p:cBhvr>
                                        <p:cTn id="79" dur="500"/>
                                        <p:tgtEl>
                                          <p:spTgt spid="247821"/>
                                        </p:tgtEl>
                                      </p:cBhvr>
                                    </p:animEffect>
                                  </p:childTnLst>
                                </p:cTn>
                              </p:par>
                            </p:childTnLst>
                          </p:cTn>
                        </p:par>
                      </p:childTnLst>
                    </p:cTn>
                  </p:par>
                  <p:par>
                    <p:cTn id="80" fill="hold">
                      <p:stCondLst>
                        <p:cond delay="indefinite"/>
                      </p:stCondLst>
                      <p:childTnLst>
                        <p:par>
                          <p:cTn id="81" fill="hold">
                            <p:stCondLst>
                              <p:cond delay="0"/>
                            </p:stCondLst>
                            <p:childTnLst>
                              <p:par>
                                <p:cTn id="82" presetID="22" presetClass="entr" presetSubtype="8" fill="hold" nodeType="clickEffect">
                                  <p:stCondLst>
                                    <p:cond delay="0"/>
                                  </p:stCondLst>
                                  <p:childTnLst>
                                    <p:set>
                                      <p:cBhvr>
                                        <p:cTn id="83" dur="1" fill="hold">
                                          <p:stCondLst>
                                            <p:cond delay="0"/>
                                          </p:stCondLst>
                                        </p:cTn>
                                        <p:tgtEl>
                                          <p:spTgt spid="247822"/>
                                        </p:tgtEl>
                                        <p:attrNameLst>
                                          <p:attrName>style.visibility</p:attrName>
                                        </p:attrNameLst>
                                      </p:cBhvr>
                                      <p:to>
                                        <p:strVal val="visible"/>
                                      </p:to>
                                    </p:set>
                                    <p:animEffect transition="in" filter="wipe(left)">
                                      <p:cBhvr>
                                        <p:cTn id="84" dur="500"/>
                                        <p:tgtEl>
                                          <p:spTgt spid="247822"/>
                                        </p:tgtEl>
                                      </p:cBhvr>
                                    </p:animEffect>
                                  </p:childTnLst>
                                </p:cTn>
                              </p:par>
                            </p:childTnLst>
                          </p:cTn>
                        </p:par>
                      </p:childTnLst>
                    </p:cTn>
                  </p:par>
                  <p:par>
                    <p:cTn id="85" fill="hold">
                      <p:stCondLst>
                        <p:cond delay="indefinite"/>
                      </p:stCondLst>
                      <p:childTnLst>
                        <p:par>
                          <p:cTn id="86" fill="hold">
                            <p:stCondLst>
                              <p:cond delay="0"/>
                            </p:stCondLst>
                            <p:childTnLst>
                              <p:par>
                                <p:cTn id="87" presetID="22" presetClass="entr" presetSubtype="8" fill="hold" nodeType="clickEffect">
                                  <p:stCondLst>
                                    <p:cond delay="0"/>
                                  </p:stCondLst>
                                  <p:childTnLst>
                                    <p:set>
                                      <p:cBhvr>
                                        <p:cTn id="88" dur="1" fill="hold">
                                          <p:stCondLst>
                                            <p:cond delay="0"/>
                                          </p:stCondLst>
                                        </p:cTn>
                                        <p:tgtEl>
                                          <p:spTgt spid="247829"/>
                                        </p:tgtEl>
                                        <p:attrNameLst>
                                          <p:attrName>style.visibility</p:attrName>
                                        </p:attrNameLst>
                                      </p:cBhvr>
                                      <p:to>
                                        <p:strVal val="visible"/>
                                      </p:to>
                                    </p:set>
                                    <p:animEffect transition="in" filter="wipe(left)">
                                      <p:cBhvr>
                                        <p:cTn id="89" dur="500"/>
                                        <p:tgtEl>
                                          <p:spTgt spid="247829"/>
                                        </p:tgtEl>
                                      </p:cBhvr>
                                    </p:animEffect>
                                  </p:childTnLst>
                                </p:cTn>
                              </p:par>
                            </p:childTnLst>
                          </p:cTn>
                        </p:par>
                      </p:childTnLst>
                    </p:cTn>
                  </p:par>
                  <p:par>
                    <p:cTn id="90" fill="hold">
                      <p:stCondLst>
                        <p:cond delay="indefinite"/>
                      </p:stCondLst>
                      <p:childTnLst>
                        <p:par>
                          <p:cTn id="91" fill="hold">
                            <p:stCondLst>
                              <p:cond delay="0"/>
                            </p:stCondLst>
                            <p:childTnLst>
                              <p:par>
                                <p:cTn id="92" presetID="22" presetClass="entr" presetSubtype="8" fill="hold" nodeType="clickEffect">
                                  <p:stCondLst>
                                    <p:cond delay="0"/>
                                  </p:stCondLst>
                                  <p:childTnLst>
                                    <p:set>
                                      <p:cBhvr>
                                        <p:cTn id="93" dur="1" fill="hold">
                                          <p:stCondLst>
                                            <p:cond delay="0"/>
                                          </p:stCondLst>
                                        </p:cTn>
                                        <p:tgtEl>
                                          <p:spTgt spid="247830"/>
                                        </p:tgtEl>
                                        <p:attrNameLst>
                                          <p:attrName>style.visibility</p:attrName>
                                        </p:attrNameLst>
                                      </p:cBhvr>
                                      <p:to>
                                        <p:strVal val="visible"/>
                                      </p:to>
                                    </p:set>
                                    <p:animEffect transition="in" filter="wipe(left)">
                                      <p:cBhvr>
                                        <p:cTn id="94" dur="500"/>
                                        <p:tgtEl>
                                          <p:spTgt spid="247830"/>
                                        </p:tgtEl>
                                      </p:cBhvr>
                                    </p:animEffect>
                                  </p:childTnLst>
                                </p:cTn>
                              </p:par>
                            </p:childTnLst>
                          </p:cTn>
                        </p:par>
                      </p:childTnLst>
                    </p:cTn>
                  </p:par>
                  <p:par>
                    <p:cTn id="95" fill="hold">
                      <p:stCondLst>
                        <p:cond delay="indefinite"/>
                      </p:stCondLst>
                      <p:childTnLst>
                        <p:par>
                          <p:cTn id="96" fill="hold">
                            <p:stCondLst>
                              <p:cond delay="0"/>
                            </p:stCondLst>
                            <p:childTnLst>
                              <p:par>
                                <p:cTn id="97" presetID="2" presetClass="entr" presetSubtype="4" fill="hold" grpId="0" nodeType="clickEffect">
                                  <p:stCondLst>
                                    <p:cond delay="0"/>
                                  </p:stCondLst>
                                  <p:childTnLst>
                                    <p:set>
                                      <p:cBhvr>
                                        <p:cTn id="98" dur="1" fill="hold">
                                          <p:stCondLst>
                                            <p:cond delay="0"/>
                                          </p:stCondLst>
                                        </p:cTn>
                                        <p:tgtEl>
                                          <p:spTgt spid="247823"/>
                                        </p:tgtEl>
                                        <p:attrNameLst>
                                          <p:attrName>style.visibility</p:attrName>
                                        </p:attrNameLst>
                                      </p:cBhvr>
                                      <p:to>
                                        <p:strVal val="visible"/>
                                      </p:to>
                                    </p:set>
                                    <p:anim calcmode="lin" valueType="num">
                                      <p:cBhvr additive="base">
                                        <p:cTn id="99" dur="500" fill="hold"/>
                                        <p:tgtEl>
                                          <p:spTgt spid="247823"/>
                                        </p:tgtEl>
                                        <p:attrNameLst>
                                          <p:attrName>ppt_x</p:attrName>
                                        </p:attrNameLst>
                                      </p:cBhvr>
                                      <p:tavLst>
                                        <p:tav tm="0">
                                          <p:val>
                                            <p:strVal val="#ppt_x"/>
                                          </p:val>
                                        </p:tav>
                                        <p:tav tm="100000">
                                          <p:val>
                                            <p:strVal val="#ppt_x"/>
                                          </p:val>
                                        </p:tav>
                                      </p:tavLst>
                                    </p:anim>
                                    <p:anim calcmode="lin" valueType="num">
                                      <p:cBhvr additive="base">
                                        <p:cTn id="100" dur="500" fill="hold"/>
                                        <p:tgtEl>
                                          <p:spTgt spid="247823"/>
                                        </p:tgtEl>
                                        <p:attrNameLst>
                                          <p:attrName>ppt_y</p:attrName>
                                        </p:attrNameLst>
                                      </p:cBhvr>
                                      <p:tavLst>
                                        <p:tav tm="0">
                                          <p:val>
                                            <p:strVal val="1+#ppt_h/2"/>
                                          </p:val>
                                        </p:tav>
                                        <p:tav tm="100000">
                                          <p:val>
                                            <p:strVal val="#ppt_y"/>
                                          </p:val>
                                        </p:tav>
                                      </p:tavLst>
                                    </p:anim>
                                  </p:childTnLst>
                                </p:cTn>
                              </p:par>
                              <p:par>
                                <p:cTn id="101" presetID="2" presetClass="entr" presetSubtype="4" fill="hold" grpId="0" nodeType="withEffect">
                                  <p:stCondLst>
                                    <p:cond delay="0"/>
                                  </p:stCondLst>
                                  <p:childTnLst>
                                    <p:set>
                                      <p:cBhvr>
                                        <p:cTn id="102" dur="1" fill="hold">
                                          <p:stCondLst>
                                            <p:cond delay="0"/>
                                          </p:stCondLst>
                                        </p:cTn>
                                        <p:tgtEl>
                                          <p:spTgt spid="247824"/>
                                        </p:tgtEl>
                                        <p:attrNameLst>
                                          <p:attrName>style.visibility</p:attrName>
                                        </p:attrNameLst>
                                      </p:cBhvr>
                                      <p:to>
                                        <p:strVal val="visible"/>
                                      </p:to>
                                    </p:set>
                                    <p:anim calcmode="lin" valueType="num">
                                      <p:cBhvr additive="base">
                                        <p:cTn id="103" dur="500" fill="hold"/>
                                        <p:tgtEl>
                                          <p:spTgt spid="247824"/>
                                        </p:tgtEl>
                                        <p:attrNameLst>
                                          <p:attrName>ppt_x</p:attrName>
                                        </p:attrNameLst>
                                      </p:cBhvr>
                                      <p:tavLst>
                                        <p:tav tm="0">
                                          <p:val>
                                            <p:strVal val="#ppt_x"/>
                                          </p:val>
                                        </p:tav>
                                        <p:tav tm="100000">
                                          <p:val>
                                            <p:strVal val="#ppt_x"/>
                                          </p:val>
                                        </p:tav>
                                      </p:tavLst>
                                    </p:anim>
                                    <p:anim calcmode="lin" valueType="num">
                                      <p:cBhvr additive="base">
                                        <p:cTn id="104" dur="500" fill="hold"/>
                                        <p:tgtEl>
                                          <p:spTgt spid="247824"/>
                                        </p:tgtEl>
                                        <p:attrNameLst>
                                          <p:attrName>ppt_y</p:attrName>
                                        </p:attrNameLst>
                                      </p:cBhvr>
                                      <p:tavLst>
                                        <p:tav tm="0">
                                          <p:val>
                                            <p:strVal val="1+#ppt_h/2"/>
                                          </p:val>
                                        </p:tav>
                                        <p:tav tm="100000">
                                          <p:val>
                                            <p:strVal val="#ppt_y"/>
                                          </p:val>
                                        </p:tav>
                                      </p:tavLst>
                                    </p:anim>
                                  </p:childTnLst>
                                </p:cTn>
                              </p:par>
                            </p:childTnLst>
                          </p:cTn>
                        </p:par>
                      </p:childTnLst>
                    </p:cTn>
                  </p:par>
                  <p:par>
                    <p:cTn id="105" fill="hold">
                      <p:stCondLst>
                        <p:cond delay="indefinite"/>
                      </p:stCondLst>
                      <p:childTnLst>
                        <p:par>
                          <p:cTn id="106" fill="hold">
                            <p:stCondLst>
                              <p:cond delay="0"/>
                            </p:stCondLst>
                            <p:childTnLst>
                              <p:par>
                                <p:cTn id="107" presetID="3" presetClass="entr" presetSubtype="10" fill="hold" nodeType="clickEffect">
                                  <p:stCondLst>
                                    <p:cond delay="0"/>
                                  </p:stCondLst>
                                  <p:childTnLst>
                                    <p:set>
                                      <p:cBhvr>
                                        <p:cTn id="108" dur="1" fill="hold">
                                          <p:stCondLst>
                                            <p:cond delay="0"/>
                                          </p:stCondLst>
                                        </p:cTn>
                                        <p:tgtEl>
                                          <p:spTgt spid="247825"/>
                                        </p:tgtEl>
                                        <p:attrNameLst>
                                          <p:attrName>style.visibility</p:attrName>
                                        </p:attrNameLst>
                                      </p:cBhvr>
                                      <p:to>
                                        <p:strVal val="visible"/>
                                      </p:to>
                                    </p:set>
                                    <p:animEffect transition="in" filter="blinds(horizontal)">
                                      <p:cBhvr>
                                        <p:cTn id="109" dur="500"/>
                                        <p:tgtEl>
                                          <p:spTgt spid="247825"/>
                                        </p:tgtEl>
                                      </p:cBhvr>
                                    </p:animEffect>
                                  </p:childTnLst>
                                </p:cTn>
                              </p:par>
                            </p:childTnLst>
                          </p:cTn>
                        </p:par>
                      </p:childTnLst>
                    </p:cTn>
                  </p:par>
                  <p:par>
                    <p:cTn id="110" fill="hold">
                      <p:stCondLst>
                        <p:cond delay="indefinite"/>
                      </p:stCondLst>
                      <p:childTnLst>
                        <p:par>
                          <p:cTn id="111" fill="hold">
                            <p:stCondLst>
                              <p:cond delay="0"/>
                            </p:stCondLst>
                            <p:childTnLst>
                              <p:par>
                                <p:cTn id="112" presetID="3" presetClass="entr" presetSubtype="10" fill="hold" nodeType="clickEffect">
                                  <p:stCondLst>
                                    <p:cond delay="0"/>
                                  </p:stCondLst>
                                  <p:childTnLst>
                                    <p:set>
                                      <p:cBhvr>
                                        <p:cTn id="113" dur="1" fill="hold">
                                          <p:stCondLst>
                                            <p:cond delay="0"/>
                                          </p:stCondLst>
                                        </p:cTn>
                                        <p:tgtEl>
                                          <p:spTgt spid="247831"/>
                                        </p:tgtEl>
                                        <p:attrNameLst>
                                          <p:attrName>style.visibility</p:attrName>
                                        </p:attrNameLst>
                                      </p:cBhvr>
                                      <p:to>
                                        <p:strVal val="visible"/>
                                      </p:to>
                                    </p:set>
                                    <p:animEffect transition="in" filter="blinds(horizontal)">
                                      <p:cBhvr>
                                        <p:cTn id="114" dur="500"/>
                                        <p:tgtEl>
                                          <p:spTgt spid="247831"/>
                                        </p:tgtEl>
                                      </p:cBhvr>
                                    </p:animEffect>
                                  </p:childTnLst>
                                </p:cTn>
                              </p:par>
                            </p:childTnLst>
                          </p:cTn>
                        </p:par>
                      </p:childTnLst>
                    </p:cTn>
                  </p:par>
                  <p:par>
                    <p:cTn id="115" fill="hold">
                      <p:stCondLst>
                        <p:cond delay="indefinite"/>
                      </p:stCondLst>
                      <p:childTnLst>
                        <p:par>
                          <p:cTn id="116" fill="hold">
                            <p:stCondLst>
                              <p:cond delay="0"/>
                            </p:stCondLst>
                            <p:childTnLst>
                              <p:par>
                                <p:cTn id="117" presetID="3" presetClass="entr" presetSubtype="10" fill="hold" nodeType="clickEffect">
                                  <p:stCondLst>
                                    <p:cond delay="0"/>
                                  </p:stCondLst>
                                  <p:childTnLst>
                                    <p:set>
                                      <p:cBhvr>
                                        <p:cTn id="118" dur="1" fill="hold">
                                          <p:stCondLst>
                                            <p:cond delay="0"/>
                                          </p:stCondLst>
                                        </p:cTn>
                                        <p:tgtEl>
                                          <p:spTgt spid="247832"/>
                                        </p:tgtEl>
                                        <p:attrNameLst>
                                          <p:attrName>style.visibility</p:attrName>
                                        </p:attrNameLst>
                                      </p:cBhvr>
                                      <p:to>
                                        <p:strVal val="visible"/>
                                      </p:to>
                                    </p:set>
                                    <p:animEffect transition="in" filter="blinds(horizontal)">
                                      <p:cBhvr>
                                        <p:cTn id="119" dur="500"/>
                                        <p:tgtEl>
                                          <p:spTgt spid="247832"/>
                                        </p:tgtEl>
                                      </p:cBhvr>
                                    </p:animEffect>
                                  </p:childTnLst>
                                </p:cTn>
                              </p:par>
                            </p:childTnLst>
                          </p:cTn>
                        </p:par>
                      </p:childTnLst>
                    </p:cTn>
                  </p:par>
                  <p:par>
                    <p:cTn id="120" fill="hold">
                      <p:stCondLst>
                        <p:cond delay="indefinite"/>
                      </p:stCondLst>
                      <p:childTnLst>
                        <p:par>
                          <p:cTn id="121" fill="hold">
                            <p:stCondLst>
                              <p:cond delay="0"/>
                            </p:stCondLst>
                            <p:childTnLst>
                              <p:par>
                                <p:cTn id="122" presetID="22" presetClass="entr" presetSubtype="4" fill="hold" nodeType="clickEffect">
                                  <p:stCondLst>
                                    <p:cond delay="0"/>
                                  </p:stCondLst>
                                  <p:childTnLst>
                                    <p:set>
                                      <p:cBhvr>
                                        <p:cTn id="123" dur="1" fill="hold">
                                          <p:stCondLst>
                                            <p:cond delay="0"/>
                                          </p:stCondLst>
                                        </p:cTn>
                                        <p:tgtEl>
                                          <p:spTgt spid="247826"/>
                                        </p:tgtEl>
                                        <p:attrNameLst>
                                          <p:attrName>style.visibility</p:attrName>
                                        </p:attrNameLst>
                                      </p:cBhvr>
                                      <p:to>
                                        <p:strVal val="visible"/>
                                      </p:to>
                                    </p:set>
                                    <p:animEffect transition="in" filter="wipe(down)">
                                      <p:cBhvr>
                                        <p:cTn id="124" dur="500"/>
                                        <p:tgtEl>
                                          <p:spTgt spid="2478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7810" grpId="0"/>
      <p:bldP spid="247811" grpId="0"/>
      <p:bldP spid="247812" grpId="0"/>
      <p:bldP spid="247813" grpId="0"/>
      <p:bldP spid="247814" grpId="0" animBg="1"/>
      <p:bldP spid="247815" grpId="0"/>
      <p:bldP spid="247816" grpId="0"/>
      <p:bldP spid="247818" grpId="0"/>
      <p:bldP spid="247820" grpId="0" animBg="1"/>
      <p:bldP spid="247821" grpId="0"/>
      <p:bldP spid="247823" grpId="0" animBg="1"/>
      <p:bldP spid="247824"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7028" name="Text Box 4"/>
          <p:cNvSpPr txBox="1">
            <a:spLocks noChangeArrowheads="1"/>
          </p:cNvSpPr>
          <p:nvPr/>
        </p:nvSpPr>
        <p:spPr bwMode="auto">
          <a:xfrm>
            <a:off x="196850" y="503238"/>
            <a:ext cx="8696325" cy="933450"/>
          </a:xfrm>
          <a:prstGeom prst="rect">
            <a:avLst/>
          </a:prstGeom>
          <a:noFill/>
          <a:ln w="9525">
            <a:noFill/>
            <a:miter lim="800000"/>
            <a:headEnd/>
            <a:tailEnd/>
          </a:ln>
        </p:spPr>
        <p:txBody>
          <a:bodyPr>
            <a:spAutoFit/>
          </a:bodyPr>
          <a:lstStyle/>
          <a:p>
            <a:pPr>
              <a:lnSpc>
                <a:spcPct val="115000"/>
              </a:lnSpc>
              <a:spcBef>
                <a:spcPct val="0"/>
              </a:spcBef>
            </a:pPr>
            <a:r>
              <a:rPr kumimoji="0" lang="zh-CN" altLang="en-US" sz="2400">
                <a:solidFill>
                  <a:srgbClr val="FF0000"/>
                </a:solidFill>
                <a:ea typeface="宋体" pitchFamily="2" charset="-122"/>
              </a:rPr>
              <a:t>例  </a:t>
            </a:r>
            <a:r>
              <a:rPr kumimoji="0" lang="zh-CN" altLang="en-US" sz="2400">
                <a:latin typeface="宋体" pitchFamily="2" charset="-122"/>
                <a:ea typeface="宋体" pitchFamily="2" charset="-122"/>
              </a:rPr>
              <a:t>如图所示，一质量均匀分布的圆柱体，长为</a:t>
            </a:r>
            <a:r>
              <a:rPr kumimoji="0" lang="en-US" altLang="zh-CN" sz="2400" i="1">
                <a:solidFill>
                  <a:srgbClr val="FF6600"/>
                </a:solidFill>
                <a:ea typeface="宋体" pitchFamily="2" charset="-122"/>
              </a:rPr>
              <a:t>l</a:t>
            </a:r>
            <a:r>
              <a:rPr kumimoji="0" lang="en-US" altLang="zh-CN" sz="2400">
                <a:latin typeface="宋体" pitchFamily="2" charset="-122"/>
                <a:ea typeface="宋体" pitchFamily="2" charset="-122"/>
              </a:rPr>
              <a:t> </a:t>
            </a:r>
            <a:r>
              <a:rPr kumimoji="0" lang="zh-CN" altLang="en-US" sz="2400">
                <a:latin typeface="宋体" pitchFamily="2" charset="-122"/>
                <a:ea typeface="宋体" pitchFamily="2" charset="-122"/>
              </a:rPr>
              <a:t>，半径为</a:t>
            </a:r>
            <a:r>
              <a:rPr kumimoji="0" lang="en-US" altLang="zh-CN" sz="2400" i="1">
                <a:solidFill>
                  <a:srgbClr val="FF6600"/>
                </a:solidFill>
                <a:ea typeface="宋体" pitchFamily="2" charset="-122"/>
              </a:rPr>
              <a:t>R</a:t>
            </a:r>
            <a:r>
              <a:rPr kumimoji="0" lang="en-US" altLang="zh-CN" sz="2400">
                <a:latin typeface="宋体" pitchFamily="2" charset="-122"/>
                <a:ea typeface="宋体" pitchFamily="2" charset="-122"/>
              </a:rPr>
              <a:t> </a:t>
            </a:r>
            <a:r>
              <a:rPr kumimoji="0" lang="zh-CN" altLang="en-US" sz="2400">
                <a:latin typeface="宋体" pitchFamily="2" charset="-122"/>
                <a:ea typeface="宋体" pitchFamily="2" charset="-122"/>
              </a:rPr>
              <a:t>，单位体积的质量为</a:t>
            </a:r>
            <a:r>
              <a:rPr kumimoji="0" lang="en-US" altLang="zh-CN" sz="2400" i="1">
                <a:solidFill>
                  <a:srgbClr val="FF6600"/>
                </a:solidFill>
                <a:latin typeface="Symbol" pitchFamily="18" charset="2"/>
                <a:ea typeface="宋体" pitchFamily="2" charset="-122"/>
              </a:rPr>
              <a:t>r</a:t>
            </a:r>
            <a:r>
              <a:rPr kumimoji="0" lang="en-US" altLang="zh-CN" sz="2400">
                <a:latin typeface="Symbol" pitchFamily="18" charset="2"/>
                <a:ea typeface="宋体" pitchFamily="2" charset="-122"/>
              </a:rPr>
              <a:t> </a:t>
            </a:r>
            <a:r>
              <a:rPr kumimoji="0" lang="zh-CN" altLang="en-US" sz="2400">
                <a:ea typeface="宋体" pitchFamily="2" charset="-122"/>
              </a:rPr>
              <a:t>。</a:t>
            </a:r>
            <a:endParaRPr kumimoji="0" lang="zh-CN" altLang="en-US" sz="2400">
              <a:latin typeface="宋体" pitchFamily="2" charset="-122"/>
              <a:ea typeface="宋体" pitchFamily="2" charset="-122"/>
            </a:endParaRPr>
          </a:p>
        </p:txBody>
      </p:sp>
      <p:sp>
        <p:nvSpPr>
          <p:cNvPr id="257029" name="Text Box 5"/>
          <p:cNvSpPr txBox="1">
            <a:spLocks noChangeArrowheads="1"/>
          </p:cNvSpPr>
          <p:nvPr/>
        </p:nvSpPr>
        <p:spPr bwMode="auto">
          <a:xfrm>
            <a:off x="196850" y="1547813"/>
            <a:ext cx="8696325" cy="512762"/>
          </a:xfrm>
          <a:prstGeom prst="rect">
            <a:avLst/>
          </a:prstGeom>
          <a:noFill/>
          <a:ln w="9525">
            <a:noFill/>
            <a:miter lim="800000"/>
            <a:headEnd/>
            <a:tailEnd/>
          </a:ln>
        </p:spPr>
        <p:txBody>
          <a:bodyPr>
            <a:spAutoFit/>
          </a:bodyPr>
          <a:lstStyle/>
          <a:p>
            <a:pPr>
              <a:lnSpc>
                <a:spcPct val="115000"/>
              </a:lnSpc>
              <a:spcBef>
                <a:spcPct val="0"/>
              </a:spcBef>
            </a:pPr>
            <a:r>
              <a:rPr kumimoji="0" lang="zh-CN" altLang="en-US" sz="2400">
                <a:solidFill>
                  <a:srgbClr val="FF0000"/>
                </a:solidFill>
                <a:latin typeface="Symbol" pitchFamily="18" charset="2"/>
                <a:ea typeface="宋体" pitchFamily="2" charset="-122"/>
              </a:rPr>
              <a:t>求</a:t>
            </a:r>
            <a:r>
              <a:rPr kumimoji="0" lang="zh-CN" altLang="en-US" sz="2400">
                <a:latin typeface="Symbol" pitchFamily="18" charset="2"/>
                <a:ea typeface="宋体" pitchFamily="2" charset="-122"/>
              </a:rPr>
              <a:t>  该圆柱体对通过其中心的轴 </a:t>
            </a:r>
            <a:r>
              <a:rPr kumimoji="0" lang="en-US" altLang="zh-CN" sz="2400" i="1">
                <a:solidFill>
                  <a:srgbClr val="FF6600"/>
                </a:solidFill>
                <a:ea typeface="宋体" pitchFamily="2" charset="-122"/>
              </a:rPr>
              <a:t>OO’</a:t>
            </a:r>
            <a:r>
              <a:rPr kumimoji="0" lang="en-US" altLang="zh-CN" sz="2400">
                <a:ea typeface="宋体" pitchFamily="2" charset="-122"/>
              </a:rPr>
              <a:t> </a:t>
            </a:r>
            <a:r>
              <a:rPr kumimoji="0" lang="zh-CN" altLang="en-US" sz="2400">
                <a:ea typeface="宋体" pitchFamily="2" charset="-122"/>
              </a:rPr>
              <a:t>的转动惯量。 </a:t>
            </a:r>
            <a:endParaRPr kumimoji="0" lang="zh-CN" altLang="en-US" sz="2400">
              <a:latin typeface="宋体" pitchFamily="2" charset="-122"/>
              <a:ea typeface="宋体" pitchFamily="2" charset="-122"/>
            </a:endParaRPr>
          </a:p>
        </p:txBody>
      </p:sp>
      <p:sp>
        <p:nvSpPr>
          <p:cNvPr id="257030" name="AutoShape 6"/>
          <p:cNvSpPr>
            <a:spLocks noChangeArrowheads="1"/>
          </p:cNvSpPr>
          <p:nvPr/>
        </p:nvSpPr>
        <p:spPr bwMode="auto">
          <a:xfrm>
            <a:off x="6686550" y="2762250"/>
            <a:ext cx="1441450" cy="2520950"/>
          </a:xfrm>
          <a:prstGeom prst="can">
            <a:avLst>
              <a:gd name="adj" fmla="val 43722"/>
            </a:avLst>
          </a:prstGeom>
          <a:noFill/>
          <a:ln w="25400">
            <a:solidFill>
              <a:srgbClr val="800080"/>
            </a:solidFill>
            <a:round/>
            <a:headEnd/>
            <a:tailEnd/>
          </a:ln>
        </p:spPr>
        <p:txBody>
          <a:bodyPr wrap="none" anchor="ctr"/>
          <a:lstStyle/>
          <a:p>
            <a:endParaRPr lang="zh-CN" altLang="en-US"/>
          </a:p>
        </p:txBody>
      </p:sp>
      <p:grpSp>
        <p:nvGrpSpPr>
          <p:cNvPr id="2" name="Group 7"/>
          <p:cNvGrpSpPr>
            <a:grpSpLocks/>
          </p:cNvGrpSpPr>
          <p:nvPr/>
        </p:nvGrpSpPr>
        <p:grpSpPr bwMode="auto">
          <a:xfrm>
            <a:off x="7362825" y="2125663"/>
            <a:ext cx="674688" cy="3876675"/>
            <a:chOff x="4638" y="1135"/>
            <a:chExt cx="425" cy="2442"/>
          </a:xfrm>
        </p:grpSpPr>
        <p:sp>
          <p:nvSpPr>
            <p:cNvPr id="35871" name="Line 8"/>
            <p:cNvSpPr>
              <a:spLocks noChangeShapeType="1"/>
            </p:cNvSpPr>
            <p:nvPr/>
          </p:nvSpPr>
          <p:spPr bwMode="auto">
            <a:xfrm>
              <a:off x="4666" y="1263"/>
              <a:ext cx="0" cy="472"/>
            </a:xfrm>
            <a:prstGeom prst="line">
              <a:avLst/>
            </a:prstGeom>
            <a:noFill/>
            <a:ln w="22225">
              <a:solidFill>
                <a:srgbClr val="3333CC"/>
              </a:solidFill>
              <a:round/>
              <a:headEnd/>
              <a:tailEnd/>
            </a:ln>
          </p:spPr>
          <p:txBody>
            <a:bodyPr wrap="none" anchor="ctr"/>
            <a:lstStyle/>
            <a:p>
              <a:endParaRPr lang="zh-CN" altLang="en-US"/>
            </a:p>
          </p:txBody>
        </p:sp>
        <p:sp>
          <p:nvSpPr>
            <p:cNvPr id="35872" name="Line 9"/>
            <p:cNvSpPr>
              <a:spLocks noChangeShapeType="1"/>
            </p:cNvSpPr>
            <p:nvPr/>
          </p:nvSpPr>
          <p:spPr bwMode="auto">
            <a:xfrm>
              <a:off x="4666" y="1684"/>
              <a:ext cx="0" cy="1272"/>
            </a:xfrm>
            <a:prstGeom prst="line">
              <a:avLst/>
            </a:prstGeom>
            <a:noFill/>
            <a:ln w="22225">
              <a:solidFill>
                <a:srgbClr val="3333CC"/>
              </a:solidFill>
              <a:prstDash val="dash"/>
              <a:round/>
              <a:headEnd/>
              <a:tailEnd/>
            </a:ln>
          </p:spPr>
          <p:txBody>
            <a:bodyPr wrap="none" anchor="ctr"/>
            <a:lstStyle/>
            <a:p>
              <a:endParaRPr lang="zh-CN" altLang="en-US"/>
            </a:p>
          </p:txBody>
        </p:sp>
        <p:sp>
          <p:nvSpPr>
            <p:cNvPr id="35873" name="Line 10"/>
            <p:cNvSpPr>
              <a:spLocks noChangeShapeType="1"/>
            </p:cNvSpPr>
            <p:nvPr/>
          </p:nvSpPr>
          <p:spPr bwMode="auto">
            <a:xfrm>
              <a:off x="4666" y="2964"/>
              <a:ext cx="0" cy="472"/>
            </a:xfrm>
            <a:prstGeom prst="line">
              <a:avLst/>
            </a:prstGeom>
            <a:noFill/>
            <a:ln w="22225">
              <a:solidFill>
                <a:srgbClr val="3333CC"/>
              </a:solidFill>
              <a:round/>
              <a:headEnd/>
              <a:tailEnd/>
            </a:ln>
          </p:spPr>
          <p:txBody>
            <a:bodyPr wrap="none" anchor="ctr"/>
            <a:lstStyle/>
            <a:p>
              <a:endParaRPr lang="zh-CN" altLang="en-US"/>
            </a:p>
          </p:txBody>
        </p:sp>
        <p:sp>
          <p:nvSpPr>
            <p:cNvPr id="35874" name="Text Box 11"/>
            <p:cNvSpPr txBox="1">
              <a:spLocks noChangeArrowheads="1"/>
            </p:cNvSpPr>
            <p:nvPr/>
          </p:nvSpPr>
          <p:spPr bwMode="auto">
            <a:xfrm>
              <a:off x="4638" y="1135"/>
              <a:ext cx="425" cy="288"/>
            </a:xfrm>
            <a:prstGeom prst="rect">
              <a:avLst/>
            </a:prstGeom>
            <a:noFill/>
            <a:ln w="9525" algn="ctr">
              <a:noFill/>
              <a:miter lim="800000"/>
              <a:headEnd/>
              <a:tailEnd/>
            </a:ln>
          </p:spPr>
          <p:txBody>
            <a:bodyPr>
              <a:spAutoFit/>
            </a:bodyPr>
            <a:lstStyle/>
            <a:p>
              <a:pPr>
                <a:lnSpc>
                  <a:spcPct val="100000"/>
                </a:lnSpc>
              </a:pPr>
              <a:r>
                <a:rPr lang="en-US" altLang="zh-CN" sz="2400" i="1">
                  <a:solidFill>
                    <a:srgbClr val="3333CC"/>
                  </a:solidFill>
                  <a:ea typeface="宋体" pitchFamily="2" charset="-122"/>
                </a:rPr>
                <a:t>O</a:t>
              </a:r>
            </a:p>
          </p:txBody>
        </p:sp>
        <p:sp>
          <p:nvSpPr>
            <p:cNvPr id="35875" name="Text Box 12"/>
            <p:cNvSpPr txBox="1">
              <a:spLocks noChangeArrowheads="1"/>
            </p:cNvSpPr>
            <p:nvPr/>
          </p:nvSpPr>
          <p:spPr bwMode="auto">
            <a:xfrm>
              <a:off x="4638" y="3289"/>
              <a:ext cx="425" cy="288"/>
            </a:xfrm>
            <a:prstGeom prst="rect">
              <a:avLst/>
            </a:prstGeom>
            <a:noFill/>
            <a:ln w="9525" algn="ctr">
              <a:noFill/>
              <a:miter lim="800000"/>
              <a:headEnd/>
              <a:tailEnd/>
            </a:ln>
          </p:spPr>
          <p:txBody>
            <a:bodyPr>
              <a:spAutoFit/>
            </a:bodyPr>
            <a:lstStyle/>
            <a:p>
              <a:pPr>
                <a:lnSpc>
                  <a:spcPct val="100000"/>
                </a:lnSpc>
              </a:pPr>
              <a:r>
                <a:rPr lang="en-US" altLang="zh-CN" sz="2400" i="1">
                  <a:solidFill>
                    <a:srgbClr val="3333CC"/>
                  </a:solidFill>
                  <a:ea typeface="宋体" pitchFamily="2" charset="-122"/>
                </a:rPr>
                <a:t>O’</a:t>
              </a:r>
            </a:p>
          </p:txBody>
        </p:sp>
      </p:grpSp>
      <p:grpSp>
        <p:nvGrpSpPr>
          <p:cNvPr id="3" name="Group 13"/>
          <p:cNvGrpSpPr>
            <a:grpSpLocks/>
          </p:cNvGrpSpPr>
          <p:nvPr/>
        </p:nvGrpSpPr>
        <p:grpSpPr bwMode="auto">
          <a:xfrm>
            <a:off x="6372225" y="3078163"/>
            <a:ext cx="719138" cy="1935162"/>
            <a:chOff x="4014" y="1735"/>
            <a:chExt cx="453" cy="1219"/>
          </a:xfrm>
        </p:grpSpPr>
        <p:sp>
          <p:nvSpPr>
            <p:cNvPr id="35866" name="Line 14"/>
            <p:cNvSpPr>
              <a:spLocks noChangeShapeType="1"/>
            </p:cNvSpPr>
            <p:nvPr/>
          </p:nvSpPr>
          <p:spPr bwMode="auto">
            <a:xfrm flipH="1">
              <a:off x="4014" y="1735"/>
              <a:ext cx="198" cy="0"/>
            </a:xfrm>
            <a:prstGeom prst="line">
              <a:avLst/>
            </a:prstGeom>
            <a:noFill/>
            <a:ln w="15875">
              <a:solidFill>
                <a:srgbClr val="FF0000"/>
              </a:solidFill>
              <a:round/>
              <a:headEnd/>
              <a:tailEnd/>
            </a:ln>
          </p:spPr>
          <p:txBody>
            <a:bodyPr wrap="none" anchor="ctr"/>
            <a:lstStyle/>
            <a:p>
              <a:endParaRPr lang="zh-CN" altLang="en-US"/>
            </a:p>
          </p:txBody>
        </p:sp>
        <p:sp>
          <p:nvSpPr>
            <p:cNvPr id="35867" name="Line 15"/>
            <p:cNvSpPr>
              <a:spLocks noChangeShapeType="1"/>
            </p:cNvSpPr>
            <p:nvPr/>
          </p:nvSpPr>
          <p:spPr bwMode="auto">
            <a:xfrm flipH="1">
              <a:off x="4014" y="2954"/>
              <a:ext cx="198" cy="0"/>
            </a:xfrm>
            <a:prstGeom prst="line">
              <a:avLst/>
            </a:prstGeom>
            <a:noFill/>
            <a:ln w="15875">
              <a:solidFill>
                <a:srgbClr val="FF0000"/>
              </a:solidFill>
              <a:round/>
              <a:headEnd/>
              <a:tailEnd/>
            </a:ln>
          </p:spPr>
          <p:txBody>
            <a:bodyPr wrap="none" anchor="ctr"/>
            <a:lstStyle/>
            <a:p>
              <a:endParaRPr lang="zh-CN" altLang="en-US"/>
            </a:p>
          </p:txBody>
        </p:sp>
        <p:sp>
          <p:nvSpPr>
            <p:cNvPr id="35868" name="Line 16"/>
            <p:cNvSpPr>
              <a:spLocks noChangeShapeType="1"/>
            </p:cNvSpPr>
            <p:nvPr/>
          </p:nvSpPr>
          <p:spPr bwMode="auto">
            <a:xfrm flipV="1">
              <a:off x="4127" y="2472"/>
              <a:ext cx="0" cy="482"/>
            </a:xfrm>
            <a:prstGeom prst="line">
              <a:avLst/>
            </a:prstGeom>
            <a:noFill/>
            <a:ln w="15875">
              <a:solidFill>
                <a:srgbClr val="FF0000"/>
              </a:solidFill>
              <a:round/>
              <a:headEnd/>
              <a:tailEnd type="triangle" w="med" len="med"/>
            </a:ln>
          </p:spPr>
          <p:txBody>
            <a:bodyPr wrap="none" anchor="ctr"/>
            <a:lstStyle/>
            <a:p>
              <a:endParaRPr lang="zh-CN" altLang="en-US"/>
            </a:p>
          </p:txBody>
        </p:sp>
        <p:sp>
          <p:nvSpPr>
            <p:cNvPr id="35869" name="Line 17"/>
            <p:cNvSpPr>
              <a:spLocks noChangeShapeType="1"/>
            </p:cNvSpPr>
            <p:nvPr/>
          </p:nvSpPr>
          <p:spPr bwMode="auto">
            <a:xfrm flipV="1">
              <a:off x="4127" y="1735"/>
              <a:ext cx="0" cy="482"/>
            </a:xfrm>
            <a:prstGeom prst="line">
              <a:avLst/>
            </a:prstGeom>
            <a:noFill/>
            <a:ln w="15875">
              <a:solidFill>
                <a:srgbClr val="FF0000"/>
              </a:solidFill>
              <a:round/>
              <a:headEnd type="triangle" w="med" len="med"/>
              <a:tailEnd/>
            </a:ln>
          </p:spPr>
          <p:txBody>
            <a:bodyPr wrap="none" anchor="ctr"/>
            <a:lstStyle/>
            <a:p>
              <a:endParaRPr lang="zh-CN" altLang="en-US"/>
            </a:p>
          </p:txBody>
        </p:sp>
        <p:sp>
          <p:nvSpPr>
            <p:cNvPr id="35870" name="Text Box 18"/>
            <p:cNvSpPr txBox="1">
              <a:spLocks noChangeArrowheads="1"/>
            </p:cNvSpPr>
            <p:nvPr/>
          </p:nvSpPr>
          <p:spPr bwMode="auto">
            <a:xfrm>
              <a:off x="4042" y="2184"/>
              <a:ext cx="425" cy="288"/>
            </a:xfrm>
            <a:prstGeom prst="rect">
              <a:avLst/>
            </a:prstGeom>
            <a:noFill/>
            <a:ln w="9525" algn="ctr">
              <a:noFill/>
              <a:miter lim="800000"/>
              <a:headEnd/>
              <a:tailEnd/>
            </a:ln>
          </p:spPr>
          <p:txBody>
            <a:bodyPr>
              <a:spAutoFit/>
            </a:bodyPr>
            <a:lstStyle/>
            <a:p>
              <a:pPr>
                <a:lnSpc>
                  <a:spcPct val="100000"/>
                </a:lnSpc>
              </a:pPr>
              <a:r>
                <a:rPr lang="en-US" altLang="zh-CN" sz="2400" i="1">
                  <a:solidFill>
                    <a:srgbClr val="FF0000"/>
                  </a:solidFill>
                  <a:ea typeface="宋体" pitchFamily="2" charset="-122"/>
                </a:rPr>
                <a:t>l</a:t>
              </a:r>
            </a:p>
          </p:txBody>
        </p:sp>
      </p:grpSp>
      <p:grpSp>
        <p:nvGrpSpPr>
          <p:cNvPr id="4" name="Group 19"/>
          <p:cNvGrpSpPr>
            <a:grpSpLocks/>
          </p:cNvGrpSpPr>
          <p:nvPr/>
        </p:nvGrpSpPr>
        <p:grpSpPr bwMode="auto">
          <a:xfrm>
            <a:off x="7407275" y="2897188"/>
            <a:ext cx="855663" cy="457200"/>
            <a:chOff x="4666" y="1621"/>
            <a:chExt cx="539" cy="288"/>
          </a:xfrm>
        </p:grpSpPr>
        <p:sp>
          <p:nvSpPr>
            <p:cNvPr id="35864" name="Line 20"/>
            <p:cNvSpPr>
              <a:spLocks noChangeShapeType="1"/>
            </p:cNvSpPr>
            <p:nvPr/>
          </p:nvSpPr>
          <p:spPr bwMode="auto">
            <a:xfrm flipV="1">
              <a:off x="4666" y="1621"/>
              <a:ext cx="369" cy="114"/>
            </a:xfrm>
            <a:prstGeom prst="line">
              <a:avLst/>
            </a:prstGeom>
            <a:noFill/>
            <a:ln w="22225">
              <a:solidFill>
                <a:srgbClr val="008000"/>
              </a:solidFill>
              <a:round/>
              <a:headEnd/>
              <a:tailEnd type="triangle" w="med" len="med"/>
            </a:ln>
          </p:spPr>
          <p:txBody>
            <a:bodyPr wrap="none" anchor="ctr"/>
            <a:lstStyle/>
            <a:p>
              <a:endParaRPr lang="zh-CN" altLang="en-US"/>
            </a:p>
          </p:txBody>
        </p:sp>
        <p:sp>
          <p:nvSpPr>
            <p:cNvPr id="35865" name="Text Box 21"/>
            <p:cNvSpPr txBox="1">
              <a:spLocks noChangeArrowheads="1"/>
            </p:cNvSpPr>
            <p:nvPr/>
          </p:nvSpPr>
          <p:spPr bwMode="auto">
            <a:xfrm>
              <a:off x="4780" y="1621"/>
              <a:ext cx="425" cy="288"/>
            </a:xfrm>
            <a:prstGeom prst="rect">
              <a:avLst/>
            </a:prstGeom>
            <a:noFill/>
            <a:ln w="9525" algn="ctr">
              <a:noFill/>
              <a:miter lim="800000"/>
              <a:headEnd/>
              <a:tailEnd/>
            </a:ln>
          </p:spPr>
          <p:txBody>
            <a:bodyPr>
              <a:spAutoFit/>
            </a:bodyPr>
            <a:lstStyle/>
            <a:p>
              <a:pPr>
                <a:lnSpc>
                  <a:spcPct val="100000"/>
                </a:lnSpc>
              </a:pPr>
              <a:r>
                <a:rPr lang="en-US" altLang="zh-CN" sz="2400" i="1">
                  <a:solidFill>
                    <a:srgbClr val="006600"/>
                  </a:solidFill>
                  <a:ea typeface="宋体" pitchFamily="2" charset="-122"/>
                </a:rPr>
                <a:t>R</a:t>
              </a:r>
            </a:p>
          </p:txBody>
        </p:sp>
      </p:grpSp>
      <p:sp>
        <p:nvSpPr>
          <p:cNvPr id="257046" name="Text Box 22"/>
          <p:cNvSpPr txBox="1">
            <a:spLocks noChangeArrowheads="1"/>
          </p:cNvSpPr>
          <p:nvPr/>
        </p:nvSpPr>
        <p:spPr bwMode="auto">
          <a:xfrm>
            <a:off x="200025" y="2249488"/>
            <a:ext cx="1268413" cy="457200"/>
          </a:xfrm>
          <a:prstGeom prst="rect">
            <a:avLst/>
          </a:prstGeom>
          <a:noFill/>
          <a:ln w="9525">
            <a:noFill/>
            <a:miter lim="800000"/>
            <a:headEnd/>
            <a:tailEnd/>
          </a:ln>
        </p:spPr>
        <p:txBody>
          <a:bodyPr>
            <a:spAutoFit/>
          </a:bodyPr>
          <a:lstStyle/>
          <a:p>
            <a:pPr>
              <a:lnSpc>
                <a:spcPct val="100000"/>
              </a:lnSpc>
            </a:pPr>
            <a:r>
              <a:rPr kumimoji="0" lang="zh-CN" altLang="en-US" sz="2400">
                <a:solidFill>
                  <a:srgbClr val="FF0000"/>
                </a:solidFill>
                <a:latin typeface="Arial" charset="0"/>
                <a:ea typeface="宋体" pitchFamily="2" charset="-122"/>
              </a:rPr>
              <a:t>解</a:t>
            </a:r>
          </a:p>
        </p:txBody>
      </p:sp>
      <p:sp>
        <p:nvSpPr>
          <p:cNvPr id="257047" name="Text Box 23"/>
          <p:cNvSpPr txBox="1">
            <a:spLocks noChangeArrowheads="1"/>
          </p:cNvSpPr>
          <p:nvPr/>
        </p:nvSpPr>
        <p:spPr bwMode="auto">
          <a:xfrm>
            <a:off x="738188" y="2205038"/>
            <a:ext cx="4824412" cy="933450"/>
          </a:xfrm>
          <a:prstGeom prst="rect">
            <a:avLst/>
          </a:prstGeom>
          <a:noFill/>
          <a:ln w="9525">
            <a:noFill/>
            <a:miter lim="800000"/>
            <a:headEnd/>
            <a:tailEnd/>
          </a:ln>
        </p:spPr>
        <p:txBody>
          <a:bodyPr>
            <a:spAutoFit/>
          </a:bodyPr>
          <a:lstStyle/>
          <a:p>
            <a:pPr>
              <a:lnSpc>
                <a:spcPct val="115000"/>
              </a:lnSpc>
              <a:spcBef>
                <a:spcPct val="0"/>
              </a:spcBef>
            </a:pPr>
            <a:r>
              <a:rPr kumimoji="0" lang="zh-CN" altLang="en-US" sz="2400">
                <a:ea typeface="宋体" pitchFamily="2" charset="-122"/>
              </a:rPr>
              <a:t>以</a:t>
            </a:r>
            <a:r>
              <a:rPr kumimoji="0" lang="en-US" altLang="zh-CN" sz="2400" i="1">
                <a:solidFill>
                  <a:srgbClr val="FF6600"/>
                </a:solidFill>
                <a:ea typeface="宋体" pitchFamily="2" charset="-122"/>
              </a:rPr>
              <a:t>OO’</a:t>
            </a:r>
            <a:r>
              <a:rPr kumimoji="0" lang="en-US" altLang="zh-CN" sz="2400">
                <a:ea typeface="宋体" pitchFamily="2" charset="-122"/>
              </a:rPr>
              <a:t> </a:t>
            </a:r>
            <a:r>
              <a:rPr kumimoji="0" lang="zh-CN" altLang="en-US" sz="2400">
                <a:ea typeface="宋体" pitchFamily="2" charset="-122"/>
              </a:rPr>
              <a:t>为轴，</a:t>
            </a:r>
            <a:r>
              <a:rPr kumimoji="0" lang="en-US" altLang="zh-CN" sz="2400" i="1">
                <a:solidFill>
                  <a:srgbClr val="FF6600"/>
                </a:solidFill>
                <a:ea typeface="宋体" pitchFamily="2" charset="-122"/>
              </a:rPr>
              <a:t>r </a:t>
            </a:r>
            <a:r>
              <a:rPr kumimoji="0" lang="zh-CN" altLang="en-US" sz="2400">
                <a:ea typeface="宋体" pitchFamily="2" charset="-122"/>
              </a:rPr>
              <a:t>为半径，取厚为</a:t>
            </a:r>
            <a:r>
              <a:rPr kumimoji="0" lang="en-US" altLang="zh-CN" sz="2400">
                <a:solidFill>
                  <a:srgbClr val="FF6600"/>
                </a:solidFill>
                <a:ea typeface="宋体" pitchFamily="2" charset="-122"/>
              </a:rPr>
              <a:t>d</a:t>
            </a:r>
            <a:r>
              <a:rPr kumimoji="0" lang="en-US" altLang="zh-CN" sz="2400" i="1">
                <a:solidFill>
                  <a:srgbClr val="FF6600"/>
                </a:solidFill>
                <a:ea typeface="宋体" pitchFamily="2" charset="-122"/>
              </a:rPr>
              <a:t>r</a:t>
            </a:r>
            <a:r>
              <a:rPr kumimoji="0" lang="en-US" altLang="zh-CN" sz="2400">
                <a:solidFill>
                  <a:srgbClr val="FF6600"/>
                </a:solidFill>
                <a:ea typeface="宋体" pitchFamily="2" charset="-122"/>
              </a:rPr>
              <a:t> </a:t>
            </a:r>
            <a:r>
              <a:rPr kumimoji="0" lang="zh-CN" altLang="en-US" sz="2400">
                <a:ea typeface="宋体" pitchFamily="2" charset="-122"/>
              </a:rPr>
              <a:t>的薄圆管，则薄圆管的体积为</a:t>
            </a:r>
          </a:p>
        </p:txBody>
      </p:sp>
      <p:graphicFrame>
        <p:nvGraphicFramePr>
          <p:cNvPr id="257048" name="Object 24"/>
          <p:cNvGraphicFramePr>
            <a:graphicFrameLocks noChangeAspect="1"/>
          </p:cNvGraphicFramePr>
          <p:nvPr/>
        </p:nvGraphicFramePr>
        <p:xfrm>
          <a:off x="1916113" y="3438525"/>
          <a:ext cx="1485900" cy="320675"/>
        </p:xfrm>
        <a:graphic>
          <a:graphicData uri="http://schemas.openxmlformats.org/presentationml/2006/ole">
            <p:oleObj spid="_x0000_s35842" name="公式" r:id="rId3" imgW="825480" imgH="177480" progId="Equation.3">
              <p:embed/>
            </p:oleObj>
          </a:graphicData>
        </a:graphic>
      </p:graphicFrame>
      <p:sp>
        <p:nvSpPr>
          <p:cNvPr id="257049" name="Text Box 25"/>
          <p:cNvSpPr txBox="1">
            <a:spLocks noChangeArrowheads="1"/>
          </p:cNvSpPr>
          <p:nvPr/>
        </p:nvSpPr>
        <p:spPr bwMode="auto">
          <a:xfrm>
            <a:off x="782638" y="3825875"/>
            <a:ext cx="4824412" cy="512763"/>
          </a:xfrm>
          <a:prstGeom prst="rect">
            <a:avLst/>
          </a:prstGeom>
          <a:noFill/>
          <a:ln w="9525">
            <a:noFill/>
            <a:miter lim="800000"/>
            <a:headEnd/>
            <a:tailEnd/>
          </a:ln>
        </p:spPr>
        <p:txBody>
          <a:bodyPr>
            <a:spAutoFit/>
          </a:bodyPr>
          <a:lstStyle/>
          <a:p>
            <a:pPr>
              <a:lnSpc>
                <a:spcPct val="115000"/>
              </a:lnSpc>
              <a:spcBef>
                <a:spcPct val="0"/>
              </a:spcBef>
            </a:pPr>
            <a:r>
              <a:rPr kumimoji="0" lang="zh-CN" altLang="en-US" sz="2400">
                <a:ea typeface="宋体" pitchFamily="2" charset="-122"/>
              </a:rPr>
              <a:t>所以薄圆管的质量为</a:t>
            </a:r>
          </a:p>
        </p:txBody>
      </p:sp>
      <p:graphicFrame>
        <p:nvGraphicFramePr>
          <p:cNvPr id="257050" name="Object 26"/>
          <p:cNvGraphicFramePr>
            <a:graphicFrameLocks noChangeAspect="1"/>
          </p:cNvGraphicFramePr>
          <p:nvPr/>
        </p:nvGraphicFramePr>
        <p:xfrm>
          <a:off x="1811338" y="4540250"/>
          <a:ext cx="2446337" cy="366713"/>
        </p:xfrm>
        <a:graphic>
          <a:graphicData uri="http://schemas.openxmlformats.org/presentationml/2006/ole">
            <p:oleObj spid="_x0000_s35843" name="公式" r:id="rId4" imgW="1358640" imgH="203040" progId="Equation.3">
              <p:embed/>
            </p:oleObj>
          </a:graphicData>
        </a:graphic>
      </p:graphicFrame>
      <p:sp>
        <p:nvSpPr>
          <p:cNvPr id="257051" name="Text Box 27"/>
          <p:cNvSpPr txBox="1">
            <a:spLocks noChangeArrowheads="1"/>
          </p:cNvSpPr>
          <p:nvPr/>
        </p:nvSpPr>
        <p:spPr bwMode="auto">
          <a:xfrm>
            <a:off x="792163" y="5040313"/>
            <a:ext cx="4824412" cy="512762"/>
          </a:xfrm>
          <a:prstGeom prst="rect">
            <a:avLst/>
          </a:prstGeom>
          <a:noFill/>
          <a:ln w="9525">
            <a:noFill/>
            <a:miter lim="800000"/>
            <a:headEnd/>
            <a:tailEnd/>
          </a:ln>
        </p:spPr>
        <p:txBody>
          <a:bodyPr>
            <a:spAutoFit/>
          </a:bodyPr>
          <a:lstStyle/>
          <a:p>
            <a:pPr>
              <a:lnSpc>
                <a:spcPct val="115000"/>
              </a:lnSpc>
              <a:spcBef>
                <a:spcPct val="0"/>
              </a:spcBef>
            </a:pPr>
            <a:r>
              <a:rPr kumimoji="0" lang="zh-CN" altLang="en-US" sz="2400">
                <a:ea typeface="宋体" pitchFamily="2" charset="-122"/>
              </a:rPr>
              <a:t>根据转动惯量的定义，得</a:t>
            </a:r>
          </a:p>
        </p:txBody>
      </p:sp>
      <p:graphicFrame>
        <p:nvGraphicFramePr>
          <p:cNvPr id="257052" name="Object 28"/>
          <p:cNvGraphicFramePr>
            <a:graphicFrameLocks noChangeAspect="1"/>
          </p:cNvGraphicFramePr>
          <p:nvPr/>
        </p:nvGraphicFramePr>
        <p:xfrm>
          <a:off x="1241425" y="5835650"/>
          <a:ext cx="1325563" cy="527050"/>
        </p:xfrm>
        <a:graphic>
          <a:graphicData uri="http://schemas.openxmlformats.org/presentationml/2006/ole">
            <p:oleObj spid="_x0000_s35844" name="公式" r:id="rId5" imgW="736560" imgH="291960" progId="Equation.3">
              <p:embed/>
            </p:oleObj>
          </a:graphicData>
        </a:graphic>
      </p:graphicFrame>
      <p:graphicFrame>
        <p:nvGraphicFramePr>
          <p:cNvPr id="257053" name="Object 29"/>
          <p:cNvGraphicFramePr>
            <a:graphicFrameLocks noChangeAspect="1"/>
          </p:cNvGraphicFramePr>
          <p:nvPr/>
        </p:nvGraphicFramePr>
        <p:xfrm>
          <a:off x="2681288" y="5778500"/>
          <a:ext cx="1624012" cy="596900"/>
        </p:xfrm>
        <a:graphic>
          <a:graphicData uri="http://schemas.openxmlformats.org/presentationml/2006/ole">
            <p:oleObj spid="_x0000_s35845" name="公式" r:id="rId6" imgW="901440" imgH="330120" progId="Equation.3">
              <p:embed/>
            </p:oleObj>
          </a:graphicData>
        </a:graphic>
      </p:graphicFrame>
      <p:graphicFrame>
        <p:nvGraphicFramePr>
          <p:cNvPr id="257054" name="Object 30"/>
          <p:cNvGraphicFramePr>
            <a:graphicFrameLocks noChangeAspect="1"/>
          </p:cNvGraphicFramePr>
          <p:nvPr/>
        </p:nvGraphicFramePr>
        <p:xfrm>
          <a:off x="4392613" y="5719763"/>
          <a:ext cx="1166812" cy="733425"/>
        </p:xfrm>
        <a:graphic>
          <a:graphicData uri="http://schemas.openxmlformats.org/presentationml/2006/ole">
            <p:oleObj spid="_x0000_s35846" name="公式" r:id="rId7" imgW="647640" imgH="406080" progId="Equation.3">
              <p:embed/>
            </p:oleObj>
          </a:graphicData>
        </a:graphic>
      </p:graphicFrame>
      <p:grpSp>
        <p:nvGrpSpPr>
          <p:cNvPr id="5" name="Group 43"/>
          <p:cNvGrpSpPr>
            <a:grpSpLocks/>
          </p:cNvGrpSpPr>
          <p:nvPr/>
        </p:nvGrpSpPr>
        <p:grpSpPr bwMode="auto">
          <a:xfrm>
            <a:off x="6659563" y="3860800"/>
            <a:ext cx="2162175" cy="504825"/>
            <a:chOff x="4195" y="2432"/>
            <a:chExt cx="1362" cy="318"/>
          </a:xfrm>
        </p:grpSpPr>
        <p:sp>
          <p:nvSpPr>
            <p:cNvPr id="35858" name="AutoShape 31"/>
            <p:cNvSpPr>
              <a:spLocks noChangeArrowheads="1"/>
            </p:cNvSpPr>
            <p:nvPr/>
          </p:nvSpPr>
          <p:spPr bwMode="auto">
            <a:xfrm>
              <a:off x="4241" y="2478"/>
              <a:ext cx="862" cy="272"/>
            </a:xfrm>
            <a:prstGeom prst="can">
              <a:avLst>
                <a:gd name="adj" fmla="val 25000"/>
              </a:avLst>
            </a:prstGeom>
            <a:noFill/>
            <a:ln w="9525">
              <a:noFill/>
              <a:round/>
              <a:headEnd/>
              <a:tailEnd/>
            </a:ln>
          </p:spPr>
          <p:txBody>
            <a:bodyPr wrap="none" anchor="ctr">
              <a:spAutoFit/>
            </a:bodyPr>
            <a:lstStyle/>
            <a:p>
              <a:endParaRPr lang="zh-CN" altLang="en-US"/>
            </a:p>
          </p:txBody>
        </p:sp>
        <p:sp>
          <p:nvSpPr>
            <p:cNvPr id="35859" name="AutoShape 32"/>
            <p:cNvSpPr>
              <a:spLocks noChangeArrowheads="1"/>
            </p:cNvSpPr>
            <p:nvPr/>
          </p:nvSpPr>
          <p:spPr bwMode="auto">
            <a:xfrm>
              <a:off x="4195" y="2478"/>
              <a:ext cx="908" cy="226"/>
            </a:xfrm>
            <a:prstGeom prst="can">
              <a:avLst>
                <a:gd name="adj" fmla="val 25000"/>
              </a:avLst>
            </a:prstGeom>
            <a:solidFill>
              <a:srgbClr val="000000"/>
            </a:solidFill>
            <a:ln w="9525">
              <a:solidFill>
                <a:srgbClr val="000000"/>
              </a:solidFill>
              <a:round/>
              <a:headEnd/>
              <a:tailEnd/>
            </a:ln>
          </p:spPr>
          <p:txBody>
            <a:bodyPr anchor="ctr">
              <a:spAutoFit/>
            </a:bodyPr>
            <a:lstStyle/>
            <a:p>
              <a:endParaRPr lang="zh-CN" altLang="en-US"/>
            </a:p>
          </p:txBody>
        </p:sp>
        <p:sp>
          <p:nvSpPr>
            <p:cNvPr id="35860" name="Line 39"/>
            <p:cNvSpPr>
              <a:spLocks noChangeShapeType="1"/>
            </p:cNvSpPr>
            <p:nvPr/>
          </p:nvSpPr>
          <p:spPr bwMode="auto">
            <a:xfrm>
              <a:off x="5103" y="2704"/>
              <a:ext cx="136" cy="0"/>
            </a:xfrm>
            <a:prstGeom prst="line">
              <a:avLst/>
            </a:prstGeom>
            <a:noFill/>
            <a:ln w="9525">
              <a:solidFill>
                <a:schemeClr val="tx1"/>
              </a:solidFill>
              <a:round/>
              <a:headEnd/>
              <a:tailEnd/>
            </a:ln>
          </p:spPr>
          <p:txBody>
            <a:bodyPr>
              <a:spAutoFit/>
            </a:bodyPr>
            <a:lstStyle/>
            <a:p>
              <a:endParaRPr lang="zh-CN" altLang="en-US"/>
            </a:p>
          </p:txBody>
        </p:sp>
        <p:sp>
          <p:nvSpPr>
            <p:cNvPr id="35861" name="Line 40"/>
            <p:cNvSpPr>
              <a:spLocks noChangeShapeType="1"/>
            </p:cNvSpPr>
            <p:nvPr/>
          </p:nvSpPr>
          <p:spPr bwMode="auto">
            <a:xfrm>
              <a:off x="5103" y="2523"/>
              <a:ext cx="136" cy="0"/>
            </a:xfrm>
            <a:prstGeom prst="line">
              <a:avLst/>
            </a:prstGeom>
            <a:noFill/>
            <a:ln w="9525">
              <a:solidFill>
                <a:schemeClr val="tx1"/>
              </a:solidFill>
              <a:round/>
              <a:headEnd/>
              <a:tailEnd/>
            </a:ln>
          </p:spPr>
          <p:txBody>
            <a:bodyPr>
              <a:spAutoFit/>
            </a:bodyPr>
            <a:lstStyle/>
            <a:p>
              <a:endParaRPr lang="zh-CN" altLang="en-US"/>
            </a:p>
          </p:txBody>
        </p:sp>
        <p:sp>
          <p:nvSpPr>
            <p:cNvPr id="35862" name="Line 41"/>
            <p:cNvSpPr>
              <a:spLocks noChangeShapeType="1"/>
            </p:cNvSpPr>
            <p:nvPr/>
          </p:nvSpPr>
          <p:spPr bwMode="auto">
            <a:xfrm>
              <a:off x="5193" y="2523"/>
              <a:ext cx="0" cy="181"/>
            </a:xfrm>
            <a:prstGeom prst="line">
              <a:avLst/>
            </a:prstGeom>
            <a:noFill/>
            <a:ln w="9525">
              <a:solidFill>
                <a:schemeClr val="tx1"/>
              </a:solidFill>
              <a:round/>
              <a:headEnd type="triangle" w="med" len="med"/>
              <a:tailEnd type="triangle" w="med" len="med"/>
            </a:ln>
          </p:spPr>
          <p:txBody>
            <a:bodyPr>
              <a:spAutoFit/>
            </a:bodyPr>
            <a:lstStyle/>
            <a:p>
              <a:endParaRPr lang="zh-CN" altLang="en-US"/>
            </a:p>
          </p:txBody>
        </p:sp>
        <p:sp>
          <p:nvSpPr>
            <p:cNvPr id="35863" name="Text Box 42"/>
            <p:cNvSpPr txBox="1">
              <a:spLocks noChangeArrowheads="1"/>
            </p:cNvSpPr>
            <p:nvPr/>
          </p:nvSpPr>
          <p:spPr bwMode="auto">
            <a:xfrm>
              <a:off x="5239" y="2432"/>
              <a:ext cx="318" cy="311"/>
            </a:xfrm>
            <a:prstGeom prst="rect">
              <a:avLst/>
            </a:prstGeom>
            <a:noFill/>
            <a:ln w="9525" algn="ctr">
              <a:noFill/>
              <a:miter lim="800000"/>
              <a:headEnd/>
              <a:tailEnd/>
            </a:ln>
          </p:spPr>
          <p:txBody>
            <a:bodyPr>
              <a:spAutoFit/>
            </a:bodyPr>
            <a:lstStyle/>
            <a:p>
              <a:r>
                <a:rPr lang="en-US" altLang="zh-CN">
                  <a:ea typeface="MS UI Gothic" pitchFamily="34" charset="-128"/>
                </a:rPr>
                <a:t>dl</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57028"/>
                                        </p:tgtEl>
                                        <p:attrNameLst>
                                          <p:attrName>style.visibility</p:attrName>
                                        </p:attrNameLst>
                                      </p:cBhvr>
                                      <p:to>
                                        <p:strVal val="visible"/>
                                      </p:to>
                                    </p:set>
                                    <p:animEffect transition="in" filter="wipe(left)">
                                      <p:cBhvr>
                                        <p:cTn id="7" dur="500"/>
                                        <p:tgtEl>
                                          <p:spTgt spid="25702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57029"/>
                                        </p:tgtEl>
                                        <p:attrNameLst>
                                          <p:attrName>style.visibility</p:attrName>
                                        </p:attrNameLst>
                                      </p:cBhvr>
                                      <p:to>
                                        <p:strVal val="visible"/>
                                      </p:to>
                                    </p:set>
                                    <p:animEffect transition="in" filter="wipe(left)">
                                      <p:cBhvr>
                                        <p:cTn id="12" dur="500"/>
                                        <p:tgtEl>
                                          <p:spTgt spid="25702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57030"/>
                                        </p:tgtEl>
                                        <p:attrNameLst>
                                          <p:attrName>style.visibility</p:attrName>
                                        </p:attrNameLst>
                                      </p:cBhvr>
                                      <p:to>
                                        <p:strVal val="visible"/>
                                      </p:to>
                                    </p:set>
                                    <p:animEffect transition="in" filter="wipe(left)">
                                      <p:cBhvr>
                                        <p:cTn id="17" dur="500"/>
                                        <p:tgtEl>
                                          <p:spTgt spid="25703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wipe(left)">
                                      <p:cBhvr>
                                        <p:cTn id="22" dur="500"/>
                                        <p:tgtEl>
                                          <p:spTgt spid="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wipe(left)">
                                      <p:cBhvr>
                                        <p:cTn id="27" dur="500"/>
                                        <p:tgtEl>
                                          <p:spTgt spid="4"/>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2"/>
                                        </p:tgtEl>
                                        <p:attrNameLst>
                                          <p:attrName>style.visibility</p:attrName>
                                        </p:attrNameLst>
                                      </p:cBhvr>
                                      <p:to>
                                        <p:strVal val="visible"/>
                                      </p:to>
                                    </p:set>
                                    <p:animEffect transition="in" filter="wipe(left)">
                                      <p:cBhvr>
                                        <p:cTn id="32" dur="500"/>
                                        <p:tgtEl>
                                          <p:spTgt spid="2"/>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257046"/>
                                        </p:tgtEl>
                                        <p:attrNameLst>
                                          <p:attrName>style.visibility</p:attrName>
                                        </p:attrNameLst>
                                      </p:cBhvr>
                                      <p:to>
                                        <p:strVal val="visible"/>
                                      </p:to>
                                    </p:set>
                                    <p:animEffect transition="in" filter="wipe(left)">
                                      <p:cBhvr>
                                        <p:cTn id="37" dur="500"/>
                                        <p:tgtEl>
                                          <p:spTgt spid="257046"/>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257047"/>
                                        </p:tgtEl>
                                        <p:attrNameLst>
                                          <p:attrName>style.visibility</p:attrName>
                                        </p:attrNameLst>
                                      </p:cBhvr>
                                      <p:to>
                                        <p:strVal val="visible"/>
                                      </p:to>
                                    </p:set>
                                    <p:animEffect transition="in" filter="wipe(left)">
                                      <p:cBhvr>
                                        <p:cTn id="42" dur="500"/>
                                        <p:tgtEl>
                                          <p:spTgt spid="257047"/>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nodeType="clickEffect">
                                  <p:stCondLst>
                                    <p:cond delay="0"/>
                                  </p:stCondLst>
                                  <p:childTnLst>
                                    <p:set>
                                      <p:cBhvr>
                                        <p:cTn id="46" dur="1" fill="hold">
                                          <p:stCondLst>
                                            <p:cond delay="0"/>
                                          </p:stCondLst>
                                        </p:cTn>
                                        <p:tgtEl>
                                          <p:spTgt spid="257048"/>
                                        </p:tgtEl>
                                        <p:attrNameLst>
                                          <p:attrName>style.visibility</p:attrName>
                                        </p:attrNameLst>
                                      </p:cBhvr>
                                      <p:to>
                                        <p:strVal val="visible"/>
                                      </p:to>
                                    </p:set>
                                    <p:animEffect transition="in" filter="blinds(horizontal)">
                                      <p:cBhvr>
                                        <p:cTn id="47" dur="500"/>
                                        <p:tgtEl>
                                          <p:spTgt spid="257048"/>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257049"/>
                                        </p:tgtEl>
                                        <p:attrNameLst>
                                          <p:attrName>style.visibility</p:attrName>
                                        </p:attrNameLst>
                                      </p:cBhvr>
                                      <p:to>
                                        <p:strVal val="visible"/>
                                      </p:to>
                                    </p:set>
                                    <p:animEffect transition="in" filter="wipe(left)">
                                      <p:cBhvr>
                                        <p:cTn id="52" dur="500"/>
                                        <p:tgtEl>
                                          <p:spTgt spid="257049"/>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nodeType="clickEffect">
                                  <p:stCondLst>
                                    <p:cond delay="0"/>
                                  </p:stCondLst>
                                  <p:childTnLst>
                                    <p:set>
                                      <p:cBhvr>
                                        <p:cTn id="56" dur="1" fill="hold">
                                          <p:stCondLst>
                                            <p:cond delay="0"/>
                                          </p:stCondLst>
                                        </p:cTn>
                                        <p:tgtEl>
                                          <p:spTgt spid="257050"/>
                                        </p:tgtEl>
                                        <p:attrNameLst>
                                          <p:attrName>style.visibility</p:attrName>
                                        </p:attrNameLst>
                                      </p:cBhvr>
                                      <p:to>
                                        <p:strVal val="visible"/>
                                      </p:to>
                                    </p:set>
                                    <p:animEffect transition="in" filter="blinds(horizontal)">
                                      <p:cBhvr>
                                        <p:cTn id="57" dur="500"/>
                                        <p:tgtEl>
                                          <p:spTgt spid="257050"/>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257051"/>
                                        </p:tgtEl>
                                        <p:attrNameLst>
                                          <p:attrName>style.visibility</p:attrName>
                                        </p:attrNameLst>
                                      </p:cBhvr>
                                      <p:to>
                                        <p:strVal val="visible"/>
                                      </p:to>
                                    </p:set>
                                    <p:animEffect transition="in" filter="wipe(left)">
                                      <p:cBhvr>
                                        <p:cTn id="62" dur="500"/>
                                        <p:tgtEl>
                                          <p:spTgt spid="257051"/>
                                        </p:tgtEl>
                                      </p:cBhvr>
                                    </p:animEffect>
                                  </p:childTnLst>
                                </p:cTn>
                              </p:par>
                            </p:childTnLst>
                          </p:cTn>
                        </p:par>
                      </p:childTnLst>
                    </p:cTn>
                  </p:par>
                  <p:par>
                    <p:cTn id="63" fill="hold">
                      <p:stCondLst>
                        <p:cond delay="indefinite"/>
                      </p:stCondLst>
                      <p:childTnLst>
                        <p:par>
                          <p:cTn id="64" fill="hold">
                            <p:stCondLst>
                              <p:cond delay="0"/>
                            </p:stCondLst>
                            <p:childTnLst>
                              <p:par>
                                <p:cTn id="65" presetID="3" presetClass="entr" presetSubtype="10" fill="hold" nodeType="clickEffect">
                                  <p:stCondLst>
                                    <p:cond delay="0"/>
                                  </p:stCondLst>
                                  <p:childTnLst>
                                    <p:set>
                                      <p:cBhvr>
                                        <p:cTn id="66" dur="1" fill="hold">
                                          <p:stCondLst>
                                            <p:cond delay="0"/>
                                          </p:stCondLst>
                                        </p:cTn>
                                        <p:tgtEl>
                                          <p:spTgt spid="257052"/>
                                        </p:tgtEl>
                                        <p:attrNameLst>
                                          <p:attrName>style.visibility</p:attrName>
                                        </p:attrNameLst>
                                      </p:cBhvr>
                                      <p:to>
                                        <p:strVal val="visible"/>
                                      </p:to>
                                    </p:set>
                                    <p:animEffect transition="in" filter="blinds(horizontal)">
                                      <p:cBhvr>
                                        <p:cTn id="67" dur="500"/>
                                        <p:tgtEl>
                                          <p:spTgt spid="257052"/>
                                        </p:tgtEl>
                                      </p:cBhvr>
                                    </p:animEffect>
                                  </p:childTnLst>
                                </p:cTn>
                              </p:par>
                            </p:childTnLst>
                          </p:cTn>
                        </p:par>
                      </p:childTnLst>
                    </p:cTn>
                  </p:par>
                  <p:par>
                    <p:cTn id="68" fill="hold">
                      <p:stCondLst>
                        <p:cond delay="indefinite"/>
                      </p:stCondLst>
                      <p:childTnLst>
                        <p:par>
                          <p:cTn id="69" fill="hold">
                            <p:stCondLst>
                              <p:cond delay="0"/>
                            </p:stCondLst>
                            <p:childTnLst>
                              <p:par>
                                <p:cTn id="70" presetID="3" presetClass="entr" presetSubtype="10" fill="hold" nodeType="clickEffect">
                                  <p:stCondLst>
                                    <p:cond delay="0"/>
                                  </p:stCondLst>
                                  <p:childTnLst>
                                    <p:set>
                                      <p:cBhvr>
                                        <p:cTn id="71" dur="1" fill="hold">
                                          <p:stCondLst>
                                            <p:cond delay="0"/>
                                          </p:stCondLst>
                                        </p:cTn>
                                        <p:tgtEl>
                                          <p:spTgt spid="257053"/>
                                        </p:tgtEl>
                                        <p:attrNameLst>
                                          <p:attrName>style.visibility</p:attrName>
                                        </p:attrNameLst>
                                      </p:cBhvr>
                                      <p:to>
                                        <p:strVal val="visible"/>
                                      </p:to>
                                    </p:set>
                                    <p:animEffect transition="in" filter="blinds(horizontal)">
                                      <p:cBhvr>
                                        <p:cTn id="72" dur="500"/>
                                        <p:tgtEl>
                                          <p:spTgt spid="257053"/>
                                        </p:tgtEl>
                                      </p:cBhvr>
                                    </p:animEffect>
                                  </p:childTnLst>
                                </p:cTn>
                              </p:par>
                            </p:childTnLst>
                          </p:cTn>
                        </p:par>
                      </p:childTnLst>
                    </p:cTn>
                  </p:par>
                  <p:par>
                    <p:cTn id="73" fill="hold">
                      <p:stCondLst>
                        <p:cond delay="indefinite"/>
                      </p:stCondLst>
                      <p:childTnLst>
                        <p:par>
                          <p:cTn id="74" fill="hold">
                            <p:stCondLst>
                              <p:cond delay="0"/>
                            </p:stCondLst>
                            <p:childTnLst>
                              <p:par>
                                <p:cTn id="75" presetID="3" presetClass="entr" presetSubtype="10" fill="hold" nodeType="clickEffect">
                                  <p:stCondLst>
                                    <p:cond delay="0"/>
                                  </p:stCondLst>
                                  <p:childTnLst>
                                    <p:set>
                                      <p:cBhvr>
                                        <p:cTn id="76" dur="1" fill="hold">
                                          <p:stCondLst>
                                            <p:cond delay="0"/>
                                          </p:stCondLst>
                                        </p:cTn>
                                        <p:tgtEl>
                                          <p:spTgt spid="257054"/>
                                        </p:tgtEl>
                                        <p:attrNameLst>
                                          <p:attrName>style.visibility</p:attrName>
                                        </p:attrNameLst>
                                      </p:cBhvr>
                                      <p:to>
                                        <p:strVal val="visible"/>
                                      </p:to>
                                    </p:set>
                                    <p:animEffect transition="in" filter="blinds(horizontal)">
                                      <p:cBhvr>
                                        <p:cTn id="77" dur="500"/>
                                        <p:tgtEl>
                                          <p:spTgt spid="257054"/>
                                        </p:tgtEl>
                                      </p:cBhvr>
                                    </p:animEffect>
                                  </p:childTnLst>
                                </p:cTn>
                              </p:par>
                            </p:childTnLst>
                          </p:cTn>
                        </p:par>
                      </p:childTnLst>
                    </p:cTn>
                  </p:par>
                  <p:par>
                    <p:cTn id="78" fill="hold">
                      <p:stCondLst>
                        <p:cond delay="indefinite"/>
                      </p:stCondLst>
                      <p:childTnLst>
                        <p:par>
                          <p:cTn id="79" fill="hold">
                            <p:stCondLst>
                              <p:cond delay="0"/>
                            </p:stCondLst>
                            <p:childTnLst>
                              <p:par>
                                <p:cTn id="80" presetID="2" presetClass="entr" presetSubtype="2" fill="hold" nodeType="clickEffect">
                                  <p:stCondLst>
                                    <p:cond delay="0"/>
                                  </p:stCondLst>
                                  <p:childTnLst>
                                    <p:set>
                                      <p:cBhvr>
                                        <p:cTn id="81" dur="1" fill="hold">
                                          <p:stCondLst>
                                            <p:cond delay="0"/>
                                          </p:stCondLst>
                                        </p:cTn>
                                        <p:tgtEl>
                                          <p:spTgt spid="5"/>
                                        </p:tgtEl>
                                        <p:attrNameLst>
                                          <p:attrName>style.visibility</p:attrName>
                                        </p:attrNameLst>
                                      </p:cBhvr>
                                      <p:to>
                                        <p:strVal val="visible"/>
                                      </p:to>
                                    </p:set>
                                    <p:anim calcmode="lin" valueType="num">
                                      <p:cBhvr additive="base">
                                        <p:cTn id="82" dur="500" fill="hold"/>
                                        <p:tgtEl>
                                          <p:spTgt spid="5"/>
                                        </p:tgtEl>
                                        <p:attrNameLst>
                                          <p:attrName>ppt_x</p:attrName>
                                        </p:attrNameLst>
                                      </p:cBhvr>
                                      <p:tavLst>
                                        <p:tav tm="0">
                                          <p:val>
                                            <p:strVal val="1+#ppt_w/2"/>
                                          </p:val>
                                        </p:tav>
                                        <p:tav tm="100000">
                                          <p:val>
                                            <p:strVal val="#ppt_x"/>
                                          </p:val>
                                        </p:tav>
                                      </p:tavLst>
                                    </p:anim>
                                    <p:anim calcmode="lin" valueType="num">
                                      <p:cBhvr additive="base">
                                        <p:cTn id="83" dur="500" fill="hold"/>
                                        <p:tgtEl>
                                          <p:spTgt spid="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7028" grpId="0"/>
      <p:bldP spid="257029" grpId="0"/>
      <p:bldP spid="257030" grpId="0" animBg="1"/>
      <p:bldP spid="257046" grpId="0"/>
      <p:bldP spid="257047" grpId="0"/>
      <p:bldP spid="257049" grpId="0"/>
      <p:bldP spid="257051"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8" name="Text Box 2"/>
          <p:cNvSpPr txBox="1">
            <a:spLocks noChangeArrowheads="1"/>
          </p:cNvSpPr>
          <p:nvPr/>
        </p:nvSpPr>
        <p:spPr bwMode="auto">
          <a:xfrm>
            <a:off x="701675" y="1109663"/>
            <a:ext cx="2351088" cy="461962"/>
          </a:xfrm>
          <a:prstGeom prst="rect">
            <a:avLst/>
          </a:prstGeom>
          <a:noFill/>
          <a:ln w="9525">
            <a:noFill/>
            <a:miter lim="800000"/>
            <a:headEnd/>
            <a:tailEnd/>
          </a:ln>
        </p:spPr>
        <p:txBody>
          <a:bodyPr wrap="none">
            <a:spAutoFit/>
          </a:bodyPr>
          <a:lstStyle/>
          <a:p>
            <a:pPr>
              <a:lnSpc>
                <a:spcPct val="100000"/>
              </a:lnSpc>
              <a:spcBef>
                <a:spcPct val="0"/>
              </a:spcBef>
            </a:pPr>
            <a:r>
              <a:rPr lang="zh-CN" altLang="en-US" sz="2400">
                <a:solidFill>
                  <a:srgbClr val="FF6600"/>
                </a:solidFill>
                <a:ea typeface="宋体" pitchFamily="2" charset="-122"/>
              </a:rPr>
              <a:t>基本方法和步骤</a:t>
            </a:r>
          </a:p>
        </p:txBody>
      </p:sp>
      <p:sp>
        <p:nvSpPr>
          <p:cNvPr id="188419" name="Text Box 3"/>
          <p:cNvSpPr txBox="1">
            <a:spLocks noChangeArrowheads="1"/>
          </p:cNvSpPr>
          <p:nvPr/>
        </p:nvSpPr>
        <p:spPr bwMode="auto">
          <a:xfrm>
            <a:off x="6146800" y="5110163"/>
            <a:ext cx="2139950" cy="461962"/>
          </a:xfrm>
          <a:prstGeom prst="rect">
            <a:avLst/>
          </a:prstGeom>
          <a:solidFill>
            <a:srgbClr val="CCFFFF"/>
          </a:solidFill>
          <a:ln w="38100">
            <a:solidFill>
              <a:srgbClr val="66FFFF"/>
            </a:solidFill>
            <a:miter lim="800000"/>
            <a:headEnd/>
            <a:tailEnd/>
          </a:ln>
        </p:spPr>
        <p:txBody>
          <a:bodyPr>
            <a:spAutoFit/>
          </a:bodyPr>
          <a:lstStyle/>
          <a:p>
            <a:pPr algn="ctr">
              <a:lnSpc>
                <a:spcPct val="100000"/>
              </a:lnSpc>
              <a:spcBef>
                <a:spcPct val="0"/>
              </a:spcBef>
            </a:pPr>
            <a:r>
              <a:rPr lang="zh-CN" altLang="en-US" sz="2400">
                <a:ea typeface="宋体" pitchFamily="2" charset="-122"/>
              </a:rPr>
              <a:t>联立求解方程</a:t>
            </a:r>
          </a:p>
        </p:txBody>
      </p:sp>
      <p:sp>
        <p:nvSpPr>
          <p:cNvPr id="188420" name="Text Box 4"/>
          <p:cNvSpPr txBox="1">
            <a:spLocks noChangeArrowheads="1"/>
          </p:cNvSpPr>
          <p:nvPr/>
        </p:nvSpPr>
        <p:spPr bwMode="auto">
          <a:xfrm>
            <a:off x="914400" y="1879600"/>
            <a:ext cx="2308225" cy="830263"/>
          </a:xfrm>
          <a:prstGeom prst="rect">
            <a:avLst/>
          </a:prstGeom>
          <a:solidFill>
            <a:srgbClr val="CCFFFF"/>
          </a:solidFill>
          <a:ln w="38100">
            <a:solidFill>
              <a:srgbClr val="66FFFF"/>
            </a:solidFill>
            <a:miter lim="800000"/>
            <a:headEnd/>
            <a:tailEnd/>
          </a:ln>
        </p:spPr>
        <p:txBody>
          <a:bodyPr>
            <a:spAutoFit/>
          </a:bodyPr>
          <a:lstStyle/>
          <a:p>
            <a:pPr algn="ctr">
              <a:lnSpc>
                <a:spcPct val="100000"/>
              </a:lnSpc>
            </a:pPr>
            <a:r>
              <a:rPr lang="zh-CN" altLang="en-US" sz="2400">
                <a:ea typeface="宋体" pitchFamily="2" charset="-122"/>
              </a:rPr>
              <a:t>分析力，确定外力矩</a:t>
            </a:r>
          </a:p>
        </p:txBody>
      </p:sp>
      <p:sp>
        <p:nvSpPr>
          <p:cNvPr id="188421" name="Text Box 5"/>
          <p:cNvSpPr txBox="1">
            <a:spLocks noChangeArrowheads="1"/>
          </p:cNvSpPr>
          <p:nvPr/>
        </p:nvSpPr>
        <p:spPr bwMode="auto">
          <a:xfrm>
            <a:off x="4527550" y="2374900"/>
            <a:ext cx="3028950" cy="830263"/>
          </a:xfrm>
          <a:prstGeom prst="rect">
            <a:avLst/>
          </a:prstGeom>
          <a:solidFill>
            <a:srgbClr val="CCFFFF"/>
          </a:solidFill>
          <a:ln w="38100">
            <a:solidFill>
              <a:srgbClr val="66FFFF"/>
            </a:solidFill>
            <a:miter lim="800000"/>
            <a:headEnd/>
            <a:tailEnd/>
          </a:ln>
        </p:spPr>
        <p:txBody>
          <a:bodyPr>
            <a:spAutoFit/>
          </a:bodyPr>
          <a:lstStyle/>
          <a:p>
            <a:pPr algn="ctr">
              <a:lnSpc>
                <a:spcPct val="100000"/>
              </a:lnSpc>
            </a:pPr>
            <a:r>
              <a:rPr lang="zh-CN" altLang="en-US" sz="2400">
                <a:ea typeface="宋体" pitchFamily="2" charset="-122"/>
              </a:rPr>
              <a:t>列出转动定律和牛顿定律方程</a:t>
            </a:r>
          </a:p>
        </p:txBody>
      </p:sp>
      <p:sp>
        <p:nvSpPr>
          <p:cNvPr id="188422" name="Text Box 6"/>
          <p:cNvSpPr txBox="1">
            <a:spLocks noChangeArrowheads="1"/>
          </p:cNvSpPr>
          <p:nvPr/>
        </p:nvSpPr>
        <p:spPr bwMode="auto">
          <a:xfrm>
            <a:off x="1600200" y="4225925"/>
            <a:ext cx="2836863" cy="830263"/>
          </a:xfrm>
          <a:prstGeom prst="rect">
            <a:avLst/>
          </a:prstGeom>
          <a:solidFill>
            <a:srgbClr val="CCFFFF"/>
          </a:solidFill>
          <a:ln w="38100">
            <a:solidFill>
              <a:srgbClr val="66FFFF"/>
            </a:solidFill>
            <a:miter lim="800000"/>
            <a:headEnd/>
            <a:tailEnd/>
          </a:ln>
        </p:spPr>
        <p:txBody>
          <a:bodyPr>
            <a:spAutoFit/>
          </a:bodyPr>
          <a:lstStyle/>
          <a:p>
            <a:pPr algn="ctr">
              <a:lnSpc>
                <a:spcPct val="100000"/>
              </a:lnSpc>
            </a:pPr>
            <a:r>
              <a:rPr lang="zh-CN" altLang="en-US" sz="2400">
                <a:ea typeface="宋体" pitchFamily="2" charset="-122"/>
              </a:rPr>
              <a:t>列出线量和角量之间的关系式</a:t>
            </a:r>
          </a:p>
        </p:txBody>
      </p:sp>
      <p:sp>
        <p:nvSpPr>
          <p:cNvPr id="188423" name="Line 7"/>
          <p:cNvSpPr>
            <a:spLocks noChangeShapeType="1"/>
          </p:cNvSpPr>
          <p:nvPr/>
        </p:nvSpPr>
        <p:spPr bwMode="auto">
          <a:xfrm>
            <a:off x="3267075" y="2374900"/>
            <a:ext cx="1219200" cy="457200"/>
          </a:xfrm>
          <a:prstGeom prst="line">
            <a:avLst/>
          </a:prstGeom>
          <a:noFill/>
          <a:ln w="38100">
            <a:solidFill>
              <a:srgbClr val="FF6600"/>
            </a:solidFill>
            <a:round/>
            <a:headEnd/>
            <a:tailEnd type="triangle" w="med" len="lg"/>
          </a:ln>
        </p:spPr>
        <p:txBody>
          <a:bodyPr wrap="none"/>
          <a:lstStyle/>
          <a:p>
            <a:endParaRPr lang="zh-CN" altLang="en-US"/>
          </a:p>
        </p:txBody>
      </p:sp>
      <p:sp>
        <p:nvSpPr>
          <p:cNvPr id="188424" name="Line 8"/>
          <p:cNvSpPr>
            <a:spLocks noChangeShapeType="1"/>
          </p:cNvSpPr>
          <p:nvPr/>
        </p:nvSpPr>
        <p:spPr bwMode="auto">
          <a:xfrm flipH="1">
            <a:off x="3581400" y="3409950"/>
            <a:ext cx="2133600" cy="762000"/>
          </a:xfrm>
          <a:prstGeom prst="line">
            <a:avLst/>
          </a:prstGeom>
          <a:noFill/>
          <a:ln w="38100">
            <a:solidFill>
              <a:srgbClr val="FF6600"/>
            </a:solidFill>
            <a:round/>
            <a:headEnd/>
            <a:tailEnd type="triangle" w="med" len="lg"/>
          </a:ln>
        </p:spPr>
        <p:txBody>
          <a:bodyPr wrap="none"/>
          <a:lstStyle/>
          <a:p>
            <a:endParaRPr lang="zh-CN" altLang="en-US"/>
          </a:p>
        </p:txBody>
      </p:sp>
      <p:sp>
        <p:nvSpPr>
          <p:cNvPr id="188425" name="Line 9"/>
          <p:cNvSpPr>
            <a:spLocks noChangeShapeType="1"/>
          </p:cNvSpPr>
          <p:nvPr/>
        </p:nvSpPr>
        <p:spPr bwMode="auto">
          <a:xfrm>
            <a:off x="4481513" y="4714875"/>
            <a:ext cx="1676400" cy="685800"/>
          </a:xfrm>
          <a:prstGeom prst="line">
            <a:avLst/>
          </a:prstGeom>
          <a:noFill/>
          <a:ln w="38100">
            <a:solidFill>
              <a:srgbClr val="FF6600"/>
            </a:solidFill>
            <a:round/>
            <a:headEnd/>
            <a:tailEnd type="triangle" w="med" len="lg"/>
          </a:ln>
        </p:spPr>
        <p:txBody>
          <a:bodyPr wrap="none"/>
          <a:lstStyle/>
          <a:p>
            <a:endParaRPr lang="zh-CN" altLang="en-US"/>
          </a:p>
        </p:txBody>
      </p:sp>
      <p:sp>
        <p:nvSpPr>
          <p:cNvPr id="188426" name="Text Box 10"/>
          <p:cNvSpPr txBox="1">
            <a:spLocks noChangeArrowheads="1"/>
          </p:cNvSpPr>
          <p:nvPr/>
        </p:nvSpPr>
        <p:spPr bwMode="auto">
          <a:xfrm>
            <a:off x="179388" y="404813"/>
            <a:ext cx="4935537" cy="457200"/>
          </a:xfrm>
          <a:prstGeom prst="rect">
            <a:avLst/>
          </a:prstGeom>
          <a:noFill/>
          <a:ln w="9525" algn="ctr">
            <a:noFill/>
            <a:miter lim="800000"/>
            <a:headEnd/>
            <a:tailEnd/>
          </a:ln>
        </p:spPr>
        <p:txBody>
          <a:bodyPr>
            <a:spAutoFit/>
          </a:bodyPr>
          <a:lstStyle/>
          <a:p>
            <a:pPr>
              <a:lnSpc>
                <a:spcPct val="100000"/>
              </a:lnSpc>
            </a:pPr>
            <a:r>
              <a:rPr lang="en-US" altLang="zh-CN" sz="2400">
                <a:solidFill>
                  <a:srgbClr val="0000FF"/>
                </a:solidFill>
                <a:ea typeface="宋体" pitchFamily="2" charset="-122"/>
              </a:rPr>
              <a:t>2.3.4 </a:t>
            </a:r>
            <a:r>
              <a:rPr lang="zh-CN" altLang="en-US" sz="2400">
                <a:solidFill>
                  <a:srgbClr val="0000FF"/>
                </a:solidFill>
                <a:ea typeface="宋体" pitchFamily="2" charset="-122"/>
              </a:rPr>
              <a:t>转动定理的应用举例</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iterate type="lt">
                                    <p:tmPct val="100000"/>
                                  </p:iterate>
                                  <p:childTnLst>
                                    <p:set>
                                      <p:cBhvr>
                                        <p:cTn id="6" dur="1" fill="hold">
                                          <p:stCondLst>
                                            <p:cond delay="0"/>
                                          </p:stCondLst>
                                        </p:cTn>
                                        <p:tgtEl>
                                          <p:spTgt spid="188426"/>
                                        </p:tgtEl>
                                        <p:attrNameLst>
                                          <p:attrName>style.visibility</p:attrName>
                                        </p:attrNameLst>
                                      </p:cBhvr>
                                      <p:to>
                                        <p:strVal val="visible"/>
                                      </p:to>
                                    </p:set>
                                    <p:animEffect transition="in" filter="wipe(left)">
                                      <p:cBhvr>
                                        <p:cTn id="7" dur="75"/>
                                        <p:tgtEl>
                                          <p:spTgt spid="18842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88418"/>
                                        </p:tgtEl>
                                        <p:attrNameLst>
                                          <p:attrName>style.visibility</p:attrName>
                                        </p:attrNameLst>
                                      </p:cBhvr>
                                      <p:to>
                                        <p:strVal val="visible"/>
                                      </p:to>
                                    </p:set>
                                    <p:animEffect transition="in" filter="wipe(left)">
                                      <p:cBhvr>
                                        <p:cTn id="12" dur="1000"/>
                                        <p:tgtEl>
                                          <p:spTgt spid="18841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88420"/>
                                        </p:tgtEl>
                                        <p:attrNameLst>
                                          <p:attrName>style.visibility</p:attrName>
                                        </p:attrNameLst>
                                      </p:cBhvr>
                                      <p:to>
                                        <p:strVal val="visible"/>
                                      </p:to>
                                    </p:set>
                                    <p:animEffect transition="in" filter="wipe(left)">
                                      <p:cBhvr>
                                        <p:cTn id="17" dur="1000"/>
                                        <p:tgtEl>
                                          <p:spTgt spid="18842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88423"/>
                                        </p:tgtEl>
                                        <p:attrNameLst>
                                          <p:attrName>style.visibility</p:attrName>
                                        </p:attrNameLst>
                                      </p:cBhvr>
                                      <p:to>
                                        <p:strVal val="visible"/>
                                      </p:to>
                                    </p:set>
                                    <p:animEffect transition="in" filter="wipe(left)">
                                      <p:cBhvr>
                                        <p:cTn id="22" dur="1000"/>
                                        <p:tgtEl>
                                          <p:spTgt spid="18842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88421"/>
                                        </p:tgtEl>
                                        <p:attrNameLst>
                                          <p:attrName>style.visibility</p:attrName>
                                        </p:attrNameLst>
                                      </p:cBhvr>
                                      <p:to>
                                        <p:strVal val="visible"/>
                                      </p:to>
                                    </p:set>
                                    <p:animEffect transition="in" filter="wipe(left)">
                                      <p:cBhvr>
                                        <p:cTn id="27" dur="1000"/>
                                        <p:tgtEl>
                                          <p:spTgt spid="188421"/>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2" fill="hold" grpId="0" nodeType="clickEffect">
                                  <p:stCondLst>
                                    <p:cond delay="0"/>
                                  </p:stCondLst>
                                  <p:childTnLst>
                                    <p:set>
                                      <p:cBhvr>
                                        <p:cTn id="31" dur="1" fill="hold">
                                          <p:stCondLst>
                                            <p:cond delay="0"/>
                                          </p:stCondLst>
                                        </p:cTn>
                                        <p:tgtEl>
                                          <p:spTgt spid="188424"/>
                                        </p:tgtEl>
                                        <p:attrNameLst>
                                          <p:attrName>style.visibility</p:attrName>
                                        </p:attrNameLst>
                                      </p:cBhvr>
                                      <p:to>
                                        <p:strVal val="visible"/>
                                      </p:to>
                                    </p:set>
                                    <p:animEffect transition="in" filter="wipe(right)">
                                      <p:cBhvr>
                                        <p:cTn id="32" dur="1000"/>
                                        <p:tgtEl>
                                          <p:spTgt spid="188424"/>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88422"/>
                                        </p:tgtEl>
                                        <p:attrNameLst>
                                          <p:attrName>style.visibility</p:attrName>
                                        </p:attrNameLst>
                                      </p:cBhvr>
                                      <p:to>
                                        <p:strVal val="visible"/>
                                      </p:to>
                                    </p:set>
                                    <p:animEffect transition="in" filter="wipe(left)">
                                      <p:cBhvr>
                                        <p:cTn id="37" dur="1000"/>
                                        <p:tgtEl>
                                          <p:spTgt spid="188422"/>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88425"/>
                                        </p:tgtEl>
                                        <p:attrNameLst>
                                          <p:attrName>style.visibility</p:attrName>
                                        </p:attrNameLst>
                                      </p:cBhvr>
                                      <p:to>
                                        <p:strVal val="visible"/>
                                      </p:to>
                                    </p:set>
                                    <p:animEffect transition="in" filter="wipe(left)">
                                      <p:cBhvr>
                                        <p:cTn id="42" dur="1000"/>
                                        <p:tgtEl>
                                          <p:spTgt spid="188425"/>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88419"/>
                                        </p:tgtEl>
                                        <p:attrNameLst>
                                          <p:attrName>style.visibility</p:attrName>
                                        </p:attrNameLst>
                                      </p:cBhvr>
                                      <p:to>
                                        <p:strVal val="visible"/>
                                      </p:to>
                                    </p:set>
                                    <p:animEffect transition="in" filter="wipe(left)">
                                      <p:cBhvr>
                                        <p:cTn id="47" dur="1000"/>
                                        <p:tgtEl>
                                          <p:spTgt spid="1884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8418" grpId="0" autoUpdateAnimBg="0"/>
      <p:bldP spid="188419" grpId="0" animBg="1" autoUpdateAnimBg="0"/>
      <p:bldP spid="188420" grpId="0" animBg="1" autoUpdateAnimBg="0"/>
      <p:bldP spid="188421" grpId="0" animBg="1" autoUpdateAnimBg="0"/>
      <p:bldP spid="188422" grpId="0" animBg="1" autoUpdateAnimBg="0"/>
      <p:bldP spid="188423" grpId="0" animBg="1"/>
      <p:bldP spid="188424" grpId="0" animBg="1"/>
      <p:bldP spid="188425" grpId="0" animBg="1"/>
      <p:bldP spid="188426" grpId="0" autoUpdateAnimBg="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1906" name="Line 2"/>
          <p:cNvSpPr>
            <a:spLocks noChangeShapeType="1"/>
          </p:cNvSpPr>
          <p:nvPr/>
        </p:nvSpPr>
        <p:spPr bwMode="auto">
          <a:xfrm flipH="1">
            <a:off x="7837488" y="5724525"/>
            <a:ext cx="9525" cy="368300"/>
          </a:xfrm>
          <a:prstGeom prst="line">
            <a:avLst/>
          </a:prstGeom>
          <a:noFill/>
          <a:ln w="38100">
            <a:solidFill>
              <a:srgbClr val="FF0000"/>
            </a:solidFill>
            <a:round/>
            <a:headEnd/>
            <a:tailEnd type="triangle" w="med" len="med"/>
          </a:ln>
        </p:spPr>
        <p:txBody>
          <a:bodyPr/>
          <a:lstStyle/>
          <a:p>
            <a:endParaRPr lang="zh-CN" altLang="en-US"/>
          </a:p>
        </p:txBody>
      </p:sp>
      <p:sp>
        <p:nvSpPr>
          <p:cNvPr id="251907" name="Text Box 3"/>
          <p:cNvSpPr txBox="1">
            <a:spLocks noChangeArrowheads="1"/>
          </p:cNvSpPr>
          <p:nvPr/>
        </p:nvSpPr>
        <p:spPr bwMode="auto">
          <a:xfrm>
            <a:off x="611188" y="476250"/>
            <a:ext cx="8269287" cy="1354138"/>
          </a:xfrm>
          <a:prstGeom prst="rect">
            <a:avLst/>
          </a:prstGeom>
          <a:noFill/>
          <a:ln w="9525">
            <a:noFill/>
            <a:miter lim="800000"/>
            <a:headEnd/>
            <a:tailEnd/>
          </a:ln>
        </p:spPr>
        <p:txBody>
          <a:bodyPr>
            <a:spAutoFit/>
          </a:bodyPr>
          <a:lstStyle/>
          <a:p>
            <a:pPr>
              <a:lnSpc>
                <a:spcPct val="115000"/>
              </a:lnSpc>
              <a:spcBef>
                <a:spcPct val="0"/>
              </a:spcBef>
            </a:pPr>
            <a:r>
              <a:rPr kumimoji="0" lang="zh-CN" altLang="en-US" sz="2400">
                <a:ea typeface="宋体" pitchFamily="2" charset="-122"/>
              </a:rPr>
              <a:t>一轻绳绕在半径 </a:t>
            </a:r>
            <a:r>
              <a:rPr kumimoji="0" lang="en-US" altLang="zh-CN" sz="2400" i="1">
                <a:solidFill>
                  <a:srgbClr val="FF6600"/>
                </a:solidFill>
                <a:ea typeface="宋体" pitchFamily="2" charset="-122"/>
              </a:rPr>
              <a:t>r </a:t>
            </a:r>
            <a:r>
              <a:rPr kumimoji="0" lang="en-US" altLang="zh-CN" sz="2400">
                <a:solidFill>
                  <a:srgbClr val="FF6600"/>
                </a:solidFill>
                <a:ea typeface="宋体" pitchFamily="2" charset="-122"/>
              </a:rPr>
              <a:t>= 20 cm</a:t>
            </a:r>
            <a:r>
              <a:rPr kumimoji="0" lang="en-US" altLang="zh-CN" sz="2400">
                <a:ea typeface="宋体" pitchFamily="2" charset="-122"/>
              </a:rPr>
              <a:t> </a:t>
            </a:r>
            <a:r>
              <a:rPr kumimoji="0" lang="zh-CN" altLang="en-US" sz="2400">
                <a:ea typeface="宋体" pitchFamily="2" charset="-122"/>
              </a:rPr>
              <a:t>的飞轮边缘，在绳端施以</a:t>
            </a:r>
            <a:r>
              <a:rPr kumimoji="0" lang="en-US" altLang="zh-CN" sz="2400" i="1">
                <a:solidFill>
                  <a:srgbClr val="FF6600"/>
                </a:solidFill>
                <a:ea typeface="宋体" pitchFamily="2" charset="-122"/>
              </a:rPr>
              <a:t>F </a:t>
            </a:r>
            <a:r>
              <a:rPr kumimoji="0" lang="en-US" altLang="zh-CN" sz="2400">
                <a:solidFill>
                  <a:srgbClr val="FF6600"/>
                </a:solidFill>
                <a:ea typeface="宋体" pitchFamily="2" charset="-122"/>
              </a:rPr>
              <a:t>= 98 N</a:t>
            </a:r>
            <a:r>
              <a:rPr kumimoji="0" lang="en-US" altLang="zh-CN" sz="2400">
                <a:ea typeface="宋体" pitchFamily="2" charset="-122"/>
              </a:rPr>
              <a:t> </a:t>
            </a:r>
            <a:r>
              <a:rPr kumimoji="0" lang="zh-CN" altLang="en-US" sz="2400">
                <a:ea typeface="宋体" pitchFamily="2" charset="-122"/>
              </a:rPr>
              <a:t>的拉力，飞轮的转动惯量 </a:t>
            </a:r>
            <a:r>
              <a:rPr kumimoji="0" lang="en-US" altLang="zh-CN" sz="2400" i="1">
                <a:solidFill>
                  <a:srgbClr val="FF6600"/>
                </a:solidFill>
                <a:ea typeface="宋体" pitchFamily="2" charset="-122"/>
              </a:rPr>
              <a:t>J </a:t>
            </a:r>
            <a:r>
              <a:rPr kumimoji="0" lang="en-US" altLang="zh-CN" sz="2400">
                <a:solidFill>
                  <a:srgbClr val="FF6600"/>
                </a:solidFill>
                <a:ea typeface="宋体" pitchFamily="2" charset="-122"/>
              </a:rPr>
              <a:t>= 0.5 kg·m</a:t>
            </a:r>
            <a:r>
              <a:rPr kumimoji="0" lang="en-US" altLang="zh-CN" sz="2400" baseline="45000">
                <a:solidFill>
                  <a:srgbClr val="FF6600"/>
                </a:solidFill>
                <a:ea typeface="宋体" pitchFamily="2" charset="-122"/>
              </a:rPr>
              <a:t>2</a:t>
            </a:r>
            <a:r>
              <a:rPr kumimoji="0" lang="zh-CN" altLang="en-US" sz="2400">
                <a:ea typeface="宋体" pitchFamily="2" charset="-122"/>
              </a:rPr>
              <a:t>，飞轮与转轴间的摩擦不计， </a:t>
            </a:r>
            <a:r>
              <a:rPr kumimoji="0" lang="en-US" altLang="zh-CN" sz="2400">
                <a:ea typeface="宋体" pitchFamily="2" charset="-122"/>
              </a:rPr>
              <a:t>(</a:t>
            </a:r>
            <a:r>
              <a:rPr kumimoji="0" lang="zh-CN" altLang="en-US" sz="2400">
                <a:ea typeface="宋体" pitchFamily="2" charset="-122"/>
              </a:rPr>
              <a:t>见图</a:t>
            </a:r>
            <a:r>
              <a:rPr kumimoji="0" lang="en-US" altLang="zh-CN" sz="2400">
                <a:ea typeface="宋体" pitchFamily="2" charset="-122"/>
              </a:rPr>
              <a:t>)</a:t>
            </a:r>
          </a:p>
        </p:txBody>
      </p:sp>
      <p:grpSp>
        <p:nvGrpSpPr>
          <p:cNvPr id="2" name="Group 4"/>
          <p:cNvGrpSpPr>
            <a:grpSpLocks/>
          </p:cNvGrpSpPr>
          <p:nvPr/>
        </p:nvGrpSpPr>
        <p:grpSpPr bwMode="auto">
          <a:xfrm>
            <a:off x="7064375" y="2022475"/>
            <a:ext cx="1828800" cy="2755900"/>
            <a:chOff x="4128" y="2238"/>
            <a:chExt cx="1152" cy="1736"/>
          </a:xfrm>
        </p:grpSpPr>
        <p:grpSp>
          <p:nvGrpSpPr>
            <p:cNvPr id="36892" name="Group 5"/>
            <p:cNvGrpSpPr>
              <a:grpSpLocks/>
            </p:cNvGrpSpPr>
            <p:nvPr/>
          </p:nvGrpSpPr>
          <p:grpSpPr bwMode="auto">
            <a:xfrm>
              <a:off x="4395" y="2323"/>
              <a:ext cx="617" cy="1651"/>
              <a:chOff x="4395" y="2323"/>
              <a:chExt cx="617" cy="1651"/>
            </a:xfrm>
          </p:grpSpPr>
          <p:sp>
            <p:nvSpPr>
              <p:cNvPr id="36905" name="Oval 6"/>
              <p:cNvSpPr>
                <a:spLocks noChangeArrowheads="1"/>
              </p:cNvSpPr>
              <p:nvPr/>
            </p:nvSpPr>
            <p:spPr bwMode="auto">
              <a:xfrm>
                <a:off x="4395" y="2654"/>
                <a:ext cx="609" cy="626"/>
              </a:xfrm>
              <a:prstGeom prst="ellipse">
                <a:avLst/>
              </a:prstGeom>
              <a:solidFill>
                <a:srgbClr val="66FFFF">
                  <a:alpha val="50195"/>
                </a:srgbClr>
              </a:solidFill>
              <a:ln w="38100">
                <a:solidFill>
                  <a:srgbClr val="000099"/>
                </a:solidFill>
                <a:round/>
                <a:headEnd/>
                <a:tailEnd/>
              </a:ln>
            </p:spPr>
            <p:txBody>
              <a:bodyPr wrap="none" anchor="ctr"/>
              <a:lstStyle/>
              <a:p>
                <a:endParaRPr lang="zh-CN" altLang="en-US"/>
              </a:p>
            </p:txBody>
          </p:sp>
          <p:sp>
            <p:nvSpPr>
              <p:cNvPr id="36906" name="Rectangle 7"/>
              <p:cNvSpPr>
                <a:spLocks noChangeArrowheads="1"/>
              </p:cNvSpPr>
              <p:nvPr/>
            </p:nvSpPr>
            <p:spPr bwMode="auto">
              <a:xfrm>
                <a:off x="4666" y="2323"/>
                <a:ext cx="67" cy="663"/>
              </a:xfrm>
              <a:prstGeom prst="rect">
                <a:avLst/>
              </a:prstGeom>
              <a:solidFill>
                <a:srgbClr val="0099FF"/>
              </a:solidFill>
              <a:ln w="9525">
                <a:miter lim="800000"/>
                <a:headEnd/>
                <a:tailEnd/>
              </a:ln>
              <a:scene3d>
                <a:camera prst="legacyObliqueTopRight"/>
                <a:lightRig rig="legacyFlat3" dir="b"/>
              </a:scene3d>
              <a:sp3d extrusionH="36500" prstMaterial="legacyPlastic">
                <a:bevelT w="13500" h="13500" prst="angle"/>
                <a:bevelB w="13500" h="13500" prst="angle"/>
                <a:extrusionClr>
                  <a:srgbClr val="66FFFF"/>
                </a:extrusionClr>
              </a:sp3d>
            </p:spPr>
            <p:txBody>
              <a:bodyPr wrap="none" anchor="ctr">
                <a:flatTx/>
              </a:bodyPr>
              <a:lstStyle/>
              <a:p>
                <a:endParaRPr lang="zh-CN" altLang="en-US"/>
              </a:p>
            </p:txBody>
          </p:sp>
          <p:sp>
            <p:nvSpPr>
              <p:cNvPr id="36907" name="Line 8"/>
              <p:cNvSpPr>
                <a:spLocks noChangeShapeType="1"/>
              </p:cNvSpPr>
              <p:nvPr/>
            </p:nvSpPr>
            <p:spPr bwMode="auto">
              <a:xfrm>
                <a:off x="5012" y="2943"/>
                <a:ext cx="0" cy="1031"/>
              </a:xfrm>
              <a:prstGeom prst="line">
                <a:avLst/>
              </a:prstGeom>
              <a:noFill/>
              <a:ln w="38100">
                <a:solidFill>
                  <a:srgbClr val="0066FF"/>
                </a:solidFill>
                <a:round/>
                <a:headEnd/>
                <a:tailEnd type="triangle" w="med" len="med"/>
              </a:ln>
            </p:spPr>
            <p:txBody>
              <a:bodyPr/>
              <a:lstStyle/>
              <a:p>
                <a:endParaRPr lang="zh-CN" altLang="en-US"/>
              </a:p>
            </p:txBody>
          </p:sp>
          <p:graphicFrame>
            <p:nvGraphicFramePr>
              <p:cNvPr id="36876" name="Object 9"/>
              <p:cNvGraphicFramePr>
                <a:graphicFrameLocks noChangeAspect="1"/>
              </p:cNvGraphicFramePr>
              <p:nvPr/>
            </p:nvGraphicFramePr>
            <p:xfrm>
              <a:off x="4666" y="3685"/>
              <a:ext cx="244" cy="266"/>
            </p:xfrm>
            <a:graphic>
              <a:graphicData uri="http://schemas.openxmlformats.org/presentationml/2006/ole">
                <p:oleObj spid="_x0000_s36876" name="Equation" r:id="rId3" imgW="164880" imgH="164880" progId="Equation.3">
                  <p:embed/>
                </p:oleObj>
              </a:graphicData>
            </a:graphic>
          </p:graphicFrame>
          <p:sp>
            <p:nvSpPr>
              <p:cNvPr id="36908" name="Line 10"/>
              <p:cNvSpPr>
                <a:spLocks noChangeShapeType="1"/>
              </p:cNvSpPr>
              <p:nvPr/>
            </p:nvSpPr>
            <p:spPr bwMode="auto">
              <a:xfrm flipH="1">
                <a:off x="4429" y="2912"/>
                <a:ext cx="271" cy="221"/>
              </a:xfrm>
              <a:prstGeom prst="line">
                <a:avLst/>
              </a:prstGeom>
              <a:noFill/>
              <a:ln w="38100">
                <a:solidFill>
                  <a:srgbClr val="990033"/>
                </a:solidFill>
                <a:round/>
                <a:headEnd/>
                <a:tailEnd/>
              </a:ln>
            </p:spPr>
            <p:txBody>
              <a:bodyPr/>
              <a:lstStyle/>
              <a:p>
                <a:endParaRPr lang="zh-CN" altLang="en-US"/>
              </a:p>
            </p:txBody>
          </p:sp>
          <p:graphicFrame>
            <p:nvGraphicFramePr>
              <p:cNvPr id="36877" name="Object 11"/>
              <p:cNvGraphicFramePr>
                <a:graphicFrameLocks/>
              </p:cNvGraphicFramePr>
              <p:nvPr/>
            </p:nvGraphicFramePr>
            <p:xfrm>
              <a:off x="4737" y="2868"/>
              <a:ext cx="184" cy="199"/>
            </p:xfrm>
            <a:graphic>
              <a:graphicData uri="http://schemas.openxmlformats.org/presentationml/2006/ole">
                <p:oleObj spid="_x0000_s36877" name="公式" r:id="rId4" imgW="291960" imgH="317160" progId="Equation.3">
                  <p:embed/>
                </p:oleObj>
              </a:graphicData>
            </a:graphic>
          </p:graphicFrame>
          <p:graphicFrame>
            <p:nvGraphicFramePr>
              <p:cNvPr id="36878" name="Object 12"/>
              <p:cNvGraphicFramePr>
                <a:graphicFrameLocks/>
              </p:cNvGraphicFramePr>
              <p:nvPr/>
            </p:nvGraphicFramePr>
            <p:xfrm>
              <a:off x="4574" y="3022"/>
              <a:ext cx="120" cy="136"/>
            </p:xfrm>
            <a:graphic>
              <a:graphicData uri="http://schemas.openxmlformats.org/presentationml/2006/ole">
                <p:oleObj spid="_x0000_s36878" name="公式" r:id="rId5" imgW="190440" imgH="215640" progId="Equation.3">
                  <p:embed/>
                </p:oleObj>
              </a:graphicData>
            </a:graphic>
          </p:graphicFrame>
        </p:grpSp>
        <p:grpSp>
          <p:nvGrpSpPr>
            <p:cNvPr id="36893" name="Group 13"/>
            <p:cNvGrpSpPr>
              <a:grpSpLocks/>
            </p:cNvGrpSpPr>
            <p:nvPr/>
          </p:nvGrpSpPr>
          <p:grpSpPr bwMode="auto">
            <a:xfrm>
              <a:off x="4128" y="2238"/>
              <a:ext cx="1152" cy="74"/>
              <a:chOff x="1344" y="3120"/>
              <a:chExt cx="1632" cy="96"/>
            </a:xfrm>
          </p:grpSpPr>
          <p:sp>
            <p:nvSpPr>
              <p:cNvPr id="36894" name="Line 14"/>
              <p:cNvSpPr>
                <a:spLocks noChangeShapeType="1"/>
              </p:cNvSpPr>
              <p:nvPr/>
            </p:nvSpPr>
            <p:spPr bwMode="auto">
              <a:xfrm>
                <a:off x="1344" y="3216"/>
                <a:ext cx="1632" cy="0"/>
              </a:xfrm>
              <a:prstGeom prst="line">
                <a:avLst/>
              </a:prstGeom>
              <a:noFill/>
              <a:ln w="38100">
                <a:solidFill>
                  <a:srgbClr val="008000"/>
                </a:solidFill>
                <a:round/>
                <a:headEnd/>
                <a:tailEnd/>
              </a:ln>
            </p:spPr>
            <p:txBody>
              <a:bodyPr/>
              <a:lstStyle/>
              <a:p>
                <a:endParaRPr lang="zh-CN" altLang="en-US"/>
              </a:p>
            </p:txBody>
          </p:sp>
          <p:sp>
            <p:nvSpPr>
              <p:cNvPr id="36895" name="Line 15"/>
              <p:cNvSpPr>
                <a:spLocks noChangeShapeType="1"/>
              </p:cNvSpPr>
              <p:nvPr/>
            </p:nvSpPr>
            <p:spPr bwMode="auto">
              <a:xfrm flipH="1">
                <a:off x="1392" y="3120"/>
                <a:ext cx="48" cy="96"/>
              </a:xfrm>
              <a:prstGeom prst="line">
                <a:avLst/>
              </a:prstGeom>
              <a:noFill/>
              <a:ln w="38100">
                <a:solidFill>
                  <a:srgbClr val="008000"/>
                </a:solidFill>
                <a:round/>
                <a:headEnd/>
                <a:tailEnd/>
              </a:ln>
            </p:spPr>
            <p:txBody>
              <a:bodyPr/>
              <a:lstStyle/>
              <a:p>
                <a:endParaRPr lang="zh-CN" altLang="en-US"/>
              </a:p>
            </p:txBody>
          </p:sp>
          <p:sp>
            <p:nvSpPr>
              <p:cNvPr id="36896" name="Line 16"/>
              <p:cNvSpPr>
                <a:spLocks noChangeShapeType="1"/>
              </p:cNvSpPr>
              <p:nvPr/>
            </p:nvSpPr>
            <p:spPr bwMode="auto">
              <a:xfrm flipH="1">
                <a:off x="1550" y="3120"/>
                <a:ext cx="48" cy="96"/>
              </a:xfrm>
              <a:prstGeom prst="line">
                <a:avLst/>
              </a:prstGeom>
              <a:noFill/>
              <a:ln w="38100">
                <a:solidFill>
                  <a:srgbClr val="008000"/>
                </a:solidFill>
                <a:round/>
                <a:headEnd/>
                <a:tailEnd/>
              </a:ln>
            </p:spPr>
            <p:txBody>
              <a:bodyPr/>
              <a:lstStyle/>
              <a:p>
                <a:endParaRPr lang="zh-CN" altLang="en-US"/>
              </a:p>
            </p:txBody>
          </p:sp>
          <p:sp>
            <p:nvSpPr>
              <p:cNvPr id="36897" name="Line 17"/>
              <p:cNvSpPr>
                <a:spLocks noChangeShapeType="1"/>
              </p:cNvSpPr>
              <p:nvPr/>
            </p:nvSpPr>
            <p:spPr bwMode="auto">
              <a:xfrm flipH="1">
                <a:off x="1709" y="3120"/>
                <a:ext cx="48" cy="96"/>
              </a:xfrm>
              <a:prstGeom prst="line">
                <a:avLst/>
              </a:prstGeom>
              <a:noFill/>
              <a:ln w="38100">
                <a:solidFill>
                  <a:srgbClr val="008000"/>
                </a:solidFill>
                <a:round/>
                <a:headEnd/>
                <a:tailEnd/>
              </a:ln>
            </p:spPr>
            <p:txBody>
              <a:bodyPr/>
              <a:lstStyle/>
              <a:p>
                <a:endParaRPr lang="zh-CN" altLang="en-US"/>
              </a:p>
            </p:txBody>
          </p:sp>
          <p:sp>
            <p:nvSpPr>
              <p:cNvPr id="36898" name="Line 18"/>
              <p:cNvSpPr>
                <a:spLocks noChangeShapeType="1"/>
              </p:cNvSpPr>
              <p:nvPr/>
            </p:nvSpPr>
            <p:spPr bwMode="auto">
              <a:xfrm flipH="1">
                <a:off x="1867" y="3120"/>
                <a:ext cx="48" cy="96"/>
              </a:xfrm>
              <a:prstGeom prst="line">
                <a:avLst/>
              </a:prstGeom>
              <a:noFill/>
              <a:ln w="38100">
                <a:solidFill>
                  <a:srgbClr val="008000"/>
                </a:solidFill>
                <a:round/>
                <a:headEnd/>
                <a:tailEnd/>
              </a:ln>
            </p:spPr>
            <p:txBody>
              <a:bodyPr/>
              <a:lstStyle/>
              <a:p>
                <a:endParaRPr lang="zh-CN" altLang="en-US"/>
              </a:p>
            </p:txBody>
          </p:sp>
          <p:sp>
            <p:nvSpPr>
              <p:cNvPr id="36899" name="Line 19"/>
              <p:cNvSpPr>
                <a:spLocks noChangeShapeType="1"/>
              </p:cNvSpPr>
              <p:nvPr/>
            </p:nvSpPr>
            <p:spPr bwMode="auto">
              <a:xfrm flipH="1">
                <a:off x="2026" y="3120"/>
                <a:ext cx="48" cy="96"/>
              </a:xfrm>
              <a:prstGeom prst="line">
                <a:avLst/>
              </a:prstGeom>
              <a:noFill/>
              <a:ln w="38100">
                <a:solidFill>
                  <a:srgbClr val="008000"/>
                </a:solidFill>
                <a:round/>
                <a:headEnd/>
                <a:tailEnd/>
              </a:ln>
            </p:spPr>
            <p:txBody>
              <a:bodyPr/>
              <a:lstStyle/>
              <a:p>
                <a:endParaRPr lang="zh-CN" altLang="en-US"/>
              </a:p>
            </p:txBody>
          </p:sp>
          <p:sp>
            <p:nvSpPr>
              <p:cNvPr id="36900" name="Line 20"/>
              <p:cNvSpPr>
                <a:spLocks noChangeShapeType="1"/>
              </p:cNvSpPr>
              <p:nvPr/>
            </p:nvSpPr>
            <p:spPr bwMode="auto">
              <a:xfrm flipH="1">
                <a:off x="2819" y="3120"/>
                <a:ext cx="48" cy="96"/>
              </a:xfrm>
              <a:prstGeom prst="line">
                <a:avLst/>
              </a:prstGeom>
              <a:noFill/>
              <a:ln w="38100">
                <a:solidFill>
                  <a:srgbClr val="008000"/>
                </a:solidFill>
                <a:round/>
                <a:headEnd/>
                <a:tailEnd/>
              </a:ln>
            </p:spPr>
            <p:txBody>
              <a:bodyPr/>
              <a:lstStyle/>
              <a:p>
                <a:endParaRPr lang="zh-CN" altLang="en-US"/>
              </a:p>
            </p:txBody>
          </p:sp>
          <p:sp>
            <p:nvSpPr>
              <p:cNvPr id="36901" name="Line 21"/>
              <p:cNvSpPr>
                <a:spLocks noChangeShapeType="1"/>
              </p:cNvSpPr>
              <p:nvPr/>
            </p:nvSpPr>
            <p:spPr bwMode="auto">
              <a:xfrm flipH="1">
                <a:off x="2184" y="3120"/>
                <a:ext cx="48" cy="96"/>
              </a:xfrm>
              <a:prstGeom prst="line">
                <a:avLst/>
              </a:prstGeom>
              <a:noFill/>
              <a:ln w="38100">
                <a:solidFill>
                  <a:srgbClr val="008000"/>
                </a:solidFill>
                <a:round/>
                <a:headEnd/>
                <a:tailEnd/>
              </a:ln>
            </p:spPr>
            <p:txBody>
              <a:bodyPr/>
              <a:lstStyle/>
              <a:p>
                <a:endParaRPr lang="zh-CN" altLang="en-US"/>
              </a:p>
            </p:txBody>
          </p:sp>
          <p:sp>
            <p:nvSpPr>
              <p:cNvPr id="36902" name="Line 22"/>
              <p:cNvSpPr>
                <a:spLocks noChangeShapeType="1"/>
              </p:cNvSpPr>
              <p:nvPr/>
            </p:nvSpPr>
            <p:spPr bwMode="auto">
              <a:xfrm flipH="1">
                <a:off x="2343" y="3120"/>
                <a:ext cx="48" cy="96"/>
              </a:xfrm>
              <a:prstGeom prst="line">
                <a:avLst/>
              </a:prstGeom>
              <a:noFill/>
              <a:ln w="38100">
                <a:solidFill>
                  <a:srgbClr val="008000"/>
                </a:solidFill>
                <a:round/>
                <a:headEnd/>
                <a:tailEnd/>
              </a:ln>
            </p:spPr>
            <p:txBody>
              <a:bodyPr/>
              <a:lstStyle/>
              <a:p>
                <a:endParaRPr lang="zh-CN" altLang="en-US"/>
              </a:p>
            </p:txBody>
          </p:sp>
          <p:sp>
            <p:nvSpPr>
              <p:cNvPr id="36903" name="Line 23"/>
              <p:cNvSpPr>
                <a:spLocks noChangeShapeType="1"/>
              </p:cNvSpPr>
              <p:nvPr/>
            </p:nvSpPr>
            <p:spPr bwMode="auto">
              <a:xfrm flipH="1">
                <a:off x="2501" y="3120"/>
                <a:ext cx="48" cy="96"/>
              </a:xfrm>
              <a:prstGeom prst="line">
                <a:avLst/>
              </a:prstGeom>
              <a:noFill/>
              <a:ln w="38100">
                <a:solidFill>
                  <a:srgbClr val="008000"/>
                </a:solidFill>
                <a:round/>
                <a:headEnd/>
                <a:tailEnd/>
              </a:ln>
            </p:spPr>
            <p:txBody>
              <a:bodyPr/>
              <a:lstStyle/>
              <a:p>
                <a:endParaRPr lang="zh-CN" altLang="en-US"/>
              </a:p>
            </p:txBody>
          </p:sp>
          <p:sp>
            <p:nvSpPr>
              <p:cNvPr id="36904" name="Line 24"/>
              <p:cNvSpPr>
                <a:spLocks noChangeShapeType="1"/>
              </p:cNvSpPr>
              <p:nvPr/>
            </p:nvSpPr>
            <p:spPr bwMode="auto">
              <a:xfrm flipH="1">
                <a:off x="2660" y="3120"/>
                <a:ext cx="48" cy="96"/>
              </a:xfrm>
              <a:prstGeom prst="line">
                <a:avLst/>
              </a:prstGeom>
              <a:noFill/>
              <a:ln w="38100">
                <a:solidFill>
                  <a:srgbClr val="008000"/>
                </a:solidFill>
                <a:round/>
                <a:headEnd/>
                <a:tailEnd/>
              </a:ln>
            </p:spPr>
            <p:txBody>
              <a:bodyPr/>
              <a:lstStyle/>
              <a:p>
                <a:endParaRPr lang="zh-CN" altLang="en-US"/>
              </a:p>
            </p:txBody>
          </p:sp>
        </p:grpSp>
      </p:grpSp>
      <p:sp>
        <p:nvSpPr>
          <p:cNvPr id="251929" name="Text Box 25"/>
          <p:cNvSpPr txBox="1">
            <a:spLocks noChangeArrowheads="1"/>
          </p:cNvSpPr>
          <p:nvPr/>
        </p:nvSpPr>
        <p:spPr bwMode="auto">
          <a:xfrm>
            <a:off x="746125" y="1885950"/>
            <a:ext cx="4995863" cy="512763"/>
          </a:xfrm>
          <a:prstGeom prst="rect">
            <a:avLst/>
          </a:prstGeom>
          <a:noFill/>
          <a:ln w="9525">
            <a:noFill/>
            <a:miter lim="800000"/>
            <a:headEnd/>
            <a:tailEnd/>
          </a:ln>
        </p:spPr>
        <p:txBody>
          <a:bodyPr>
            <a:spAutoFit/>
          </a:bodyPr>
          <a:lstStyle/>
          <a:p>
            <a:pPr eaLnBrk="0" hangingPunct="0">
              <a:lnSpc>
                <a:spcPct val="115000"/>
              </a:lnSpc>
              <a:spcBef>
                <a:spcPct val="0"/>
              </a:spcBef>
            </a:pPr>
            <a:r>
              <a:rPr kumimoji="0" lang="en-US" altLang="zh-CN" sz="2400">
                <a:ea typeface="宋体" pitchFamily="2" charset="-122"/>
              </a:rPr>
              <a:t>(1) </a:t>
            </a:r>
            <a:r>
              <a:rPr kumimoji="0" lang="zh-CN" altLang="en-US" sz="2400">
                <a:ea typeface="宋体" pitchFamily="2" charset="-122"/>
              </a:rPr>
              <a:t>飞轮的角加速度。</a:t>
            </a:r>
          </a:p>
        </p:txBody>
      </p:sp>
      <p:sp>
        <p:nvSpPr>
          <p:cNvPr id="251930" name="Text Box 26"/>
          <p:cNvSpPr txBox="1">
            <a:spLocks noChangeArrowheads="1"/>
          </p:cNvSpPr>
          <p:nvPr/>
        </p:nvSpPr>
        <p:spPr bwMode="auto">
          <a:xfrm>
            <a:off x="741363" y="2424113"/>
            <a:ext cx="5991225" cy="933450"/>
          </a:xfrm>
          <a:prstGeom prst="rect">
            <a:avLst/>
          </a:prstGeom>
          <a:noFill/>
          <a:ln w="9525">
            <a:noFill/>
            <a:miter lim="800000"/>
            <a:headEnd/>
            <a:tailEnd/>
          </a:ln>
        </p:spPr>
        <p:txBody>
          <a:bodyPr>
            <a:spAutoFit/>
          </a:bodyPr>
          <a:lstStyle/>
          <a:p>
            <a:pPr eaLnBrk="0" hangingPunct="0">
              <a:lnSpc>
                <a:spcPct val="115000"/>
              </a:lnSpc>
              <a:spcBef>
                <a:spcPct val="0"/>
              </a:spcBef>
            </a:pPr>
            <a:r>
              <a:rPr kumimoji="0" lang="en-US" altLang="zh-CN" sz="2400">
                <a:ea typeface="宋体" pitchFamily="2" charset="-122"/>
              </a:rPr>
              <a:t>(2) </a:t>
            </a:r>
            <a:r>
              <a:rPr kumimoji="0" lang="zh-CN" altLang="en-US" sz="2400">
                <a:ea typeface="宋体" pitchFamily="2" charset="-122"/>
              </a:rPr>
              <a:t>如以重量 </a:t>
            </a:r>
            <a:r>
              <a:rPr kumimoji="0" lang="en-US" altLang="zh-CN" sz="2400" i="1">
                <a:solidFill>
                  <a:srgbClr val="FF6600"/>
                </a:solidFill>
                <a:ea typeface="宋体" pitchFamily="2" charset="-122"/>
              </a:rPr>
              <a:t>P </a:t>
            </a:r>
            <a:r>
              <a:rPr kumimoji="0" lang="en-US" altLang="zh-CN" sz="2400">
                <a:solidFill>
                  <a:srgbClr val="FF6600"/>
                </a:solidFill>
                <a:ea typeface="宋体" pitchFamily="2" charset="-122"/>
              </a:rPr>
              <a:t>= 98 N</a:t>
            </a:r>
            <a:r>
              <a:rPr kumimoji="0" lang="zh-CN" altLang="en-US" sz="2400">
                <a:ea typeface="宋体" pitchFamily="2" charset="-122"/>
              </a:rPr>
              <a:t>的物体挂在绳端，试计算飞轮的角加速度。</a:t>
            </a:r>
          </a:p>
        </p:txBody>
      </p:sp>
      <p:sp>
        <p:nvSpPr>
          <p:cNvPr id="251931" name="Text Box 27"/>
          <p:cNvSpPr txBox="1">
            <a:spLocks noChangeArrowheads="1"/>
          </p:cNvSpPr>
          <p:nvPr/>
        </p:nvSpPr>
        <p:spPr bwMode="auto">
          <a:xfrm>
            <a:off x="188913" y="3611563"/>
            <a:ext cx="1368425" cy="457200"/>
          </a:xfrm>
          <a:prstGeom prst="rect">
            <a:avLst/>
          </a:prstGeom>
          <a:noFill/>
          <a:ln w="9525">
            <a:noFill/>
            <a:miter lim="800000"/>
            <a:headEnd/>
            <a:tailEnd/>
          </a:ln>
        </p:spPr>
        <p:txBody>
          <a:bodyPr>
            <a:spAutoFit/>
          </a:bodyPr>
          <a:lstStyle/>
          <a:p>
            <a:pPr eaLnBrk="0" hangingPunct="0">
              <a:lnSpc>
                <a:spcPct val="100000"/>
              </a:lnSpc>
              <a:spcBef>
                <a:spcPct val="0"/>
              </a:spcBef>
            </a:pPr>
            <a:r>
              <a:rPr kumimoji="0" lang="zh-CN" altLang="en-US" sz="2400">
                <a:solidFill>
                  <a:srgbClr val="FF0000"/>
                </a:solidFill>
                <a:ea typeface="宋体" pitchFamily="2" charset="-122"/>
              </a:rPr>
              <a:t>解  </a:t>
            </a:r>
            <a:r>
              <a:rPr kumimoji="0" lang="en-US" altLang="zh-CN" sz="2400">
                <a:solidFill>
                  <a:schemeClr val="tx2"/>
                </a:solidFill>
                <a:ea typeface="宋体" pitchFamily="2" charset="-122"/>
              </a:rPr>
              <a:t>(1)</a:t>
            </a:r>
          </a:p>
        </p:txBody>
      </p:sp>
      <p:graphicFrame>
        <p:nvGraphicFramePr>
          <p:cNvPr id="251932" name="Object 28"/>
          <p:cNvGraphicFramePr>
            <a:graphicFrameLocks noChangeAspect="1"/>
          </p:cNvGraphicFramePr>
          <p:nvPr/>
        </p:nvGraphicFramePr>
        <p:xfrm>
          <a:off x="1557338" y="3665538"/>
          <a:ext cx="1028700" cy="366712"/>
        </p:xfrm>
        <a:graphic>
          <a:graphicData uri="http://schemas.openxmlformats.org/presentationml/2006/ole">
            <p:oleObj spid="_x0000_s36866" name="公式" r:id="rId6" imgW="571320" imgH="203040" progId="Equation.3">
              <p:embed/>
            </p:oleObj>
          </a:graphicData>
        </a:graphic>
      </p:graphicFrame>
      <p:graphicFrame>
        <p:nvGraphicFramePr>
          <p:cNvPr id="251933" name="Object 29"/>
          <p:cNvGraphicFramePr>
            <a:graphicFrameLocks noChangeAspect="1"/>
          </p:cNvGraphicFramePr>
          <p:nvPr/>
        </p:nvGraphicFramePr>
        <p:xfrm>
          <a:off x="3030538" y="3500438"/>
          <a:ext cx="3365500" cy="687387"/>
        </p:xfrm>
        <a:graphic>
          <a:graphicData uri="http://schemas.openxmlformats.org/presentationml/2006/ole">
            <p:oleObj spid="_x0000_s36867" name="公式" r:id="rId7" imgW="1993680" imgH="406080" progId="Equation.3">
              <p:embed/>
            </p:oleObj>
          </a:graphicData>
        </a:graphic>
      </p:graphicFrame>
      <p:graphicFrame>
        <p:nvGraphicFramePr>
          <p:cNvPr id="251934" name="Object 30"/>
          <p:cNvGraphicFramePr>
            <a:graphicFrameLocks noChangeAspect="1"/>
          </p:cNvGraphicFramePr>
          <p:nvPr/>
        </p:nvGraphicFramePr>
        <p:xfrm>
          <a:off x="1422400" y="4348163"/>
          <a:ext cx="1558925" cy="366712"/>
        </p:xfrm>
        <a:graphic>
          <a:graphicData uri="http://schemas.openxmlformats.org/presentationml/2006/ole">
            <p:oleObj spid="_x0000_s36868" name="公式" r:id="rId8" imgW="863280" imgH="203040" progId="Equation.3">
              <p:embed/>
            </p:oleObj>
          </a:graphicData>
        </a:graphic>
      </p:graphicFrame>
      <p:sp>
        <p:nvSpPr>
          <p:cNvPr id="251935" name="Text Box 31"/>
          <p:cNvSpPr txBox="1">
            <a:spLocks noChangeArrowheads="1"/>
          </p:cNvSpPr>
          <p:nvPr/>
        </p:nvSpPr>
        <p:spPr bwMode="auto">
          <a:xfrm>
            <a:off x="706438" y="4292600"/>
            <a:ext cx="609600" cy="457200"/>
          </a:xfrm>
          <a:prstGeom prst="rect">
            <a:avLst/>
          </a:prstGeom>
          <a:noFill/>
          <a:ln w="9525">
            <a:noFill/>
            <a:miter lim="800000"/>
            <a:headEnd/>
            <a:tailEnd/>
          </a:ln>
        </p:spPr>
        <p:txBody>
          <a:bodyPr>
            <a:spAutoFit/>
          </a:bodyPr>
          <a:lstStyle/>
          <a:p>
            <a:pPr eaLnBrk="0" hangingPunct="0">
              <a:lnSpc>
                <a:spcPct val="100000"/>
              </a:lnSpc>
              <a:spcBef>
                <a:spcPct val="0"/>
              </a:spcBef>
            </a:pPr>
            <a:r>
              <a:rPr kumimoji="0" lang="en-US" altLang="zh-CN" sz="2400">
                <a:ea typeface="宋体" pitchFamily="2" charset="-122"/>
              </a:rPr>
              <a:t>(2)</a:t>
            </a:r>
          </a:p>
        </p:txBody>
      </p:sp>
      <p:graphicFrame>
        <p:nvGraphicFramePr>
          <p:cNvPr id="251936" name="Object 32"/>
          <p:cNvGraphicFramePr>
            <a:graphicFrameLocks noChangeAspect="1"/>
          </p:cNvGraphicFramePr>
          <p:nvPr/>
        </p:nvGraphicFramePr>
        <p:xfrm>
          <a:off x="1646238" y="4821238"/>
          <a:ext cx="993775" cy="366712"/>
        </p:xfrm>
        <a:graphic>
          <a:graphicData uri="http://schemas.openxmlformats.org/presentationml/2006/ole">
            <p:oleObj spid="_x0000_s36869" name="公式" r:id="rId9" imgW="545760" imgH="203040" progId="Equation.3">
              <p:embed/>
            </p:oleObj>
          </a:graphicData>
        </a:graphic>
      </p:graphicFrame>
      <p:graphicFrame>
        <p:nvGraphicFramePr>
          <p:cNvPr id="251937" name="Object 33"/>
          <p:cNvGraphicFramePr>
            <a:graphicFrameLocks noChangeAspect="1"/>
          </p:cNvGraphicFramePr>
          <p:nvPr/>
        </p:nvGraphicFramePr>
        <p:xfrm>
          <a:off x="1692275" y="5372100"/>
          <a:ext cx="827088" cy="366713"/>
        </p:xfrm>
        <a:graphic>
          <a:graphicData uri="http://schemas.openxmlformats.org/presentationml/2006/ole">
            <p:oleObj spid="_x0000_s36870" name="公式" r:id="rId10" imgW="457200" imgH="203040" progId="Equation.3">
              <p:embed/>
            </p:oleObj>
          </a:graphicData>
        </a:graphic>
      </p:graphicFrame>
      <p:sp>
        <p:nvSpPr>
          <p:cNvPr id="251938" name="AutoShape 34"/>
          <p:cNvSpPr>
            <a:spLocks/>
          </p:cNvSpPr>
          <p:nvPr/>
        </p:nvSpPr>
        <p:spPr bwMode="auto">
          <a:xfrm rot="10800000">
            <a:off x="2997200" y="4481513"/>
            <a:ext cx="225425" cy="1143000"/>
          </a:xfrm>
          <a:prstGeom prst="leftBrace">
            <a:avLst>
              <a:gd name="adj1" fmla="val 42254"/>
              <a:gd name="adj2" fmla="val 52495"/>
            </a:avLst>
          </a:prstGeom>
          <a:noFill/>
          <a:ln w="28575">
            <a:solidFill>
              <a:srgbClr val="0066FF"/>
            </a:solidFill>
            <a:round/>
            <a:headEnd/>
            <a:tailEnd/>
          </a:ln>
        </p:spPr>
        <p:txBody>
          <a:bodyPr wrap="none" anchor="ctr"/>
          <a:lstStyle/>
          <a:p>
            <a:endParaRPr lang="zh-CN" altLang="en-US"/>
          </a:p>
        </p:txBody>
      </p:sp>
      <p:sp>
        <p:nvSpPr>
          <p:cNvPr id="251939" name="Rectangle 35" descr="褐色大理石"/>
          <p:cNvSpPr>
            <a:spLocks noChangeArrowheads="1"/>
          </p:cNvSpPr>
          <p:nvPr/>
        </p:nvSpPr>
        <p:spPr bwMode="auto">
          <a:xfrm>
            <a:off x="7632700" y="5454650"/>
            <a:ext cx="304800" cy="304800"/>
          </a:xfrm>
          <a:prstGeom prst="rect">
            <a:avLst/>
          </a:prstGeom>
          <a:blipFill dpi="0" rotWithShape="1">
            <a:blip r:embed="rId11">
              <a:alphaModFix amt="60000"/>
            </a:blip>
            <a:srcRect/>
            <a:tile tx="0" ty="0" sx="100000" sy="100000" flip="none" algn="tl"/>
          </a:blipFill>
          <a:ln w="9525">
            <a:miter lim="800000"/>
            <a:headEnd/>
            <a:tailEnd/>
          </a:ln>
          <a:scene3d>
            <a:camera prst="legacyObliqueTopRight"/>
            <a:lightRig rig="legacyNormal3" dir="b"/>
          </a:scene3d>
          <a:sp3d extrusionH="227000" prstMaterial="legacyPlastic">
            <a:bevelT w="13500" h="13500" prst="angle"/>
            <a:bevelB w="13500" h="13500" prst="angle"/>
            <a:extrusionClr>
              <a:srgbClr val="996633"/>
            </a:extrusionClr>
          </a:sp3d>
        </p:spPr>
        <p:txBody>
          <a:bodyPr wrap="none" anchor="ctr">
            <a:flatTx/>
          </a:bodyPr>
          <a:lstStyle/>
          <a:p>
            <a:endParaRPr lang="zh-CN" altLang="en-US"/>
          </a:p>
        </p:txBody>
      </p:sp>
      <p:sp>
        <p:nvSpPr>
          <p:cNvPr id="251940" name="Line 36"/>
          <p:cNvSpPr>
            <a:spLocks noChangeShapeType="1"/>
          </p:cNvSpPr>
          <p:nvPr/>
        </p:nvSpPr>
        <p:spPr bwMode="auto">
          <a:xfrm flipV="1">
            <a:off x="7837488" y="5026025"/>
            <a:ext cx="0" cy="381000"/>
          </a:xfrm>
          <a:prstGeom prst="line">
            <a:avLst/>
          </a:prstGeom>
          <a:noFill/>
          <a:ln w="38100">
            <a:solidFill>
              <a:srgbClr val="FF0000"/>
            </a:solidFill>
            <a:round/>
            <a:headEnd/>
            <a:tailEnd type="triangle" w="med" len="med"/>
          </a:ln>
        </p:spPr>
        <p:txBody>
          <a:bodyPr/>
          <a:lstStyle/>
          <a:p>
            <a:endParaRPr lang="zh-CN" altLang="en-US"/>
          </a:p>
        </p:txBody>
      </p:sp>
      <p:graphicFrame>
        <p:nvGraphicFramePr>
          <p:cNvPr id="251941" name="Object 37"/>
          <p:cNvGraphicFramePr>
            <a:graphicFrameLocks noChangeAspect="1"/>
          </p:cNvGraphicFramePr>
          <p:nvPr/>
        </p:nvGraphicFramePr>
        <p:xfrm>
          <a:off x="7900988" y="5956300"/>
          <a:ext cx="406400" cy="263525"/>
        </p:xfrm>
        <a:graphic>
          <a:graphicData uri="http://schemas.openxmlformats.org/presentationml/2006/ole">
            <p:oleObj spid="_x0000_s36871" name="公式" r:id="rId12" imgW="253800" imgH="164880" progId="Equation.3">
              <p:embed/>
            </p:oleObj>
          </a:graphicData>
        </a:graphic>
      </p:graphicFrame>
      <p:graphicFrame>
        <p:nvGraphicFramePr>
          <p:cNvPr id="251942" name="Object 38"/>
          <p:cNvGraphicFramePr>
            <a:graphicFrameLocks noChangeAspect="1"/>
          </p:cNvGraphicFramePr>
          <p:nvPr/>
        </p:nvGraphicFramePr>
        <p:xfrm>
          <a:off x="7567613" y="4965700"/>
          <a:ext cx="244475" cy="263525"/>
        </p:xfrm>
        <a:graphic>
          <a:graphicData uri="http://schemas.openxmlformats.org/presentationml/2006/ole">
            <p:oleObj spid="_x0000_s36872" name="公式" r:id="rId13" imgW="152280" imgH="164880" progId="Equation.3">
              <p:embed/>
            </p:oleObj>
          </a:graphicData>
        </a:graphic>
      </p:graphicFrame>
      <p:sp>
        <p:nvSpPr>
          <p:cNvPr id="251943" name="Text Box 39"/>
          <p:cNvSpPr txBox="1">
            <a:spLocks noChangeArrowheads="1"/>
          </p:cNvSpPr>
          <p:nvPr/>
        </p:nvSpPr>
        <p:spPr bwMode="auto">
          <a:xfrm>
            <a:off x="144463" y="481013"/>
            <a:ext cx="827087" cy="457200"/>
          </a:xfrm>
          <a:prstGeom prst="rect">
            <a:avLst/>
          </a:prstGeom>
          <a:noFill/>
          <a:ln w="9525">
            <a:noFill/>
            <a:miter lim="800000"/>
            <a:headEnd/>
            <a:tailEnd/>
          </a:ln>
        </p:spPr>
        <p:txBody>
          <a:bodyPr>
            <a:spAutoFit/>
          </a:bodyPr>
          <a:lstStyle/>
          <a:p>
            <a:pPr>
              <a:lnSpc>
                <a:spcPct val="100000"/>
              </a:lnSpc>
            </a:pPr>
            <a:r>
              <a:rPr kumimoji="0" lang="zh-CN" altLang="en-US" sz="2400">
                <a:solidFill>
                  <a:srgbClr val="FF0000"/>
                </a:solidFill>
                <a:ea typeface="宋体" pitchFamily="2" charset="-122"/>
              </a:rPr>
              <a:t>例</a:t>
            </a:r>
          </a:p>
        </p:txBody>
      </p:sp>
      <p:sp>
        <p:nvSpPr>
          <p:cNvPr id="251944" name="Text Box 40"/>
          <p:cNvSpPr txBox="1">
            <a:spLocks noChangeArrowheads="1"/>
          </p:cNvSpPr>
          <p:nvPr/>
        </p:nvSpPr>
        <p:spPr bwMode="auto">
          <a:xfrm>
            <a:off x="144463" y="1900238"/>
            <a:ext cx="827087" cy="512762"/>
          </a:xfrm>
          <a:prstGeom prst="rect">
            <a:avLst/>
          </a:prstGeom>
          <a:noFill/>
          <a:ln w="9525">
            <a:noFill/>
            <a:miter lim="800000"/>
            <a:headEnd/>
            <a:tailEnd/>
          </a:ln>
        </p:spPr>
        <p:txBody>
          <a:bodyPr>
            <a:spAutoFit/>
          </a:bodyPr>
          <a:lstStyle/>
          <a:p>
            <a:pPr>
              <a:lnSpc>
                <a:spcPct val="115000"/>
              </a:lnSpc>
              <a:spcBef>
                <a:spcPct val="0"/>
              </a:spcBef>
            </a:pPr>
            <a:r>
              <a:rPr kumimoji="0" lang="zh-CN" altLang="en-US" sz="2400">
                <a:solidFill>
                  <a:srgbClr val="FF0000"/>
                </a:solidFill>
                <a:ea typeface="宋体" pitchFamily="2" charset="-122"/>
              </a:rPr>
              <a:t>求</a:t>
            </a:r>
          </a:p>
        </p:txBody>
      </p:sp>
      <p:graphicFrame>
        <p:nvGraphicFramePr>
          <p:cNvPr id="251945" name="Object 41"/>
          <p:cNvGraphicFramePr>
            <a:graphicFrameLocks noChangeAspect="1"/>
          </p:cNvGraphicFramePr>
          <p:nvPr/>
        </p:nvGraphicFramePr>
        <p:xfrm>
          <a:off x="3357563" y="4643438"/>
          <a:ext cx="1508125" cy="730250"/>
        </p:xfrm>
        <a:graphic>
          <a:graphicData uri="http://schemas.openxmlformats.org/presentationml/2006/ole">
            <p:oleObj spid="_x0000_s36873" name="公式" r:id="rId14" imgW="838080" imgH="406080" progId="Equation.3">
              <p:embed/>
            </p:oleObj>
          </a:graphicData>
        </a:graphic>
      </p:graphicFrame>
      <p:graphicFrame>
        <p:nvGraphicFramePr>
          <p:cNvPr id="251946" name="Object 42"/>
          <p:cNvGraphicFramePr>
            <a:graphicFrameLocks noChangeAspect="1"/>
          </p:cNvGraphicFramePr>
          <p:nvPr/>
        </p:nvGraphicFramePr>
        <p:xfrm>
          <a:off x="3621088" y="5651500"/>
          <a:ext cx="3381375" cy="730250"/>
        </p:xfrm>
        <a:graphic>
          <a:graphicData uri="http://schemas.openxmlformats.org/presentationml/2006/ole">
            <p:oleObj spid="_x0000_s36874" name="公式" r:id="rId15" imgW="1879560" imgH="406080" progId="Equation.3">
              <p:embed/>
            </p:oleObj>
          </a:graphicData>
        </a:graphic>
      </p:graphicFrame>
      <p:graphicFrame>
        <p:nvGraphicFramePr>
          <p:cNvPr id="251947" name="Object 43"/>
          <p:cNvGraphicFramePr>
            <a:graphicFrameLocks noChangeAspect="1"/>
          </p:cNvGraphicFramePr>
          <p:nvPr/>
        </p:nvGraphicFramePr>
        <p:xfrm>
          <a:off x="7988300" y="4371975"/>
          <a:ext cx="360363" cy="334963"/>
        </p:xfrm>
        <a:graphic>
          <a:graphicData uri="http://schemas.openxmlformats.org/presentationml/2006/ole">
            <p:oleObj spid="_x0000_s36875" name="公式" r:id="rId16" imgW="177480" imgH="164880" progId="Equation.3">
              <p:embed/>
            </p:oleObj>
          </a:graphicData>
        </a:graphic>
      </p:graphicFrame>
      <p:sp>
        <p:nvSpPr>
          <p:cNvPr id="251948" name="AutoShape 44"/>
          <p:cNvSpPr>
            <a:spLocks noChangeArrowheads="1"/>
          </p:cNvSpPr>
          <p:nvPr/>
        </p:nvSpPr>
        <p:spPr bwMode="auto">
          <a:xfrm rot="-702386">
            <a:off x="5435600" y="4114800"/>
            <a:ext cx="1574800" cy="1619250"/>
          </a:xfrm>
          <a:prstGeom prst="upDownArrowCallout">
            <a:avLst>
              <a:gd name="adj1" fmla="val 25000"/>
              <a:gd name="adj2" fmla="val 25000"/>
              <a:gd name="adj3" fmla="val 12853"/>
              <a:gd name="adj4" fmla="val 50000"/>
            </a:avLst>
          </a:prstGeom>
          <a:noFill/>
          <a:ln w="9525">
            <a:solidFill>
              <a:srgbClr val="CC0099"/>
            </a:solidFill>
            <a:miter lim="800000"/>
            <a:headEnd/>
            <a:tailEnd/>
          </a:ln>
        </p:spPr>
        <p:txBody>
          <a:bodyPr wrap="none" anchor="ctr"/>
          <a:lstStyle/>
          <a:p>
            <a:pPr algn="ctr" eaLnBrk="0" hangingPunct="0">
              <a:lnSpc>
                <a:spcPct val="100000"/>
              </a:lnSpc>
              <a:spcBef>
                <a:spcPct val="0"/>
              </a:spcBef>
            </a:pPr>
            <a:r>
              <a:rPr kumimoji="0" lang="zh-CN" altLang="en-US" sz="2400">
                <a:ea typeface="宋体" pitchFamily="2" charset="-122"/>
              </a:rPr>
              <a:t>两者区别</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51943"/>
                                        </p:tgtEl>
                                        <p:attrNameLst>
                                          <p:attrName>style.visibility</p:attrName>
                                        </p:attrNameLst>
                                      </p:cBhvr>
                                      <p:to>
                                        <p:strVal val="visible"/>
                                      </p:to>
                                    </p:set>
                                    <p:animEffect transition="in" filter="wipe(left)">
                                      <p:cBhvr>
                                        <p:cTn id="7" dur="500"/>
                                        <p:tgtEl>
                                          <p:spTgt spid="25194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51907"/>
                                        </p:tgtEl>
                                        <p:attrNameLst>
                                          <p:attrName>style.visibility</p:attrName>
                                        </p:attrNameLst>
                                      </p:cBhvr>
                                      <p:to>
                                        <p:strVal val="visible"/>
                                      </p:to>
                                    </p:set>
                                    <p:animEffect transition="in" filter="wipe(left)">
                                      <p:cBhvr>
                                        <p:cTn id="12" dur="500"/>
                                        <p:tgtEl>
                                          <p:spTgt spid="251907"/>
                                        </p:tgtEl>
                                      </p:cBhvr>
                                    </p:animEffect>
                                  </p:childTnLst>
                                </p:cTn>
                              </p:par>
                            </p:childTnLst>
                          </p:cTn>
                        </p:par>
                      </p:childTnLst>
                    </p:cTn>
                  </p:par>
                  <p:par>
                    <p:cTn id="13" fill="hold">
                      <p:stCondLst>
                        <p:cond delay="indefinite"/>
                      </p:stCondLst>
                      <p:childTnLst>
                        <p:par>
                          <p:cTn id="14" fill="hold">
                            <p:stCondLst>
                              <p:cond delay="0"/>
                            </p:stCondLst>
                            <p:childTnLst>
                              <p:par>
                                <p:cTn id="15" presetID="17" presetClass="entr" presetSubtype="1"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 calcmode="lin" valueType="num">
                                      <p:cBhvr>
                                        <p:cTn id="17" dur="500" fill="hold"/>
                                        <p:tgtEl>
                                          <p:spTgt spid="2"/>
                                        </p:tgtEl>
                                        <p:attrNameLst>
                                          <p:attrName>ppt_x</p:attrName>
                                        </p:attrNameLst>
                                      </p:cBhvr>
                                      <p:tavLst>
                                        <p:tav tm="0">
                                          <p:val>
                                            <p:strVal val="#ppt_x"/>
                                          </p:val>
                                        </p:tav>
                                        <p:tav tm="100000">
                                          <p:val>
                                            <p:strVal val="#ppt_x"/>
                                          </p:val>
                                        </p:tav>
                                      </p:tavLst>
                                    </p:anim>
                                    <p:anim calcmode="lin" valueType="num">
                                      <p:cBhvr>
                                        <p:cTn id="18" dur="500" fill="hold"/>
                                        <p:tgtEl>
                                          <p:spTgt spid="2"/>
                                        </p:tgtEl>
                                        <p:attrNameLst>
                                          <p:attrName>ppt_y</p:attrName>
                                        </p:attrNameLst>
                                      </p:cBhvr>
                                      <p:tavLst>
                                        <p:tav tm="0">
                                          <p:val>
                                            <p:strVal val="#ppt_y-#ppt_h/2"/>
                                          </p:val>
                                        </p:tav>
                                        <p:tav tm="100000">
                                          <p:val>
                                            <p:strVal val="#ppt_y"/>
                                          </p:val>
                                        </p:tav>
                                      </p:tavLst>
                                    </p:anim>
                                    <p:anim calcmode="lin" valueType="num">
                                      <p:cBhvr>
                                        <p:cTn id="19" dur="500" fill="hold"/>
                                        <p:tgtEl>
                                          <p:spTgt spid="2"/>
                                        </p:tgtEl>
                                        <p:attrNameLst>
                                          <p:attrName>ppt_w</p:attrName>
                                        </p:attrNameLst>
                                      </p:cBhvr>
                                      <p:tavLst>
                                        <p:tav tm="0">
                                          <p:val>
                                            <p:strVal val="#ppt_w"/>
                                          </p:val>
                                        </p:tav>
                                        <p:tav tm="100000">
                                          <p:val>
                                            <p:strVal val="#ppt_w"/>
                                          </p:val>
                                        </p:tav>
                                      </p:tavLst>
                                    </p:anim>
                                    <p:anim calcmode="lin" valueType="num">
                                      <p:cBhvr>
                                        <p:cTn id="20" dur="500" fill="hold"/>
                                        <p:tgtEl>
                                          <p:spTgt spid="2"/>
                                        </p:tgtEl>
                                        <p:attrNameLst>
                                          <p:attrName>ppt_h</p:attrName>
                                        </p:attrNameLst>
                                      </p:cBhvr>
                                      <p:tavLst>
                                        <p:tav tm="0">
                                          <p:val>
                                            <p:fltVal val="0"/>
                                          </p:val>
                                        </p:tav>
                                        <p:tav tm="100000">
                                          <p:val>
                                            <p:strVal val="#ppt_h"/>
                                          </p:val>
                                        </p:tav>
                                      </p:tavLst>
                                    </p:anim>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251944"/>
                                        </p:tgtEl>
                                        <p:attrNameLst>
                                          <p:attrName>style.visibility</p:attrName>
                                        </p:attrNameLst>
                                      </p:cBhvr>
                                      <p:to>
                                        <p:strVal val="visible"/>
                                      </p:to>
                                    </p:set>
                                    <p:animEffect transition="in" filter="wipe(left)">
                                      <p:cBhvr>
                                        <p:cTn id="25" dur="500"/>
                                        <p:tgtEl>
                                          <p:spTgt spid="251944"/>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251929"/>
                                        </p:tgtEl>
                                        <p:attrNameLst>
                                          <p:attrName>style.visibility</p:attrName>
                                        </p:attrNameLst>
                                      </p:cBhvr>
                                      <p:to>
                                        <p:strVal val="visible"/>
                                      </p:to>
                                    </p:set>
                                    <p:animEffect transition="in" filter="wipe(left)">
                                      <p:cBhvr>
                                        <p:cTn id="30" dur="500"/>
                                        <p:tgtEl>
                                          <p:spTgt spid="251929"/>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251930"/>
                                        </p:tgtEl>
                                        <p:attrNameLst>
                                          <p:attrName>style.visibility</p:attrName>
                                        </p:attrNameLst>
                                      </p:cBhvr>
                                      <p:to>
                                        <p:strVal val="visible"/>
                                      </p:to>
                                    </p:set>
                                    <p:animEffect transition="in" filter="wipe(left)">
                                      <p:cBhvr>
                                        <p:cTn id="35" dur="500"/>
                                        <p:tgtEl>
                                          <p:spTgt spid="251930"/>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251931"/>
                                        </p:tgtEl>
                                        <p:attrNameLst>
                                          <p:attrName>style.visibility</p:attrName>
                                        </p:attrNameLst>
                                      </p:cBhvr>
                                      <p:to>
                                        <p:strVal val="visible"/>
                                      </p:to>
                                    </p:set>
                                    <p:animEffect transition="in" filter="wipe(left)">
                                      <p:cBhvr>
                                        <p:cTn id="40" dur="500"/>
                                        <p:tgtEl>
                                          <p:spTgt spid="251931"/>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nodeType="clickEffect">
                                  <p:stCondLst>
                                    <p:cond delay="0"/>
                                  </p:stCondLst>
                                  <p:childTnLst>
                                    <p:set>
                                      <p:cBhvr>
                                        <p:cTn id="44" dur="1" fill="hold">
                                          <p:stCondLst>
                                            <p:cond delay="0"/>
                                          </p:stCondLst>
                                        </p:cTn>
                                        <p:tgtEl>
                                          <p:spTgt spid="251932"/>
                                        </p:tgtEl>
                                        <p:attrNameLst>
                                          <p:attrName>style.visibility</p:attrName>
                                        </p:attrNameLst>
                                      </p:cBhvr>
                                      <p:to>
                                        <p:strVal val="visible"/>
                                      </p:to>
                                    </p:set>
                                    <p:animEffect transition="in" filter="wipe(left)">
                                      <p:cBhvr>
                                        <p:cTn id="45" dur="500"/>
                                        <p:tgtEl>
                                          <p:spTgt spid="251932"/>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nodeType="clickEffect">
                                  <p:stCondLst>
                                    <p:cond delay="0"/>
                                  </p:stCondLst>
                                  <p:childTnLst>
                                    <p:set>
                                      <p:cBhvr>
                                        <p:cTn id="49" dur="1" fill="hold">
                                          <p:stCondLst>
                                            <p:cond delay="0"/>
                                          </p:stCondLst>
                                        </p:cTn>
                                        <p:tgtEl>
                                          <p:spTgt spid="251933"/>
                                        </p:tgtEl>
                                        <p:attrNameLst>
                                          <p:attrName>style.visibility</p:attrName>
                                        </p:attrNameLst>
                                      </p:cBhvr>
                                      <p:to>
                                        <p:strVal val="visible"/>
                                      </p:to>
                                    </p:set>
                                    <p:animEffect transition="in" filter="wipe(left)">
                                      <p:cBhvr>
                                        <p:cTn id="50" dur="500"/>
                                        <p:tgtEl>
                                          <p:spTgt spid="251933"/>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grpId="0" nodeType="clickEffect">
                                  <p:stCondLst>
                                    <p:cond delay="0"/>
                                  </p:stCondLst>
                                  <p:childTnLst>
                                    <p:set>
                                      <p:cBhvr>
                                        <p:cTn id="54" dur="1" fill="hold">
                                          <p:stCondLst>
                                            <p:cond delay="0"/>
                                          </p:stCondLst>
                                        </p:cTn>
                                        <p:tgtEl>
                                          <p:spTgt spid="251935"/>
                                        </p:tgtEl>
                                        <p:attrNameLst>
                                          <p:attrName>style.visibility</p:attrName>
                                        </p:attrNameLst>
                                      </p:cBhvr>
                                      <p:to>
                                        <p:strVal val="visible"/>
                                      </p:to>
                                    </p:set>
                                    <p:animEffect transition="in" filter="wipe(left)">
                                      <p:cBhvr>
                                        <p:cTn id="55" dur="500"/>
                                        <p:tgtEl>
                                          <p:spTgt spid="251935"/>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8" fill="hold" grpId="0" nodeType="clickEffect">
                                  <p:stCondLst>
                                    <p:cond delay="0"/>
                                  </p:stCondLst>
                                  <p:childTnLst>
                                    <p:set>
                                      <p:cBhvr>
                                        <p:cTn id="59" dur="1" fill="hold">
                                          <p:stCondLst>
                                            <p:cond delay="0"/>
                                          </p:stCondLst>
                                        </p:cTn>
                                        <p:tgtEl>
                                          <p:spTgt spid="251939"/>
                                        </p:tgtEl>
                                        <p:attrNameLst>
                                          <p:attrName>style.visibility</p:attrName>
                                        </p:attrNameLst>
                                      </p:cBhvr>
                                      <p:to>
                                        <p:strVal val="visible"/>
                                      </p:to>
                                    </p:set>
                                    <p:animEffect transition="in" filter="wipe(left)">
                                      <p:cBhvr>
                                        <p:cTn id="60" dur="500"/>
                                        <p:tgtEl>
                                          <p:spTgt spid="251939"/>
                                        </p:tgtEl>
                                      </p:cBhvr>
                                    </p:animEffect>
                                  </p:childTnLst>
                                </p:cTn>
                              </p:par>
                            </p:childTnLst>
                          </p:cTn>
                        </p:par>
                      </p:childTnLst>
                    </p:cTn>
                  </p:par>
                  <p:par>
                    <p:cTn id="61" fill="hold">
                      <p:stCondLst>
                        <p:cond delay="indefinite"/>
                      </p:stCondLst>
                      <p:childTnLst>
                        <p:par>
                          <p:cTn id="62" fill="hold">
                            <p:stCondLst>
                              <p:cond delay="0"/>
                            </p:stCondLst>
                            <p:childTnLst>
                              <p:par>
                                <p:cTn id="63" presetID="22" presetClass="entr" presetSubtype="1" fill="hold" grpId="0" nodeType="clickEffect">
                                  <p:stCondLst>
                                    <p:cond delay="0"/>
                                  </p:stCondLst>
                                  <p:childTnLst>
                                    <p:set>
                                      <p:cBhvr>
                                        <p:cTn id="64" dur="1" fill="hold">
                                          <p:stCondLst>
                                            <p:cond delay="0"/>
                                          </p:stCondLst>
                                        </p:cTn>
                                        <p:tgtEl>
                                          <p:spTgt spid="251906"/>
                                        </p:tgtEl>
                                        <p:attrNameLst>
                                          <p:attrName>style.visibility</p:attrName>
                                        </p:attrNameLst>
                                      </p:cBhvr>
                                      <p:to>
                                        <p:strVal val="visible"/>
                                      </p:to>
                                    </p:set>
                                    <p:animEffect transition="in" filter="wipe(up)">
                                      <p:cBhvr>
                                        <p:cTn id="65" dur="500"/>
                                        <p:tgtEl>
                                          <p:spTgt spid="251906"/>
                                        </p:tgtEl>
                                      </p:cBhvr>
                                    </p:animEffect>
                                  </p:childTnLst>
                                </p:cTn>
                              </p:par>
                            </p:childTnLst>
                          </p:cTn>
                        </p:par>
                      </p:childTnLst>
                    </p:cTn>
                  </p:par>
                  <p:par>
                    <p:cTn id="66" fill="hold">
                      <p:stCondLst>
                        <p:cond delay="indefinite"/>
                      </p:stCondLst>
                      <p:childTnLst>
                        <p:par>
                          <p:cTn id="67" fill="hold">
                            <p:stCondLst>
                              <p:cond delay="0"/>
                            </p:stCondLst>
                            <p:childTnLst>
                              <p:par>
                                <p:cTn id="68" presetID="22" presetClass="entr" presetSubtype="8" fill="hold" nodeType="clickEffect">
                                  <p:stCondLst>
                                    <p:cond delay="0"/>
                                  </p:stCondLst>
                                  <p:childTnLst>
                                    <p:set>
                                      <p:cBhvr>
                                        <p:cTn id="69" dur="1" fill="hold">
                                          <p:stCondLst>
                                            <p:cond delay="0"/>
                                          </p:stCondLst>
                                        </p:cTn>
                                        <p:tgtEl>
                                          <p:spTgt spid="251941"/>
                                        </p:tgtEl>
                                        <p:attrNameLst>
                                          <p:attrName>style.visibility</p:attrName>
                                        </p:attrNameLst>
                                      </p:cBhvr>
                                      <p:to>
                                        <p:strVal val="visible"/>
                                      </p:to>
                                    </p:set>
                                    <p:animEffect transition="in" filter="wipe(left)">
                                      <p:cBhvr>
                                        <p:cTn id="70" dur="500"/>
                                        <p:tgtEl>
                                          <p:spTgt spid="251941"/>
                                        </p:tgtEl>
                                      </p:cBhvr>
                                    </p:animEffect>
                                  </p:childTnLst>
                                </p:cTn>
                              </p:par>
                            </p:childTnLst>
                          </p:cTn>
                        </p:par>
                      </p:childTnLst>
                    </p:cTn>
                  </p:par>
                  <p:par>
                    <p:cTn id="71" fill="hold">
                      <p:stCondLst>
                        <p:cond delay="indefinite"/>
                      </p:stCondLst>
                      <p:childTnLst>
                        <p:par>
                          <p:cTn id="72" fill="hold">
                            <p:stCondLst>
                              <p:cond delay="0"/>
                            </p:stCondLst>
                            <p:childTnLst>
                              <p:par>
                                <p:cTn id="73" presetID="22" presetClass="entr" presetSubtype="4" fill="hold" grpId="0" nodeType="clickEffect">
                                  <p:stCondLst>
                                    <p:cond delay="0"/>
                                  </p:stCondLst>
                                  <p:childTnLst>
                                    <p:set>
                                      <p:cBhvr>
                                        <p:cTn id="74" dur="1" fill="hold">
                                          <p:stCondLst>
                                            <p:cond delay="0"/>
                                          </p:stCondLst>
                                        </p:cTn>
                                        <p:tgtEl>
                                          <p:spTgt spid="251940"/>
                                        </p:tgtEl>
                                        <p:attrNameLst>
                                          <p:attrName>style.visibility</p:attrName>
                                        </p:attrNameLst>
                                      </p:cBhvr>
                                      <p:to>
                                        <p:strVal val="visible"/>
                                      </p:to>
                                    </p:set>
                                    <p:animEffect transition="in" filter="wipe(down)">
                                      <p:cBhvr>
                                        <p:cTn id="75" dur="500"/>
                                        <p:tgtEl>
                                          <p:spTgt spid="251940"/>
                                        </p:tgtEl>
                                      </p:cBhvr>
                                    </p:animEffect>
                                  </p:childTnLst>
                                </p:cTn>
                              </p:par>
                            </p:childTnLst>
                          </p:cTn>
                        </p:par>
                      </p:childTnLst>
                    </p:cTn>
                  </p:par>
                  <p:par>
                    <p:cTn id="76" fill="hold">
                      <p:stCondLst>
                        <p:cond delay="indefinite"/>
                      </p:stCondLst>
                      <p:childTnLst>
                        <p:par>
                          <p:cTn id="77" fill="hold">
                            <p:stCondLst>
                              <p:cond delay="0"/>
                            </p:stCondLst>
                            <p:childTnLst>
                              <p:par>
                                <p:cTn id="78" presetID="22" presetClass="entr" presetSubtype="8" fill="hold" nodeType="clickEffect">
                                  <p:stCondLst>
                                    <p:cond delay="0"/>
                                  </p:stCondLst>
                                  <p:childTnLst>
                                    <p:set>
                                      <p:cBhvr>
                                        <p:cTn id="79" dur="1" fill="hold">
                                          <p:stCondLst>
                                            <p:cond delay="0"/>
                                          </p:stCondLst>
                                        </p:cTn>
                                        <p:tgtEl>
                                          <p:spTgt spid="251942"/>
                                        </p:tgtEl>
                                        <p:attrNameLst>
                                          <p:attrName>style.visibility</p:attrName>
                                        </p:attrNameLst>
                                      </p:cBhvr>
                                      <p:to>
                                        <p:strVal val="visible"/>
                                      </p:to>
                                    </p:set>
                                    <p:animEffect transition="in" filter="wipe(left)">
                                      <p:cBhvr>
                                        <p:cTn id="80" dur="500"/>
                                        <p:tgtEl>
                                          <p:spTgt spid="251942"/>
                                        </p:tgtEl>
                                      </p:cBhvr>
                                    </p:animEffect>
                                  </p:childTnLst>
                                </p:cTn>
                              </p:par>
                            </p:childTnLst>
                          </p:cTn>
                        </p:par>
                      </p:childTnLst>
                    </p:cTn>
                  </p:par>
                  <p:par>
                    <p:cTn id="81" fill="hold">
                      <p:stCondLst>
                        <p:cond delay="indefinite"/>
                      </p:stCondLst>
                      <p:childTnLst>
                        <p:par>
                          <p:cTn id="82" fill="hold">
                            <p:stCondLst>
                              <p:cond delay="0"/>
                            </p:stCondLst>
                            <p:childTnLst>
                              <p:par>
                                <p:cTn id="83" presetID="22" presetClass="entr" presetSubtype="8" fill="hold" nodeType="clickEffect">
                                  <p:stCondLst>
                                    <p:cond delay="0"/>
                                  </p:stCondLst>
                                  <p:childTnLst>
                                    <p:set>
                                      <p:cBhvr>
                                        <p:cTn id="84" dur="1" fill="hold">
                                          <p:stCondLst>
                                            <p:cond delay="0"/>
                                          </p:stCondLst>
                                        </p:cTn>
                                        <p:tgtEl>
                                          <p:spTgt spid="251947"/>
                                        </p:tgtEl>
                                        <p:attrNameLst>
                                          <p:attrName>style.visibility</p:attrName>
                                        </p:attrNameLst>
                                      </p:cBhvr>
                                      <p:to>
                                        <p:strVal val="visible"/>
                                      </p:to>
                                    </p:set>
                                    <p:animEffect transition="in" filter="wipe(left)">
                                      <p:cBhvr>
                                        <p:cTn id="85" dur="500"/>
                                        <p:tgtEl>
                                          <p:spTgt spid="251947"/>
                                        </p:tgtEl>
                                      </p:cBhvr>
                                    </p:animEffect>
                                  </p:childTnLst>
                                </p:cTn>
                              </p:par>
                            </p:childTnLst>
                          </p:cTn>
                        </p:par>
                      </p:childTnLst>
                    </p:cTn>
                  </p:par>
                  <p:par>
                    <p:cTn id="86" fill="hold">
                      <p:stCondLst>
                        <p:cond delay="indefinite"/>
                      </p:stCondLst>
                      <p:childTnLst>
                        <p:par>
                          <p:cTn id="87" fill="hold">
                            <p:stCondLst>
                              <p:cond delay="0"/>
                            </p:stCondLst>
                            <p:childTnLst>
                              <p:par>
                                <p:cTn id="88" presetID="22" presetClass="entr" presetSubtype="8" fill="hold" nodeType="clickEffect">
                                  <p:stCondLst>
                                    <p:cond delay="0"/>
                                  </p:stCondLst>
                                  <p:childTnLst>
                                    <p:set>
                                      <p:cBhvr>
                                        <p:cTn id="89" dur="1" fill="hold">
                                          <p:stCondLst>
                                            <p:cond delay="0"/>
                                          </p:stCondLst>
                                        </p:cTn>
                                        <p:tgtEl>
                                          <p:spTgt spid="251934"/>
                                        </p:tgtEl>
                                        <p:attrNameLst>
                                          <p:attrName>style.visibility</p:attrName>
                                        </p:attrNameLst>
                                      </p:cBhvr>
                                      <p:to>
                                        <p:strVal val="visible"/>
                                      </p:to>
                                    </p:set>
                                    <p:animEffect transition="in" filter="wipe(left)">
                                      <p:cBhvr>
                                        <p:cTn id="90" dur="500"/>
                                        <p:tgtEl>
                                          <p:spTgt spid="251934"/>
                                        </p:tgtEl>
                                      </p:cBhvr>
                                    </p:animEffect>
                                  </p:childTnLst>
                                </p:cTn>
                              </p:par>
                            </p:childTnLst>
                          </p:cTn>
                        </p:par>
                      </p:childTnLst>
                    </p:cTn>
                  </p:par>
                  <p:par>
                    <p:cTn id="91" fill="hold">
                      <p:stCondLst>
                        <p:cond delay="indefinite"/>
                      </p:stCondLst>
                      <p:childTnLst>
                        <p:par>
                          <p:cTn id="92" fill="hold">
                            <p:stCondLst>
                              <p:cond delay="0"/>
                            </p:stCondLst>
                            <p:childTnLst>
                              <p:par>
                                <p:cTn id="93" presetID="22" presetClass="entr" presetSubtype="8" fill="hold" nodeType="clickEffect">
                                  <p:stCondLst>
                                    <p:cond delay="0"/>
                                  </p:stCondLst>
                                  <p:childTnLst>
                                    <p:set>
                                      <p:cBhvr>
                                        <p:cTn id="94" dur="1" fill="hold">
                                          <p:stCondLst>
                                            <p:cond delay="0"/>
                                          </p:stCondLst>
                                        </p:cTn>
                                        <p:tgtEl>
                                          <p:spTgt spid="251936"/>
                                        </p:tgtEl>
                                        <p:attrNameLst>
                                          <p:attrName>style.visibility</p:attrName>
                                        </p:attrNameLst>
                                      </p:cBhvr>
                                      <p:to>
                                        <p:strVal val="visible"/>
                                      </p:to>
                                    </p:set>
                                    <p:animEffect transition="in" filter="wipe(left)">
                                      <p:cBhvr>
                                        <p:cTn id="95" dur="500"/>
                                        <p:tgtEl>
                                          <p:spTgt spid="251936"/>
                                        </p:tgtEl>
                                      </p:cBhvr>
                                    </p:animEffect>
                                  </p:childTnLst>
                                </p:cTn>
                              </p:par>
                            </p:childTnLst>
                          </p:cTn>
                        </p:par>
                      </p:childTnLst>
                    </p:cTn>
                  </p:par>
                  <p:par>
                    <p:cTn id="96" fill="hold">
                      <p:stCondLst>
                        <p:cond delay="indefinite"/>
                      </p:stCondLst>
                      <p:childTnLst>
                        <p:par>
                          <p:cTn id="97" fill="hold">
                            <p:stCondLst>
                              <p:cond delay="0"/>
                            </p:stCondLst>
                            <p:childTnLst>
                              <p:par>
                                <p:cTn id="98" presetID="22" presetClass="entr" presetSubtype="8" fill="hold" nodeType="clickEffect">
                                  <p:stCondLst>
                                    <p:cond delay="0"/>
                                  </p:stCondLst>
                                  <p:childTnLst>
                                    <p:set>
                                      <p:cBhvr>
                                        <p:cTn id="99" dur="1" fill="hold">
                                          <p:stCondLst>
                                            <p:cond delay="0"/>
                                          </p:stCondLst>
                                        </p:cTn>
                                        <p:tgtEl>
                                          <p:spTgt spid="251937"/>
                                        </p:tgtEl>
                                        <p:attrNameLst>
                                          <p:attrName>style.visibility</p:attrName>
                                        </p:attrNameLst>
                                      </p:cBhvr>
                                      <p:to>
                                        <p:strVal val="visible"/>
                                      </p:to>
                                    </p:set>
                                    <p:animEffect transition="in" filter="wipe(left)">
                                      <p:cBhvr>
                                        <p:cTn id="100" dur="500"/>
                                        <p:tgtEl>
                                          <p:spTgt spid="251937"/>
                                        </p:tgtEl>
                                      </p:cBhvr>
                                    </p:animEffect>
                                  </p:childTnLst>
                                </p:cTn>
                              </p:par>
                            </p:childTnLst>
                          </p:cTn>
                        </p:par>
                      </p:childTnLst>
                    </p:cTn>
                  </p:par>
                  <p:par>
                    <p:cTn id="101" fill="hold">
                      <p:stCondLst>
                        <p:cond delay="indefinite"/>
                      </p:stCondLst>
                      <p:childTnLst>
                        <p:par>
                          <p:cTn id="102" fill="hold">
                            <p:stCondLst>
                              <p:cond delay="0"/>
                            </p:stCondLst>
                            <p:childTnLst>
                              <p:par>
                                <p:cTn id="103" presetID="22" presetClass="entr" presetSubtype="8" fill="hold" grpId="0" nodeType="clickEffect">
                                  <p:stCondLst>
                                    <p:cond delay="0"/>
                                  </p:stCondLst>
                                  <p:childTnLst>
                                    <p:set>
                                      <p:cBhvr>
                                        <p:cTn id="104" dur="1" fill="hold">
                                          <p:stCondLst>
                                            <p:cond delay="0"/>
                                          </p:stCondLst>
                                        </p:cTn>
                                        <p:tgtEl>
                                          <p:spTgt spid="251938"/>
                                        </p:tgtEl>
                                        <p:attrNameLst>
                                          <p:attrName>style.visibility</p:attrName>
                                        </p:attrNameLst>
                                      </p:cBhvr>
                                      <p:to>
                                        <p:strVal val="visible"/>
                                      </p:to>
                                    </p:set>
                                    <p:animEffect transition="in" filter="wipe(left)">
                                      <p:cBhvr>
                                        <p:cTn id="105" dur="500"/>
                                        <p:tgtEl>
                                          <p:spTgt spid="251938"/>
                                        </p:tgtEl>
                                      </p:cBhvr>
                                    </p:animEffect>
                                  </p:childTnLst>
                                </p:cTn>
                              </p:par>
                            </p:childTnLst>
                          </p:cTn>
                        </p:par>
                      </p:childTnLst>
                    </p:cTn>
                  </p:par>
                  <p:par>
                    <p:cTn id="106" fill="hold">
                      <p:stCondLst>
                        <p:cond delay="indefinite"/>
                      </p:stCondLst>
                      <p:childTnLst>
                        <p:par>
                          <p:cTn id="107" fill="hold">
                            <p:stCondLst>
                              <p:cond delay="0"/>
                            </p:stCondLst>
                            <p:childTnLst>
                              <p:par>
                                <p:cTn id="108" presetID="22" presetClass="entr" presetSubtype="8" fill="hold" nodeType="clickEffect">
                                  <p:stCondLst>
                                    <p:cond delay="0"/>
                                  </p:stCondLst>
                                  <p:childTnLst>
                                    <p:set>
                                      <p:cBhvr>
                                        <p:cTn id="109" dur="1" fill="hold">
                                          <p:stCondLst>
                                            <p:cond delay="0"/>
                                          </p:stCondLst>
                                        </p:cTn>
                                        <p:tgtEl>
                                          <p:spTgt spid="251945"/>
                                        </p:tgtEl>
                                        <p:attrNameLst>
                                          <p:attrName>style.visibility</p:attrName>
                                        </p:attrNameLst>
                                      </p:cBhvr>
                                      <p:to>
                                        <p:strVal val="visible"/>
                                      </p:to>
                                    </p:set>
                                    <p:animEffect transition="in" filter="wipe(left)">
                                      <p:cBhvr>
                                        <p:cTn id="110" dur="500"/>
                                        <p:tgtEl>
                                          <p:spTgt spid="251945"/>
                                        </p:tgtEl>
                                      </p:cBhvr>
                                    </p:animEffect>
                                  </p:childTnLst>
                                </p:cTn>
                              </p:par>
                            </p:childTnLst>
                          </p:cTn>
                        </p:par>
                      </p:childTnLst>
                    </p:cTn>
                  </p:par>
                  <p:par>
                    <p:cTn id="111" fill="hold">
                      <p:stCondLst>
                        <p:cond delay="indefinite"/>
                      </p:stCondLst>
                      <p:childTnLst>
                        <p:par>
                          <p:cTn id="112" fill="hold">
                            <p:stCondLst>
                              <p:cond delay="0"/>
                            </p:stCondLst>
                            <p:childTnLst>
                              <p:par>
                                <p:cTn id="113" presetID="22" presetClass="entr" presetSubtype="8" fill="hold" nodeType="clickEffect">
                                  <p:stCondLst>
                                    <p:cond delay="0"/>
                                  </p:stCondLst>
                                  <p:childTnLst>
                                    <p:set>
                                      <p:cBhvr>
                                        <p:cTn id="114" dur="1" fill="hold">
                                          <p:stCondLst>
                                            <p:cond delay="0"/>
                                          </p:stCondLst>
                                        </p:cTn>
                                        <p:tgtEl>
                                          <p:spTgt spid="251946"/>
                                        </p:tgtEl>
                                        <p:attrNameLst>
                                          <p:attrName>style.visibility</p:attrName>
                                        </p:attrNameLst>
                                      </p:cBhvr>
                                      <p:to>
                                        <p:strVal val="visible"/>
                                      </p:to>
                                    </p:set>
                                    <p:animEffect transition="in" filter="wipe(left)">
                                      <p:cBhvr>
                                        <p:cTn id="115" dur="500"/>
                                        <p:tgtEl>
                                          <p:spTgt spid="251946"/>
                                        </p:tgtEl>
                                      </p:cBhvr>
                                    </p:animEffect>
                                  </p:childTnLst>
                                </p:cTn>
                              </p:par>
                            </p:childTnLst>
                          </p:cTn>
                        </p:par>
                      </p:childTnLst>
                    </p:cTn>
                  </p:par>
                  <p:par>
                    <p:cTn id="116" fill="hold">
                      <p:stCondLst>
                        <p:cond delay="indefinite"/>
                      </p:stCondLst>
                      <p:childTnLst>
                        <p:par>
                          <p:cTn id="117" fill="hold">
                            <p:stCondLst>
                              <p:cond delay="0"/>
                            </p:stCondLst>
                            <p:childTnLst>
                              <p:par>
                                <p:cTn id="118" presetID="22" presetClass="entr" presetSubtype="8" fill="hold" grpId="0" nodeType="clickEffect">
                                  <p:stCondLst>
                                    <p:cond delay="0"/>
                                  </p:stCondLst>
                                  <p:childTnLst>
                                    <p:set>
                                      <p:cBhvr>
                                        <p:cTn id="119" dur="1" fill="hold">
                                          <p:stCondLst>
                                            <p:cond delay="0"/>
                                          </p:stCondLst>
                                        </p:cTn>
                                        <p:tgtEl>
                                          <p:spTgt spid="251948"/>
                                        </p:tgtEl>
                                        <p:attrNameLst>
                                          <p:attrName>style.visibility</p:attrName>
                                        </p:attrNameLst>
                                      </p:cBhvr>
                                      <p:to>
                                        <p:strVal val="visible"/>
                                      </p:to>
                                    </p:set>
                                    <p:animEffect transition="in" filter="wipe(left)">
                                      <p:cBhvr>
                                        <p:cTn id="120" dur="500"/>
                                        <p:tgtEl>
                                          <p:spTgt spid="2519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1906" grpId="0" animBg="1"/>
      <p:bldP spid="251907" grpId="0"/>
      <p:bldP spid="251929" grpId="0" autoUpdateAnimBg="0"/>
      <p:bldP spid="251930" grpId="0" autoUpdateAnimBg="0"/>
      <p:bldP spid="251931" grpId="0" autoUpdateAnimBg="0"/>
      <p:bldP spid="251935" grpId="0" autoUpdateAnimBg="0"/>
      <p:bldP spid="251938" grpId="0" animBg="1"/>
      <p:bldP spid="251939" grpId="0" animBg="1"/>
      <p:bldP spid="251940" grpId="0" animBg="1"/>
      <p:bldP spid="251943" grpId="0"/>
      <p:bldP spid="251944" grpId="0"/>
      <p:bldP spid="251948" grpId="0" animBg="1" autoUpdateAnimBg="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Text Box 2"/>
          <p:cNvSpPr txBox="1">
            <a:spLocks noChangeArrowheads="1"/>
          </p:cNvSpPr>
          <p:nvPr/>
        </p:nvSpPr>
        <p:spPr bwMode="auto">
          <a:xfrm>
            <a:off x="684213" y="838200"/>
            <a:ext cx="7632700" cy="512763"/>
          </a:xfrm>
          <a:prstGeom prst="rect">
            <a:avLst/>
          </a:prstGeom>
          <a:noFill/>
          <a:ln w="9525">
            <a:noFill/>
            <a:miter lim="800000"/>
            <a:headEnd/>
            <a:tailEnd/>
          </a:ln>
        </p:spPr>
        <p:txBody>
          <a:bodyPr>
            <a:spAutoFit/>
          </a:bodyPr>
          <a:lstStyle/>
          <a:p>
            <a:pPr>
              <a:lnSpc>
                <a:spcPct val="115000"/>
              </a:lnSpc>
              <a:spcBef>
                <a:spcPct val="0"/>
              </a:spcBef>
            </a:pPr>
            <a:r>
              <a:rPr kumimoji="0" lang="zh-CN" altLang="en-US" sz="2400">
                <a:solidFill>
                  <a:srgbClr val="FF0000"/>
                </a:solidFill>
                <a:latin typeface="Arial" charset="0"/>
                <a:ea typeface="宋体" pitchFamily="2" charset="-122"/>
              </a:rPr>
              <a:t>对于刚体与质点刚性连接的联体力学问题：</a:t>
            </a:r>
          </a:p>
        </p:txBody>
      </p:sp>
      <p:sp>
        <p:nvSpPr>
          <p:cNvPr id="190467" name="Text Box 3"/>
          <p:cNvSpPr txBox="1">
            <a:spLocks noChangeArrowheads="1"/>
          </p:cNvSpPr>
          <p:nvPr/>
        </p:nvSpPr>
        <p:spPr bwMode="auto">
          <a:xfrm>
            <a:off x="1042988" y="1520825"/>
            <a:ext cx="6769100" cy="1354138"/>
          </a:xfrm>
          <a:prstGeom prst="rect">
            <a:avLst/>
          </a:prstGeom>
          <a:noFill/>
          <a:ln w="9525">
            <a:noFill/>
            <a:miter lim="800000"/>
            <a:headEnd/>
            <a:tailEnd/>
          </a:ln>
        </p:spPr>
        <p:txBody>
          <a:bodyPr>
            <a:spAutoFit/>
          </a:bodyPr>
          <a:lstStyle/>
          <a:p>
            <a:pPr>
              <a:lnSpc>
                <a:spcPct val="115000"/>
              </a:lnSpc>
              <a:spcBef>
                <a:spcPct val="0"/>
              </a:spcBef>
            </a:pPr>
            <a:r>
              <a:rPr kumimoji="0" lang="zh-CN" altLang="en-US" sz="2400">
                <a:ea typeface="宋体" pitchFamily="2" charset="-122"/>
              </a:rPr>
              <a:t>通常采用</a:t>
            </a:r>
            <a:r>
              <a:rPr kumimoji="0" lang="zh-CN" altLang="en-US" sz="2400">
                <a:solidFill>
                  <a:srgbClr val="FF6600"/>
                </a:solidFill>
                <a:ea typeface="宋体" pitchFamily="2" charset="-122"/>
              </a:rPr>
              <a:t>隔离法</a:t>
            </a:r>
            <a:r>
              <a:rPr kumimoji="0" lang="zh-CN" altLang="en-US" sz="2400">
                <a:ea typeface="宋体" pitchFamily="2" charset="-122"/>
              </a:rPr>
              <a:t>－－－－将刚体与物体隔离，分别进行受力分析，写出相应的动力学方程，最后求解。</a:t>
            </a:r>
          </a:p>
        </p:txBody>
      </p:sp>
      <p:sp>
        <p:nvSpPr>
          <p:cNvPr id="190468" name="Text Box 4"/>
          <p:cNvSpPr txBox="1">
            <a:spLocks noChangeArrowheads="1"/>
          </p:cNvSpPr>
          <p:nvPr/>
        </p:nvSpPr>
        <p:spPr bwMode="auto">
          <a:xfrm>
            <a:off x="1042988" y="2960688"/>
            <a:ext cx="6913562" cy="479425"/>
          </a:xfrm>
          <a:prstGeom prst="rect">
            <a:avLst/>
          </a:prstGeom>
          <a:noFill/>
          <a:ln w="9525">
            <a:noFill/>
            <a:miter lim="800000"/>
            <a:headEnd/>
            <a:tailEnd/>
          </a:ln>
        </p:spPr>
        <p:txBody>
          <a:bodyPr>
            <a:spAutoFit/>
          </a:bodyPr>
          <a:lstStyle/>
          <a:p>
            <a:pPr>
              <a:lnSpc>
                <a:spcPct val="115000"/>
              </a:lnSpc>
              <a:spcBef>
                <a:spcPct val="0"/>
              </a:spcBef>
            </a:pPr>
            <a:r>
              <a:rPr kumimoji="0" lang="zh-CN" altLang="en-US" sz="2400">
                <a:ea typeface="宋体" pitchFamily="2" charset="-122"/>
              </a:rPr>
              <a:t>两种方程的关系通常由线量与角量的关系式体现</a:t>
            </a:r>
          </a:p>
        </p:txBody>
      </p:sp>
      <p:graphicFrame>
        <p:nvGraphicFramePr>
          <p:cNvPr id="190470" name="Object 6"/>
          <p:cNvGraphicFramePr>
            <a:graphicFrameLocks noChangeAspect="1"/>
          </p:cNvGraphicFramePr>
          <p:nvPr/>
        </p:nvGraphicFramePr>
        <p:xfrm>
          <a:off x="3348038" y="3789363"/>
          <a:ext cx="1912937" cy="2160587"/>
        </p:xfrm>
        <a:graphic>
          <a:graphicData uri="http://schemas.openxmlformats.org/presentationml/2006/ole">
            <p:oleObj spid="_x0000_s37890" name="公式" r:id="rId3" imgW="583920" imgH="660240" progId="Equation.3">
              <p:embed/>
            </p:oleObj>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90466"/>
                                        </p:tgtEl>
                                        <p:attrNameLst>
                                          <p:attrName>style.visibility</p:attrName>
                                        </p:attrNameLst>
                                      </p:cBhvr>
                                      <p:to>
                                        <p:strVal val="visible"/>
                                      </p:to>
                                    </p:set>
                                    <p:animEffect transition="in" filter="wipe(down)">
                                      <p:cBhvr>
                                        <p:cTn id="7" dur="500"/>
                                        <p:tgtEl>
                                          <p:spTgt spid="190466"/>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190467"/>
                                        </p:tgtEl>
                                        <p:attrNameLst>
                                          <p:attrName>style.visibility</p:attrName>
                                        </p:attrNameLst>
                                      </p:cBhvr>
                                      <p:to>
                                        <p:strVal val="visible"/>
                                      </p:to>
                                    </p:set>
                                    <p:anim calcmode="lin" valueType="num">
                                      <p:cBhvr additive="base">
                                        <p:cTn id="12" dur="500" fill="hold"/>
                                        <p:tgtEl>
                                          <p:spTgt spid="190467"/>
                                        </p:tgtEl>
                                        <p:attrNameLst>
                                          <p:attrName>ppt_x</p:attrName>
                                        </p:attrNameLst>
                                      </p:cBhvr>
                                      <p:tavLst>
                                        <p:tav tm="0">
                                          <p:val>
                                            <p:strVal val="0-#ppt_w/2"/>
                                          </p:val>
                                        </p:tav>
                                        <p:tav tm="100000">
                                          <p:val>
                                            <p:strVal val="#ppt_x"/>
                                          </p:val>
                                        </p:tav>
                                      </p:tavLst>
                                    </p:anim>
                                    <p:anim calcmode="lin" valueType="num">
                                      <p:cBhvr additive="base">
                                        <p:cTn id="13" dur="500" fill="hold"/>
                                        <p:tgtEl>
                                          <p:spTgt spid="190467"/>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90468"/>
                                        </p:tgtEl>
                                        <p:attrNameLst>
                                          <p:attrName>style.visibility</p:attrName>
                                        </p:attrNameLst>
                                      </p:cBhvr>
                                      <p:to>
                                        <p:strVal val="visible"/>
                                      </p:to>
                                    </p:set>
                                    <p:animEffect transition="in" filter="wipe(left)">
                                      <p:cBhvr>
                                        <p:cTn id="18" dur="500"/>
                                        <p:tgtEl>
                                          <p:spTgt spid="190468"/>
                                        </p:tgtEl>
                                      </p:cBhvr>
                                    </p:animEffect>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190470"/>
                                        </p:tgtEl>
                                        <p:attrNameLst>
                                          <p:attrName>style.visibility</p:attrName>
                                        </p:attrNameLst>
                                      </p:cBhvr>
                                      <p:to>
                                        <p:strVal val="visible"/>
                                      </p:to>
                                    </p:set>
                                    <p:anim calcmode="lin" valueType="num">
                                      <p:cBhvr additive="base">
                                        <p:cTn id="23" dur="500" fill="hold"/>
                                        <p:tgtEl>
                                          <p:spTgt spid="190470"/>
                                        </p:tgtEl>
                                        <p:attrNameLst>
                                          <p:attrName>ppt_x</p:attrName>
                                        </p:attrNameLst>
                                      </p:cBhvr>
                                      <p:tavLst>
                                        <p:tav tm="0">
                                          <p:val>
                                            <p:strVal val="#ppt_x"/>
                                          </p:val>
                                        </p:tav>
                                        <p:tav tm="100000">
                                          <p:val>
                                            <p:strVal val="#ppt_x"/>
                                          </p:val>
                                        </p:tav>
                                      </p:tavLst>
                                    </p:anim>
                                    <p:anim calcmode="lin" valueType="num">
                                      <p:cBhvr additive="base">
                                        <p:cTn id="24" dur="500" fill="hold"/>
                                        <p:tgtEl>
                                          <p:spTgt spid="19047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0466" grpId="0"/>
      <p:bldP spid="190467" grpId="0"/>
      <p:bldP spid="190468"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8834" name="Rectangle 2"/>
          <p:cNvSpPr>
            <a:spLocks noChangeArrowheads="1"/>
          </p:cNvSpPr>
          <p:nvPr/>
        </p:nvSpPr>
        <p:spPr bwMode="auto">
          <a:xfrm>
            <a:off x="4211638" y="441325"/>
            <a:ext cx="4824412" cy="647700"/>
          </a:xfrm>
          <a:prstGeom prst="rect">
            <a:avLst/>
          </a:prstGeom>
          <a:noFill/>
          <a:ln w="9525">
            <a:noFill/>
            <a:miter lim="800000"/>
            <a:headEnd/>
            <a:tailEnd/>
          </a:ln>
        </p:spPr>
        <p:txBody>
          <a:bodyPr lIns="90000" tIns="46800" rIns="90000" bIns="46800"/>
          <a:lstStyle/>
          <a:p>
            <a:pPr algn="ctr">
              <a:lnSpc>
                <a:spcPct val="115000"/>
              </a:lnSpc>
              <a:spcBef>
                <a:spcPct val="0"/>
              </a:spcBef>
            </a:pPr>
            <a:r>
              <a:rPr lang="zh-CN" altLang="en-US" sz="2800">
                <a:solidFill>
                  <a:srgbClr val="00CC00"/>
                </a:solidFill>
                <a:ea typeface="宋体" pitchFamily="2" charset="-122"/>
              </a:rPr>
              <a:t>质点的（一维）运动</a:t>
            </a:r>
          </a:p>
        </p:txBody>
      </p:sp>
      <p:sp>
        <p:nvSpPr>
          <p:cNvPr id="38925" name="Rectangle 3"/>
          <p:cNvSpPr>
            <a:spLocks noChangeArrowheads="1"/>
          </p:cNvSpPr>
          <p:nvPr/>
        </p:nvSpPr>
        <p:spPr bwMode="auto">
          <a:xfrm>
            <a:off x="6372225" y="1868488"/>
            <a:ext cx="2663825" cy="4530725"/>
          </a:xfrm>
          <a:prstGeom prst="rect">
            <a:avLst/>
          </a:prstGeom>
          <a:noFill/>
          <a:ln w="9525">
            <a:noFill/>
            <a:miter lim="800000"/>
            <a:headEnd/>
            <a:tailEnd/>
          </a:ln>
        </p:spPr>
        <p:txBody>
          <a:bodyPr lIns="90000" tIns="46800" rIns="90000" bIns="46800"/>
          <a:lstStyle/>
          <a:p>
            <a:pPr>
              <a:lnSpc>
                <a:spcPct val="100000"/>
              </a:lnSpc>
              <a:spcBef>
                <a:spcPct val="20000"/>
              </a:spcBef>
            </a:pPr>
            <a:endParaRPr lang="zh-CN" altLang="zh-CN" sz="2800" b="0">
              <a:ea typeface="宋体" pitchFamily="2" charset="-122"/>
            </a:endParaRPr>
          </a:p>
        </p:txBody>
      </p:sp>
      <p:sp>
        <p:nvSpPr>
          <p:cNvPr id="248836" name="Rectangle 4"/>
          <p:cNvSpPr>
            <a:spLocks noChangeArrowheads="1"/>
          </p:cNvSpPr>
          <p:nvPr/>
        </p:nvSpPr>
        <p:spPr bwMode="auto">
          <a:xfrm>
            <a:off x="4211638" y="1970088"/>
            <a:ext cx="2160587" cy="4530725"/>
          </a:xfrm>
          <a:prstGeom prst="rect">
            <a:avLst/>
          </a:prstGeom>
          <a:noFill/>
          <a:ln w="9525">
            <a:noFill/>
            <a:miter lim="800000"/>
            <a:headEnd/>
            <a:tailEnd/>
          </a:ln>
        </p:spPr>
        <p:txBody>
          <a:bodyPr lIns="90000" tIns="46800" rIns="90000" bIns="46800"/>
          <a:lstStyle/>
          <a:p>
            <a:pPr algn="ctr">
              <a:lnSpc>
                <a:spcPct val="220000"/>
              </a:lnSpc>
              <a:spcBef>
                <a:spcPct val="0"/>
              </a:spcBef>
            </a:pPr>
            <a:r>
              <a:rPr lang="zh-CN" altLang="en-US">
                <a:ea typeface="宋体" pitchFamily="2" charset="-122"/>
              </a:rPr>
              <a:t>位移</a:t>
            </a:r>
          </a:p>
          <a:p>
            <a:pPr algn="ctr">
              <a:lnSpc>
                <a:spcPct val="220000"/>
              </a:lnSpc>
              <a:spcBef>
                <a:spcPct val="0"/>
              </a:spcBef>
            </a:pPr>
            <a:r>
              <a:rPr lang="zh-CN" altLang="en-US">
                <a:ea typeface="宋体" pitchFamily="2" charset="-122"/>
              </a:rPr>
              <a:t>速度</a:t>
            </a:r>
          </a:p>
          <a:p>
            <a:pPr algn="ctr">
              <a:lnSpc>
                <a:spcPct val="220000"/>
              </a:lnSpc>
              <a:spcBef>
                <a:spcPct val="0"/>
              </a:spcBef>
            </a:pPr>
            <a:r>
              <a:rPr lang="zh-CN" altLang="en-US">
                <a:ea typeface="宋体" pitchFamily="2" charset="-122"/>
              </a:rPr>
              <a:t>加速度</a:t>
            </a:r>
          </a:p>
          <a:p>
            <a:pPr algn="ctr">
              <a:lnSpc>
                <a:spcPct val="220000"/>
              </a:lnSpc>
              <a:spcBef>
                <a:spcPct val="0"/>
              </a:spcBef>
            </a:pPr>
            <a:r>
              <a:rPr lang="zh-CN" altLang="en-US">
                <a:ea typeface="宋体" pitchFamily="2" charset="-122"/>
              </a:rPr>
              <a:t>匀速直线运动</a:t>
            </a:r>
          </a:p>
          <a:p>
            <a:pPr algn="ctr">
              <a:lnSpc>
                <a:spcPct val="220000"/>
              </a:lnSpc>
              <a:spcBef>
                <a:spcPct val="0"/>
              </a:spcBef>
            </a:pPr>
            <a:r>
              <a:rPr lang="zh-CN" altLang="en-US">
                <a:ea typeface="宋体" pitchFamily="2" charset="-122"/>
              </a:rPr>
              <a:t>匀变速直线运动</a:t>
            </a:r>
          </a:p>
        </p:txBody>
      </p:sp>
      <p:sp>
        <p:nvSpPr>
          <p:cNvPr id="38927" name="Rectangle 5"/>
          <p:cNvSpPr>
            <a:spLocks noChangeArrowheads="1"/>
          </p:cNvSpPr>
          <p:nvPr/>
        </p:nvSpPr>
        <p:spPr bwMode="auto">
          <a:xfrm>
            <a:off x="2051050" y="1868488"/>
            <a:ext cx="2160588" cy="4530725"/>
          </a:xfrm>
          <a:prstGeom prst="rect">
            <a:avLst/>
          </a:prstGeom>
          <a:noFill/>
          <a:ln w="9525">
            <a:noFill/>
            <a:miter lim="800000"/>
            <a:headEnd/>
            <a:tailEnd/>
          </a:ln>
        </p:spPr>
        <p:txBody>
          <a:bodyPr lIns="90000" tIns="46800" rIns="90000" bIns="46800"/>
          <a:lstStyle/>
          <a:p>
            <a:pPr>
              <a:lnSpc>
                <a:spcPct val="100000"/>
              </a:lnSpc>
              <a:spcBef>
                <a:spcPct val="20000"/>
              </a:spcBef>
            </a:pPr>
            <a:endParaRPr lang="zh-CN" altLang="zh-CN" sz="2800" b="0">
              <a:ea typeface="宋体" pitchFamily="2" charset="-122"/>
            </a:endParaRPr>
          </a:p>
        </p:txBody>
      </p:sp>
      <p:sp>
        <p:nvSpPr>
          <p:cNvPr id="248838" name="Rectangle 6"/>
          <p:cNvSpPr>
            <a:spLocks noChangeArrowheads="1"/>
          </p:cNvSpPr>
          <p:nvPr/>
        </p:nvSpPr>
        <p:spPr bwMode="auto">
          <a:xfrm>
            <a:off x="106363" y="1970088"/>
            <a:ext cx="1944687" cy="4530725"/>
          </a:xfrm>
          <a:prstGeom prst="rect">
            <a:avLst/>
          </a:prstGeom>
          <a:noFill/>
          <a:ln w="9525">
            <a:noFill/>
            <a:miter lim="800000"/>
            <a:headEnd/>
            <a:tailEnd/>
          </a:ln>
        </p:spPr>
        <p:txBody>
          <a:bodyPr lIns="90000" tIns="46800" rIns="90000" bIns="46800"/>
          <a:lstStyle/>
          <a:p>
            <a:pPr algn="ctr">
              <a:lnSpc>
                <a:spcPct val="220000"/>
              </a:lnSpc>
              <a:spcBef>
                <a:spcPct val="0"/>
              </a:spcBef>
            </a:pPr>
            <a:r>
              <a:rPr lang="zh-CN" altLang="en-US">
                <a:ea typeface="宋体" pitchFamily="2" charset="-122"/>
              </a:rPr>
              <a:t>角位移</a:t>
            </a:r>
          </a:p>
          <a:p>
            <a:pPr algn="ctr">
              <a:lnSpc>
                <a:spcPct val="220000"/>
              </a:lnSpc>
              <a:spcBef>
                <a:spcPct val="0"/>
              </a:spcBef>
            </a:pPr>
            <a:r>
              <a:rPr lang="zh-CN" altLang="en-US">
                <a:ea typeface="宋体" pitchFamily="2" charset="-122"/>
              </a:rPr>
              <a:t>角速度</a:t>
            </a:r>
          </a:p>
          <a:p>
            <a:pPr algn="ctr">
              <a:lnSpc>
                <a:spcPct val="220000"/>
              </a:lnSpc>
              <a:spcBef>
                <a:spcPct val="0"/>
              </a:spcBef>
            </a:pPr>
            <a:r>
              <a:rPr lang="zh-CN" altLang="en-US">
                <a:ea typeface="宋体" pitchFamily="2" charset="-122"/>
              </a:rPr>
              <a:t>角加速度</a:t>
            </a:r>
          </a:p>
          <a:p>
            <a:pPr algn="ctr">
              <a:lnSpc>
                <a:spcPct val="220000"/>
              </a:lnSpc>
              <a:spcBef>
                <a:spcPct val="0"/>
              </a:spcBef>
            </a:pPr>
            <a:r>
              <a:rPr lang="zh-CN" altLang="en-US">
                <a:ea typeface="宋体" pitchFamily="2" charset="-122"/>
              </a:rPr>
              <a:t>匀速转动</a:t>
            </a:r>
          </a:p>
          <a:p>
            <a:pPr algn="ctr">
              <a:lnSpc>
                <a:spcPct val="220000"/>
              </a:lnSpc>
              <a:spcBef>
                <a:spcPct val="0"/>
              </a:spcBef>
            </a:pPr>
            <a:r>
              <a:rPr lang="zh-CN" altLang="en-US">
                <a:ea typeface="宋体" pitchFamily="2" charset="-122"/>
              </a:rPr>
              <a:t>匀变速转动</a:t>
            </a:r>
          </a:p>
        </p:txBody>
      </p:sp>
      <p:sp>
        <p:nvSpPr>
          <p:cNvPr id="248839" name="Rectangle 7"/>
          <p:cNvSpPr>
            <a:spLocks noChangeArrowheads="1"/>
          </p:cNvSpPr>
          <p:nvPr/>
        </p:nvSpPr>
        <p:spPr bwMode="auto">
          <a:xfrm>
            <a:off x="6372225" y="1274763"/>
            <a:ext cx="2663825" cy="646112"/>
          </a:xfrm>
          <a:prstGeom prst="rect">
            <a:avLst/>
          </a:prstGeom>
          <a:noFill/>
          <a:ln w="9525">
            <a:noFill/>
            <a:miter lim="800000"/>
            <a:headEnd/>
            <a:tailEnd/>
          </a:ln>
        </p:spPr>
        <p:txBody>
          <a:bodyPr lIns="90000" tIns="46800" rIns="90000" bIns="46800"/>
          <a:lstStyle/>
          <a:p>
            <a:pPr algn="ctr">
              <a:lnSpc>
                <a:spcPct val="115000"/>
              </a:lnSpc>
              <a:spcBef>
                <a:spcPct val="0"/>
              </a:spcBef>
            </a:pPr>
            <a:r>
              <a:rPr lang="zh-CN" altLang="en-US">
                <a:solidFill>
                  <a:srgbClr val="3333CC"/>
                </a:solidFill>
                <a:ea typeface="宋体" pitchFamily="2" charset="-122"/>
              </a:rPr>
              <a:t>数学表达式</a:t>
            </a:r>
          </a:p>
        </p:txBody>
      </p:sp>
      <p:sp>
        <p:nvSpPr>
          <p:cNvPr id="248840" name="Rectangle 8"/>
          <p:cNvSpPr>
            <a:spLocks noChangeArrowheads="1"/>
          </p:cNvSpPr>
          <p:nvPr/>
        </p:nvSpPr>
        <p:spPr bwMode="auto">
          <a:xfrm>
            <a:off x="4211638" y="1274763"/>
            <a:ext cx="2160587" cy="646112"/>
          </a:xfrm>
          <a:prstGeom prst="rect">
            <a:avLst/>
          </a:prstGeom>
          <a:noFill/>
          <a:ln w="9525">
            <a:noFill/>
            <a:miter lim="800000"/>
            <a:headEnd/>
            <a:tailEnd/>
          </a:ln>
        </p:spPr>
        <p:txBody>
          <a:bodyPr lIns="90000" tIns="46800" rIns="90000" bIns="46800"/>
          <a:lstStyle/>
          <a:p>
            <a:pPr algn="ctr">
              <a:lnSpc>
                <a:spcPct val="115000"/>
              </a:lnSpc>
              <a:spcBef>
                <a:spcPct val="0"/>
              </a:spcBef>
            </a:pPr>
            <a:r>
              <a:rPr lang="zh-CN" altLang="en-US">
                <a:solidFill>
                  <a:srgbClr val="FF0000"/>
                </a:solidFill>
                <a:ea typeface="宋体" pitchFamily="2" charset="-122"/>
              </a:rPr>
              <a:t>物理量与规律</a:t>
            </a:r>
          </a:p>
        </p:txBody>
      </p:sp>
      <p:sp>
        <p:nvSpPr>
          <p:cNvPr id="248841" name="Rectangle 9"/>
          <p:cNvSpPr>
            <a:spLocks noChangeArrowheads="1"/>
          </p:cNvSpPr>
          <p:nvPr/>
        </p:nvSpPr>
        <p:spPr bwMode="auto">
          <a:xfrm>
            <a:off x="2051050" y="1274763"/>
            <a:ext cx="2160588" cy="646112"/>
          </a:xfrm>
          <a:prstGeom prst="rect">
            <a:avLst/>
          </a:prstGeom>
          <a:noFill/>
          <a:ln w="9525">
            <a:noFill/>
            <a:miter lim="800000"/>
            <a:headEnd/>
            <a:tailEnd/>
          </a:ln>
        </p:spPr>
        <p:txBody>
          <a:bodyPr lIns="90000" tIns="46800" rIns="90000" bIns="46800"/>
          <a:lstStyle/>
          <a:p>
            <a:pPr algn="ctr">
              <a:lnSpc>
                <a:spcPct val="115000"/>
              </a:lnSpc>
              <a:spcBef>
                <a:spcPct val="0"/>
              </a:spcBef>
            </a:pPr>
            <a:r>
              <a:rPr lang="zh-CN" altLang="en-US">
                <a:solidFill>
                  <a:srgbClr val="3333CC"/>
                </a:solidFill>
                <a:ea typeface="宋体" pitchFamily="2" charset="-122"/>
              </a:rPr>
              <a:t>数学表达式</a:t>
            </a:r>
          </a:p>
        </p:txBody>
      </p:sp>
      <p:sp>
        <p:nvSpPr>
          <p:cNvPr id="248842" name="Rectangle 10"/>
          <p:cNvSpPr>
            <a:spLocks noChangeArrowheads="1"/>
          </p:cNvSpPr>
          <p:nvPr/>
        </p:nvSpPr>
        <p:spPr bwMode="auto">
          <a:xfrm>
            <a:off x="106363" y="1274763"/>
            <a:ext cx="1944687" cy="646112"/>
          </a:xfrm>
          <a:prstGeom prst="rect">
            <a:avLst/>
          </a:prstGeom>
          <a:noFill/>
          <a:ln w="9525">
            <a:noFill/>
            <a:miter lim="800000"/>
            <a:headEnd/>
            <a:tailEnd/>
          </a:ln>
        </p:spPr>
        <p:txBody>
          <a:bodyPr lIns="90000" tIns="46800" rIns="90000" bIns="46800"/>
          <a:lstStyle/>
          <a:p>
            <a:pPr algn="ctr">
              <a:lnSpc>
                <a:spcPct val="115000"/>
              </a:lnSpc>
              <a:spcBef>
                <a:spcPct val="0"/>
              </a:spcBef>
            </a:pPr>
            <a:r>
              <a:rPr lang="zh-CN" altLang="en-US">
                <a:solidFill>
                  <a:srgbClr val="FF0000"/>
                </a:solidFill>
                <a:ea typeface="宋体" pitchFamily="2" charset="-122"/>
              </a:rPr>
              <a:t>物理量与规律</a:t>
            </a:r>
          </a:p>
        </p:txBody>
      </p:sp>
      <p:sp>
        <p:nvSpPr>
          <p:cNvPr id="248843" name="Rectangle 11"/>
          <p:cNvSpPr>
            <a:spLocks noChangeArrowheads="1"/>
          </p:cNvSpPr>
          <p:nvPr/>
        </p:nvSpPr>
        <p:spPr bwMode="auto">
          <a:xfrm>
            <a:off x="106363" y="458788"/>
            <a:ext cx="4105275" cy="647700"/>
          </a:xfrm>
          <a:prstGeom prst="rect">
            <a:avLst/>
          </a:prstGeom>
          <a:noFill/>
          <a:ln w="9525">
            <a:noFill/>
            <a:miter lim="800000"/>
            <a:headEnd/>
            <a:tailEnd/>
          </a:ln>
        </p:spPr>
        <p:txBody>
          <a:bodyPr lIns="90000" tIns="46800" rIns="90000" bIns="46800"/>
          <a:lstStyle/>
          <a:p>
            <a:pPr algn="ctr">
              <a:lnSpc>
                <a:spcPct val="115000"/>
              </a:lnSpc>
              <a:spcBef>
                <a:spcPct val="0"/>
              </a:spcBef>
            </a:pPr>
            <a:r>
              <a:rPr lang="zh-CN" altLang="en-US" sz="2800">
                <a:solidFill>
                  <a:srgbClr val="00CC00"/>
                </a:solidFill>
                <a:ea typeface="宋体" pitchFamily="2" charset="-122"/>
              </a:rPr>
              <a:t>刚体的定轴转动</a:t>
            </a:r>
          </a:p>
        </p:txBody>
      </p:sp>
      <p:sp>
        <p:nvSpPr>
          <p:cNvPr id="248844" name="Line 12"/>
          <p:cNvSpPr>
            <a:spLocks noChangeShapeType="1"/>
          </p:cNvSpPr>
          <p:nvPr/>
        </p:nvSpPr>
        <p:spPr bwMode="auto">
          <a:xfrm>
            <a:off x="2051050" y="1222375"/>
            <a:ext cx="0" cy="5402263"/>
          </a:xfrm>
          <a:prstGeom prst="line">
            <a:avLst/>
          </a:prstGeom>
          <a:noFill/>
          <a:ln w="19050">
            <a:solidFill>
              <a:schemeClr val="tx1"/>
            </a:solidFill>
            <a:round/>
            <a:headEnd/>
            <a:tailEnd/>
          </a:ln>
        </p:spPr>
        <p:txBody>
          <a:bodyPr lIns="90000" tIns="46800" rIns="90000" bIns="46800"/>
          <a:lstStyle/>
          <a:p>
            <a:endParaRPr lang="zh-CN" altLang="en-US"/>
          </a:p>
        </p:txBody>
      </p:sp>
      <p:sp>
        <p:nvSpPr>
          <p:cNvPr id="248845" name="Line 13"/>
          <p:cNvSpPr>
            <a:spLocks noChangeShapeType="1"/>
          </p:cNvSpPr>
          <p:nvPr/>
        </p:nvSpPr>
        <p:spPr bwMode="auto">
          <a:xfrm>
            <a:off x="6372225" y="1222375"/>
            <a:ext cx="0" cy="5402263"/>
          </a:xfrm>
          <a:prstGeom prst="line">
            <a:avLst/>
          </a:prstGeom>
          <a:noFill/>
          <a:ln w="19050">
            <a:solidFill>
              <a:schemeClr val="tx1"/>
            </a:solidFill>
            <a:round/>
            <a:headEnd/>
            <a:tailEnd/>
          </a:ln>
        </p:spPr>
        <p:txBody>
          <a:bodyPr lIns="90000" tIns="46800" rIns="90000" bIns="46800"/>
          <a:lstStyle/>
          <a:p>
            <a:endParaRPr lang="zh-CN" altLang="en-US"/>
          </a:p>
        </p:txBody>
      </p:sp>
      <p:sp>
        <p:nvSpPr>
          <p:cNvPr id="248846" name="Line 14"/>
          <p:cNvSpPr>
            <a:spLocks noChangeShapeType="1"/>
          </p:cNvSpPr>
          <p:nvPr/>
        </p:nvSpPr>
        <p:spPr bwMode="auto">
          <a:xfrm>
            <a:off x="106363" y="1222375"/>
            <a:ext cx="8929687" cy="0"/>
          </a:xfrm>
          <a:prstGeom prst="line">
            <a:avLst/>
          </a:prstGeom>
          <a:noFill/>
          <a:ln w="19050">
            <a:solidFill>
              <a:schemeClr val="tx1"/>
            </a:solidFill>
            <a:round/>
            <a:headEnd/>
            <a:tailEnd/>
          </a:ln>
        </p:spPr>
        <p:txBody>
          <a:bodyPr/>
          <a:lstStyle/>
          <a:p>
            <a:endParaRPr lang="zh-CN" altLang="en-US"/>
          </a:p>
        </p:txBody>
      </p:sp>
      <p:sp>
        <p:nvSpPr>
          <p:cNvPr id="248847" name="Line 15"/>
          <p:cNvSpPr>
            <a:spLocks noChangeShapeType="1"/>
          </p:cNvSpPr>
          <p:nvPr/>
        </p:nvSpPr>
        <p:spPr bwMode="auto">
          <a:xfrm>
            <a:off x="106363" y="1868488"/>
            <a:ext cx="4105275" cy="0"/>
          </a:xfrm>
          <a:prstGeom prst="line">
            <a:avLst/>
          </a:prstGeom>
          <a:noFill/>
          <a:ln w="19050">
            <a:solidFill>
              <a:schemeClr val="tx1"/>
            </a:solidFill>
            <a:round/>
            <a:headEnd/>
            <a:tailEnd/>
          </a:ln>
        </p:spPr>
        <p:txBody>
          <a:bodyPr/>
          <a:lstStyle/>
          <a:p>
            <a:endParaRPr lang="zh-CN" altLang="en-US"/>
          </a:p>
        </p:txBody>
      </p:sp>
      <p:sp>
        <p:nvSpPr>
          <p:cNvPr id="248848" name="Line 16"/>
          <p:cNvSpPr>
            <a:spLocks noChangeShapeType="1"/>
          </p:cNvSpPr>
          <p:nvPr/>
        </p:nvSpPr>
        <p:spPr bwMode="auto">
          <a:xfrm>
            <a:off x="4211638" y="323850"/>
            <a:ext cx="0" cy="6254750"/>
          </a:xfrm>
          <a:prstGeom prst="line">
            <a:avLst/>
          </a:prstGeom>
          <a:noFill/>
          <a:ln w="19050">
            <a:solidFill>
              <a:schemeClr val="tx1"/>
            </a:solidFill>
            <a:round/>
            <a:headEnd/>
            <a:tailEnd/>
          </a:ln>
        </p:spPr>
        <p:txBody>
          <a:bodyPr/>
          <a:lstStyle/>
          <a:p>
            <a:endParaRPr lang="zh-CN" altLang="en-US"/>
          </a:p>
        </p:txBody>
      </p:sp>
      <p:sp>
        <p:nvSpPr>
          <p:cNvPr id="248849" name="Line 17"/>
          <p:cNvSpPr>
            <a:spLocks noChangeShapeType="1"/>
          </p:cNvSpPr>
          <p:nvPr/>
        </p:nvSpPr>
        <p:spPr bwMode="auto">
          <a:xfrm>
            <a:off x="4211638" y="1868488"/>
            <a:ext cx="2160587" cy="0"/>
          </a:xfrm>
          <a:prstGeom prst="line">
            <a:avLst/>
          </a:prstGeom>
          <a:noFill/>
          <a:ln w="19050">
            <a:solidFill>
              <a:schemeClr val="tx1"/>
            </a:solidFill>
            <a:round/>
            <a:headEnd/>
            <a:tailEnd/>
          </a:ln>
        </p:spPr>
        <p:txBody>
          <a:bodyPr/>
          <a:lstStyle/>
          <a:p>
            <a:endParaRPr lang="zh-CN" altLang="en-US"/>
          </a:p>
        </p:txBody>
      </p:sp>
      <p:sp>
        <p:nvSpPr>
          <p:cNvPr id="248850" name="Line 18"/>
          <p:cNvSpPr>
            <a:spLocks noChangeShapeType="1"/>
          </p:cNvSpPr>
          <p:nvPr/>
        </p:nvSpPr>
        <p:spPr bwMode="auto">
          <a:xfrm>
            <a:off x="6372225" y="1868488"/>
            <a:ext cx="2663825" cy="0"/>
          </a:xfrm>
          <a:prstGeom prst="line">
            <a:avLst/>
          </a:prstGeom>
          <a:noFill/>
          <a:ln w="19050">
            <a:solidFill>
              <a:schemeClr val="tx1"/>
            </a:solidFill>
            <a:round/>
            <a:headEnd/>
            <a:tailEnd/>
          </a:ln>
        </p:spPr>
        <p:txBody>
          <a:bodyPr/>
          <a:lstStyle/>
          <a:p>
            <a:endParaRPr lang="zh-CN" altLang="en-US"/>
          </a:p>
        </p:txBody>
      </p:sp>
      <p:graphicFrame>
        <p:nvGraphicFramePr>
          <p:cNvPr id="248851" name="Object 19"/>
          <p:cNvGraphicFramePr>
            <a:graphicFrameLocks noChangeAspect="1"/>
          </p:cNvGraphicFramePr>
          <p:nvPr/>
        </p:nvGraphicFramePr>
        <p:xfrm>
          <a:off x="2987675" y="2260600"/>
          <a:ext cx="363538" cy="268288"/>
        </p:xfrm>
        <a:graphic>
          <a:graphicData uri="http://schemas.openxmlformats.org/presentationml/2006/ole">
            <p:oleObj spid="_x0000_s38914" name="公式" r:id="rId3" imgW="241200" imgH="177480" progId="Equation.3">
              <p:embed/>
            </p:oleObj>
          </a:graphicData>
        </a:graphic>
      </p:graphicFrame>
      <p:graphicFrame>
        <p:nvGraphicFramePr>
          <p:cNvPr id="248852" name="Object 20"/>
          <p:cNvGraphicFramePr>
            <a:graphicFrameLocks noChangeAspect="1"/>
          </p:cNvGraphicFramePr>
          <p:nvPr/>
        </p:nvGraphicFramePr>
        <p:xfrm>
          <a:off x="2727325" y="2862263"/>
          <a:ext cx="782638" cy="611187"/>
        </p:xfrm>
        <a:graphic>
          <a:graphicData uri="http://schemas.openxmlformats.org/presentationml/2006/ole">
            <p:oleObj spid="_x0000_s38915" name="公式" r:id="rId4" imgW="520560" imgH="406080" progId="Equation.3">
              <p:embed/>
            </p:oleObj>
          </a:graphicData>
        </a:graphic>
      </p:graphicFrame>
      <p:graphicFrame>
        <p:nvGraphicFramePr>
          <p:cNvPr id="248853" name="Object 21"/>
          <p:cNvGraphicFramePr>
            <a:graphicFrameLocks noChangeAspect="1"/>
          </p:cNvGraphicFramePr>
          <p:nvPr/>
        </p:nvGraphicFramePr>
        <p:xfrm>
          <a:off x="2447925" y="3565525"/>
          <a:ext cx="1427163" cy="628650"/>
        </p:xfrm>
        <a:graphic>
          <a:graphicData uri="http://schemas.openxmlformats.org/presentationml/2006/ole">
            <p:oleObj spid="_x0000_s38916" name="公式" r:id="rId5" imgW="952200" imgH="419040" progId="Equation.3">
              <p:embed/>
            </p:oleObj>
          </a:graphicData>
        </a:graphic>
      </p:graphicFrame>
      <p:graphicFrame>
        <p:nvGraphicFramePr>
          <p:cNvPr id="248854" name="Object 22"/>
          <p:cNvGraphicFramePr>
            <a:graphicFrameLocks noChangeAspect="1"/>
          </p:cNvGraphicFramePr>
          <p:nvPr/>
        </p:nvGraphicFramePr>
        <p:xfrm>
          <a:off x="2617788" y="4514850"/>
          <a:ext cx="1084262" cy="342900"/>
        </p:xfrm>
        <a:graphic>
          <a:graphicData uri="http://schemas.openxmlformats.org/presentationml/2006/ole">
            <p:oleObj spid="_x0000_s38917" name="公式" r:id="rId6" imgW="723600" imgH="228600" progId="Equation.3">
              <p:embed/>
            </p:oleObj>
          </a:graphicData>
        </a:graphic>
      </p:graphicFrame>
      <p:graphicFrame>
        <p:nvGraphicFramePr>
          <p:cNvPr id="248855" name="Object 23"/>
          <p:cNvGraphicFramePr>
            <a:graphicFrameLocks noChangeAspect="1"/>
          </p:cNvGraphicFramePr>
          <p:nvPr/>
        </p:nvGraphicFramePr>
        <p:xfrm>
          <a:off x="2095500" y="5138738"/>
          <a:ext cx="2076450" cy="1333500"/>
        </p:xfrm>
        <a:graphic>
          <a:graphicData uri="http://schemas.openxmlformats.org/presentationml/2006/ole">
            <p:oleObj spid="_x0000_s38918" name="公式" r:id="rId7" imgW="1384200" imgH="888840" progId="Equation.3">
              <p:embed/>
            </p:oleObj>
          </a:graphicData>
        </a:graphic>
      </p:graphicFrame>
      <p:graphicFrame>
        <p:nvGraphicFramePr>
          <p:cNvPr id="248856" name="Object 24"/>
          <p:cNvGraphicFramePr>
            <a:graphicFrameLocks noChangeAspect="1"/>
          </p:cNvGraphicFramePr>
          <p:nvPr/>
        </p:nvGraphicFramePr>
        <p:xfrm>
          <a:off x="7235825" y="2359025"/>
          <a:ext cx="763588" cy="304800"/>
        </p:xfrm>
        <a:graphic>
          <a:graphicData uri="http://schemas.openxmlformats.org/presentationml/2006/ole">
            <p:oleObj spid="_x0000_s38919" name="公式" r:id="rId8" imgW="507960" imgH="203040" progId="Equation.3">
              <p:embed/>
            </p:oleObj>
          </a:graphicData>
        </a:graphic>
      </p:graphicFrame>
      <p:graphicFrame>
        <p:nvGraphicFramePr>
          <p:cNvPr id="248857" name="Object 25"/>
          <p:cNvGraphicFramePr>
            <a:graphicFrameLocks noChangeAspect="1"/>
          </p:cNvGraphicFramePr>
          <p:nvPr/>
        </p:nvGraphicFramePr>
        <p:xfrm>
          <a:off x="6945313" y="2863850"/>
          <a:ext cx="1524000" cy="609600"/>
        </p:xfrm>
        <a:graphic>
          <a:graphicData uri="http://schemas.openxmlformats.org/presentationml/2006/ole">
            <p:oleObj spid="_x0000_s38920" name="公式" r:id="rId9" imgW="1015920" imgH="406080" progId="Equation.3">
              <p:embed/>
            </p:oleObj>
          </a:graphicData>
        </a:graphic>
      </p:graphicFrame>
      <p:graphicFrame>
        <p:nvGraphicFramePr>
          <p:cNvPr id="248858" name="Object 26"/>
          <p:cNvGraphicFramePr>
            <a:graphicFrameLocks noChangeAspect="1"/>
          </p:cNvGraphicFramePr>
          <p:nvPr/>
        </p:nvGraphicFramePr>
        <p:xfrm>
          <a:off x="6338888" y="3608388"/>
          <a:ext cx="2763837" cy="628650"/>
        </p:xfrm>
        <a:graphic>
          <a:graphicData uri="http://schemas.openxmlformats.org/presentationml/2006/ole">
            <p:oleObj spid="_x0000_s38921" name="公式" r:id="rId10" imgW="1841400" imgH="419040" progId="Equation.3">
              <p:embed/>
            </p:oleObj>
          </a:graphicData>
        </a:graphic>
      </p:graphicFrame>
      <p:graphicFrame>
        <p:nvGraphicFramePr>
          <p:cNvPr id="248859" name="Object 27"/>
          <p:cNvGraphicFramePr>
            <a:graphicFrameLocks noChangeAspect="1"/>
          </p:cNvGraphicFramePr>
          <p:nvPr/>
        </p:nvGraphicFramePr>
        <p:xfrm>
          <a:off x="7137400" y="4514850"/>
          <a:ext cx="1066800" cy="342900"/>
        </p:xfrm>
        <a:graphic>
          <a:graphicData uri="http://schemas.openxmlformats.org/presentationml/2006/ole">
            <p:oleObj spid="_x0000_s38922" name="公式" r:id="rId11" imgW="711000" imgH="228600" progId="Equation.3">
              <p:embed/>
            </p:oleObj>
          </a:graphicData>
        </a:graphic>
      </p:graphicFrame>
      <p:graphicFrame>
        <p:nvGraphicFramePr>
          <p:cNvPr id="248860" name="Object 28"/>
          <p:cNvGraphicFramePr>
            <a:graphicFrameLocks noChangeAspect="1"/>
          </p:cNvGraphicFramePr>
          <p:nvPr/>
        </p:nvGraphicFramePr>
        <p:xfrm>
          <a:off x="6811963" y="5065713"/>
          <a:ext cx="1962150" cy="1333500"/>
        </p:xfrm>
        <a:graphic>
          <a:graphicData uri="http://schemas.openxmlformats.org/presentationml/2006/ole">
            <p:oleObj spid="_x0000_s38923" name="公式" r:id="rId12" imgW="1307880" imgH="888840" progId="Equation.3">
              <p:embed/>
            </p:oleObj>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48846"/>
                                        </p:tgtEl>
                                        <p:attrNameLst>
                                          <p:attrName>style.visibility</p:attrName>
                                        </p:attrNameLst>
                                      </p:cBhvr>
                                      <p:to>
                                        <p:strVal val="visible"/>
                                      </p:to>
                                    </p:set>
                                    <p:animEffect transition="in" filter="wipe(left)">
                                      <p:cBhvr>
                                        <p:cTn id="7" dur="500"/>
                                        <p:tgtEl>
                                          <p:spTgt spid="248846"/>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48849"/>
                                        </p:tgtEl>
                                        <p:attrNameLst>
                                          <p:attrName>style.visibility</p:attrName>
                                        </p:attrNameLst>
                                      </p:cBhvr>
                                      <p:to>
                                        <p:strVal val="visible"/>
                                      </p:to>
                                    </p:set>
                                    <p:animEffect transition="in" filter="wipe(left)">
                                      <p:cBhvr>
                                        <p:cTn id="10" dur="500"/>
                                        <p:tgtEl>
                                          <p:spTgt spid="248849"/>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248850"/>
                                        </p:tgtEl>
                                        <p:attrNameLst>
                                          <p:attrName>style.visibility</p:attrName>
                                        </p:attrNameLst>
                                      </p:cBhvr>
                                      <p:to>
                                        <p:strVal val="visible"/>
                                      </p:to>
                                    </p:set>
                                    <p:animEffect transition="in" filter="wipe(left)">
                                      <p:cBhvr>
                                        <p:cTn id="13" dur="500"/>
                                        <p:tgtEl>
                                          <p:spTgt spid="248850"/>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248847"/>
                                        </p:tgtEl>
                                        <p:attrNameLst>
                                          <p:attrName>style.visibility</p:attrName>
                                        </p:attrNameLst>
                                      </p:cBhvr>
                                      <p:to>
                                        <p:strVal val="visible"/>
                                      </p:to>
                                    </p:set>
                                    <p:animEffect transition="in" filter="wipe(left)">
                                      <p:cBhvr>
                                        <p:cTn id="16" dur="500"/>
                                        <p:tgtEl>
                                          <p:spTgt spid="248847"/>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248844"/>
                                        </p:tgtEl>
                                        <p:attrNameLst>
                                          <p:attrName>style.visibility</p:attrName>
                                        </p:attrNameLst>
                                      </p:cBhvr>
                                      <p:to>
                                        <p:strVal val="visible"/>
                                      </p:to>
                                    </p:set>
                                    <p:animEffect transition="in" filter="wipe(left)">
                                      <p:cBhvr>
                                        <p:cTn id="19" dur="500"/>
                                        <p:tgtEl>
                                          <p:spTgt spid="248844"/>
                                        </p:tgtEl>
                                      </p:cBhvr>
                                    </p:animEffect>
                                  </p:childTnLst>
                                </p:cTn>
                              </p:par>
                              <p:par>
                                <p:cTn id="20" presetID="22" presetClass="entr" presetSubtype="8" fill="hold" grpId="0" nodeType="withEffect">
                                  <p:stCondLst>
                                    <p:cond delay="0"/>
                                  </p:stCondLst>
                                  <p:childTnLst>
                                    <p:set>
                                      <p:cBhvr>
                                        <p:cTn id="21" dur="1" fill="hold">
                                          <p:stCondLst>
                                            <p:cond delay="0"/>
                                          </p:stCondLst>
                                        </p:cTn>
                                        <p:tgtEl>
                                          <p:spTgt spid="248848"/>
                                        </p:tgtEl>
                                        <p:attrNameLst>
                                          <p:attrName>style.visibility</p:attrName>
                                        </p:attrNameLst>
                                      </p:cBhvr>
                                      <p:to>
                                        <p:strVal val="visible"/>
                                      </p:to>
                                    </p:set>
                                    <p:animEffect transition="in" filter="wipe(left)">
                                      <p:cBhvr>
                                        <p:cTn id="22" dur="500"/>
                                        <p:tgtEl>
                                          <p:spTgt spid="248848"/>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248845"/>
                                        </p:tgtEl>
                                        <p:attrNameLst>
                                          <p:attrName>style.visibility</p:attrName>
                                        </p:attrNameLst>
                                      </p:cBhvr>
                                      <p:to>
                                        <p:strVal val="visible"/>
                                      </p:to>
                                    </p:set>
                                    <p:animEffect transition="in" filter="wipe(left)">
                                      <p:cBhvr>
                                        <p:cTn id="25" dur="500"/>
                                        <p:tgtEl>
                                          <p:spTgt spid="248845"/>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1" fill="hold" grpId="0" nodeType="clickEffect">
                                  <p:stCondLst>
                                    <p:cond delay="0"/>
                                  </p:stCondLst>
                                  <p:childTnLst>
                                    <p:set>
                                      <p:cBhvr>
                                        <p:cTn id="29" dur="1" fill="hold">
                                          <p:stCondLst>
                                            <p:cond delay="0"/>
                                          </p:stCondLst>
                                        </p:cTn>
                                        <p:tgtEl>
                                          <p:spTgt spid="248843"/>
                                        </p:tgtEl>
                                        <p:attrNameLst>
                                          <p:attrName>style.visibility</p:attrName>
                                        </p:attrNameLst>
                                      </p:cBhvr>
                                      <p:to>
                                        <p:strVal val="visible"/>
                                      </p:to>
                                    </p:set>
                                    <p:animEffect transition="in" filter="wipe(up)">
                                      <p:cBhvr>
                                        <p:cTn id="30" dur="500"/>
                                        <p:tgtEl>
                                          <p:spTgt spid="248843"/>
                                        </p:tgtEl>
                                      </p:cBhvr>
                                    </p:animEffect>
                                  </p:childTnLst>
                                </p:cTn>
                              </p:par>
                            </p:childTnLst>
                          </p:cTn>
                        </p:par>
                        <p:par>
                          <p:cTn id="31" fill="hold">
                            <p:stCondLst>
                              <p:cond delay="500"/>
                            </p:stCondLst>
                            <p:childTnLst>
                              <p:par>
                                <p:cTn id="32" presetID="22" presetClass="entr" presetSubtype="1" fill="hold" grpId="0" nodeType="afterEffect">
                                  <p:stCondLst>
                                    <p:cond delay="0"/>
                                  </p:stCondLst>
                                  <p:childTnLst>
                                    <p:set>
                                      <p:cBhvr>
                                        <p:cTn id="33" dur="1" fill="hold">
                                          <p:stCondLst>
                                            <p:cond delay="0"/>
                                          </p:stCondLst>
                                        </p:cTn>
                                        <p:tgtEl>
                                          <p:spTgt spid="248834"/>
                                        </p:tgtEl>
                                        <p:attrNameLst>
                                          <p:attrName>style.visibility</p:attrName>
                                        </p:attrNameLst>
                                      </p:cBhvr>
                                      <p:to>
                                        <p:strVal val="visible"/>
                                      </p:to>
                                    </p:set>
                                    <p:animEffect transition="in" filter="wipe(up)">
                                      <p:cBhvr>
                                        <p:cTn id="34" dur="500"/>
                                        <p:tgtEl>
                                          <p:spTgt spid="248834"/>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248842"/>
                                        </p:tgtEl>
                                        <p:attrNameLst>
                                          <p:attrName>style.visibility</p:attrName>
                                        </p:attrNameLst>
                                      </p:cBhvr>
                                      <p:to>
                                        <p:strVal val="visible"/>
                                      </p:to>
                                    </p:set>
                                    <p:animEffect transition="in" filter="wipe(left)">
                                      <p:cBhvr>
                                        <p:cTn id="39" dur="500"/>
                                        <p:tgtEl>
                                          <p:spTgt spid="248842"/>
                                        </p:tgtEl>
                                      </p:cBhvr>
                                    </p:animEffect>
                                  </p:childTnLst>
                                </p:cTn>
                              </p:par>
                              <p:par>
                                <p:cTn id="40" presetID="22" presetClass="entr" presetSubtype="8" fill="hold" grpId="0" nodeType="withEffect">
                                  <p:stCondLst>
                                    <p:cond delay="0"/>
                                  </p:stCondLst>
                                  <p:childTnLst>
                                    <p:set>
                                      <p:cBhvr>
                                        <p:cTn id="41" dur="1" fill="hold">
                                          <p:stCondLst>
                                            <p:cond delay="0"/>
                                          </p:stCondLst>
                                        </p:cTn>
                                        <p:tgtEl>
                                          <p:spTgt spid="248841"/>
                                        </p:tgtEl>
                                        <p:attrNameLst>
                                          <p:attrName>style.visibility</p:attrName>
                                        </p:attrNameLst>
                                      </p:cBhvr>
                                      <p:to>
                                        <p:strVal val="visible"/>
                                      </p:to>
                                    </p:set>
                                    <p:animEffect transition="in" filter="wipe(left)">
                                      <p:cBhvr>
                                        <p:cTn id="42" dur="500"/>
                                        <p:tgtEl>
                                          <p:spTgt spid="248841"/>
                                        </p:tgtEl>
                                      </p:cBhvr>
                                    </p:animEffect>
                                  </p:childTnLst>
                                </p:cTn>
                              </p:par>
                              <p:par>
                                <p:cTn id="43" presetID="22" presetClass="entr" presetSubtype="8" fill="hold" grpId="0" nodeType="withEffect">
                                  <p:stCondLst>
                                    <p:cond delay="0"/>
                                  </p:stCondLst>
                                  <p:childTnLst>
                                    <p:set>
                                      <p:cBhvr>
                                        <p:cTn id="44" dur="1" fill="hold">
                                          <p:stCondLst>
                                            <p:cond delay="0"/>
                                          </p:stCondLst>
                                        </p:cTn>
                                        <p:tgtEl>
                                          <p:spTgt spid="248840"/>
                                        </p:tgtEl>
                                        <p:attrNameLst>
                                          <p:attrName>style.visibility</p:attrName>
                                        </p:attrNameLst>
                                      </p:cBhvr>
                                      <p:to>
                                        <p:strVal val="visible"/>
                                      </p:to>
                                    </p:set>
                                    <p:animEffect transition="in" filter="wipe(left)">
                                      <p:cBhvr>
                                        <p:cTn id="45" dur="500"/>
                                        <p:tgtEl>
                                          <p:spTgt spid="248840"/>
                                        </p:tgtEl>
                                      </p:cBhvr>
                                    </p:animEffect>
                                  </p:childTnLst>
                                </p:cTn>
                              </p:par>
                              <p:par>
                                <p:cTn id="46" presetID="22" presetClass="entr" presetSubtype="8" fill="hold" grpId="0" nodeType="withEffect">
                                  <p:stCondLst>
                                    <p:cond delay="0"/>
                                  </p:stCondLst>
                                  <p:childTnLst>
                                    <p:set>
                                      <p:cBhvr>
                                        <p:cTn id="47" dur="1" fill="hold">
                                          <p:stCondLst>
                                            <p:cond delay="0"/>
                                          </p:stCondLst>
                                        </p:cTn>
                                        <p:tgtEl>
                                          <p:spTgt spid="248839"/>
                                        </p:tgtEl>
                                        <p:attrNameLst>
                                          <p:attrName>style.visibility</p:attrName>
                                        </p:attrNameLst>
                                      </p:cBhvr>
                                      <p:to>
                                        <p:strVal val="visible"/>
                                      </p:to>
                                    </p:set>
                                    <p:animEffect transition="in" filter="wipe(left)">
                                      <p:cBhvr>
                                        <p:cTn id="48" dur="500"/>
                                        <p:tgtEl>
                                          <p:spTgt spid="248839"/>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nodeType="clickEffect">
                                  <p:stCondLst>
                                    <p:cond delay="0"/>
                                  </p:stCondLst>
                                  <p:childTnLst>
                                    <p:set>
                                      <p:cBhvr>
                                        <p:cTn id="52" dur="1" fill="hold">
                                          <p:stCondLst>
                                            <p:cond delay="0"/>
                                          </p:stCondLst>
                                        </p:cTn>
                                        <p:tgtEl>
                                          <p:spTgt spid="248838">
                                            <p:txEl>
                                              <p:pRg st="0" end="0"/>
                                            </p:txEl>
                                          </p:spTgt>
                                        </p:tgtEl>
                                        <p:attrNameLst>
                                          <p:attrName>style.visibility</p:attrName>
                                        </p:attrNameLst>
                                      </p:cBhvr>
                                      <p:to>
                                        <p:strVal val="visible"/>
                                      </p:to>
                                    </p:set>
                                    <p:animEffect transition="in" filter="wipe(left)">
                                      <p:cBhvr>
                                        <p:cTn id="53" dur="500"/>
                                        <p:tgtEl>
                                          <p:spTgt spid="248838">
                                            <p:txEl>
                                              <p:pRg st="0" end="0"/>
                                            </p:txEl>
                                          </p:spTgt>
                                        </p:tgtEl>
                                      </p:cBhvr>
                                    </p:animEffect>
                                  </p:childTnLst>
                                </p:cTn>
                              </p:par>
                            </p:childTnLst>
                          </p:cTn>
                        </p:par>
                        <p:par>
                          <p:cTn id="54" fill="hold">
                            <p:stCondLst>
                              <p:cond delay="500"/>
                            </p:stCondLst>
                            <p:childTnLst>
                              <p:par>
                                <p:cTn id="55" presetID="22" presetClass="entr" presetSubtype="8" fill="hold" nodeType="afterEffect">
                                  <p:stCondLst>
                                    <p:cond delay="0"/>
                                  </p:stCondLst>
                                  <p:childTnLst>
                                    <p:set>
                                      <p:cBhvr>
                                        <p:cTn id="56" dur="1" fill="hold">
                                          <p:stCondLst>
                                            <p:cond delay="0"/>
                                          </p:stCondLst>
                                        </p:cTn>
                                        <p:tgtEl>
                                          <p:spTgt spid="248851"/>
                                        </p:tgtEl>
                                        <p:attrNameLst>
                                          <p:attrName>style.visibility</p:attrName>
                                        </p:attrNameLst>
                                      </p:cBhvr>
                                      <p:to>
                                        <p:strVal val="visible"/>
                                      </p:to>
                                    </p:set>
                                    <p:animEffect transition="in" filter="wipe(left)">
                                      <p:cBhvr>
                                        <p:cTn id="57" dur="500"/>
                                        <p:tgtEl>
                                          <p:spTgt spid="248851"/>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nodeType="clickEffect">
                                  <p:stCondLst>
                                    <p:cond delay="0"/>
                                  </p:stCondLst>
                                  <p:childTnLst>
                                    <p:set>
                                      <p:cBhvr>
                                        <p:cTn id="61" dur="1" fill="hold">
                                          <p:stCondLst>
                                            <p:cond delay="0"/>
                                          </p:stCondLst>
                                        </p:cTn>
                                        <p:tgtEl>
                                          <p:spTgt spid="248836">
                                            <p:txEl>
                                              <p:pRg st="0" end="0"/>
                                            </p:txEl>
                                          </p:spTgt>
                                        </p:tgtEl>
                                        <p:attrNameLst>
                                          <p:attrName>style.visibility</p:attrName>
                                        </p:attrNameLst>
                                      </p:cBhvr>
                                      <p:to>
                                        <p:strVal val="visible"/>
                                      </p:to>
                                    </p:set>
                                    <p:animEffect transition="in" filter="wipe(left)">
                                      <p:cBhvr>
                                        <p:cTn id="62" dur="500"/>
                                        <p:tgtEl>
                                          <p:spTgt spid="248836">
                                            <p:txEl>
                                              <p:pRg st="0" end="0"/>
                                            </p:txEl>
                                          </p:spTgt>
                                        </p:tgtEl>
                                      </p:cBhvr>
                                    </p:animEffect>
                                  </p:childTnLst>
                                </p:cTn>
                              </p:par>
                            </p:childTnLst>
                          </p:cTn>
                        </p:par>
                        <p:par>
                          <p:cTn id="63" fill="hold">
                            <p:stCondLst>
                              <p:cond delay="500"/>
                            </p:stCondLst>
                            <p:childTnLst>
                              <p:par>
                                <p:cTn id="64" presetID="22" presetClass="entr" presetSubtype="8" fill="hold" nodeType="afterEffect">
                                  <p:stCondLst>
                                    <p:cond delay="0"/>
                                  </p:stCondLst>
                                  <p:childTnLst>
                                    <p:set>
                                      <p:cBhvr>
                                        <p:cTn id="65" dur="1" fill="hold">
                                          <p:stCondLst>
                                            <p:cond delay="0"/>
                                          </p:stCondLst>
                                        </p:cTn>
                                        <p:tgtEl>
                                          <p:spTgt spid="248856"/>
                                        </p:tgtEl>
                                        <p:attrNameLst>
                                          <p:attrName>style.visibility</p:attrName>
                                        </p:attrNameLst>
                                      </p:cBhvr>
                                      <p:to>
                                        <p:strVal val="visible"/>
                                      </p:to>
                                    </p:set>
                                    <p:animEffect transition="in" filter="wipe(left)">
                                      <p:cBhvr>
                                        <p:cTn id="66" dur="500"/>
                                        <p:tgtEl>
                                          <p:spTgt spid="248856"/>
                                        </p:tgtEl>
                                      </p:cBhvr>
                                    </p:animEffect>
                                  </p:childTnLst>
                                </p:cTn>
                              </p:par>
                            </p:childTnLst>
                          </p:cTn>
                        </p:par>
                      </p:childTnLst>
                    </p:cTn>
                  </p:par>
                  <p:par>
                    <p:cTn id="67" fill="hold">
                      <p:stCondLst>
                        <p:cond delay="indefinite"/>
                      </p:stCondLst>
                      <p:childTnLst>
                        <p:par>
                          <p:cTn id="68" fill="hold">
                            <p:stCondLst>
                              <p:cond delay="0"/>
                            </p:stCondLst>
                            <p:childTnLst>
                              <p:par>
                                <p:cTn id="69" presetID="22" presetClass="entr" presetSubtype="8" fill="hold" nodeType="clickEffect">
                                  <p:stCondLst>
                                    <p:cond delay="0"/>
                                  </p:stCondLst>
                                  <p:childTnLst>
                                    <p:set>
                                      <p:cBhvr>
                                        <p:cTn id="70" dur="1" fill="hold">
                                          <p:stCondLst>
                                            <p:cond delay="0"/>
                                          </p:stCondLst>
                                        </p:cTn>
                                        <p:tgtEl>
                                          <p:spTgt spid="248838">
                                            <p:txEl>
                                              <p:pRg st="1" end="1"/>
                                            </p:txEl>
                                          </p:spTgt>
                                        </p:tgtEl>
                                        <p:attrNameLst>
                                          <p:attrName>style.visibility</p:attrName>
                                        </p:attrNameLst>
                                      </p:cBhvr>
                                      <p:to>
                                        <p:strVal val="visible"/>
                                      </p:to>
                                    </p:set>
                                    <p:animEffect transition="in" filter="wipe(left)">
                                      <p:cBhvr>
                                        <p:cTn id="71" dur="500"/>
                                        <p:tgtEl>
                                          <p:spTgt spid="248838">
                                            <p:txEl>
                                              <p:pRg st="1" end="1"/>
                                            </p:txEl>
                                          </p:spTgt>
                                        </p:tgtEl>
                                      </p:cBhvr>
                                    </p:animEffect>
                                  </p:childTnLst>
                                </p:cTn>
                              </p:par>
                            </p:childTnLst>
                          </p:cTn>
                        </p:par>
                        <p:par>
                          <p:cTn id="72" fill="hold">
                            <p:stCondLst>
                              <p:cond delay="500"/>
                            </p:stCondLst>
                            <p:childTnLst>
                              <p:par>
                                <p:cTn id="73" presetID="22" presetClass="entr" presetSubtype="8" fill="hold" nodeType="afterEffect">
                                  <p:stCondLst>
                                    <p:cond delay="0"/>
                                  </p:stCondLst>
                                  <p:childTnLst>
                                    <p:set>
                                      <p:cBhvr>
                                        <p:cTn id="74" dur="1" fill="hold">
                                          <p:stCondLst>
                                            <p:cond delay="0"/>
                                          </p:stCondLst>
                                        </p:cTn>
                                        <p:tgtEl>
                                          <p:spTgt spid="248852"/>
                                        </p:tgtEl>
                                        <p:attrNameLst>
                                          <p:attrName>style.visibility</p:attrName>
                                        </p:attrNameLst>
                                      </p:cBhvr>
                                      <p:to>
                                        <p:strVal val="visible"/>
                                      </p:to>
                                    </p:set>
                                    <p:animEffect transition="in" filter="wipe(left)">
                                      <p:cBhvr>
                                        <p:cTn id="75" dur="500"/>
                                        <p:tgtEl>
                                          <p:spTgt spid="248852"/>
                                        </p:tgtEl>
                                      </p:cBhvr>
                                    </p:animEffect>
                                  </p:childTnLst>
                                </p:cTn>
                              </p:par>
                            </p:childTnLst>
                          </p:cTn>
                        </p:par>
                      </p:childTnLst>
                    </p:cTn>
                  </p:par>
                  <p:par>
                    <p:cTn id="76" fill="hold">
                      <p:stCondLst>
                        <p:cond delay="indefinite"/>
                      </p:stCondLst>
                      <p:childTnLst>
                        <p:par>
                          <p:cTn id="77" fill="hold">
                            <p:stCondLst>
                              <p:cond delay="0"/>
                            </p:stCondLst>
                            <p:childTnLst>
                              <p:par>
                                <p:cTn id="78" presetID="22" presetClass="entr" presetSubtype="8" fill="hold" nodeType="clickEffect">
                                  <p:stCondLst>
                                    <p:cond delay="0"/>
                                  </p:stCondLst>
                                  <p:childTnLst>
                                    <p:set>
                                      <p:cBhvr>
                                        <p:cTn id="79" dur="1" fill="hold">
                                          <p:stCondLst>
                                            <p:cond delay="0"/>
                                          </p:stCondLst>
                                        </p:cTn>
                                        <p:tgtEl>
                                          <p:spTgt spid="248836">
                                            <p:txEl>
                                              <p:pRg st="1" end="1"/>
                                            </p:txEl>
                                          </p:spTgt>
                                        </p:tgtEl>
                                        <p:attrNameLst>
                                          <p:attrName>style.visibility</p:attrName>
                                        </p:attrNameLst>
                                      </p:cBhvr>
                                      <p:to>
                                        <p:strVal val="visible"/>
                                      </p:to>
                                    </p:set>
                                    <p:animEffect transition="in" filter="wipe(left)">
                                      <p:cBhvr>
                                        <p:cTn id="80" dur="500"/>
                                        <p:tgtEl>
                                          <p:spTgt spid="248836">
                                            <p:txEl>
                                              <p:pRg st="1" end="1"/>
                                            </p:txEl>
                                          </p:spTgt>
                                        </p:tgtEl>
                                      </p:cBhvr>
                                    </p:animEffect>
                                  </p:childTnLst>
                                </p:cTn>
                              </p:par>
                            </p:childTnLst>
                          </p:cTn>
                        </p:par>
                        <p:par>
                          <p:cTn id="81" fill="hold">
                            <p:stCondLst>
                              <p:cond delay="500"/>
                            </p:stCondLst>
                            <p:childTnLst>
                              <p:par>
                                <p:cTn id="82" presetID="22" presetClass="entr" presetSubtype="8" fill="hold" nodeType="afterEffect">
                                  <p:stCondLst>
                                    <p:cond delay="0"/>
                                  </p:stCondLst>
                                  <p:childTnLst>
                                    <p:set>
                                      <p:cBhvr>
                                        <p:cTn id="83" dur="1" fill="hold">
                                          <p:stCondLst>
                                            <p:cond delay="0"/>
                                          </p:stCondLst>
                                        </p:cTn>
                                        <p:tgtEl>
                                          <p:spTgt spid="248857"/>
                                        </p:tgtEl>
                                        <p:attrNameLst>
                                          <p:attrName>style.visibility</p:attrName>
                                        </p:attrNameLst>
                                      </p:cBhvr>
                                      <p:to>
                                        <p:strVal val="visible"/>
                                      </p:to>
                                    </p:set>
                                    <p:animEffect transition="in" filter="wipe(left)">
                                      <p:cBhvr>
                                        <p:cTn id="84" dur="500"/>
                                        <p:tgtEl>
                                          <p:spTgt spid="248857"/>
                                        </p:tgtEl>
                                      </p:cBhvr>
                                    </p:animEffect>
                                  </p:childTnLst>
                                </p:cTn>
                              </p:par>
                            </p:childTnLst>
                          </p:cTn>
                        </p:par>
                      </p:childTnLst>
                    </p:cTn>
                  </p:par>
                  <p:par>
                    <p:cTn id="85" fill="hold">
                      <p:stCondLst>
                        <p:cond delay="indefinite"/>
                      </p:stCondLst>
                      <p:childTnLst>
                        <p:par>
                          <p:cTn id="86" fill="hold">
                            <p:stCondLst>
                              <p:cond delay="0"/>
                            </p:stCondLst>
                            <p:childTnLst>
                              <p:par>
                                <p:cTn id="87" presetID="22" presetClass="entr" presetSubtype="8" fill="hold" nodeType="clickEffect">
                                  <p:stCondLst>
                                    <p:cond delay="0"/>
                                  </p:stCondLst>
                                  <p:childTnLst>
                                    <p:set>
                                      <p:cBhvr>
                                        <p:cTn id="88" dur="1" fill="hold">
                                          <p:stCondLst>
                                            <p:cond delay="0"/>
                                          </p:stCondLst>
                                        </p:cTn>
                                        <p:tgtEl>
                                          <p:spTgt spid="248838">
                                            <p:txEl>
                                              <p:pRg st="2" end="2"/>
                                            </p:txEl>
                                          </p:spTgt>
                                        </p:tgtEl>
                                        <p:attrNameLst>
                                          <p:attrName>style.visibility</p:attrName>
                                        </p:attrNameLst>
                                      </p:cBhvr>
                                      <p:to>
                                        <p:strVal val="visible"/>
                                      </p:to>
                                    </p:set>
                                    <p:animEffect transition="in" filter="wipe(left)">
                                      <p:cBhvr>
                                        <p:cTn id="89" dur="500"/>
                                        <p:tgtEl>
                                          <p:spTgt spid="248838">
                                            <p:txEl>
                                              <p:pRg st="2" end="2"/>
                                            </p:txEl>
                                          </p:spTgt>
                                        </p:tgtEl>
                                      </p:cBhvr>
                                    </p:animEffect>
                                  </p:childTnLst>
                                </p:cTn>
                              </p:par>
                            </p:childTnLst>
                          </p:cTn>
                        </p:par>
                        <p:par>
                          <p:cTn id="90" fill="hold">
                            <p:stCondLst>
                              <p:cond delay="500"/>
                            </p:stCondLst>
                            <p:childTnLst>
                              <p:par>
                                <p:cTn id="91" presetID="22" presetClass="entr" presetSubtype="8" fill="hold" nodeType="afterEffect">
                                  <p:stCondLst>
                                    <p:cond delay="0"/>
                                  </p:stCondLst>
                                  <p:childTnLst>
                                    <p:set>
                                      <p:cBhvr>
                                        <p:cTn id="92" dur="1" fill="hold">
                                          <p:stCondLst>
                                            <p:cond delay="0"/>
                                          </p:stCondLst>
                                        </p:cTn>
                                        <p:tgtEl>
                                          <p:spTgt spid="248853"/>
                                        </p:tgtEl>
                                        <p:attrNameLst>
                                          <p:attrName>style.visibility</p:attrName>
                                        </p:attrNameLst>
                                      </p:cBhvr>
                                      <p:to>
                                        <p:strVal val="visible"/>
                                      </p:to>
                                    </p:set>
                                    <p:animEffect transition="in" filter="wipe(left)">
                                      <p:cBhvr>
                                        <p:cTn id="93" dur="500"/>
                                        <p:tgtEl>
                                          <p:spTgt spid="248853"/>
                                        </p:tgtEl>
                                      </p:cBhvr>
                                    </p:animEffect>
                                  </p:childTnLst>
                                </p:cTn>
                              </p:par>
                            </p:childTnLst>
                          </p:cTn>
                        </p:par>
                      </p:childTnLst>
                    </p:cTn>
                  </p:par>
                  <p:par>
                    <p:cTn id="94" fill="hold">
                      <p:stCondLst>
                        <p:cond delay="indefinite"/>
                      </p:stCondLst>
                      <p:childTnLst>
                        <p:par>
                          <p:cTn id="95" fill="hold">
                            <p:stCondLst>
                              <p:cond delay="0"/>
                            </p:stCondLst>
                            <p:childTnLst>
                              <p:par>
                                <p:cTn id="96" presetID="22" presetClass="entr" presetSubtype="8" fill="hold" nodeType="clickEffect">
                                  <p:stCondLst>
                                    <p:cond delay="0"/>
                                  </p:stCondLst>
                                  <p:childTnLst>
                                    <p:set>
                                      <p:cBhvr>
                                        <p:cTn id="97" dur="1" fill="hold">
                                          <p:stCondLst>
                                            <p:cond delay="0"/>
                                          </p:stCondLst>
                                        </p:cTn>
                                        <p:tgtEl>
                                          <p:spTgt spid="248836">
                                            <p:txEl>
                                              <p:pRg st="2" end="2"/>
                                            </p:txEl>
                                          </p:spTgt>
                                        </p:tgtEl>
                                        <p:attrNameLst>
                                          <p:attrName>style.visibility</p:attrName>
                                        </p:attrNameLst>
                                      </p:cBhvr>
                                      <p:to>
                                        <p:strVal val="visible"/>
                                      </p:to>
                                    </p:set>
                                    <p:animEffect transition="in" filter="wipe(left)">
                                      <p:cBhvr>
                                        <p:cTn id="98" dur="500"/>
                                        <p:tgtEl>
                                          <p:spTgt spid="248836">
                                            <p:txEl>
                                              <p:pRg st="2" end="2"/>
                                            </p:txEl>
                                          </p:spTgt>
                                        </p:tgtEl>
                                      </p:cBhvr>
                                    </p:animEffect>
                                  </p:childTnLst>
                                </p:cTn>
                              </p:par>
                            </p:childTnLst>
                          </p:cTn>
                        </p:par>
                        <p:par>
                          <p:cTn id="99" fill="hold">
                            <p:stCondLst>
                              <p:cond delay="500"/>
                            </p:stCondLst>
                            <p:childTnLst>
                              <p:par>
                                <p:cTn id="100" presetID="22" presetClass="entr" presetSubtype="8" fill="hold" nodeType="afterEffect">
                                  <p:stCondLst>
                                    <p:cond delay="0"/>
                                  </p:stCondLst>
                                  <p:childTnLst>
                                    <p:set>
                                      <p:cBhvr>
                                        <p:cTn id="101" dur="1" fill="hold">
                                          <p:stCondLst>
                                            <p:cond delay="0"/>
                                          </p:stCondLst>
                                        </p:cTn>
                                        <p:tgtEl>
                                          <p:spTgt spid="248858"/>
                                        </p:tgtEl>
                                        <p:attrNameLst>
                                          <p:attrName>style.visibility</p:attrName>
                                        </p:attrNameLst>
                                      </p:cBhvr>
                                      <p:to>
                                        <p:strVal val="visible"/>
                                      </p:to>
                                    </p:set>
                                    <p:animEffect transition="in" filter="wipe(left)">
                                      <p:cBhvr>
                                        <p:cTn id="102" dur="500"/>
                                        <p:tgtEl>
                                          <p:spTgt spid="248858"/>
                                        </p:tgtEl>
                                      </p:cBhvr>
                                    </p:animEffect>
                                  </p:childTnLst>
                                </p:cTn>
                              </p:par>
                            </p:childTnLst>
                          </p:cTn>
                        </p:par>
                      </p:childTnLst>
                    </p:cTn>
                  </p:par>
                  <p:par>
                    <p:cTn id="103" fill="hold">
                      <p:stCondLst>
                        <p:cond delay="indefinite"/>
                      </p:stCondLst>
                      <p:childTnLst>
                        <p:par>
                          <p:cTn id="104" fill="hold">
                            <p:stCondLst>
                              <p:cond delay="0"/>
                            </p:stCondLst>
                            <p:childTnLst>
                              <p:par>
                                <p:cTn id="105" presetID="22" presetClass="entr" presetSubtype="8" fill="hold" nodeType="clickEffect">
                                  <p:stCondLst>
                                    <p:cond delay="0"/>
                                  </p:stCondLst>
                                  <p:childTnLst>
                                    <p:set>
                                      <p:cBhvr>
                                        <p:cTn id="106" dur="1" fill="hold">
                                          <p:stCondLst>
                                            <p:cond delay="0"/>
                                          </p:stCondLst>
                                        </p:cTn>
                                        <p:tgtEl>
                                          <p:spTgt spid="248838">
                                            <p:txEl>
                                              <p:pRg st="3" end="3"/>
                                            </p:txEl>
                                          </p:spTgt>
                                        </p:tgtEl>
                                        <p:attrNameLst>
                                          <p:attrName>style.visibility</p:attrName>
                                        </p:attrNameLst>
                                      </p:cBhvr>
                                      <p:to>
                                        <p:strVal val="visible"/>
                                      </p:to>
                                    </p:set>
                                    <p:animEffect transition="in" filter="wipe(left)">
                                      <p:cBhvr>
                                        <p:cTn id="107" dur="500"/>
                                        <p:tgtEl>
                                          <p:spTgt spid="248838">
                                            <p:txEl>
                                              <p:pRg st="3" end="3"/>
                                            </p:txEl>
                                          </p:spTgt>
                                        </p:tgtEl>
                                      </p:cBhvr>
                                    </p:animEffect>
                                  </p:childTnLst>
                                </p:cTn>
                              </p:par>
                            </p:childTnLst>
                          </p:cTn>
                        </p:par>
                        <p:par>
                          <p:cTn id="108" fill="hold">
                            <p:stCondLst>
                              <p:cond delay="500"/>
                            </p:stCondLst>
                            <p:childTnLst>
                              <p:par>
                                <p:cTn id="109" presetID="22" presetClass="entr" presetSubtype="8" fill="hold" nodeType="afterEffect">
                                  <p:stCondLst>
                                    <p:cond delay="0"/>
                                  </p:stCondLst>
                                  <p:childTnLst>
                                    <p:set>
                                      <p:cBhvr>
                                        <p:cTn id="110" dur="1" fill="hold">
                                          <p:stCondLst>
                                            <p:cond delay="0"/>
                                          </p:stCondLst>
                                        </p:cTn>
                                        <p:tgtEl>
                                          <p:spTgt spid="248854"/>
                                        </p:tgtEl>
                                        <p:attrNameLst>
                                          <p:attrName>style.visibility</p:attrName>
                                        </p:attrNameLst>
                                      </p:cBhvr>
                                      <p:to>
                                        <p:strVal val="visible"/>
                                      </p:to>
                                    </p:set>
                                    <p:animEffect transition="in" filter="wipe(left)">
                                      <p:cBhvr>
                                        <p:cTn id="111" dur="500"/>
                                        <p:tgtEl>
                                          <p:spTgt spid="248854"/>
                                        </p:tgtEl>
                                      </p:cBhvr>
                                    </p:animEffect>
                                  </p:childTnLst>
                                </p:cTn>
                              </p:par>
                            </p:childTnLst>
                          </p:cTn>
                        </p:par>
                      </p:childTnLst>
                    </p:cTn>
                  </p:par>
                  <p:par>
                    <p:cTn id="112" fill="hold">
                      <p:stCondLst>
                        <p:cond delay="indefinite"/>
                      </p:stCondLst>
                      <p:childTnLst>
                        <p:par>
                          <p:cTn id="113" fill="hold">
                            <p:stCondLst>
                              <p:cond delay="0"/>
                            </p:stCondLst>
                            <p:childTnLst>
                              <p:par>
                                <p:cTn id="114" presetID="22" presetClass="entr" presetSubtype="8" fill="hold" nodeType="clickEffect">
                                  <p:stCondLst>
                                    <p:cond delay="0"/>
                                  </p:stCondLst>
                                  <p:childTnLst>
                                    <p:set>
                                      <p:cBhvr>
                                        <p:cTn id="115" dur="1" fill="hold">
                                          <p:stCondLst>
                                            <p:cond delay="0"/>
                                          </p:stCondLst>
                                        </p:cTn>
                                        <p:tgtEl>
                                          <p:spTgt spid="248836">
                                            <p:txEl>
                                              <p:pRg st="3" end="3"/>
                                            </p:txEl>
                                          </p:spTgt>
                                        </p:tgtEl>
                                        <p:attrNameLst>
                                          <p:attrName>style.visibility</p:attrName>
                                        </p:attrNameLst>
                                      </p:cBhvr>
                                      <p:to>
                                        <p:strVal val="visible"/>
                                      </p:to>
                                    </p:set>
                                    <p:animEffect transition="in" filter="wipe(left)">
                                      <p:cBhvr>
                                        <p:cTn id="116" dur="500"/>
                                        <p:tgtEl>
                                          <p:spTgt spid="248836">
                                            <p:txEl>
                                              <p:pRg st="3" end="3"/>
                                            </p:txEl>
                                          </p:spTgt>
                                        </p:tgtEl>
                                      </p:cBhvr>
                                    </p:animEffect>
                                  </p:childTnLst>
                                </p:cTn>
                              </p:par>
                            </p:childTnLst>
                          </p:cTn>
                        </p:par>
                        <p:par>
                          <p:cTn id="117" fill="hold">
                            <p:stCondLst>
                              <p:cond delay="500"/>
                            </p:stCondLst>
                            <p:childTnLst>
                              <p:par>
                                <p:cTn id="118" presetID="22" presetClass="entr" presetSubtype="8" fill="hold" nodeType="afterEffect">
                                  <p:stCondLst>
                                    <p:cond delay="0"/>
                                  </p:stCondLst>
                                  <p:childTnLst>
                                    <p:set>
                                      <p:cBhvr>
                                        <p:cTn id="119" dur="1" fill="hold">
                                          <p:stCondLst>
                                            <p:cond delay="0"/>
                                          </p:stCondLst>
                                        </p:cTn>
                                        <p:tgtEl>
                                          <p:spTgt spid="248859"/>
                                        </p:tgtEl>
                                        <p:attrNameLst>
                                          <p:attrName>style.visibility</p:attrName>
                                        </p:attrNameLst>
                                      </p:cBhvr>
                                      <p:to>
                                        <p:strVal val="visible"/>
                                      </p:to>
                                    </p:set>
                                    <p:animEffect transition="in" filter="wipe(left)">
                                      <p:cBhvr>
                                        <p:cTn id="120" dur="500"/>
                                        <p:tgtEl>
                                          <p:spTgt spid="248859"/>
                                        </p:tgtEl>
                                      </p:cBhvr>
                                    </p:animEffect>
                                  </p:childTnLst>
                                </p:cTn>
                              </p:par>
                            </p:childTnLst>
                          </p:cTn>
                        </p:par>
                      </p:childTnLst>
                    </p:cTn>
                  </p:par>
                  <p:par>
                    <p:cTn id="121" fill="hold">
                      <p:stCondLst>
                        <p:cond delay="indefinite"/>
                      </p:stCondLst>
                      <p:childTnLst>
                        <p:par>
                          <p:cTn id="122" fill="hold">
                            <p:stCondLst>
                              <p:cond delay="0"/>
                            </p:stCondLst>
                            <p:childTnLst>
                              <p:par>
                                <p:cTn id="123" presetID="22" presetClass="entr" presetSubtype="8" fill="hold" nodeType="clickEffect">
                                  <p:stCondLst>
                                    <p:cond delay="0"/>
                                  </p:stCondLst>
                                  <p:childTnLst>
                                    <p:set>
                                      <p:cBhvr>
                                        <p:cTn id="124" dur="1" fill="hold">
                                          <p:stCondLst>
                                            <p:cond delay="0"/>
                                          </p:stCondLst>
                                        </p:cTn>
                                        <p:tgtEl>
                                          <p:spTgt spid="248838">
                                            <p:txEl>
                                              <p:pRg st="4" end="4"/>
                                            </p:txEl>
                                          </p:spTgt>
                                        </p:tgtEl>
                                        <p:attrNameLst>
                                          <p:attrName>style.visibility</p:attrName>
                                        </p:attrNameLst>
                                      </p:cBhvr>
                                      <p:to>
                                        <p:strVal val="visible"/>
                                      </p:to>
                                    </p:set>
                                    <p:animEffect transition="in" filter="wipe(left)">
                                      <p:cBhvr>
                                        <p:cTn id="125" dur="500"/>
                                        <p:tgtEl>
                                          <p:spTgt spid="248838">
                                            <p:txEl>
                                              <p:pRg st="4" end="4"/>
                                            </p:txEl>
                                          </p:spTgt>
                                        </p:tgtEl>
                                      </p:cBhvr>
                                    </p:animEffect>
                                  </p:childTnLst>
                                </p:cTn>
                              </p:par>
                            </p:childTnLst>
                          </p:cTn>
                        </p:par>
                        <p:par>
                          <p:cTn id="126" fill="hold">
                            <p:stCondLst>
                              <p:cond delay="500"/>
                            </p:stCondLst>
                            <p:childTnLst>
                              <p:par>
                                <p:cTn id="127" presetID="22" presetClass="entr" presetSubtype="8" fill="hold" nodeType="afterEffect">
                                  <p:stCondLst>
                                    <p:cond delay="0"/>
                                  </p:stCondLst>
                                  <p:childTnLst>
                                    <p:set>
                                      <p:cBhvr>
                                        <p:cTn id="128" dur="1" fill="hold">
                                          <p:stCondLst>
                                            <p:cond delay="0"/>
                                          </p:stCondLst>
                                        </p:cTn>
                                        <p:tgtEl>
                                          <p:spTgt spid="248855"/>
                                        </p:tgtEl>
                                        <p:attrNameLst>
                                          <p:attrName>style.visibility</p:attrName>
                                        </p:attrNameLst>
                                      </p:cBhvr>
                                      <p:to>
                                        <p:strVal val="visible"/>
                                      </p:to>
                                    </p:set>
                                    <p:animEffect transition="in" filter="wipe(left)">
                                      <p:cBhvr>
                                        <p:cTn id="129" dur="500"/>
                                        <p:tgtEl>
                                          <p:spTgt spid="248855"/>
                                        </p:tgtEl>
                                      </p:cBhvr>
                                    </p:animEffect>
                                  </p:childTnLst>
                                </p:cTn>
                              </p:par>
                            </p:childTnLst>
                          </p:cTn>
                        </p:par>
                      </p:childTnLst>
                    </p:cTn>
                  </p:par>
                  <p:par>
                    <p:cTn id="130" fill="hold">
                      <p:stCondLst>
                        <p:cond delay="indefinite"/>
                      </p:stCondLst>
                      <p:childTnLst>
                        <p:par>
                          <p:cTn id="131" fill="hold">
                            <p:stCondLst>
                              <p:cond delay="0"/>
                            </p:stCondLst>
                            <p:childTnLst>
                              <p:par>
                                <p:cTn id="132" presetID="22" presetClass="entr" presetSubtype="8" fill="hold" nodeType="clickEffect">
                                  <p:stCondLst>
                                    <p:cond delay="0"/>
                                  </p:stCondLst>
                                  <p:childTnLst>
                                    <p:set>
                                      <p:cBhvr>
                                        <p:cTn id="133" dur="1" fill="hold">
                                          <p:stCondLst>
                                            <p:cond delay="0"/>
                                          </p:stCondLst>
                                        </p:cTn>
                                        <p:tgtEl>
                                          <p:spTgt spid="248836">
                                            <p:txEl>
                                              <p:pRg st="4" end="4"/>
                                            </p:txEl>
                                          </p:spTgt>
                                        </p:tgtEl>
                                        <p:attrNameLst>
                                          <p:attrName>style.visibility</p:attrName>
                                        </p:attrNameLst>
                                      </p:cBhvr>
                                      <p:to>
                                        <p:strVal val="visible"/>
                                      </p:to>
                                    </p:set>
                                    <p:animEffect transition="in" filter="wipe(left)">
                                      <p:cBhvr>
                                        <p:cTn id="134" dur="500"/>
                                        <p:tgtEl>
                                          <p:spTgt spid="248836">
                                            <p:txEl>
                                              <p:pRg st="4" end="4"/>
                                            </p:txEl>
                                          </p:spTgt>
                                        </p:tgtEl>
                                      </p:cBhvr>
                                    </p:animEffect>
                                  </p:childTnLst>
                                </p:cTn>
                              </p:par>
                            </p:childTnLst>
                          </p:cTn>
                        </p:par>
                        <p:par>
                          <p:cTn id="135" fill="hold">
                            <p:stCondLst>
                              <p:cond delay="500"/>
                            </p:stCondLst>
                            <p:childTnLst>
                              <p:par>
                                <p:cTn id="136" presetID="22" presetClass="entr" presetSubtype="8" fill="hold" nodeType="afterEffect">
                                  <p:stCondLst>
                                    <p:cond delay="0"/>
                                  </p:stCondLst>
                                  <p:childTnLst>
                                    <p:set>
                                      <p:cBhvr>
                                        <p:cTn id="137" dur="1" fill="hold">
                                          <p:stCondLst>
                                            <p:cond delay="0"/>
                                          </p:stCondLst>
                                        </p:cTn>
                                        <p:tgtEl>
                                          <p:spTgt spid="248860"/>
                                        </p:tgtEl>
                                        <p:attrNameLst>
                                          <p:attrName>style.visibility</p:attrName>
                                        </p:attrNameLst>
                                      </p:cBhvr>
                                      <p:to>
                                        <p:strVal val="visible"/>
                                      </p:to>
                                    </p:set>
                                    <p:animEffect transition="in" filter="wipe(left)">
                                      <p:cBhvr>
                                        <p:cTn id="138" dur="500"/>
                                        <p:tgtEl>
                                          <p:spTgt spid="2488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8834" grpId="0"/>
      <p:bldP spid="248839" grpId="0"/>
      <p:bldP spid="248840" grpId="0"/>
      <p:bldP spid="248841" grpId="0"/>
      <p:bldP spid="248842" grpId="0"/>
      <p:bldP spid="248843" grpId="0"/>
      <p:bldP spid="248844" grpId="0" animBg="1"/>
      <p:bldP spid="248845" grpId="0" animBg="1"/>
      <p:bldP spid="248846" grpId="0" animBg="1"/>
      <p:bldP spid="248847" grpId="0" animBg="1"/>
      <p:bldP spid="248848" grpId="0" animBg="1"/>
      <p:bldP spid="248849" grpId="0" animBg="1"/>
      <p:bldP spid="248850"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858" name="Rectangle 2"/>
          <p:cNvSpPr>
            <a:spLocks noChangeArrowheads="1"/>
          </p:cNvSpPr>
          <p:nvPr/>
        </p:nvSpPr>
        <p:spPr bwMode="auto">
          <a:xfrm>
            <a:off x="4500563" y="458788"/>
            <a:ext cx="4535487" cy="647700"/>
          </a:xfrm>
          <a:prstGeom prst="rect">
            <a:avLst/>
          </a:prstGeom>
          <a:noFill/>
          <a:ln w="9525">
            <a:noFill/>
            <a:miter lim="800000"/>
            <a:headEnd/>
            <a:tailEnd/>
          </a:ln>
        </p:spPr>
        <p:txBody>
          <a:bodyPr lIns="90000" tIns="46800" rIns="90000" bIns="46800"/>
          <a:lstStyle/>
          <a:p>
            <a:pPr algn="ctr">
              <a:lnSpc>
                <a:spcPct val="115000"/>
              </a:lnSpc>
              <a:spcBef>
                <a:spcPct val="0"/>
              </a:spcBef>
            </a:pPr>
            <a:r>
              <a:rPr lang="zh-CN" altLang="en-US" sz="2800">
                <a:solidFill>
                  <a:srgbClr val="00CC00"/>
                </a:solidFill>
                <a:ea typeface="宋体" pitchFamily="2" charset="-122"/>
              </a:rPr>
              <a:t>质点的运动</a:t>
            </a:r>
          </a:p>
        </p:txBody>
      </p:sp>
      <p:sp>
        <p:nvSpPr>
          <p:cNvPr id="39945" name="Rectangle 3"/>
          <p:cNvSpPr>
            <a:spLocks noChangeArrowheads="1"/>
          </p:cNvSpPr>
          <p:nvPr/>
        </p:nvSpPr>
        <p:spPr bwMode="auto">
          <a:xfrm>
            <a:off x="6372225" y="1868488"/>
            <a:ext cx="2663825" cy="4530725"/>
          </a:xfrm>
          <a:prstGeom prst="rect">
            <a:avLst/>
          </a:prstGeom>
          <a:noFill/>
          <a:ln w="9525">
            <a:noFill/>
            <a:miter lim="800000"/>
            <a:headEnd/>
            <a:tailEnd/>
          </a:ln>
        </p:spPr>
        <p:txBody>
          <a:bodyPr lIns="90000" tIns="46800" rIns="90000" bIns="46800"/>
          <a:lstStyle/>
          <a:p>
            <a:pPr>
              <a:lnSpc>
                <a:spcPct val="100000"/>
              </a:lnSpc>
              <a:spcBef>
                <a:spcPct val="20000"/>
              </a:spcBef>
            </a:pPr>
            <a:endParaRPr lang="zh-CN" altLang="zh-CN" sz="2800" b="0">
              <a:ea typeface="宋体" pitchFamily="2" charset="-122"/>
            </a:endParaRPr>
          </a:p>
        </p:txBody>
      </p:sp>
      <p:sp>
        <p:nvSpPr>
          <p:cNvPr id="249860" name="Rectangle 4"/>
          <p:cNvSpPr>
            <a:spLocks noChangeArrowheads="1"/>
          </p:cNvSpPr>
          <p:nvPr/>
        </p:nvSpPr>
        <p:spPr bwMode="auto">
          <a:xfrm>
            <a:off x="4500563" y="1868488"/>
            <a:ext cx="1871662" cy="4530725"/>
          </a:xfrm>
          <a:prstGeom prst="rect">
            <a:avLst/>
          </a:prstGeom>
          <a:noFill/>
          <a:ln w="9525">
            <a:noFill/>
            <a:miter lim="800000"/>
            <a:headEnd/>
            <a:tailEnd/>
          </a:ln>
        </p:spPr>
        <p:txBody>
          <a:bodyPr lIns="90000" tIns="46800" rIns="90000" bIns="46800"/>
          <a:lstStyle/>
          <a:p>
            <a:pPr algn="ctr">
              <a:lnSpc>
                <a:spcPct val="210000"/>
              </a:lnSpc>
              <a:spcBef>
                <a:spcPct val="0"/>
              </a:spcBef>
            </a:pPr>
            <a:r>
              <a:rPr lang="zh-CN" altLang="en-US">
                <a:ea typeface="宋体" pitchFamily="2" charset="-122"/>
              </a:rPr>
              <a:t>力</a:t>
            </a:r>
          </a:p>
          <a:p>
            <a:pPr algn="ctr">
              <a:lnSpc>
                <a:spcPct val="210000"/>
              </a:lnSpc>
              <a:spcBef>
                <a:spcPct val="0"/>
              </a:spcBef>
            </a:pPr>
            <a:r>
              <a:rPr lang="zh-CN" altLang="en-US">
                <a:ea typeface="宋体" pitchFamily="2" charset="-122"/>
              </a:rPr>
              <a:t>质量</a:t>
            </a:r>
          </a:p>
          <a:p>
            <a:pPr algn="ctr">
              <a:lnSpc>
                <a:spcPct val="210000"/>
              </a:lnSpc>
              <a:spcBef>
                <a:spcPct val="0"/>
              </a:spcBef>
            </a:pPr>
            <a:r>
              <a:rPr lang="zh-CN" altLang="en-US">
                <a:ea typeface="宋体" pitchFamily="2" charset="-122"/>
              </a:rPr>
              <a:t>牛顿第二定律</a:t>
            </a:r>
          </a:p>
          <a:p>
            <a:pPr algn="ctr">
              <a:lnSpc>
                <a:spcPct val="210000"/>
              </a:lnSpc>
              <a:spcBef>
                <a:spcPct val="0"/>
              </a:spcBef>
            </a:pPr>
            <a:endParaRPr lang="en-US" altLang="zh-CN">
              <a:ea typeface="宋体" pitchFamily="2" charset="-122"/>
            </a:endParaRPr>
          </a:p>
        </p:txBody>
      </p:sp>
      <p:sp>
        <p:nvSpPr>
          <p:cNvPr id="39947" name="Rectangle 5"/>
          <p:cNvSpPr>
            <a:spLocks noChangeArrowheads="1"/>
          </p:cNvSpPr>
          <p:nvPr/>
        </p:nvSpPr>
        <p:spPr bwMode="auto">
          <a:xfrm>
            <a:off x="1979613" y="1868488"/>
            <a:ext cx="2520950" cy="4530725"/>
          </a:xfrm>
          <a:prstGeom prst="rect">
            <a:avLst/>
          </a:prstGeom>
          <a:noFill/>
          <a:ln w="9525">
            <a:noFill/>
            <a:miter lim="800000"/>
            <a:headEnd/>
            <a:tailEnd/>
          </a:ln>
        </p:spPr>
        <p:txBody>
          <a:bodyPr lIns="90000" tIns="46800" rIns="90000" bIns="46800"/>
          <a:lstStyle/>
          <a:p>
            <a:pPr>
              <a:lnSpc>
                <a:spcPct val="100000"/>
              </a:lnSpc>
              <a:spcBef>
                <a:spcPct val="20000"/>
              </a:spcBef>
            </a:pPr>
            <a:endParaRPr lang="zh-CN" altLang="zh-CN" sz="2800" b="0">
              <a:ea typeface="宋体" pitchFamily="2" charset="-122"/>
            </a:endParaRPr>
          </a:p>
        </p:txBody>
      </p:sp>
      <p:sp>
        <p:nvSpPr>
          <p:cNvPr id="249862" name="Rectangle 6"/>
          <p:cNvSpPr>
            <a:spLocks noChangeArrowheads="1"/>
          </p:cNvSpPr>
          <p:nvPr/>
        </p:nvSpPr>
        <p:spPr bwMode="auto">
          <a:xfrm>
            <a:off x="106363" y="1868488"/>
            <a:ext cx="1873250" cy="4530725"/>
          </a:xfrm>
          <a:prstGeom prst="rect">
            <a:avLst/>
          </a:prstGeom>
          <a:noFill/>
          <a:ln w="9525">
            <a:noFill/>
            <a:miter lim="800000"/>
            <a:headEnd/>
            <a:tailEnd/>
          </a:ln>
        </p:spPr>
        <p:txBody>
          <a:bodyPr lIns="90000" tIns="46800" rIns="90000" bIns="46800"/>
          <a:lstStyle/>
          <a:p>
            <a:pPr algn="ctr">
              <a:lnSpc>
                <a:spcPct val="210000"/>
              </a:lnSpc>
              <a:spcBef>
                <a:spcPct val="0"/>
              </a:spcBef>
            </a:pPr>
            <a:r>
              <a:rPr lang="zh-CN" altLang="en-US">
                <a:ea typeface="宋体" pitchFamily="2" charset="-122"/>
              </a:rPr>
              <a:t>力矩</a:t>
            </a:r>
          </a:p>
          <a:p>
            <a:pPr algn="ctr">
              <a:lnSpc>
                <a:spcPct val="210000"/>
              </a:lnSpc>
              <a:spcBef>
                <a:spcPct val="0"/>
              </a:spcBef>
            </a:pPr>
            <a:r>
              <a:rPr lang="zh-CN" altLang="en-US">
                <a:ea typeface="宋体" pitchFamily="2" charset="-122"/>
              </a:rPr>
              <a:t>转动惯量</a:t>
            </a:r>
          </a:p>
          <a:p>
            <a:pPr algn="ctr">
              <a:lnSpc>
                <a:spcPct val="210000"/>
              </a:lnSpc>
              <a:spcBef>
                <a:spcPct val="0"/>
              </a:spcBef>
            </a:pPr>
            <a:r>
              <a:rPr lang="zh-CN" altLang="en-US">
                <a:ea typeface="宋体" pitchFamily="2" charset="-122"/>
              </a:rPr>
              <a:t>定轴转动定律</a:t>
            </a:r>
          </a:p>
          <a:p>
            <a:pPr algn="ctr">
              <a:lnSpc>
                <a:spcPct val="210000"/>
              </a:lnSpc>
              <a:spcBef>
                <a:spcPct val="0"/>
              </a:spcBef>
            </a:pPr>
            <a:endParaRPr lang="en-US" altLang="zh-CN">
              <a:ea typeface="宋体" pitchFamily="2" charset="-122"/>
            </a:endParaRPr>
          </a:p>
        </p:txBody>
      </p:sp>
      <p:sp>
        <p:nvSpPr>
          <p:cNvPr id="249863" name="Rectangle 7"/>
          <p:cNvSpPr>
            <a:spLocks noChangeArrowheads="1"/>
          </p:cNvSpPr>
          <p:nvPr/>
        </p:nvSpPr>
        <p:spPr bwMode="auto">
          <a:xfrm>
            <a:off x="6372225" y="1252538"/>
            <a:ext cx="2663825" cy="646112"/>
          </a:xfrm>
          <a:prstGeom prst="rect">
            <a:avLst/>
          </a:prstGeom>
          <a:noFill/>
          <a:ln w="9525">
            <a:noFill/>
            <a:miter lim="800000"/>
            <a:headEnd/>
            <a:tailEnd/>
          </a:ln>
        </p:spPr>
        <p:txBody>
          <a:bodyPr lIns="90000" tIns="46800" rIns="90000" bIns="46800"/>
          <a:lstStyle/>
          <a:p>
            <a:pPr algn="ctr">
              <a:lnSpc>
                <a:spcPct val="115000"/>
              </a:lnSpc>
              <a:spcBef>
                <a:spcPct val="0"/>
              </a:spcBef>
            </a:pPr>
            <a:r>
              <a:rPr lang="zh-CN" altLang="en-US">
                <a:solidFill>
                  <a:srgbClr val="3333CC"/>
                </a:solidFill>
                <a:ea typeface="宋体" pitchFamily="2" charset="-122"/>
              </a:rPr>
              <a:t>数学表达式</a:t>
            </a:r>
          </a:p>
        </p:txBody>
      </p:sp>
      <p:sp>
        <p:nvSpPr>
          <p:cNvPr id="249864" name="Rectangle 8"/>
          <p:cNvSpPr>
            <a:spLocks noChangeArrowheads="1"/>
          </p:cNvSpPr>
          <p:nvPr/>
        </p:nvSpPr>
        <p:spPr bwMode="auto">
          <a:xfrm>
            <a:off x="4500563" y="1252538"/>
            <a:ext cx="1871662" cy="646112"/>
          </a:xfrm>
          <a:prstGeom prst="rect">
            <a:avLst/>
          </a:prstGeom>
          <a:noFill/>
          <a:ln w="9525">
            <a:noFill/>
            <a:miter lim="800000"/>
            <a:headEnd/>
            <a:tailEnd/>
          </a:ln>
        </p:spPr>
        <p:txBody>
          <a:bodyPr lIns="90000" tIns="46800" rIns="90000" bIns="46800"/>
          <a:lstStyle/>
          <a:p>
            <a:pPr algn="ctr">
              <a:lnSpc>
                <a:spcPct val="115000"/>
              </a:lnSpc>
              <a:spcBef>
                <a:spcPct val="0"/>
              </a:spcBef>
            </a:pPr>
            <a:r>
              <a:rPr lang="zh-CN" altLang="en-US">
                <a:solidFill>
                  <a:srgbClr val="FF0000"/>
                </a:solidFill>
                <a:ea typeface="宋体" pitchFamily="2" charset="-122"/>
              </a:rPr>
              <a:t>物理量与规律</a:t>
            </a:r>
          </a:p>
        </p:txBody>
      </p:sp>
      <p:sp>
        <p:nvSpPr>
          <p:cNvPr id="249865" name="Rectangle 9"/>
          <p:cNvSpPr>
            <a:spLocks noChangeArrowheads="1"/>
          </p:cNvSpPr>
          <p:nvPr/>
        </p:nvSpPr>
        <p:spPr bwMode="auto">
          <a:xfrm>
            <a:off x="1979613" y="1252538"/>
            <a:ext cx="2520950" cy="646112"/>
          </a:xfrm>
          <a:prstGeom prst="rect">
            <a:avLst/>
          </a:prstGeom>
          <a:noFill/>
          <a:ln w="9525">
            <a:noFill/>
            <a:miter lim="800000"/>
            <a:headEnd/>
            <a:tailEnd/>
          </a:ln>
        </p:spPr>
        <p:txBody>
          <a:bodyPr lIns="90000" tIns="46800" rIns="90000" bIns="46800"/>
          <a:lstStyle/>
          <a:p>
            <a:pPr algn="ctr">
              <a:lnSpc>
                <a:spcPct val="115000"/>
              </a:lnSpc>
              <a:spcBef>
                <a:spcPct val="0"/>
              </a:spcBef>
            </a:pPr>
            <a:r>
              <a:rPr lang="zh-CN" altLang="en-US">
                <a:solidFill>
                  <a:srgbClr val="3333CC"/>
                </a:solidFill>
                <a:ea typeface="宋体" pitchFamily="2" charset="-122"/>
              </a:rPr>
              <a:t>数学表达式</a:t>
            </a:r>
          </a:p>
        </p:txBody>
      </p:sp>
      <p:sp>
        <p:nvSpPr>
          <p:cNvPr id="249866" name="Rectangle 10"/>
          <p:cNvSpPr>
            <a:spLocks noChangeArrowheads="1"/>
          </p:cNvSpPr>
          <p:nvPr/>
        </p:nvSpPr>
        <p:spPr bwMode="auto">
          <a:xfrm>
            <a:off x="106363" y="1252538"/>
            <a:ext cx="1873250" cy="646112"/>
          </a:xfrm>
          <a:prstGeom prst="rect">
            <a:avLst/>
          </a:prstGeom>
          <a:noFill/>
          <a:ln w="9525">
            <a:noFill/>
            <a:miter lim="800000"/>
            <a:headEnd/>
            <a:tailEnd/>
          </a:ln>
        </p:spPr>
        <p:txBody>
          <a:bodyPr lIns="90000" tIns="46800" rIns="90000" bIns="46800"/>
          <a:lstStyle/>
          <a:p>
            <a:pPr algn="ctr">
              <a:lnSpc>
                <a:spcPct val="115000"/>
              </a:lnSpc>
              <a:spcBef>
                <a:spcPct val="0"/>
              </a:spcBef>
            </a:pPr>
            <a:r>
              <a:rPr lang="zh-CN" altLang="en-US">
                <a:solidFill>
                  <a:srgbClr val="FF0000"/>
                </a:solidFill>
                <a:ea typeface="宋体" pitchFamily="2" charset="-122"/>
              </a:rPr>
              <a:t>物理量与规律</a:t>
            </a:r>
          </a:p>
        </p:txBody>
      </p:sp>
      <p:sp>
        <p:nvSpPr>
          <p:cNvPr id="249867" name="Rectangle 11"/>
          <p:cNvSpPr>
            <a:spLocks noChangeArrowheads="1"/>
          </p:cNvSpPr>
          <p:nvPr/>
        </p:nvSpPr>
        <p:spPr bwMode="auto">
          <a:xfrm>
            <a:off x="106363" y="458788"/>
            <a:ext cx="4394200" cy="647700"/>
          </a:xfrm>
          <a:prstGeom prst="rect">
            <a:avLst/>
          </a:prstGeom>
          <a:noFill/>
          <a:ln w="9525">
            <a:noFill/>
            <a:miter lim="800000"/>
            <a:headEnd/>
            <a:tailEnd/>
          </a:ln>
        </p:spPr>
        <p:txBody>
          <a:bodyPr lIns="90000" tIns="46800" rIns="90000" bIns="46800"/>
          <a:lstStyle/>
          <a:p>
            <a:pPr algn="ctr">
              <a:lnSpc>
                <a:spcPct val="115000"/>
              </a:lnSpc>
              <a:spcBef>
                <a:spcPct val="0"/>
              </a:spcBef>
            </a:pPr>
            <a:r>
              <a:rPr lang="zh-CN" altLang="en-US" sz="2800">
                <a:solidFill>
                  <a:srgbClr val="00CC00"/>
                </a:solidFill>
                <a:ea typeface="宋体" pitchFamily="2" charset="-122"/>
              </a:rPr>
              <a:t>刚体的定轴转动</a:t>
            </a:r>
          </a:p>
        </p:txBody>
      </p:sp>
      <p:sp>
        <p:nvSpPr>
          <p:cNvPr id="249868" name="Line 12"/>
          <p:cNvSpPr>
            <a:spLocks noChangeShapeType="1"/>
          </p:cNvSpPr>
          <p:nvPr/>
        </p:nvSpPr>
        <p:spPr bwMode="auto">
          <a:xfrm>
            <a:off x="1979613" y="1222375"/>
            <a:ext cx="0" cy="5311775"/>
          </a:xfrm>
          <a:prstGeom prst="line">
            <a:avLst/>
          </a:prstGeom>
          <a:noFill/>
          <a:ln w="19050">
            <a:solidFill>
              <a:schemeClr val="tx1"/>
            </a:solidFill>
            <a:round/>
            <a:headEnd/>
            <a:tailEnd/>
          </a:ln>
        </p:spPr>
        <p:txBody>
          <a:bodyPr lIns="90000" tIns="46800" rIns="90000" bIns="46800"/>
          <a:lstStyle/>
          <a:p>
            <a:endParaRPr lang="zh-CN" altLang="en-US"/>
          </a:p>
        </p:txBody>
      </p:sp>
      <p:sp>
        <p:nvSpPr>
          <p:cNvPr id="249869" name="Line 13"/>
          <p:cNvSpPr>
            <a:spLocks noChangeShapeType="1"/>
          </p:cNvSpPr>
          <p:nvPr/>
        </p:nvSpPr>
        <p:spPr bwMode="auto">
          <a:xfrm>
            <a:off x="6372225" y="1222375"/>
            <a:ext cx="0" cy="5356225"/>
          </a:xfrm>
          <a:prstGeom prst="line">
            <a:avLst/>
          </a:prstGeom>
          <a:noFill/>
          <a:ln w="19050">
            <a:solidFill>
              <a:schemeClr val="tx1"/>
            </a:solidFill>
            <a:round/>
            <a:headEnd/>
            <a:tailEnd/>
          </a:ln>
        </p:spPr>
        <p:txBody>
          <a:bodyPr lIns="90000" tIns="46800" rIns="90000" bIns="46800"/>
          <a:lstStyle/>
          <a:p>
            <a:endParaRPr lang="zh-CN" altLang="en-US"/>
          </a:p>
        </p:txBody>
      </p:sp>
      <p:sp>
        <p:nvSpPr>
          <p:cNvPr id="249870" name="Line 14"/>
          <p:cNvSpPr>
            <a:spLocks noChangeShapeType="1"/>
          </p:cNvSpPr>
          <p:nvPr/>
        </p:nvSpPr>
        <p:spPr bwMode="auto">
          <a:xfrm>
            <a:off x="106363" y="1222375"/>
            <a:ext cx="8929687" cy="0"/>
          </a:xfrm>
          <a:prstGeom prst="line">
            <a:avLst/>
          </a:prstGeom>
          <a:noFill/>
          <a:ln w="19050">
            <a:solidFill>
              <a:schemeClr val="tx1"/>
            </a:solidFill>
            <a:round/>
            <a:headEnd/>
            <a:tailEnd/>
          </a:ln>
        </p:spPr>
        <p:txBody>
          <a:bodyPr/>
          <a:lstStyle/>
          <a:p>
            <a:endParaRPr lang="zh-CN" altLang="en-US"/>
          </a:p>
        </p:txBody>
      </p:sp>
      <p:sp>
        <p:nvSpPr>
          <p:cNvPr id="249871" name="Line 15"/>
          <p:cNvSpPr>
            <a:spLocks noChangeShapeType="1"/>
          </p:cNvSpPr>
          <p:nvPr/>
        </p:nvSpPr>
        <p:spPr bwMode="auto">
          <a:xfrm>
            <a:off x="106363" y="1868488"/>
            <a:ext cx="8929687" cy="0"/>
          </a:xfrm>
          <a:prstGeom prst="line">
            <a:avLst/>
          </a:prstGeom>
          <a:noFill/>
          <a:ln w="19050">
            <a:solidFill>
              <a:schemeClr val="tx1"/>
            </a:solidFill>
            <a:round/>
            <a:headEnd/>
            <a:tailEnd/>
          </a:ln>
        </p:spPr>
        <p:txBody>
          <a:bodyPr/>
          <a:lstStyle/>
          <a:p>
            <a:endParaRPr lang="zh-CN" altLang="en-US"/>
          </a:p>
        </p:txBody>
      </p:sp>
      <p:sp>
        <p:nvSpPr>
          <p:cNvPr id="249872" name="Line 16"/>
          <p:cNvSpPr>
            <a:spLocks noChangeShapeType="1"/>
          </p:cNvSpPr>
          <p:nvPr/>
        </p:nvSpPr>
        <p:spPr bwMode="auto">
          <a:xfrm>
            <a:off x="4481513" y="368300"/>
            <a:ext cx="0" cy="6210300"/>
          </a:xfrm>
          <a:prstGeom prst="line">
            <a:avLst/>
          </a:prstGeom>
          <a:noFill/>
          <a:ln w="19050">
            <a:solidFill>
              <a:schemeClr val="tx1"/>
            </a:solidFill>
            <a:round/>
            <a:headEnd/>
            <a:tailEnd/>
          </a:ln>
        </p:spPr>
        <p:txBody>
          <a:bodyPr/>
          <a:lstStyle/>
          <a:p>
            <a:endParaRPr lang="zh-CN" altLang="en-US"/>
          </a:p>
        </p:txBody>
      </p:sp>
      <p:graphicFrame>
        <p:nvGraphicFramePr>
          <p:cNvPr id="249873" name="Object 17"/>
          <p:cNvGraphicFramePr>
            <a:graphicFrameLocks noChangeAspect="1"/>
          </p:cNvGraphicFramePr>
          <p:nvPr/>
        </p:nvGraphicFramePr>
        <p:xfrm>
          <a:off x="2987675" y="2222500"/>
          <a:ext cx="306388" cy="306388"/>
        </p:xfrm>
        <a:graphic>
          <a:graphicData uri="http://schemas.openxmlformats.org/presentationml/2006/ole">
            <p:oleObj spid="_x0000_s39938" name="公式" r:id="rId3" imgW="203040" imgH="203040" progId="Equation.3">
              <p:embed/>
            </p:oleObj>
          </a:graphicData>
        </a:graphic>
      </p:graphicFrame>
      <p:graphicFrame>
        <p:nvGraphicFramePr>
          <p:cNvPr id="249874" name="Object 18"/>
          <p:cNvGraphicFramePr>
            <a:graphicFrameLocks noChangeAspect="1"/>
          </p:cNvGraphicFramePr>
          <p:nvPr/>
        </p:nvGraphicFramePr>
        <p:xfrm>
          <a:off x="2987675" y="2984500"/>
          <a:ext cx="207963" cy="265113"/>
        </p:xfrm>
        <a:graphic>
          <a:graphicData uri="http://schemas.openxmlformats.org/presentationml/2006/ole">
            <p:oleObj spid="_x0000_s39939" name="公式" r:id="rId4" imgW="139680" imgH="177480" progId="Equation.3">
              <p:embed/>
            </p:oleObj>
          </a:graphicData>
        </a:graphic>
      </p:graphicFrame>
      <p:graphicFrame>
        <p:nvGraphicFramePr>
          <p:cNvPr id="249875" name="Object 19"/>
          <p:cNvGraphicFramePr>
            <a:graphicFrameLocks noChangeAspect="1"/>
          </p:cNvGraphicFramePr>
          <p:nvPr/>
        </p:nvGraphicFramePr>
        <p:xfrm>
          <a:off x="7564438" y="2224088"/>
          <a:ext cx="247650" cy="304800"/>
        </p:xfrm>
        <a:graphic>
          <a:graphicData uri="http://schemas.openxmlformats.org/presentationml/2006/ole">
            <p:oleObj spid="_x0000_s39940" name="公式" r:id="rId5" imgW="164880" imgH="203040" progId="Equation.3">
              <p:embed/>
            </p:oleObj>
          </a:graphicData>
        </a:graphic>
      </p:graphicFrame>
      <p:graphicFrame>
        <p:nvGraphicFramePr>
          <p:cNvPr id="249876" name="Object 20"/>
          <p:cNvGraphicFramePr>
            <a:graphicFrameLocks noChangeAspect="1"/>
          </p:cNvGraphicFramePr>
          <p:nvPr/>
        </p:nvGraphicFramePr>
        <p:xfrm>
          <a:off x="7618413" y="2994025"/>
          <a:ext cx="266700" cy="209550"/>
        </p:xfrm>
        <a:graphic>
          <a:graphicData uri="http://schemas.openxmlformats.org/presentationml/2006/ole">
            <p:oleObj spid="_x0000_s39941" name="公式" r:id="rId6" imgW="177480" imgH="139680" progId="Equation.3">
              <p:embed/>
            </p:oleObj>
          </a:graphicData>
        </a:graphic>
      </p:graphicFrame>
      <p:graphicFrame>
        <p:nvGraphicFramePr>
          <p:cNvPr id="249877" name="Object 21"/>
          <p:cNvGraphicFramePr>
            <a:graphicFrameLocks noChangeAspect="1"/>
          </p:cNvGraphicFramePr>
          <p:nvPr/>
        </p:nvGraphicFramePr>
        <p:xfrm>
          <a:off x="2543175" y="3671888"/>
          <a:ext cx="914400" cy="342900"/>
        </p:xfrm>
        <a:graphic>
          <a:graphicData uri="http://schemas.openxmlformats.org/presentationml/2006/ole">
            <p:oleObj spid="_x0000_s39942" name="公式" r:id="rId7" imgW="609480" imgH="228600" progId="Equation.3">
              <p:embed/>
            </p:oleObj>
          </a:graphicData>
        </a:graphic>
      </p:graphicFrame>
      <p:graphicFrame>
        <p:nvGraphicFramePr>
          <p:cNvPr id="249878" name="Object 22"/>
          <p:cNvGraphicFramePr>
            <a:graphicFrameLocks noChangeAspect="1"/>
          </p:cNvGraphicFramePr>
          <p:nvPr/>
        </p:nvGraphicFramePr>
        <p:xfrm>
          <a:off x="7316788" y="3644900"/>
          <a:ext cx="798512" cy="323850"/>
        </p:xfrm>
        <a:graphic>
          <a:graphicData uri="http://schemas.openxmlformats.org/presentationml/2006/ole">
            <p:oleObj spid="_x0000_s39943" name="公式" r:id="rId8" imgW="533160" imgH="215640" progId="Equation.3">
              <p:embed/>
            </p:oleObj>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49870"/>
                                        </p:tgtEl>
                                        <p:attrNameLst>
                                          <p:attrName>style.visibility</p:attrName>
                                        </p:attrNameLst>
                                      </p:cBhvr>
                                      <p:to>
                                        <p:strVal val="visible"/>
                                      </p:to>
                                    </p:set>
                                    <p:animEffect transition="in" filter="wipe(left)">
                                      <p:cBhvr>
                                        <p:cTn id="7" dur="500"/>
                                        <p:tgtEl>
                                          <p:spTgt spid="249870"/>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49871"/>
                                        </p:tgtEl>
                                        <p:attrNameLst>
                                          <p:attrName>style.visibility</p:attrName>
                                        </p:attrNameLst>
                                      </p:cBhvr>
                                      <p:to>
                                        <p:strVal val="visible"/>
                                      </p:to>
                                    </p:set>
                                    <p:animEffect transition="in" filter="wipe(left)">
                                      <p:cBhvr>
                                        <p:cTn id="10" dur="500"/>
                                        <p:tgtEl>
                                          <p:spTgt spid="249871"/>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249868"/>
                                        </p:tgtEl>
                                        <p:attrNameLst>
                                          <p:attrName>style.visibility</p:attrName>
                                        </p:attrNameLst>
                                      </p:cBhvr>
                                      <p:to>
                                        <p:strVal val="visible"/>
                                      </p:to>
                                    </p:set>
                                    <p:animEffect transition="in" filter="wipe(left)">
                                      <p:cBhvr>
                                        <p:cTn id="13" dur="500"/>
                                        <p:tgtEl>
                                          <p:spTgt spid="249868"/>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249872"/>
                                        </p:tgtEl>
                                        <p:attrNameLst>
                                          <p:attrName>style.visibility</p:attrName>
                                        </p:attrNameLst>
                                      </p:cBhvr>
                                      <p:to>
                                        <p:strVal val="visible"/>
                                      </p:to>
                                    </p:set>
                                    <p:animEffect transition="in" filter="wipe(left)">
                                      <p:cBhvr>
                                        <p:cTn id="16" dur="500"/>
                                        <p:tgtEl>
                                          <p:spTgt spid="249872"/>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249869"/>
                                        </p:tgtEl>
                                        <p:attrNameLst>
                                          <p:attrName>style.visibility</p:attrName>
                                        </p:attrNameLst>
                                      </p:cBhvr>
                                      <p:to>
                                        <p:strVal val="visible"/>
                                      </p:to>
                                    </p:set>
                                    <p:animEffect transition="in" filter="wipe(left)">
                                      <p:cBhvr>
                                        <p:cTn id="19" dur="500"/>
                                        <p:tgtEl>
                                          <p:spTgt spid="249869"/>
                                        </p:tgtEl>
                                      </p:cBhvr>
                                    </p:animEffect>
                                  </p:childTnLst>
                                </p:cTn>
                              </p:par>
                            </p:childTnLst>
                          </p:cTn>
                        </p:par>
                        <p:par>
                          <p:cTn id="20" fill="hold">
                            <p:stCondLst>
                              <p:cond delay="500"/>
                            </p:stCondLst>
                            <p:childTnLst>
                              <p:par>
                                <p:cTn id="21" presetID="22" presetClass="entr" presetSubtype="8" fill="hold" grpId="0" nodeType="afterEffect">
                                  <p:stCondLst>
                                    <p:cond delay="0"/>
                                  </p:stCondLst>
                                  <p:childTnLst>
                                    <p:set>
                                      <p:cBhvr>
                                        <p:cTn id="22" dur="1" fill="hold">
                                          <p:stCondLst>
                                            <p:cond delay="0"/>
                                          </p:stCondLst>
                                        </p:cTn>
                                        <p:tgtEl>
                                          <p:spTgt spid="249867"/>
                                        </p:tgtEl>
                                        <p:attrNameLst>
                                          <p:attrName>style.visibility</p:attrName>
                                        </p:attrNameLst>
                                      </p:cBhvr>
                                      <p:to>
                                        <p:strVal val="visible"/>
                                      </p:to>
                                    </p:set>
                                    <p:animEffect transition="in" filter="wipe(left)">
                                      <p:cBhvr>
                                        <p:cTn id="23" dur="500"/>
                                        <p:tgtEl>
                                          <p:spTgt spid="249867"/>
                                        </p:tgtEl>
                                      </p:cBhvr>
                                    </p:animEffect>
                                  </p:childTnLst>
                                </p:cTn>
                              </p:par>
                            </p:childTnLst>
                          </p:cTn>
                        </p:par>
                        <p:par>
                          <p:cTn id="24" fill="hold">
                            <p:stCondLst>
                              <p:cond delay="1000"/>
                            </p:stCondLst>
                            <p:childTnLst>
                              <p:par>
                                <p:cTn id="25" presetID="22" presetClass="entr" presetSubtype="8" fill="hold" grpId="0" nodeType="afterEffect">
                                  <p:stCondLst>
                                    <p:cond delay="0"/>
                                  </p:stCondLst>
                                  <p:childTnLst>
                                    <p:set>
                                      <p:cBhvr>
                                        <p:cTn id="26" dur="1" fill="hold">
                                          <p:stCondLst>
                                            <p:cond delay="0"/>
                                          </p:stCondLst>
                                        </p:cTn>
                                        <p:tgtEl>
                                          <p:spTgt spid="249858"/>
                                        </p:tgtEl>
                                        <p:attrNameLst>
                                          <p:attrName>style.visibility</p:attrName>
                                        </p:attrNameLst>
                                      </p:cBhvr>
                                      <p:to>
                                        <p:strVal val="visible"/>
                                      </p:to>
                                    </p:set>
                                    <p:animEffect transition="in" filter="wipe(left)">
                                      <p:cBhvr>
                                        <p:cTn id="27" dur="500"/>
                                        <p:tgtEl>
                                          <p:spTgt spid="249858"/>
                                        </p:tgtEl>
                                      </p:cBhvr>
                                    </p:animEffect>
                                  </p:childTnLst>
                                </p:cTn>
                              </p:par>
                            </p:childTnLst>
                          </p:cTn>
                        </p:par>
                        <p:par>
                          <p:cTn id="28" fill="hold">
                            <p:stCondLst>
                              <p:cond delay="1500"/>
                            </p:stCondLst>
                            <p:childTnLst>
                              <p:par>
                                <p:cTn id="29" presetID="22" presetClass="entr" presetSubtype="8" fill="hold" grpId="0" nodeType="afterEffect">
                                  <p:stCondLst>
                                    <p:cond delay="0"/>
                                  </p:stCondLst>
                                  <p:childTnLst>
                                    <p:set>
                                      <p:cBhvr>
                                        <p:cTn id="30" dur="1" fill="hold">
                                          <p:stCondLst>
                                            <p:cond delay="0"/>
                                          </p:stCondLst>
                                        </p:cTn>
                                        <p:tgtEl>
                                          <p:spTgt spid="249866"/>
                                        </p:tgtEl>
                                        <p:attrNameLst>
                                          <p:attrName>style.visibility</p:attrName>
                                        </p:attrNameLst>
                                      </p:cBhvr>
                                      <p:to>
                                        <p:strVal val="visible"/>
                                      </p:to>
                                    </p:set>
                                    <p:animEffect transition="in" filter="wipe(left)">
                                      <p:cBhvr>
                                        <p:cTn id="31" dur="500"/>
                                        <p:tgtEl>
                                          <p:spTgt spid="249866"/>
                                        </p:tgtEl>
                                      </p:cBhvr>
                                    </p:animEffect>
                                  </p:childTnLst>
                                </p:cTn>
                              </p:par>
                              <p:par>
                                <p:cTn id="32" presetID="22" presetClass="entr" presetSubtype="8" fill="hold" grpId="0" nodeType="withEffect">
                                  <p:stCondLst>
                                    <p:cond delay="0"/>
                                  </p:stCondLst>
                                  <p:childTnLst>
                                    <p:set>
                                      <p:cBhvr>
                                        <p:cTn id="33" dur="1" fill="hold">
                                          <p:stCondLst>
                                            <p:cond delay="0"/>
                                          </p:stCondLst>
                                        </p:cTn>
                                        <p:tgtEl>
                                          <p:spTgt spid="249865"/>
                                        </p:tgtEl>
                                        <p:attrNameLst>
                                          <p:attrName>style.visibility</p:attrName>
                                        </p:attrNameLst>
                                      </p:cBhvr>
                                      <p:to>
                                        <p:strVal val="visible"/>
                                      </p:to>
                                    </p:set>
                                    <p:animEffect transition="in" filter="wipe(left)">
                                      <p:cBhvr>
                                        <p:cTn id="34" dur="500"/>
                                        <p:tgtEl>
                                          <p:spTgt spid="249865"/>
                                        </p:tgtEl>
                                      </p:cBhvr>
                                    </p:animEffect>
                                  </p:childTnLst>
                                </p:cTn>
                              </p:par>
                              <p:par>
                                <p:cTn id="35" presetID="22" presetClass="entr" presetSubtype="8" fill="hold" grpId="0" nodeType="withEffect">
                                  <p:stCondLst>
                                    <p:cond delay="0"/>
                                  </p:stCondLst>
                                  <p:childTnLst>
                                    <p:set>
                                      <p:cBhvr>
                                        <p:cTn id="36" dur="1" fill="hold">
                                          <p:stCondLst>
                                            <p:cond delay="0"/>
                                          </p:stCondLst>
                                        </p:cTn>
                                        <p:tgtEl>
                                          <p:spTgt spid="249864"/>
                                        </p:tgtEl>
                                        <p:attrNameLst>
                                          <p:attrName>style.visibility</p:attrName>
                                        </p:attrNameLst>
                                      </p:cBhvr>
                                      <p:to>
                                        <p:strVal val="visible"/>
                                      </p:to>
                                    </p:set>
                                    <p:animEffect transition="in" filter="wipe(left)">
                                      <p:cBhvr>
                                        <p:cTn id="37" dur="500"/>
                                        <p:tgtEl>
                                          <p:spTgt spid="249864"/>
                                        </p:tgtEl>
                                      </p:cBhvr>
                                    </p:animEffect>
                                  </p:childTnLst>
                                </p:cTn>
                              </p:par>
                              <p:par>
                                <p:cTn id="38" presetID="22" presetClass="entr" presetSubtype="8" fill="hold" grpId="0" nodeType="withEffect">
                                  <p:stCondLst>
                                    <p:cond delay="0"/>
                                  </p:stCondLst>
                                  <p:childTnLst>
                                    <p:set>
                                      <p:cBhvr>
                                        <p:cTn id="39" dur="1" fill="hold">
                                          <p:stCondLst>
                                            <p:cond delay="0"/>
                                          </p:stCondLst>
                                        </p:cTn>
                                        <p:tgtEl>
                                          <p:spTgt spid="249863"/>
                                        </p:tgtEl>
                                        <p:attrNameLst>
                                          <p:attrName>style.visibility</p:attrName>
                                        </p:attrNameLst>
                                      </p:cBhvr>
                                      <p:to>
                                        <p:strVal val="visible"/>
                                      </p:to>
                                    </p:set>
                                    <p:animEffect transition="in" filter="wipe(left)">
                                      <p:cBhvr>
                                        <p:cTn id="40" dur="500"/>
                                        <p:tgtEl>
                                          <p:spTgt spid="249863"/>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nodeType="clickEffect">
                                  <p:stCondLst>
                                    <p:cond delay="0"/>
                                  </p:stCondLst>
                                  <p:childTnLst>
                                    <p:set>
                                      <p:cBhvr>
                                        <p:cTn id="44" dur="1" fill="hold">
                                          <p:stCondLst>
                                            <p:cond delay="0"/>
                                          </p:stCondLst>
                                        </p:cTn>
                                        <p:tgtEl>
                                          <p:spTgt spid="249862">
                                            <p:txEl>
                                              <p:pRg st="0" end="0"/>
                                            </p:txEl>
                                          </p:spTgt>
                                        </p:tgtEl>
                                        <p:attrNameLst>
                                          <p:attrName>style.visibility</p:attrName>
                                        </p:attrNameLst>
                                      </p:cBhvr>
                                      <p:to>
                                        <p:strVal val="visible"/>
                                      </p:to>
                                    </p:set>
                                    <p:animEffect transition="in" filter="wipe(left)">
                                      <p:cBhvr>
                                        <p:cTn id="45" dur="500"/>
                                        <p:tgtEl>
                                          <p:spTgt spid="249862">
                                            <p:txEl>
                                              <p:pRg st="0" end="0"/>
                                            </p:txEl>
                                          </p:spTgt>
                                        </p:tgtEl>
                                      </p:cBhvr>
                                    </p:animEffect>
                                  </p:childTnLst>
                                </p:cTn>
                              </p:par>
                            </p:childTnLst>
                          </p:cTn>
                        </p:par>
                        <p:par>
                          <p:cTn id="46" fill="hold">
                            <p:stCondLst>
                              <p:cond delay="500"/>
                            </p:stCondLst>
                            <p:childTnLst>
                              <p:par>
                                <p:cTn id="47" presetID="22" presetClass="entr" presetSubtype="8" fill="hold" nodeType="afterEffect">
                                  <p:stCondLst>
                                    <p:cond delay="0"/>
                                  </p:stCondLst>
                                  <p:childTnLst>
                                    <p:set>
                                      <p:cBhvr>
                                        <p:cTn id="48" dur="1" fill="hold">
                                          <p:stCondLst>
                                            <p:cond delay="0"/>
                                          </p:stCondLst>
                                        </p:cTn>
                                        <p:tgtEl>
                                          <p:spTgt spid="249873"/>
                                        </p:tgtEl>
                                        <p:attrNameLst>
                                          <p:attrName>style.visibility</p:attrName>
                                        </p:attrNameLst>
                                      </p:cBhvr>
                                      <p:to>
                                        <p:strVal val="visible"/>
                                      </p:to>
                                    </p:set>
                                    <p:animEffect transition="in" filter="wipe(left)">
                                      <p:cBhvr>
                                        <p:cTn id="49" dur="500"/>
                                        <p:tgtEl>
                                          <p:spTgt spid="249873"/>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8" fill="hold" nodeType="clickEffect">
                                  <p:stCondLst>
                                    <p:cond delay="0"/>
                                  </p:stCondLst>
                                  <p:childTnLst>
                                    <p:set>
                                      <p:cBhvr>
                                        <p:cTn id="53" dur="1" fill="hold">
                                          <p:stCondLst>
                                            <p:cond delay="0"/>
                                          </p:stCondLst>
                                        </p:cTn>
                                        <p:tgtEl>
                                          <p:spTgt spid="249860">
                                            <p:txEl>
                                              <p:pRg st="0" end="0"/>
                                            </p:txEl>
                                          </p:spTgt>
                                        </p:tgtEl>
                                        <p:attrNameLst>
                                          <p:attrName>style.visibility</p:attrName>
                                        </p:attrNameLst>
                                      </p:cBhvr>
                                      <p:to>
                                        <p:strVal val="visible"/>
                                      </p:to>
                                    </p:set>
                                    <p:animEffect transition="in" filter="wipe(left)">
                                      <p:cBhvr>
                                        <p:cTn id="54" dur="500"/>
                                        <p:tgtEl>
                                          <p:spTgt spid="249860">
                                            <p:txEl>
                                              <p:pRg st="0" end="0"/>
                                            </p:txEl>
                                          </p:spTgt>
                                        </p:tgtEl>
                                      </p:cBhvr>
                                    </p:animEffect>
                                  </p:childTnLst>
                                </p:cTn>
                              </p:par>
                            </p:childTnLst>
                          </p:cTn>
                        </p:par>
                        <p:par>
                          <p:cTn id="55" fill="hold">
                            <p:stCondLst>
                              <p:cond delay="500"/>
                            </p:stCondLst>
                            <p:childTnLst>
                              <p:par>
                                <p:cTn id="56" presetID="22" presetClass="entr" presetSubtype="8" fill="hold" nodeType="afterEffect">
                                  <p:stCondLst>
                                    <p:cond delay="0"/>
                                  </p:stCondLst>
                                  <p:childTnLst>
                                    <p:set>
                                      <p:cBhvr>
                                        <p:cTn id="57" dur="1" fill="hold">
                                          <p:stCondLst>
                                            <p:cond delay="0"/>
                                          </p:stCondLst>
                                        </p:cTn>
                                        <p:tgtEl>
                                          <p:spTgt spid="249875"/>
                                        </p:tgtEl>
                                        <p:attrNameLst>
                                          <p:attrName>style.visibility</p:attrName>
                                        </p:attrNameLst>
                                      </p:cBhvr>
                                      <p:to>
                                        <p:strVal val="visible"/>
                                      </p:to>
                                    </p:set>
                                    <p:animEffect transition="in" filter="wipe(left)">
                                      <p:cBhvr>
                                        <p:cTn id="58" dur="500"/>
                                        <p:tgtEl>
                                          <p:spTgt spid="249875"/>
                                        </p:tgtEl>
                                      </p:cBhvr>
                                    </p:animEffect>
                                  </p:childTnLst>
                                </p:cTn>
                              </p:par>
                            </p:childTnLst>
                          </p:cTn>
                        </p:par>
                      </p:childTnLst>
                    </p:cTn>
                  </p:par>
                  <p:par>
                    <p:cTn id="59" fill="hold">
                      <p:stCondLst>
                        <p:cond delay="indefinite"/>
                      </p:stCondLst>
                      <p:childTnLst>
                        <p:par>
                          <p:cTn id="60" fill="hold">
                            <p:stCondLst>
                              <p:cond delay="0"/>
                            </p:stCondLst>
                            <p:childTnLst>
                              <p:par>
                                <p:cTn id="61" presetID="22" presetClass="entr" presetSubtype="8" fill="hold" nodeType="clickEffect">
                                  <p:stCondLst>
                                    <p:cond delay="0"/>
                                  </p:stCondLst>
                                  <p:childTnLst>
                                    <p:set>
                                      <p:cBhvr>
                                        <p:cTn id="62" dur="1" fill="hold">
                                          <p:stCondLst>
                                            <p:cond delay="0"/>
                                          </p:stCondLst>
                                        </p:cTn>
                                        <p:tgtEl>
                                          <p:spTgt spid="249862">
                                            <p:txEl>
                                              <p:pRg st="1" end="1"/>
                                            </p:txEl>
                                          </p:spTgt>
                                        </p:tgtEl>
                                        <p:attrNameLst>
                                          <p:attrName>style.visibility</p:attrName>
                                        </p:attrNameLst>
                                      </p:cBhvr>
                                      <p:to>
                                        <p:strVal val="visible"/>
                                      </p:to>
                                    </p:set>
                                    <p:animEffect transition="in" filter="wipe(left)">
                                      <p:cBhvr>
                                        <p:cTn id="63" dur="500"/>
                                        <p:tgtEl>
                                          <p:spTgt spid="249862">
                                            <p:txEl>
                                              <p:pRg st="1" end="1"/>
                                            </p:txEl>
                                          </p:spTgt>
                                        </p:tgtEl>
                                      </p:cBhvr>
                                    </p:animEffect>
                                  </p:childTnLst>
                                </p:cTn>
                              </p:par>
                            </p:childTnLst>
                          </p:cTn>
                        </p:par>
                        <p:par>
                          <p:cTn id="64" fill="hold">
                            <p:stCondLst>
                              <p:cond delay="500"/>
                            </p:stCondLst>
                            <p:childTnLst>
                              <p:par>
                                <p:cTn id="65" presetID="22" presetClass="entr" presetSubtype="8" fill="hold" nodeType="afterEffect">
                                  <p:stCondLst>
                                    <p:cond delay="0"/>
                                  </p:stCondLst>
                                  <p:childTnLst>
                                    <p:set>
                                      <p:cBhvr>
                                        <p:cTn id="66" dur="1" fill="hold">
                                          <p:stCondLst>
                                            <p:cond delay="0"/>
                                          </p:stCondLst>
                                        </p:cTn>
                                        <p:tgtEl>
                                          <p:spTgt spid="249874"/>
                                        </p:tgtEl>
                                        <p:attrNameLst>
                                          <p:attrName>style.visibility</p:attrName>
                                        </p:attrNameLst>
                                      </p:cBhvr>
                                      <p:to>
                                        <p:strVal val="visible"/>
                                      </p:to>
                                    </p:set>
                                    <p:animEffect transition="in" filter="wipe(left)">
                                      <p:cBhvr>
                                        <p:cTn id="67" dur="500"/>
                                        <p:tgtEl>
                                          <p:spTgt spid="249874"/>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nodeType="clickEffect">
                                  <p:stCondLst>
                                    <p:cond delay="0"/>
                                  </p:stCondLst>
                                  <p:childTnLst>
                                    <p:set>
                                      <p:cBhvr>
                                        <p:cTn id="71" dur="1" fill="hold">
                                          <p:stCondLst>
                                            <p:cond delay="0"/>
                                          </p:stCondLst>
                                        </p:cTn>
                                        <p:tgtEl>
                                          <p:spTgt spid="249860">
                                            <p:txEl>
                                              <p:pRg st="1" end="1"/>
                                            </p:txEl>
                                          </p:spTgt>
                                        </p:tgtEl>
                                        <p:attrNameLst>
                                          <p:attrName>style.visibility</p:attrName>
                                        </p:attrNameLst>
                                      </p:cBhvr>
                                      <p:to>
                                        <p:strVal val="visible"/>
                                      </p:to>
                                    </p:set>
                                    <p:animEffect transition="in" filter="wipe(left)">
                                      <p:cBhvr>
                                        <p:cTn id="72" dur="500"/>
                                        <p:tgtEl>
                                          <p:spTgt spid="249860">
                                            <p:txEl>
                                              <p:pRg st="1" end="1"/>
                                            </p:txEl>
                                          </p:spTgt>
                                        </p:tgtEl>
                                      </p:cBhvr>
                                    </p:animEffect>
                                  </p:childTnLst>
                                </p:cTn>
                              </p:par>
                            </p:childTnLst>
                          </p:cTn>
                        </p:par>
                        <p:par>
                          <p:cTn id="73" fill="hold">
                            <p:stCondLst>
                              <p:cond delay="500"/>
                            </p:stCondLst>
                            <p:childTnLst>
                              <p:par>
                                <p:cTn id="74" presetID="22" presetClass="entr" presetSubtype="8" fill="hold" nodeType="afterEffect">
                                  <p:stCondLst>
                                    <p:cond delay="0"/>
                                  </p:stCondLst>
                                  <p:childTnLst>
                                    <p:set>
                                      <p:cBhvr>
                                        <p:cTn id="75" dur="1" fill="hold">
                                          <p:stCondLst>
                                            <p:cond delay="0"/>
                                          </p:stCondLst>
                                        </p:cTn>
                                        <p:tgtEl>
                                          <p:spTgt spid="249876"/>
                                        </p:tgtEl>
                                        <p:attrNameLst>
                                          <p:attrName>style.visibility</p:attrName>
                                        </p:attrNameLst>
                                      </p:cBhvr>
                                      <p:to>
                                        <p:strVal val="visible"/>
                                      </p:to>
                                    </p:set>
                                    <p:animEffect transition="in" filter="wipe(left)">
                                      <p:cBhvr>
                                        <p:cTn id="76" dur="500"/>
                                        <p:tgtEl>
                                          <p:spTgt spid="249876"/>
                                        </p:tgtEl>
                                      </p:cBhvr>
                                    </p:animEffect>
                                  </p:childTnLst>
                                </p:cTn>
                              </p:par>
                            </p:childTnLst>
                          </p:cTn>
                        </p:par>
                      </p:childTnLst>
                    </p:cTn>
                  </p:par>
                  <p:par>
                    <p:cTn id="77" fill="hold">
                      <p:stCondLst>
                        <p:cond delay="indefinite"/>
                      </p:stCondLst>
                      <p:childTnLst>
                        <p:par>
                          <p:cTn id="78" fill="hold">
                            <p:stCondLst>
                              <p:cond delay="0"/>
                            </p:stCondLst>
                            <p:childTnLst>
                              <p:par>
                                <p:cTn id="79" presetID="22" presetClass="entr" presetSubtype="8" fill="hold" nodeType="clickEffect">
                                  <p:stCondLst>
                                    <p:cond delay="0"/>
                                  </p:stCondLst>
                                  <p:childTnLst>
                                    <p:set>
                                      <p:cBhvr>
                                        <p:cTn id="80" dur="1" fill="hold">
                                          <p:stCondLst>
                                            <p:cond delay="0"/>
                                          </p:stCondLst>
                                        </p:cTn>
                                        <p:tgtEl>
                                          <p:spTgt spid="249862">
                                            <p:txEl>
                                              <p:pRg st="2" end="2"/>
                                            </p:txEl>
                                          </p:spTgt>
                                        </p:tgtEl>
                                        <p:attrNameLst>
                                          <p:attrName>style.visibility</p:attrName>
                                        </p:attrNameLst>
                                      </p:cBhvr>
                                      <p:to>
                                        <p:strVal val="visible"/>
                                      </p:to>
                                    </p:set>
                                    <p:animEffect transition="in" filter="wipe(left)">
                                      <p:cBhvr>
                                        <p:cTn id="81" dur="500"/>
                                        <p:tgtEl>
                                          <p:spTgt spid="249862">
                                            <p:txEl>
                                              <p:pRg st="2" end="2"/>
                                            </p:txEl>
                                          </p:spTgt>
                                        </p:tgtEl>
                                      </p:cBhvr>
                                    </p:animEffect>
                                  </p:childTnLst>
                                </p:cTn>
                              </p:par>
                            </p:childTnLst>
                          </p:cTn>
                        </p:par>
                        <p:par>
                          <p:cTn id="82" fill="hold">
                            <p:stCondLst>
                              <p:cond delay="500"/>
                            </p:stCondLst>
                            <p:childTnLst>
                              <p:par>
                                <p:cTn id="83" presetID="22" presetClass="entr" presetSubtype="8" fill="hold" nodeType="afterEffect">
                                  <p:stCondLst>
                                    <p:cond delay="0"/>
                                  </p:stCondLst>
                                  <p:childTnLst>
                                    <p:set>
                                      <p:cBhvr>
                                        <p:cTn id="84" dur="1" fill="hold">
                                          <p:stCondLst>
                                            <p:cond delay="0"/>
                                          </p:stCondLst>
                                        </p:cTn>
                                        <p:tgtEl>
                                          <p:spTgt spid="249877"/>
                                        </p:tgtEl>
                                        <p:attrNameLst>
                                          <p:attrName>style.visibility</p:attrName>
                                        </p:attrNameLst>
                                      </p:cBhvr>
                                      <p:to>
                                        <p:strVal val="visible"/>
                                      </p:to>
                                    </p:set>
                                    <p:animEffect transition="in" filter="wipe(left)">
                                      <p:cBhvr>
                                        <p:cTn id="85" dur="500"/>
                                        <p:tgtEl>
                                          <p:spTgt spid="249877"/>
                                        </p:tgtEl>
                                      </p:cBhvr>
                                    </p:animEffect>
                                  </p:childTnLst>
                                </p:cTn>
                              </p:par>
                            </p:childTnLst>
                          </p:cTn>
                        </p:par>
                      </p:childTnLst>
                    </p:cTn>
                  </p:par>
                  <p:par>
                    <p:cTn id="86" fill="hold">
                      <p:stCondLst>
                        <p:cond delay="indefinite"/>
                      </p:stCondLst>
                      <p:childTnLst>
                        <p:par>
                          <p:cTn id="87" fill="hold">
                            <p:stCondLst>
                              <p:cond delay="0"/>
                            </p:stCondLst>
                            <p:childTnLst>
                              <p:par>
                                <p:cTn id="88" presetID="22" presetClass="entr" presetSubtype="8" fill="hold" nodeType="clickEffect">
                                  <p:stCondLst>
                                    <p:cond delay="0"/>
                                  </p:stCondLst>
                                  <p:childTnLst>
                                    <p:set>
                                      <p:cBhvr>
                                        <p:cTn id="89" dur="1" fill="hold">
                                          <p:stCondLst>
                                            <p:cond delay="0"/>
                                          </p:stCondLst>
                                        </p:cTn>
                                        <p:tgtEl>
                                          <p:spTgt spid="249860">
                                            <p:txEl>
                                              <p:pRg st="2" end="2"/>
                                            </p:txEl>
                                          </p:spTgt>
                                        </p:tgtEl>
                                        <p:attrNameLst>
                                          <p:attrName>style.visibility</p:attrName>
                                        </p:attrNameLst>
                                      </p:cBhvr>
                                      <p:to>
                                        <p:strVal val="visible"/>
                                      </p:to>
                                    </p:set>
                                    <p:animEffect transition="in" filter="wipe(left)">
                                      <p:cBhvr>
                                        <p:cTn id="90" dur="500"/>
                                        <p:tgtEl>
                                          <p:spTgt spid="249860">
                                            <p:txEl>
                                              <p:pRg st="2" end="2"/>
                                            </p:txEl>
                                          </p:spTgt>
                                        </p:tgtEl>
                                      </p:cBhvr>
                                    </p:animEffect>
                                  </p:childTnLst>
                                </p:cTn>
                              </p:par>
                            </p:childTnLst>
                          </p:cTn>
                        </p:par>
                        <p:par>
                          <p:cTn id="91" fill="hold">
                            <p:stCondLst>
                              <p:cond delay="500"/>
                            </p:stCondLst>
                            <p:childTnLst>
                              <p:par>
                                <p:cTn id="92" presetID="22" presetClass="entr" presetSubtype="8" fill="hold" nodeType="afterEffect">
                                  <p:stCondLst>
                                    <p:cond delay="0"/>
                                  </p:stCondLst>
                                  <p:childTnLst>
                                    <p:set>
                                      <p:cBhvr>
                                        <p:cTn id="93" dur="1" fill="hold">
                                          <p:stCondLst>
                                            <p:cond delay="0"/>
                                          </p:stCondLst>
                                        </p:cTn>
                                        <p:tgtEl>
                                          <p:spTgt spid="249878"/>
                                        </p:tgtEl>
                                        <p:attrNameLst>
                                          <p:attrName>style.visibility</p:attrName>
                                        </p:attrNameLst>
                                      </p:cBhvr>
                                      <p:to>
                                        <p:strVal val="visible"/>
                                      </p:to>
                                    </p:set>
                                    <p:animEffect transition="in" filter="wipe(left)">
                                      <p:cBhvr>
                                        <p:cTn id="94" dur="500"/>
                                        <p:tgtEl>
                                          <p:spTgt spid="2498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9858" grpId="0"/>
      <p:bldP spid="249863" grpId="0"/>
      <p:bldP spid="249864" grpId="0"/>
      <p:bldP spid="249865" grpId="0"/>
      <p:bldP spid="249866" grpId="0"/>
      <p:bldP spid="249867" grpId="0"/>
      <p:bldP spid="249868" grpId="0" animBg="1"/>
      <p:bldP spid="249869" grpId="0" animBg="1"/>
      <p:bldP spid="249870" grpId="0" animBg="1"/>
      <p:bldP spid="249871" grpId="0" animBg="1"/>
      <p:bldP spid="249872"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2930" name="Line 2"/>
          <p:cNvSpPr>
            <a:spLocks noChangeShapeType="1"/>
          </p:cNvSpPr>
          <p:nvPr/>
        </p:nvSpPr>
        <p:spPr bwMode="auto">
          <a:xfrm>
            <a:off x="7046913" y="3924300"/>
            <a:ext cx="1587" cy="431800"/>
          </a:xfrm>
          <a:prstGeom prst="line">
            <a:avLst/>
          </a:prstGeom>
          <a:noFill/>
          <a:ln w="57150">
            <a:solidFill>
              <a:srgbClr val="FF0000"/>
            </a:solidFill>
            <a:round/>
            <a:headEnd/>
            <a:tailEnd type="triangle" w="med" len="med"/>
          </a:ln>
        </p:spPr>
        <p:txBody>
          <a:bodyPr/>
          <a:lstStyle/>
          <a:p>
            <a:endParaRPr lang="zh-CN" altLang="en-US"/>
          </a:p>
        </p:txBody>
      </p:sp>
      <p:sp>
        <p:nvSpPr>
          <p:cNvPr id="252931" name="Text Box 3"/>
          <p:cNvSpPr txBox="1">
            <a:spLocks noChangeArrowheads="1"/>
          </p:cNvSpPr>
          <p:nvPr/>
        </p:nvSpPr>
        <p:spPr bwMode="auto">
          <a:xfrm>
            <a:off x="655638" y="431800"/>
            <a:ext cx="8237537" cy="1284288"/>
          </a:xfrm>
          <a:prstGeom prst="rect">
            <a:avLst/>
          </a:prstGeom>
          <a:noFill/>
          <a:ln w="9525">
            <a:noFill/>
            <a:miter lim="800000"/>
            <a:headEnd/>
            <a:tailEnd/>
          </a:ln>
        </p:spPr>
        <p:txBody>
          <a:bodyPr>
            <a:spAutoFit/>
          </a:bodyPr>
          <a:lstStyle/>
          <a:p>
            <a:pPr>
              <a:lnSpc>
                <a:spcPct val="115000"/>
              </a:lnSpc>
              <a:spcBef>
                <a:spcPct val="0"/>
              </a:spcBef>
            </a:pPr>
            <a:r>
              <a:rPr lang="zh-CN" altLang="en-US" sz="2400">
                <a:ea typeface="宋体" pitchFamily="2" charset="-122"/>
              </a:rPr>
              <a:t>一定滑轮的质量为 </a:t>
            </a:r>
            <a:r>
              <a:rPr lang="en-US" altLang="zh-CN" sz="2400" i="1">
                <a:solidFill>
                  <a:srgbClr val="FF6600"/>
                </a:solidFill>
                <a:ea typeface="宋体" pitchFamily="2" charset="-122"/>
              </a:rPr>
              <a:t>m</a:t>
            </a:r>
            <a:r>
              <a:rPr lang="en-US" altLang="zh-CN" sz="2400" i="1">
                <a:ea typeface="宋体" pitchFamily="2" charset="-122"/>
              </a:rPr>
              <a:t> </a:t>
            </a:r>
            <a:r>
              <a:rPr lang="zh-CN" altLang="en-US" sz="2400">
                <a:ea typeface="宋体" pitchFamily="2" charset="-122"/>
              </a:rPr>
              <a:t>，半径为 </a:t>
            </a:r>
            <a:r>
              <a:rPr lang="en-US" altLang="zh-CN" sz="2400" i="1">
                <a:solidFill>
                  <a:srgbClr val="FF6600"/>
                </a:solidFill>
                <a:ea typeface="宋体" pitchFamily="2" charset="-122"/>
              </a:rPr>
              <a:t>r</a:t>
            </a:r>
            <a:r>
              <a:rPr lang="en-US" altLang="zh-CN" sz="2400">
                <a:solidFill>
                  <a:srgbClr val="FF6600"/>
                </a:solidFill>
                <a:ea typeface="宋体" pitchFamily="2" charset="-122"/>
              </a:rPr>
              <a:t> </a:t>
            </a:r>
            <a:r>
              <a:rPr lang="zh-CN" altLang="en-US" sz="2400">
                <a:ea typeface="宋体" pitchFamily="2" charset="-122"/>
              </a:rPr>
              <a:t>，不能伸长的轻绳两边分别系 </a:t>
            </a:r>
            <a:r>
              <a:rPr lang="en-US" altLang="zh-CN" sz="2400" i="1">
                <a:solidFill>
                  <a:srgbClr val="FF6600"/>
                </a:solidFill>
                <a:ea typeface="宋体" pitchFamily="2" charset="-122"/>
              </a:rPr>
              <a:t>m</a:t>
            </a:r>
            <a:r>
              <a:rPr lang="en-US" altLang="zh-CN" sz="2400" baseline="-25000">
                <a:solidFill>
                  <a:srgbClr val="FF6600"/>
                </a:solidFill>
                <a:ea typeface="宋体" pitchFamily="2" charset="-122"/>
              </a:rPr>
              <a:t>1</a:t>
            </a:r>
            <a:r>
              <a:rPr lang="en-US" altLang="zh-CN" sz="2400">
                <a:solidFill>
                  <a:srgbClr val="FF6600"/>
                </a:solidFill>
                <a:ea typeface="宋体" pitchFamily="2" charset="-122"/>
              </a:rPr>
              <a:t> </a:t>
            </a:r>
            <a:r>
              <a:rPr lang="zh-CN" altLang="en-US" sz="2400">
                <a:ea typeface="宋体" pitchFamily="2" charset="-122"/>
              </a:rPr>
              <a:t>和</a:t>
            </a:r>
            <a:r>
              <a:rPr lang="zh-CN" altLang="en-US" sz="2400">
                <a:solidFill>
                  <a:srgbClr val="FF6600"/>
                </a:solidFill>
                <a:ea typeface="宋体" pitchFamily="2" charset="-122"/>
              </a:rPr>
              <a:t> </a:t>
            </a:r>
            <a:r>
              <a:rPr lang="en-US" altLang="zh-CN" sz="2400" i="1">
                <a:solidFill>
                  <a:srgbClr val="FF6600"/>
                </a:solidFill>
                <a:ea typeface="宋体" pitchFamily="2" charset="-122"/>
              </a:rPr>
              <a:t>m</a:t>
            </a:r>
            <a:r>
              <a:rPr lang="en-US" altLang="zh-CN" sz="2400" baseline="-25000">
                <a:solidFill>
                  <a:srgbClr val="FF6600"/>
                </a:solidFill>
                <a:ea typeface="宋体" pitchFamily="2" charset="-122"/>
              </a:rPr>
              <a:t>2</a:t>
            </a:r>
            <a:r>
              <a:rPr lang="en-US" altLang="zh-CN" sz="2400">
                <a:solidFill>
                  <a:srgbClr val="FF6600"/>
                </a:solidFill>
                <a:ea typeface="宋体" pitchFamily="2" charset="-122"/>
              </a:rPr>
              <a:t> </a:t>
            </a:r>
            <a:r>
              <a:rPr lang="zh-CN" altLang="en-US" sz="2400">
                <a:ea typeface="宋体" pitchFamily="2" charset="-122"/>
              </a:rPr>
              <a:t>的物体挂于滑轮上，绳与滑轮间无相对滑动。</a:t>
            </a:r>
            <a:r>
              <a:rPr lang="zh-CN" altLang="en-US" sz="2000">
                <a:ea typeface="宋体" pitchFamily="2" charset="-122"/>
              </a:rPr>
              <a:t>（设轮轴光滑无摩擦，滑轮的初角速度为零）</a:t>
            </a:r>
          </a:p>
        </p:txBody>
      </p:sp>
      <p:sp>
        <p:nvSpPr>
          <p:cNvPr id="252932" name="Rectangle 4"/>
          <p:cNvSpPr>
            <a:spLocks noChangeArrowheads="1"/>
          </p:cNvSpPr>
          <p:nvPr/>
        </p:nvSpPr>
        <p:spPr bwMode="auto">
          <a:xfrm>
            <a:off x="115888" y="395288"/>
            <a:ext cx="490537" cy="512762"/>
          </a:xfrm>
          <a:prstGeom prst="rect">
            <a:avLst/>
          </a:prstGeom>
          <a:noFill/>
          <a:ln w="9525">
            <a:noFill/>
            <a:miter lim="800000"/>
            <a:headEnd/>
            <a:tailEnd/>
          </a:ln>
        </p:spPr>
        <p:txBody>
          <a:bodyPr wrap="none">
            <a:spAutoFit/>
          </a:bodyPr>
          <a:lstStyle/>
          <a:p>
            <a:pPr>
              <a:lnSpc>
                <a:spcPct val="115000"/>
              </a:lnSpc>
              <a:spcBef>
                <a:spcPct val="0"/>
              </a:spcBef>
            </a:pPr>
            <a:r>
              <a:rPr lang="zh-CN" altLang="en-US" sz="2400">
                <a:solidFill>
                  <a:srgbClr val="FF0000"/>
                </a:solidFill>
                <a:ea typeface="宋体" pitchFamily="2" charset="-122"/>
              </a:rPr>
              <a:t>例</a:t>
            </a:r>
          </a:p>
        </p:txBody>
      </p:sp>
      <p:grpSp>
        <p:nvGrpSpPr>
          <p:cNvPr id="2" name="Group 5"/>
          <p:cNvGrpSpPr>
            <a:grpSpLocks/>
          </p:cNvGrpSpPr>
          <p:nvPr/>
        </p:nvGrpSpPr>
        <p:grpSpPr bwMode="auto">
          <a:xfrm>
            <a:off x="6427788" y="1357313"/>
            <a:ext cx="2227262" cy="2970212"/>
            <a:chOff x="3923" y="1562"/>
            <a:chExt cx="1403" cy="1871"/>
          </a:xfrm>
        </p:grpSpPr>
        <p:sp>
          <p:nvSpPr>
            <p:cNvPr id="40997" name="Rectangle 6" descr="深色木质"/>
            <p:cNvSpPr>
              <a:spLocks noChangeArrowheads="1"/>
            </p:cNvSpPr>
            <p:nvPr/>
          </p:nvSpPr>
          <p:spPr bwMode="auto">
            <a:xfrm>
              <a:off x="4686" y="3161"/>
              <a:ext cx="317" cy="272"/>
            </a:xfrm>
            <a:prstGeom prst="rect">
              <a:avLst/>
            </a:prstGeom>
            <a:blipFill dpi="0" rotWithShape="1">
              <a:blip r:embed="rId3">
                <a:alphaModFix amt="70000"/>
              </a:blip>
              <a:srcRect/>
              <a:tile tx="0" ty="0" sx="100000" sy="100000" flip="none" algn="tl"/>
            </a:blipFill>
            <a:ln w="9525">
              <a:miter lim="800000"/>
              <a:headEnd/>
              <a:tailEnd/>
            </a:ln>
            <a:scene3d>
              <a:camera prst="legacyObliqueTopRight"/>
              <a:lightRig rig="legacyFlat1" dir="t"/>
            </a:scene3d>
            <a:sp3d extrusionH="290500" prstMaterial="legacyMatte">
              <a:bevelT w="13500" h="13500" prst="angle"/>
              <a:bevelB w="13500" h="13500" prst="angle"/>
              <a:extrusionClr>
                <a:srgbClr val="FFA347"/>
              </a:extrusionClr>
            </a:sp3d>
          </p:spPr>
          <p:txBody>
            <a:bodyPr wrap="none" anchor="ctr">
              <a:flatTx/>
            </a:bodyPr>
            <a:lstStyle/>
            <a:p>
              <a:endParaRPr lang="zh-CN" altLang="en-US"/>
            </a:p>
          </p:txBody>
        </p:sp>
        <p:sp>
          <p:nvSpPr>
            <p:cNvPr id="40998" name="Oval 7"/>
            <p:cNvSpPr>
              <a:spLocks noChangeArrowheads="1"/>
            </p:cNvSpPr>
            <p:nvPr/>
          </p:nvSpPr>
          <p:spPr bwMode="auto">
            <a:xfrm>
              <a:off x="4324" y="1848"/>
              <a:ext cx="552" cy="539"/>
            </a:xfrm>
            <a:prstGeom prst="ellipse">
              <a:avLst/>
            </a:prstGeom>
            <a:solidFill>
              <a:srgbClr val="66FFFF">
                <a:alpha val="50195"/>
              </a:srgbClr>
            </a:solidFill>
            <a:ln w="9525">
              <a:round/>
              <a:headEnd/>
              <a:tailEnd/>
            </a:ln>
            <a:scene3d>
              <a:camera prst="legacyObliqueTopRight">
                <a:rot lat="0" lon="21299994" rev="0"/>
              </a:camera>
              <a:lightRig rig="legacyFlat2" dir="t"/>
            </a:scene3d>
            <a:sp3d extrusionH="11100" prstMaterial="legacyMatte">
              <a:bevelT w="13500" h="13500" prst="angle"/>
              <a:bevelB w="13500" h="13500" prst="angle"/>
              <a:extrusionClr>
                <a:srgbClr val="66FFFF"/>
              </a:extrusionClr>
            </a:sp3d>
          </p:spPr>
          <p:txBody>
            <a:bodyPr wrap="none" anchor="ctr">
              <a:flatTx/>
            </a:bodyPr>
            <a:lstStyle/>
            <a:p>
              <a:endParaRPr lang="zh-CN" altLang="en-US"/>
            </a:p>
          </p:txBody>
        </p:sp>
        <p:sp>
          <p:nvSpPr>
            <p:cNvPr id="40999" name="Rectangle 8" descr="绿色大理石"/>
            <p:cNvSpPr>
              <a:spLocks noChangeArrowheads="1"/>
            </p:cNvSpPr>
            <p:nvPr/>
          </p:nvSpPr>
          <p:spPr bwMode="auto">
            <a:xfrm>
              <a:off x="4209" y="3038"/>
              <a:ext cx="182" cy="182"/>
            </a:xfrm>
            <a:prstGeom prst="rect">
              <a:avLst/>
            </a:prstGeom>
            <a:blipFill dpi="0" rotWithShape="1">
              <a:blip r:embed="rId4">
                <a:alphaModFix amt="70000"/>
              </a:blip>
              <a:srcRect/>
              <a:tile tx="0" ty="0" sx="100000" sy="100000" flip="none" algn="tl"/>
            </a:blipFill>
            <a:ln w="9525">
              <a:miter lim="800000"/>
              <a:headEnd/>
              <a:tailEnd/>
            </a:ln>
            <a:scene3d>
              <a:camera prst="legacyObliqueTopRight"/>
              <a:lightRig rig="legacyFlat3" dir="b"/>
            </a:scene3d>
            <a:sp3d extrusionH="163500" prstMaterial="legacyPlastic">
              <a:bevelT w="13500" h="13500" prst="angle"/>
              <a:bevelB w="13500" h="13500" prst="angle"/>
              <a:extrusionClr>
                <a:srgbClr val="008000"/>
              </a:extrusionClr>
            </a:sp3d>
          </p:spPr>
          <p:txBody>
            <a:bodyPr wrap="none" anchor="ctr">
              <a:flatTx/>
            </a:bodyPr>
            <a:lstStyle/>
            <a:p>
              <a:endParaRPr lang="zh-CN" altLang="en-US"/>
            </a:p>
          </p:txBody>
        </p:sp>
        <p:graphicFrame>
          <p:nvGraphicFramePr>
            <p:cNvPr id="40976" name="Object 9"/>
            <p:cNvGraphicFramePr>
              <a:graphicFrameLocks noChangeAspect="1"/>
            </p:cNvGraphicFramePr>
            <p:nvPr/>
          </p:nvGraphicFramePr>
          <p:xfrm>
            <a:off x="5070" y="3121"/>
            <a:ext cx="256" cy="280"/>
          </p:xfrm>
          <a:graphic>
            <a:graphicData uri="http://schemas.openxmlformats.org/presentationml/2006/ole">
              <p:oleObj spid="_x0000_s40976" name="公式" r:id="rId5" imgW="406080" imgH="444240" progId="Equation.3">
                <p:embed/>
              </p:oleObj>
            </a:graphicData>
          </a:graphic>
        </p:graphicFrame>
        <p:graphicFrame>
          <p:nvGraphicFramePr>
            <p:cNvPr id="40977" name="Object 10"/>
            <p:cNvGraphicFramePr>
              <a:graphicFrameLocks noChangeAspect="1"/>
            </p:cNvGraphicFramePr>
            <p:nvPr/>
          </p:nvGraphicFramePr>
          <p:xfrm>
            <a:off x="3923" y="2976"/>
            <a:ext cx="280" cy="280"/>
          </p:xfrm>
          <a:graphic>
            <a:graphicData uri="http://schemas.openxmlformats.org/presentationml/2006/ole">
              <p:oleObj spid="_x0000_s40977" name="公式" r:id="rId6" imgW="444240" imgH="444240" progId="Equation.3">
                <p:embed/>
              </p:oleObj>
            </a:graphicData>
          </a:graphic>
        </p:graphicFrame>
        <p:graphicFrame>
          <p:nvGraphicFramePr>
            <p:cNvPr id="40978" name="Object 11"/>
            <p:cNvGraphicFramePr>
              <a:graphicFrameLocks noChangeAspect="1"/>
            </p:cNvGraphicFramePr>
            <p:nvPr/>
          </p:nvGraphicFramePr>
          <p:xfrm>
            <a:off x="4348" y="2040"/>
            <a:ext cx="200" cy="152"/>
          </p:xfrm>
          <a:graphic>
            <a:graphicData uri="http://schemas.openxmlformats.org/presentationml/2006/ole">
              <p:oleObj spid="_x0000_s40978" name="公式" r:id="rId7" imgW="317160" imgH="241200" progId="Equation.3">
                <p:embed/>
              </p:oleObj>
            </a:graphicData>
          </a:graphic>
        </p:graphicFrame>
        <p:sp>
          <p:nvSpPr>
            <p:cNvPr id="41000" name="Line 12"/>
            <p:cNvSpPr>
              <a:spLocks noChangeShapeType="1"/>
            </p:cNvSpPr>
            <p:nvPr/>
          </p:nvSpPr>
          <p:spPr bwMode="auto">
            <a:xfrm>
              <a:off x="4318" y="2115"/>
              <a:ext cx="0" cy="907"/>
            </a:xfrm>
            <a:prstGeom prst="line">
              <a:avLst/>
            </a:prstGeom>
            <a:noFill/>
            <a:ln w="38100">
              <a:solidFill>
                <a:srgbClr val="0066FF"/>
              </a:solidFill>
              <a:round/>
              <a:headEnd/>
              <a:tailEnd/>
            </a:ln>
          </p:spPr>
          <p:txBody>
            <a:bodyPr/>
            <a:lstStyle/>
            <a:p>
              <a:endParaRPr lang="zh-CN" altLang="en-US"/>
            </a:p>
          </p:txBody>
        </p:sp>
        <p:sp>
          <p:nvSpPr>
            <p:cNvPr id="41001" name="Arc 13"/>
            <p:cNvSpPr>
              <a:spLocks/>
            </p:cNvSpPr>
            <p:nvPr/>
          </p:nvSpPr>
          <p:spPr bwMode="auto">
            <a:xfrm flipV="1">
              <a:off x="4318" y="1835"/>
              <a:ext cx="566" cy="290"/>
            </a:xfrm>
            <a:custGeom>
              <a:avLst/>
              <a:gdLst>
                <a:gd name="T0" fmla="*/ 0 w 43200"/>
                <a:gd name="T1" fmla="*/ 0 h 23082"/>
                <a:gd name="T2" fmla="*/ 0 w 43200"/>
                <a:gd name="T3" fmla="*/ 0 h 23082"/>
                <a:gd name="T4" fmla="*/ 0 w 43200"/>
                <a:gd name="T5" fmla="*/ 0 h 23082"/>
                <a:gd name="T6" fmla="*/ 0 60000 65536"/>
                <a:gd name="T7" fmla="*/ 0 60000 65536"/>
                <a:gd name="T8" fmla="*/ 0 60000 65536"/>
                <a:gd name="T9" fmla="*/ 0 w 43200"/>
                <a:gd name="T10" fmla="*/ 0 h 23082"/>
                <a:gd name="T11" fmla="*/ 43200 w 43200"/>
                <a:gd name="T12" fmla="*/ 23082 h 23082"/>
              </a:gdLst>
              <a:ahLst/>
              <a:cxnLst>
                <a:cxn ang="T6">
                  <a:pos x="T0" y="T1"/>
                </a:cxn>
                <a:cxn ang="T7">
                  <a:pos x="T2" y="T3"/>
                </a:cxn>
                <a:cxn ang="T8">
                  <a:pos x="T4" y="T5"/>
                </a:cxn>
              </a:cxnLst>
              <a:rect l="T9" t="T10" r="T11" b="T12"/>
              <a:pathLst>
                <a:path w="43200" h="23082" fill="none" extrusionOk="0">
                  <a:moveTo>
                    <a:pt x="43149" y="-1"/>
                  </a:moveTo>
                  <a:cubicBezTo>
                    <a:pt x="43183" y="493"/>
                    <a:pt x="43200" y="987"/>
                    <a:pt x="43200" y="1482"/>
                  </a:cubicBezTo>
                  <a:cubicBezTo>
                    <a:pt x="43200" y="13411"/>
                    <a:pt x="33529" y="23082"/>
                    <a:pt x="21600" y="23082"/>
                  </a:cubicBezTo>
                  <a:cubicBezTo>
                    <a:pt x="9670" y="23082"/>
                    <a:pt x="0" y="13411"/>
                    <a:pt x="0" y="1482"/>
                  </a:cubicBezTo>
                  <a:cubicBezTo>
                    <a:pt x="-1" y="1262"/>
                    <a:pt x="3" y="1043"/>
                    <a:pt x="10" y="824"/>
                  </a:cubicBezTo>
                </a:path>
                <a:path w="43200" h="23082" stroke="0" extrusionOk="0">
                  <a:moveTo>
                    <a:pt x="43149" y="-1"/>
                  </a:moveTo>
                  <a:cubicBezTo>
                    <a:pt x="43183" y="493"/>
                    <a:pt x="43200" y="987"/>
                    <a:pt x="43200" y="1482"/>
                  </a:cubicBezTo>
                  <a:cubicBezTo>
                    <a:pt x="43200" y="13411"/>
                    <a:pt x="33529" y="23082"/>
                    <a:pt x="21600" y="23082"/>
                  </a:cubicBezTo>
                  <a:cubicBezTo>
                    <a:pt x="9670" y="23082"/>
                    <a:pt x="0" y="13411"/>
                    <a:pt x="0" y="1482"/>
                  </a:cubicBezTo>
                  <a:cubicBezTo>
                    <a:pt x="-1" y="1262"/>
                    <a:pt x="3" y="1043"/>
                    <a:pt x="10" y="824"/>
                  </a:cubicBezTo>
                  <a:lnTo>
                    <a:pt x="21600" y="1482"/>
                  </a:lnTo>
                  <a:close/>
                </a:path>
              </a:pathLst>
            </a:custGeom>
            <a:noFill/>
            <a:ln w="38100">
              <a:solidFill>
                <a:srgbClr val="0066FF"/>
              </a:solidFill>
              <a:round/>
              <a:headEnd/>
              <a:tailEnd/>
            </a:ln>
          </p:spPr>
          <p:txBody>
            <a:bodyPr wrap="none" anchor="ctr"/>
            <a:lstStyle/>
            <a:p>
              <a:endParaRPr lang="zh-CN" altLang="en-US"/>
            </a:p>
          </p:txBody>
        </p:sp>
        <p:sp>
          <p:nvSpPr>
            <p:cNvPr id="41002" name="Rectangle 14"/>
            <p:cNvSpPr>
              <a:spLocks noChangeArrowheads="1"/>
            </p:cNvSpPr>
            <p:nvPr/>
          </p:nvSpPr>
          <p:spPr bwMode="auto">
            <a:xfrm>
              <a:off x="4542" y="1698"/>
              <a:ext cx="124" cy="462"/>
            </a:xfrm>
            <a:prstGeom prst="rect">
              <a:avLst/>
            </a:prstGeom>
            <a:solidFill>
              <a:schemeClr val="accent1"/>
            </a:solidFill>
            <a:ln w="9525">
              <a:solidFill>
                <a:schemeClr val="tx1"/>
              </a:solidFill>
              <a:miter lim="800000"/>
              <a:headEnd/>
              <a:tailEnd/>
            </a:ln>
          </p:spPr>
          <p:txBody>
            <a:bodyPr wrap="none" anchor="ctr"/>
            <a:lstStyle/>
            <a:p>
              <a:endParaRPr lang="zh-CN" altLang="en-US"/>
            </a:p>
          </p:txBody>
        </p:sp>
        <p:grpSp>
          <p:nvGrpSpPr>
            <p:cNvPr id="41003" name="Group 15"/>
            <p:cNvGrpSpPr>
              <a:grpSpLocks/>
            </p:cNvGrpSpPr>
            <p:nvPr/>
          </p:nvGrpSpPr>
          <p:grpSpPr bwMode="auto">
            <a:xfrm>
              <a:off x="4262" y="1562"/>
              <a:ext cx="659" cy="137"/>
              <a:chOff x="4262" y="1562"/>
              <a:chExt cx="659" cy="137"/>
            </a:xfrm>
          </p:grpSpPr>
          <p:sp>
            <p:nvSpPr>
              <p:cNvPr id="41006" name="Line 16"/>
              <p:cNvSpPr>
                <a:spLocks noChangeShapeType="1"/>
              </p:cNvSpPr>
              <p:nvPr/>
            </p:nvSpPr>
            <p:spPr bwMode="auto">
              <a:xfrm>
                <a:off x="4262" y="1699"/>
                <a:ext cx="614" cy="0"/>
              </a:xfrm>
              <a:prstGeom prst="line">
                <a:avLst/>
              </a:prstGeom>
              <a:noFill/>
              <a:ln w="38100">
                <a:solidFill>
                  <a:srgbClr val="FF9900"/>
                </a:solidFill>
                <a:round/>
                <a:headEnd/>
                <a:tailEnd/>
              </a:ln>
            </p:spPr>
            <p:txBody>
              <a:bodyPr/>
              <a:lstStyle/>
              <a:p>
                <a:endParaRPr lang="zh-CN" altLang="en-US"/>
              </a:p>
            </p:txBody>
          </p:sp>
          <p:sp>
            <p:nvSpPr>
              <p:cNvPr id="41007" name="Line 17"/>
              <p:cNvSpPr>
                <a:spLocks noChangeShapeType="1"/>
              </p:cNvSpPr>
              <p:nvPr/>
            </p:nvSpPr>
            <p:spPr bwMode="auto">
              <a:xfrm flipV="1">
                <a:off x="4286" y="1562"/>
                <a:ext cx="91" cy="137"/>
              </a:xfrm>
              <a:prstGeom prst="line">
                <a:avLst/>
              </a:prstGeom>
              <a:noFill/>
              <a:ln w="28575">
                <a:solidFill>
                  <a:srgbClr val="FF9900"/>
                </a:solidFill>
                <a:round/>
                <a:headEnd/>
                <a:tailEnd/>
              </a:ln>
            </p:spPr>
            <p:txBody>
              <a:bodyPr/>
              <a:lstStyle/>
              <a:p>
                <a:endParaRPr lang="zh-CN" altLang="en-US"/>
              </a:p>
            </p:txBody>
          </p:sp>
          <p:sp>
            <p:nvSpPr>
              <p:cNvPr id="41008" name="Line 18"/>
              <p:cNvSpPr>
                <a:spLocks noChangeShapeType="1"/>
              </p:cNvSpPr>
              <p:nvPr/>
            </p:nvSpPr>
            <p:spPr bwMode="auto">
              <a:xfrm flipV="1">
                <a:off x="4336" y="1562"/>
                <a:ext cx="91" cy="137"/>
              </a:xfrm>
              <a:prstGeom prst="line">
                <a:avLst/>
              </a:prstGeom>
              <a:noFill/>
              <a:ln w="28575">
                <a:solidFill>
                  <a:srgbClr val="FF9900"/>
                </a:solidFill>
                <a:round/>
                <a:headEnd/>
                <a:tailEnd/>
              </a:ln>
            </p:spPr>
            <p:txBody>
              <a:bodyPr/>
              <a:lstStyle/>
              <a:p>
                <a:endParaRPr lang="zh-CN" altLang="en-US"/>
              </a:p>
            </p:txBody>
          </p:sp>
          <p:sp>
            <p:nvSpPr>
              <p:cNvPr id="41009" name="Line 19"/>
              <p:cNvSpPr>
                <a:spLocks noChangeShapeType="1"/>
              </p:cNvSpPr>
              <p:nvPr/>
            </p:nvSpPr>
            <p:spPr bwMode="auto">
              <a:xfrm flipV="1">
                <a:off x="4385" y="1562"/>
                <a:ext cx="91" cy="137"/>
              </a:xfrm>
              <a:prstGeom prst="line">
                <a:avLst/>
              </a:prstGeom>
              <a:noFill/>
              <a:ln w="28575">
                <a:solidFill>
                  <a:srgbClr val="FF9900"/>
                </a:solidFill>
                <a:round/>
                <a:headEnd/>
                <a:tailEnd/>
              </a:ln>
            </p:spPr>
            <p:txBody>
              <a:bodyPr/>
              <a:lstStyle/>
              <a:p>
                <a:endParaRPr lang="zh-CN" altLang="en-US"/>
              </a:p>
            </p:txBody>
          </p:sp>
          <p:sp>
            <p:nvSpPr>
              <p:cNvPr id="41010" name="Line 20"/>
              <p:cNvSpPr>
                <a:spLocks noChangeShapeType="1"/>
              </p:cNvSpPr>
              <p:nvPr/>
            </p:nvSpPr>
            <p:spPr bwMode="auto">
              <a:xfrm flipV="1">
                <a:off x="4435" y="1562"/>
                <a:ext cx="91" cy="137"/>
              </a:xfrm>
              <a:prstGeom prst="line">
                <a:avLst/>
              </a:prstGeom>
              <a:noFill/>
              <a:ln w="28575">
                <a:solidFill>
                  <a:srgbClr val="FF9900"/>
                </a:solidFill>
                <a:round/>
                <a:headEnd/>
                <a:tailEnd/>
              </a:ln>
            </p:spPr>
            <p:txBody>
              <a:bodyPr/>
              <a:lstStyle/>
              <a:p>
                <a:endParaRPr lang="zh-CN" altLang="en-US"/>
              </a:p>
            </p:txBody>
          </p:sp>
          <p:sp>
            <p:nvSpPr>
              <p:cNvPr id="41011" name="Line 21"/>
              <p:cNvSpPr>
                <a:spLocks noChangeShapeType="1"/>
              </p:cNvSpPr>
              <p:nvPr/>
            </p:nvSpPr>
            <p:spPr bwMode="auto">
              <a:xfrm flipV="1">
                <a:off x="4484" y="1562"/>
                <a:ext cx="91" cy="137"/>
              </a:xfrm>
              <a:prstGeom prst="line">
                <a:avLst/>
              </a:prstGeom>
              <a:noFill/>
              <a:ln w="28575">
                <a:solidFill>
                  <a:srgbClr val="FF9900"/>
                </a:solidFill>
                <a:round/>
                <a:headEnd/>
                <a:tailEnd/>
              </a:ln>
            </p:spPr>
            <p:txBody>
              <a:bodyPr/>
              <a:lstStyle/>
              <a:p>
                <a:endParaRPr lang="zh-CN" altLang="en-US"/>
              </a:p>
            </p:txBody>
          </p:sp>
          <p:sp>
            <p:nvSpPr>
              <p:cNvPr id="41012" name="Line 22"/>
              <p:cNvSpPr>
                <a:spLocks noChangeShapeType="1"/>
              </p:cNvSpPr>
              <p:nvPr/>
            </p:nvSpPr>
            <p:spPr bwMode="auto">
              <a:xfrm flipV="1">
                <a:off x="4534" y="1562"/>
                <a:ext cx="91" cy="137"/>
              </a:xfrm>
              <a:prstGeom prst="line">
                <a:avLst/>
              </a:prstGeom>
              <a:noFill/>
              <a:ln w="28575">
                <a:solidFill>
                  <a:srgbClr val="FF9900"/>
                </a:solidFill>
                <a:round/>
                <a:headEnd/>
                <a:tailEnd/>
              </a:ln>
            </p:spPr>
            <p:txBody>
              <a:bodyPr/>
              <a:lstStyle/>
              <a:p>
                <a:endParaRPr lang="zh-CN" altLang="en-US"/>
              </a:p>
            </p:txBody>
          </p:sp>
          <p:sp>
            <p:nvSpPr>
              <p:cNvPr id="41013" name="Line 23"/>
              <p:cNvSpPr>
                <a:spLocks noChangeShapeType="1"/>
              </p:cNvSpPr>
              <p:nvPr/>
            </p:nvSpPr>
            <p:spPr bwMode="auto">
              <a:xfrm flipV="1">
                <a:off x="4583" y="1562"/>
                <a:ext cx="91" cy="137"/>
              </a:xfrm>
              <a:prstGeom prst="line">
                <a:avLst/>
              </a:prstGeom>
              <a:noFill/>
              <a:ln w="28575">
                <a:solidFill>
                  <a:srgbClr val="FF9900"/>
                </a:solidFill>
                <a:round/>
                <a:headEnd/>
                <a:tailEnd/>
              </a:ln>
            </p:spPr>
            <p:txBody>
              <a:bodyPr/>
              <a:lstStyle/>
              <a:p>
                <a:endParaRPr lang="zh-CN" altLang="en-US"/>
              </a:p>
            </p:txBody>
          </p:sp>
          <p:sp>
            <p:nvSpPr>
              <p:cNvPr id="41014" name="Line 24"/>
              <p:cNvSpPr>
                <a:spLocks noChangeShapeType="1"/>
              </p:cNvSpPr>
              <p:nvPr/>
            </p:nvSpPr>
            <p:spPr bwMode="auto">
              <a:xfrm flipV="1">
                <a:off x="4633" y="1562"/>
                <a:ext cx="91" cy="137"/>
              </a:xfrm>
              <a:prstGeom prst="line">
                <a:avLst/>
              </a:prstGeom>
              <a:noFill/>
              <a:ln w="28575">
                <a:solidFill>
                  <a:srgbClr val="FF9900"/>
                </a:solidFill>
                <a:round/>
                <a:headEnd/>
                <a:tailEnd/>
              </a:ln>
            </p:spPr>
            <p:txBody>
              <a:bodyPr/>
              <a:lstStyle/>
              <a:p>
                <a:endParaRPr lang="zh-CN" altLang="en-US"/>
              </a:p>
            </p:txBody>
          </p:sp>
          <p:sp>
            <p:nvSpPr>
              <p:cNvPr id="41015" name="Line 25"/>
              <p:cNvSpPr>
                <a:spLocks noChangeShapeType="1"/>
              </p:cNvSpPr>
              <p:nvPr/>
            </p:nvSpPr>
            <p:spPr bwMode="auto">
              <a:xfrm flipV="1">
                <a:off x="4682" y="1562"/>
                <a:ext cx="91" cy="137"/>
              </a:xfrm>
              <a:prstGeom prst="line">
                <a:avLst/>
              </a:prstGeom>
              <a:noFill/>
              <a:ln w="28575">
                <a:solidFill>
                  <a:srgbClr val="FF9900"/>
                </a:solidFill>
                <a:round/>
                <a:headEnd/>
                <a:tailEnd/>
              </a:ln>
            </p:spPr>
            <p:txBody>
              <a:bodyPr/>
              <a:lstStyle/>
              <a:p>
                <a:endParaRPr lang="zh-CN" altLang="en-US"/>
              </a:p>
            </p:txBody>
          </p:sp>
          <p:sp>
            <p:nvSpPr>
              <p:cNvPr id="41016" name="Line 26"/>
              <p:cNvSpPr>
                <a:spLocks noChangeShapeType="1"/>
              </p:cNvSpPr>
              <p:nvPr/>
            </p:nvSpPr>
            <p:spPr bwMode="auto">
              <a:xfrm flipV="1">
                <a:off x="4732" y="1562"/>
                <a:ext cx="91" cy="137"/>
              </a:xfrm>
              <a:prstGeom prst="line">
                <a:avLst/>
              </a:prstGeom>
              <a:noFill/>
              <a:ln w="28575">
                <a:solidFill>
                  <a:srgbClr val="FF9900"/>
                </a:solidFill>
                <a:round/>
                <a:headEnd/>
                <a:tailEnd/>
              </a:ln>
            </p:spPr>
            <p:txBody>
              <a:bodyPr/>
              <a:lstStyle/>
              <a:p>
                <a:endParaRPr lang="zh-CN" altLang="en-US"/>
              </a:p>
            </p:txBody>
          </p:sp>
          <p:sp>
            <p:nvSpPr>
              <p:cNvPr id="41017" name="Line 27"/>
              <p:cNvSpPr>
                <a:spLocks noChangeShapeType="1"/>
              </p:cNvSpPr>
              <p:nvPr/>
            </p:nvSpPr>
            <p:spPr bwMode="auto">
              <a:xfrm flipV="1">
                <a:off x="4781" y="1562"/>
                <a:ext cx="91" cy="137"/>
              </a:xfrm>
              <a:prstGeom prst="line">
                <a:avLst/>
              </a:prstGeom>
              <a:noFill/>
              <a:ln w="28575">
                <a:solidFill>
                  <a:srgbClr val="FF9900"/>
                </a:solidFill>
                <a:round/>
                <a:headEnd/>
                <a:tailEnd/>
              </a:ln>
            </p:spPr>
            <p:txBody>
              <a:bodyPr/>
              <a:lstStyle/>
              <a:p>
                <a:endParaRPr lang="zh-CN" altLang="en-US"/>
              </a:p>
            </p:txBody>
          </p:sp>
          <p:sp>
            <p:nvSpPr>
              <p:cNvPr id="41018" name="Line 28"/>
              <p:cNvSpPr>
                <a:spLocks noChangeShapeType="1"/>
              </p:cNvSpPr>
              <p:nvPr/>
            </p:nvSpPr>
            <p:spPr bwMode="auto">
              <a:xfrm flipV="1">
                <a:off x="4830" y="1562"/>
                <a:ext cx="91" cy="137"/>
              </a:xfrm>
              <a:prstGeom prst="line">
                <a:avLst/>
              </a:prstGeom>
              <a:noFill/>
              <a:ln w="28575">
                <a:solidFill>
                  <a:srgbClr val="FF9900"/>
                </a:solidFill>
                <a:round/>
                <a:headEnd/>
                <a:tailEnd/>
              </a:ln>
            </p:spPr>
            <p:txBody>
              <a:bodyPr/>
              <a:lstStyle/>
              <a:p>
                <a:endParaRPr lang="zh-CN" altLang="en-US"/>
              </a:p>
            </p:txBody>
          </p:sp>
        </p:grpSp>
        <p:sp>
          <p:nvSpPr>
            <p:cNvPr id="41004" name="Oval 29"/>
            <p:cNvSpPr>
              <a:spLocks noChangeArrowheads="1"/>
            </p:cNvSpPr>
            <p:nvPr/>
          </p:nvSpPr>
          <p:spPr bwMode="auto">
            <a:xfrm flipV="1">
              <a:off x="4582" y="2056"/>
              <a:ext cx="46" cy="46"/>
            </a:xfrm>
            <a:prstGeom prst="ellipse">
              <a:avLst/>
            </a:prstGeom>
            <a:solidFill>
              <a:srgbClr val="FF0000"/>
            </a:solidFill>
            <a:ln w="9525">
              <a:solidFill>
                <a:schemeClr val="tx1"/>
              </a:solidFill>
              <a:round/>
              <a:headEnd/>
              <a:tailEnd/>
            </a:ln>
          </p:spPr>
          <p:txBody>
            <a:bodyPr wrap="none" anchor="ctr"/>
            <a:lstStyle/>
            <a:p>
              <a:endParaRPr lang="zh-CN" altLang="en-US"/>
            </a:p>
          </p:txBody>
        </p:sp>
        <p:sp>
          <p:nvSpPr>
            <p:cNvPr id="41005" name="Line 30"/>
            <p:cNvSpPr>
              <a:spLocks noChangeShapeType="1"/>
            </p:cNvSpPr>
            <p:nvPr/>
          </p:nvSpPr>
          <p:spPr bwMode="auto">
            <a:xfrm>
              <a:off x="4884" y="2117"/>
              <a:ext cx="0" cy="998"/>
            </a:xfrm>
            <a:prstGeom prst="line">
              <a:avLst/>
            </a:prstGeom>
            <a:noFill/>
            <a:ln w="38100">
              <a:solidFill>
                <a:srgbClr val="0066FF"/>
              </a:solidFill>
              <a:round/>
              <a:headEnd/>
              <a:tailEnd/>
            </a:ln>
          </p:spPr>
          <p:txBody>
            <a:bodyPr/>
            <a:lstStyle/>
            <a:p>
              <a:endParaRPr lang="zh-CN" altLang="en-US"/>
            </a:p>
          </p:txBody>
        </p:sp>
      </p:grpSp>
      <p:sp>
        <p:nvSpPr>
          <p:cNvPr id="252959" name="Rectangle 31"/>
          <p:cNvSpPr>
            <a:spLocks noChangeArrowheads="1"/>
          </p:cNvSpPr>
          <p:nvPr/>
        </p:nvSpPr>
        <p:spPr bwMode="auto">
          <a:xfrm>
            <a:off x="115888" y="1673225"/>
            <a:ext cx="490537" cy="512763"/>
          </a:xfrm>
          <a:prstGeom prst="rect">
            <a:avLst/>
          </a:prstGeom>
          <a:noFill/>
          <a:ln w="9525">
            <a:noFill/>
            <a:miter lim="800000"/>
            <a:headEnd/>
            <a:tailEnd/>
          </a:ln>
        </p:spPr>
        <p:txBody>
          <a:bodyPr wrap="none">
            <a:spAutoFit/>
          </a:bodyPr>
          <a:lstStyle/>
          <a:p>
            <a:pPr>
              <a:lnSpc>
                <a:spcPct val="115000"/>
              </a:lnSpc>
              <a:spcBef>
                <a:spcPct val="0"/>
              </a:spcBef>
            </a:pPr>
            <a:r>
              <a:rPr lang="zh-CN" altLang="en-US" sz="2400">
                <a:solidFill>
                  <a:srgbClr val="FF0000"/>
                </a:solidFill>
                <a:ea typeface="宋体" pitchFamily="2" charset="-122"/>
              </a:rPr>
              <a:t>求</a:t>
            </a:r>
          </a:p>
        </p:txBody>
      </p:sp>
      <p:sp>
        <p:nvSpPr>
          <p:cNvPr id="252960" name="Rectangle 32"/>
          <p:cNvSpPr>
            <a:spLocks noChangeArrowheads="1"/>
          </p:cNvSpPr>
          <p:nvPr/>
        </p:nvSpPr>
        <p:spPr bwMode="auto">
          <a:xfrm>
            <a:off x="622300" y="1677988"/>
            <a:ext cx="5840413" cy="512762"/>
          </a:xfrm>
          <a:prstGeom prst="rect">
            <a:avLst/>
          </a:prstGeom>
          <a:noFill/>
          <a:ln w="9525">
            <a:noFill/>
            <a:miter lim="800000"/>
            <a:headEnd/>
            <a:tailEnd/>
          </a:ln>
        </p:spPr>
        <p:txBody>
          <a:bodyPr>
            <a:spAutoFit/>
          </a:bodyPr>
          <a:lstStyle/>
          <a:p>
            <a:pPr>
              <a:lnSpc>
                <a:spcPct val="115000"/>
              </a:lnSpc>
              <a:spcBef>
                <a:spcPct val="0"/>
              </a:spcBef>
            </a:pPr>
            <a:r>
              <a:rPr lang="zh-CN" altLang="en-US" sz="2400">
                <a:ea typeface="宋体" pitchFamily="2" charset="-122"/>
              </a:rPr>
              <a:t>滑轮转动角速度随时间变化的规律。</a:t>
            </a:r>
          </a:p>
        </p:txBody>
      </p:sp>
      <p:sp>
        <p:nvSpPr>
          <p:cNvPr id="252961" name="Text Box 33"/>
          <p:cNvSpPr txBox="1">
            <a:spLocks noChangeArrowheads="1"/>
          </p:cNvSpPr>
          <p:nvPr/>
        </p:nvSpPr>
        <p:spPr bwMode="auto">
          <a:xfrm>
            <a:off x="161925" y="2195513"/>
            <a:ext cx="1081088" cy="512762"/>
          </a:xfrm>
          <a:prstGeom prst="rect">
            <a:avLst/>
          </a:prstGeom>
          <a:noFill/>
          <a:ln w="9525">
            <a:noFill/>
            <a:miter lim="800000"/>
            <a:headEnd/>
            <a:tailEnd/>
          </a:ln>
        </p:spPr>
        <p:txBody>
          <a:bodyPr>
            <a:spAutoFit/>
          </a:bodyPr>
          <a:lstStyle/>
          <a:p>
            <a:pPr>
              <a:lnSpc>
                <a:spcPct val="115000"/>
              </a:lnSpc>
              <a:spcBef>
                <a:spcPct val="0"/>
              </a:spcBef>
            </a:pPr>
            <a:r>
              <a:rPr lang="zh-CN" altLang="en-US" sz="2400">
                <a:solidFill>
                  <a:srgbClr val="FF0000"/>
                </a:solidFill>
                <a:latin typeface="宋体" pitchFamily="2" charset="-122"/>
                <a:ea typeface="宋体" pitchFamily="2" charset="-122"/>
              </a:rPr>
              <a:t>解</a:t>
            </a:r>
          </a:p>
        </p:txBody>
      </p:sp>
      <p:sp>
        <p:nvSpPr>
          <p:cNvPr id="252962" name="Text Box 34"/>
          <p:cNvSpPr txBox="1">
            <a:spLocks noChangeArrowheads="1"/>
          </p:cNvSpPr>
          <p:nvPr/>
        </p:nvSpPr>
        <p:spPr bwMode="auto">
          <a:xfrm>
            <a:off x="685800" y="2214563"/>
            <a:ext cx="5616575" cy="479425"/>
          </a:xfrm>
          <a:prstGeom prst="rect">
            <a:avLst/>
          </a:prstGeom>
          <a:noFill/>
          <a:ln w="9525">
            <a:noFill/>
            <a:miter lim="800000"/>
            <a:headEnd/>
            <a:tailEnd/>
          </a:ln>
        </p:spPr>
        <p:txBody>
          <a:bodyPr>
            <a:spAutoFit/>
          </a:bodyPr>
          <a:lstStyle/>
          <a:p>
            <a:pPr>
              <a:lnSpc>
                <a:spcPct val="115000"/>
              </a:lnSpc>
              <a:spcBef>
                <a:spcPct val="0"/>
              </a:spcBef>
            </a:pPr>
            <a:r>
              <a:rPr lang="zh-CN" altLang="en-US" sz="2400">
                <a:ea typeface="宋体" pitchFamily="2" charset="-122"/>
              </a:rPr>
              <a:t>以</a:t>
            </a:r>
            <a:r>
              <a:rPr lang="en-US" altLang="zh-CN" sz="2400" i="1">
                <a:solidFill>
                  <a:srgbClr val="FF6600"/>
                </a:solidFill>
                <a:ea typeface="宋体" pitchFamily="2" charset="-122"/>
              </a:rPr>
              <a:t>m</a:t>
            </a:r>
            <a:r>
              <a:rPr lang="en-US" altLang="zh-CN" sz="2400" baseline="-25000">
                <a:solidFill>
                  <a:srgbClr val="FF6600"/>
                </a:solidFill>
                <a:ea typeface="宋体" pitchFamily="2" charset="-122"/>
              </a:rPr>
              <a:t>1</a:t>
            </a:r>
            <a:r>
              <a:rPr lang="en-US" altLang="zh-CN" sz="2400">
                <a:ea typeface="宋体" pitchFamily="2" charset="-122"/>
              </a:rPr>
              <a:t> </a:t>
            </a:r>
            <a:r>
              <a:rPr lang="zh-CN" altLang="en-US" sz="2400">
                <a:ea typeface="宋体" pitchFamily="2" charset="-122"/>
              </a:rPr>
              <a:t>， </a:t>
            </a:r>
            <a:r>
              <a:rPr lang="en-US" altLang="zh-CN" sz="2400" i="1">
                <a:solidFill>
                  <a:srgbClr val="FF6600"/>
                </a:solidFill>
                <a:ea typeface="宋体" pitchFamily="2" charset="-122"/>
              </a:rPr>
              <a:t>m</a:t>
            </a:r>
            <a:r>
              <a:rPr lang="en-US" altLang="zh-CN" sz="2400" baseline="-25000">
                <a:solidFill>
                  <a:srgbClr val="FF6600"/>
                </a:solidFill>
                <a:ea typeface="宋体" pitchFamily="2" charset="-122"/>
              </a:rPr>
              <a:t>2</a:t>
            </a:r>
            <a:r>
              <a:rPr lang="en-US" altLang="zh-CN" sz="2400" baseline="-25000">
                <a:ea typeface="宋体" pitchFamily="2" charset="-122"/>
              </a:rPr>
              <a:t> </a:t>
            </a:r>
            <a:r>
              <a:rPr lang="zh-CN" altLang="en-US" sz="2400">
                <a:ea typeface="宋体" pitchFamily="2" charset="-122"/>
              </a:rPr>
              <a:t>，</a:t>
            </a:r>
            <a:r>
              <a:rPr lang="zh-CN" altLang="en-US" sz="2400" baseline="-25000">
                <a:ea typeface="宋体" pitchFamily="2" charset="-122"/>
              </a:rPr>
              <a:t> </a:t>
            </a:r>
            <a:r>
              <a:rPr lang="en-US" altLang="zh-CN" sz="2400" i="1">
                <a:solidFill>
                  <a:srgbClr val="FF6600"/>
                </a:solidFill>
                <a:ea typeface="宋体" pitchFamily="2" charset="-122"/>
              </a:rPr>
              <a:t>m </a:t>
            </a:r>
            <a:r>
              <a:rPr lang="zh-CN" altLang="en-US" sz="2400">
                <a:ea typeface="宋体" pitchFamily="2" charset="-122"/>
              </a:rPr>
              <a:t>为研究对象</a:t>
            </a:r>
            <a:r>
              <a:rPr lang="en-US" altLang="zh-CN" sz="2400">
                <a:ea typeface="宋体" pitchFamily="2" charset="-122"/>
              </a:rPr>
              <a:t>, </a:t>
            </a:r>
            <a:r>
              <a:rPr lang="zh-CN" altLang="en-US" sz="2400">
                <a:ea typeface="宋体" pitchFamily="2" charset="-122"/>
              </a:rPr>
              <a:t>受力分析</a:t>
            </a:r>
          </a:p>
        </p:txBody>
      </p:sp>
      <p:graphicFrame>
        <p:nvGraphicFramePr>
          <p:cNvPr id="252963" name="Object 35"/>
          <p:cNvGraphicFramePr>
            <a:graphicFrameLocks noChangeAspect="1"/>
          </p:cNvGraphicFramePr>
          <p:nvPr/>
        </p:nvGraphicFramePr>
        <p:xfrm>
          <a:off x="8081963" y="4656138"/>
          <a:ext cx="517525" cy="366712"/>
        </p:xfrm>
        <a:graphic>
          <a:graphicData uri="http://schemas.openxmlformats.org/presentationml/2006/ole">
            <p:oleObj spid="_x0000_s40962" name="公式" r:id="rId8" imgW="304560" imgH="215640" progId="Equation.3">
              <p:embed/>
            </p:oleObj>
          </a:graphicData>
        </a:graphic>
      </p:graphicFrame>
      <p:sp>
        <p:nvSpPr>
          <p:cNvPr id="252964" name="Line 36"/>
          <p:cNvSpPr>
            <a:spLocks noChangeShapeType="1"/>
          </p:cNvSpPr>
          <p:nvPr/>
        </p:nvSpPr>
        <p:spPr bwMode="auto">
          <a:xfrm>
            <a:off x="7969250" y="4327525"/>
            <a:ext cx="0" cy="647700"/>
          </a:xfrm>
          <a:prstGeom prst="line">
            <a:avLst/>
          </a:prstGeom>
          <a:noFill/>
          <a:ln w="57150">
            <a:solidFill>
              <a:srgbClr val="FF0000"/>
            </a:solidFill>
            <a:round/>
            <a:headEnd/>
            <a:tailEnd type="triangle" w="med" len="med"/>
          </a:ln>
        </p:spPr>
        <p:txBody>
          <a:bodyPr/>
          <a:lstStyle/>
          <a:p>
            <a:endParaRPr lang="zh-CN" altLang="en-US"/>
          </a:p>
        </p:txBody>
      </p:sp>
      <p:graphicFrame>
        <p:nvGraphicFramePr>
          <p:cNvPr id="252965" name="Object 37"/>
          <p:cNvGraphicFramePr>
            <a:graphicFrameLocks noChangeAspect="1"/>
          </p:cNvGraphicFramePr>
          <p:nvPr/>
        </p:nvGraphicFramePr>
        <p:xfrm>
          <a:off x="8037513" y="3203575"/>
          <a:ext cx="284162" cy="368300"/>
        </p:xfrm>
        <a:graphic>
          <a:graphicData uri="http://schemas.openxmlformats.org/presentationml/2006/ole">
            <p:oleObj spid="_x0000_s40963" name="公式" r:id="rId9" imgW="164880" imgH="215640" progId="Equation.3">
              <p:embed/>
            </p:oleObj>
          </a:graphicData>
        </a:graphic>
      </p:graphicFrame>
      <p:sp>
        <p:nvSpPr>
          <p:cNvPr id="252966" name="Line 38"/>
          <p:cNvSpPr>
            <a:spLocks noChangeShapeType="1"/>
          </p:cNvSpPr>
          <p:nvPr/>
        </p:nvSpPr>
        <p:spPr bwMode="auto">
          <a:xfrm>
            <a:off x="7954963" y="3246438"/>
            <a:ext cx="0" cy="576262"/>
          </a:xfrm>
          <a:prstGeom prst="line">
            <a:avLst/>
          </a:prstGeom>
          <a:noFill/>
          <a:ln w="57150">
            <a:solidFill>
              <a:srgbClr val="FF9900"/>
            </a:solidFill>
            <a:round/>
            <a:headEnd type="triangle" w="med" len="med"/>
            <a:tailEnd/>
          </a:ln>
        </p:spPr>
        <p:txBody>
          <a:bodyPr/>
          <a:lstStyle/>
          <a:p>
            <a:endParaRPr lang="zh-CN" altLang="en-US"/>
          </a:p>
        </p:txBody>
      </p:sp>
      <p:sp>
        <p:nvSpPr>
          <p:cNvPr id="252967" name="Line 39"/>
          <p:cNvSpPr>
            <a:spLocks noChangeShapeType="1"/>
          </p:cNvSpPr>
          <p:nvPr/>
        </p:nvSpPr>
        <p:spPr bwMode="auto">
          <a:xfrm>
            <a:off x="7048500" y="3233738"/>
            <a:ext cx="0" cy="431800"/>
          </a:xfrm>
          <a:prstGeom prst="line">
            <a:avLst/>
          </a:prstGeom>
          <a:noFill/>
          <a:ln w="57150">
            <a:solidFill>
              <a:srgbClr val="FF9900"/>
            </a:solidFill>
            <a:round/>
            <a:headEnd type="triangle" w="med" len="med"/>
            <a:tailEnd/>
          </a:ln>
        </p:spPr>
        <p:txBody>
          <a:bodyPr/>
          <a:lstStyle/>
          <a:p>
            <a:endParaRPr lang="zh-CN" altLang="en-US"/>
          </a:p>
        </p:txBody>
      </p:sp>
      <p:graphicFrame>
        <p:nvGraphicFramePr>
          <p:cNvPr id="252968" name="Object 40"/>
          <p:cNvGraphicFramePr>
            <a:graphicFrameLocks noChangeAspect="1"/>
          </p:cNvGraphicFramePr>
          <p:nvPr/>
        </p:nvGraphicFramePr>
        <p:xfrm>
          <a:off x="6821488" y="4329113"/>
          <a:ext cx="539750" cy="366712"/>
        </p:xfrm>
        <a:graphic>
          <a:graphicData uri="http://schemas.openxmlformats.org/presentationml/2006/ole">
            <p:oleObj spid="_x0000_s40964" name="公式" r:id="rId10" imgW="317160" imgH="215640" progId="Equation.3">
              <p:embed/>
            </p:oleObj>
          </a:graphicData>
        </a:graphic>
      </p:graphicFrame>
      <p:graphicFrame>
        <p:nvGraphicFramePr>
          <p:cNvPr id="252969" name="Object 41"/>
          <p:cNvGraphicFramePr>
            <a:graphicFrameLocks noChangeAspect="1"/>
          </p:cNvGraphicFramePr>
          <p:nvPr/>
        </p:nvGraphicFramePr>
        <p:xfrm>
          <a:off x="6686550" y="3203575"/>
          <a:ext cx="306388" cy="368300"/>
        </p:xfrm>
        <a:graphic>
          <a:graphicData uri="http://schemas.openxmlformats.org/presentationml/2006/ole">
            <p:oleObj spid="_x0000_s40965" name="公式" r:id="rId11" imgW="177480" imgH="215640" progId="Equation.3">
              <p:embed/>
            </p:oleObj>
          </a:graphicData>
        </a:graphic>
      </p:graphicFrame>
      <p:sp>
        <p:nvSpPr>
          <p:cNvPr id="252970" name="Line 42"/>
          <p:cNvSpPr>
            <a:spLocks noChangeShapeType="1"/>
          </p:cNvSpPr>
          <p:nvPr/>
        </p:nvSpPr>
        <p:spPr bwMode="auto">
          <a:xfrm flipH="1">
            <a:off x="7537450" y="1955800"/>
            <a:ext cx="309563" cy="211138"/>
          </a:xfrm>
          <a:prstGeom prst="line">
            <a:avLst/>
          </a:prstGeom>
          <a:noFill/>
          <a:ln w="28575">
            <a:solidFill>
              <a:srgbClr val="CC0000"/>
            </a:solidFill>
            <a:round/>
            <a:headEnd type="triangle" w="med" len="med"/>
            <a:tailEnd/>
          </a:ln>
        </p:spPr>
        <p:txBody>
          <a:bodyPr/>
          <a:lstStyle/>
          <a:p>
            <a:endParaRPr lang="zh-CN" altLang="en-US"/>
          </a:p>
        </p:txBody>
      </p:sp>
      <p:graphicFrame>
        <p:nvGraphicFramePr>
          <p:cNvPr id="252971" name="Object 43"/>
          <p:cNvGraphicFramePr>
            <a:graphicFrameLocks noChangeAspect="1"/>
          </p:cNvGraphicFramePr>
          <p:nvPr/>
        </p:nvGraphicFramePr>
        <p:xfrm>
          <a:off x="7681913" y="2124075"/>
          <a:ext cx="184150" cy="204788"/>
        </p:xfrm>
        <a:graphic>
          <a:graphicData uri="http://schemas.openxmlformats.org/presentationml/2006/ole">
            <p:oleObj spid="_x0000_s40966" name="公式" r:id="rId12" imgW="114120" imgH="126720" progId="Equation.3">
              <p:embed/>
            </p:oleObj>
          </a:graphicData>
        </a:graphic>
      </p:graphicFrame>
      <p:sp>
        <p:nvSpPr>
          <p:cNvPr id="252972" name="Line 44"/>
          <p:cNvSpPr>
            <a:spLocks noChangeShapeType="1"/>
          </p:cNvSpPr>
          <p:nvPr/>
        </p:nvSpPr>
        <p:spPr bwMode="auto">
          <a:xfrm>
            <a:off x="7954963" y="2238375"/>
            <a:ext cx="0" cy="576263"/>
          </a:xfrm>
          <a:prstGeom prst="line">
            <a:avLst/>
          </a:prstGeom>
          <a:noFill/>
          <a:ln w="57150">
            <a:solidFill>
              <a:srgbClr val="FF9900"/>
            </a:solidFill>
            <a:round/>
            <a:headEnd/>
            <a:tailEnd type="triangle" w="med" len="med"/>
          </a:ln>
        </p:spPr>
        <p:txBody>
          <a:bodyPr/>
          <a:lstStyle/>
          <a:p>
            <a:endParaRPr lang="zh-CN" altLang="en-US"/>
          </a:p>
        </p:txBody>
      </p:sp>
      <p:sp>
        <p:nvSpPr>
          <p:cNvPr id="252973" name="Line 45"/>
          <p:cNvSpPr>
            <a:spLocks noChangeShapeType="1"/>
          </p:cNvSpPr>
          <p:nvPr/>
        </p:nvSpPr>
        <p:spPr bwMode="auto">
          <a:xfrm>
            <a:off x="7046913" y="2238375"/>
            <a:ext cx="0" cy="447675"/>
          </a:xfrm>
          <a:prstGeom prst="line">
            <a:avLst/>
          </a:prstGeom>
          <a:noFill/>
          <a:ln w="57150">
            <a:solidFill>
              <a:srgbClr val="FF9900"/>
            </a:solidFill>
            <a:round/>
            <a:headEnd/>
            <a:tailEnd type="triangle" w="med" len="med"/>
          </a:ln>
        </p:spPr>
        <p:txBody>
          <a:bodyPr/>
          <a:lstStyle/>
          <a:p>
            <a:endParaRPr lang="zh-CN" altLang="en-US"/>
          </a:p>
        </p:txBody>
      </p:sp>
      <p:graphicFrame>
        <p:nvGraphicFramePr>
          <p:cNvPr id="252974" name="Object 46"/>
          <p:cNvGraphicFramePr>
            <a:graphicFrameLocks noChangeAspect="1"/>
          </p:cNvGraphicFramePr>
          <p:nvPr/>
        </p:nvGraphicFramePr>
        <p:xfrm>
          <a:off x="8064500" y="2528888"/>
          <a:ext cx="287338" cy="365125"/>
        </p:xfrm>
        <a:graphic>
          <a:graphicData uri="http://schemas.openxmlformats.org/presentationml/2006/ole">
            <p:oleObj spid="_x0000_s40967" name="公式" r:id="rId13" imgW="164880" imgH="215640" progId="Equation.3">
              <p:embed/>
            </p:oleObj>
          </a:graphicData>
        </a:graphic>
      </p:graphicFrame>
      <p:graphicFrame>
        <p:nvGraphicFramePr>
          <p:cNvPr id="252975" name="Object 47"/>
          <p:cNvGraphicFramePr>
            <a:graphicFrameLocks noChangeAspect="1"/>
          </p:cNvGraphicFramePr>
          <p:nvPr/>
        </p:nvGraphicFramePr>
        <p:xfrm>
          <a:off x="6686550" y="2438400"/>
          <a:ext cx="306388" cy="368300"/>
        </p:xfrm>
        <a:graphic>
          <a:graphicData uri="http://schemas.openxmlformats.org/presentationml/2006/ole">
            <p:oleObj spid="_x0000_s40968" name="公式" r:id="rId14" imgW="177480" imgH="215640" progId="Equation.3">
              <p:embed/>
            </p:oleObj>
          </a:graphicData>
        </a:graphic>
      </p:graphicFrame>
      <p:sp>
        <p:nvSpPr>
          <p:cNvPr id="252976" name="Arc 48"/>
          <p:cNvSpPr>
            <a:spLocks/>
          </p:cNvSpPr>
          <p:nvPr/>
        </p:nvSpPr>
        <p:spPr bwMode="auto">
          <a:xfrm flipV="1">
            <a:off x="6932613" y="1735138"/>
            <a:ext cx="503237" cy="431800"/>
          </a:xfrm>
          <a:custGeom>
            <a:avLst/>
            <a:gdLst>
              <a:gd name="T0" fmla="*/ 144038818 w 21600"/>
              <a:gd name="T1" fmla="*/ 207619409 h 19692"/>
              <a:gd name="T2" fmla="*/ 126462 w 21600"/>
              <a:gd name="T3" fmla="*/ 0 h 19692"/>
              <a:gd name="T4" fmla="*/ 273155547 w 21600"/>
              <a:gd name="T5" fmla="*/ 6937328 h 19692"/>
              <a:gd name="T6" fmla="*/ 0 60000 65536"/>
              <a:gd name="T7" fmla="*/ 0 60000 65536"/>
              <a:gd name="T8" fmla="*/ 0 60000 65536"/>
              <a:gd name="T9" fmla="*/ 0 w 21600"/>
              <a:gd name="T10" fmla="*/ 0 h 19692"/>
              <a:gd name="T11" fmla="*/ 21600 w 21600"/>
              <a:gd name="T12" fmla="*/ 19692 h 19692"/>
            </a:gdLst>
            <a:ahLst/>
            <a:cxnLst>
              <a:cxn ang="T6">
                <a:pos x="T0" y="T1"/>
              </a:cxn>
              <a:cxn ang="T7">
                <a:pos x="T2" y="T3"/>
              </a:cxn>
              <a:cxn ang="T8">
                <a:pos x="T4" y="T5"/>
              </a:cxn>
            </a:cxnLst>
            <a:rect l="T9" t="T10" r="T11" b="T12"/>
            <a:pathLst>
              <a:path w="21600" h="19692" fill="none" extrusionOk="0">
                <a:moveTo>
                  <a:pt x="11389" y="19692"/>
                </a:moveTo>
                <a:cubicBezTo>
                  <a:pt x="4376" y="15930"/>
                  <a:pt x="0" y="8616"/>
                  <a:pt x="0" y="658"/>
                </a:cubicBezTo>
                <a:cubicBezTo>
                  <a:pt x="-1" y="438"/>
                  <a:pt x="3" y="219"/>
                  <a:pt x="10" y="0"/>
                </a:cubicBezTo>
              </a:path>
              <a:path w="21600" h="19692" stroke="0" extrusionOk="0">
                <a:moveTo>
                  <a:pt x="11389" y="19692"/>
                </a:moveTo>
                <a:cubicBezTo>
                  <a:pt x="4376" y="15930"/>
                  <a:pt x="0" y="8616"/>
                  <a:pt x="0" y="658"/>
                </a:cubicBezTo>
                <a:cubicBezTo>
                  <a:pt x="-1" y="438"/>
                  <a:pt x="3" y="219"/>
                  <a:pt x="10" y="0"/>
                </a:cubicBezTo>
                <a:lnTo>
                  <a:pt x="21600" y="658"/>
                </a:lnTo>
                <a:close/>
              </a:path>
            </a:pathLst>
          </a:custGeom>
          <a:noFill/>
          <a:ln w="38100">
            <a:solidFill>
              <a:srgbClr val="008000"/>
            </a:solidFill>
            <a:round/>
            <a:headEnd type="triangle" w="med" len="med"/>
            <a:tailEnd/>
          </a:ln>
        </p:spPr>
        <p:txBody>
          <a:bodyPr wrap="none" anchor="ctr"/>
          <a:lstStyle/>
          <a:p>
            <a:endParaRPr lang="zh-CN" altLang="en-US"/>
          </a:p>
        </p:txBody>
      </p:sp>
      <p:graphicFrame>
        <p:nvGraphicFramePr>
          <p:cNvPr id="252977" name="Object 49"/>
          <p:cNvGraphicFramePr>
            <a:graphicFrameLocks noChangeAspect="1"/>
          </p:cNvGraphicFramePr>
          <p:nvPr/>
        </p:nvGraphicFramePr>
        <p:xfrm>
          <a:off x="6708775" y="1744663"/>
          <a:ext cx="284163" cy="342900"/>
        </p:xfrm>
        <a:graphic>
          <a:graphicData uri="http://schemas.openxmlformats.org/presentationml/2006/ole">
            <p:oleObj spid="_x0000_s40969" name="公式" r:id="rId15" imgW="164880" imgH="203040" progId="Equation.3">
              <p:embed/>
            </p:oleObj>
          </a:graphicData>
        </a:graphic>
      </p:graphicFrame>
      <p:graphicFrame>
        <p:nvGraphicFramePr>
          <p:cNvPr id="252978" name="Object 50"/>
          <p:cNvGraphicFramePr>
            <a:graphicFrameLocks noChangeAspect="1"/>
          </p:cNvGraphicFramePr>
          <p:nvPr/>
        </p:nvGraphicFramePr>
        <p:xfrm>
          <a:off x="2608263" y="2995613"/>
          <a:ext cx="1828800" cy="388937"/>
        </p:xfrm>
        <a:graphic>
          <a:graphicData uri="http://schemas.openxmlformats.org/presentationml/2006/ole">
            <p:oleObj spid="_x0000_s40970" name="公式" r:id="rId16" imgW="1015920" imgH="215640" progId="Equation.3">
              <p:embed/>
            </p:oleObj>
          </a:graphicData>
        </a:graphic>
      </p:graphicFrame>
      <p:graphicFrame>
        <p:nvGraphicFramePr>
          <p:cNvPr id="252979" name="Object 51"/>
          <p:cNvGraphicFramePr>
            <a:graphicFrameLocks noChangeAspect="1"/>
          </p:cNvGraphicFramePr>
          <p:nvPr/>
        </p:nvGraphicFramePr>
        <p:xfrm>
          <a:off x="2592388" y="3625850"/>
          <a:ext cx="1897062" cy="388938"/>
        </p:xfrm>
        <a:graphic>
          <a:graphicData uri="http://schemas.openxmlformats.org/presentationml/2006/ole">
            <p:oleObj spid="_x0000_s40971" name="公式" r:id="rId17" imgW="1054080" imgH="215640" progId="Equation.3">
              <p:embed/>
            </p:oleObj>
          </a:graphicData>
        </a:graphic>
      </p:graphicFrame>
      <p:graphicFrame>
        <p:nvGraphicFramePr>
          <p:cNvPr id="252980" name="Object 52"/>
          <p:cNvGraphicFramePr>
            <a:graphicFrameLocks noChangeAspect="1"/>
          </p:cNvGraphicFramePr>
          <p:nvPr/>
        </p:nvGraphicFramePr>
        <p:xfrm>
          <a:off x="2322513" y="4087813"/>
          <a:ext cx="2914650" cy="690562"/>
        </p:xfrm>
        <a:graphic>
          <a:graphicData uri="http://schemas.openxmlformats.org/presentationml/2006/ole">
            <p:oleObj spid="_x0000_s40972" name="公式" r:id="rId18" imgW="1714320" imgH="406080" progId="Equation.3">
              <p:embed/>
            </p:oleObj>
          </a:graphicData>
        </a:graphic>
      </p:graphicFrame>
      <p:graphicFrame>
        <p:nvGraphicFramePr>
          <p:cNvPr id="252981" name="Object 53"/>
          <p:cNvGraphicFramePr>
            <a:graphicFrameLocks/>
          </p:cNvGraphicFramePr>
          <p:nvPr/>
        </p:nvGraphicFramePr>
        <p:xfrm>
          <a:off x="2589213" y="4862513"/>
          <a:ext cx="1982787" cy="411162"/>
        </p:xfrm>
        <a:graphic>
          <a:graphicData uri="http://schemas.openxmlformats.org/presentationml/2006/ole">
            <p:oleObj spid="_x0000_s40973" name="公式" r:id="rId19" imgW="1104840" imgH="228600" progId="Equation.3">
              <p:embed/>
            </p:oleObj>
          </a:graphicData>
        </a:graphic>
      </p:graphicFrame>
      <p:graphicFrame>
        <p:nvGraphicFramePr>
          <p:cNvPr id="252982" name="Object 54"/>
          <p:cNvGraphicFramePr>
            <a:graphicFrameLocks noChangeAspect="1"/>
          </p:cNvGraphicFramePr>
          <p:nvPr/>
        </p:nvGraphicFramePr>
        <p:xfrm>
          <a:off x="1104900" y="5445125"/>
          <a:ext cx="2484438" cy="1079500"/>
        </p:xfrm>
        <a:graphic>
          <a:graphicData uri="http://schemas.openxmlformats.org/presentationml/2006/ole">
            <p:oleObj spid="_x0000_s40974" name="公式" r:id="rId20" imgW="1460160" imgH="634680" progId="Equation.3">
              <p:embed/>
            </p:oleObj>
          </a:graphicData>
        </a:graphic>
      </p:graphicFrame>
      <p:graphicFrame>
        <p:nvGraphicFramePr>
          <p:cNvPr id="252983" name="Object 55"/>
          <p:cNvGraphicFramePr>
            <a:graphicFrameLocks noChangeAspect="1"/>
          </p:cNvGraphicFramePr>
          <p:nvPr/>
        </p:nvGraphicFramePr>
        <p:xfrm>
          <a:off x="4157663" y="5408613"/>
          <a:ext cx="3605212" cy="1079500"/>
        </p:xfrm>
        <a:graphic>
          <a:graphicData uri="http://schemas.openxmlformats.org/presentationml/2006/ole">
            <p:oleObj spid="_x0000_s40975" name="公式" r:id="rId21" imgW="2120760" imgH="634680" progId="Equation.3">
              <p:embed/>
            </p:oleObj>
          </a:graphicData>
        </a:graphic>
      </p:graphicFrame>
      <p:sp>
        <p:nvSpPr>
          <p:cNvPr id="252984" name="Text Box 56"/>
          <p:cNvSpPr txBox="1">
            <a:spLocks noChangeArrowheads="1"/>
          </p:cNvSpPr>
          <p:nvPr/>
        </p:nvSpPr>
        <p:spPr bwMode="auto">
          <a:xfrm>
            <a:off x="642938" y="4130675"/>
            <a:ext cx="2808287" cy="479425"/>
          </a:xfrm>
          <a:prstGeom prst="rect">
            <a:avLst/>
          </a:prstGeom>
          <a:noFill/>
          <a:ln w="9525">
            <a:noFill/>
            <a:miter lim="800000"/>
            <a:headEnd/>
            <a:tailEnd/>
          </a:ln>
        </p:spPr>
        <p:txBody>
          <a:bodyPr>
            <a:spAutoFit/>
          </a:bodyPr>
          <a:lstStyle/>
          <a:p>
            <a:pPr>
              <a:lnSpc>
                <a:spcPct val="115000"/>
              </a:lnSpc>
              <a:spcBef>
                <a:spcPct val="0"/>
              </a:spcBef>
            </a:pPr>
            <a:r>
              <a:rPr lang="zh-CN" altLang="en-US" sz="2400">
                <a:ea typeface="宋体" pitchFamily="2" charset="-122"/>
              </a:rPr>
              <a:t>滑轮</a:t>
            </a:r>
            <a:r>
              <a:rPr lang="zh-CN" altLang="en-US" sz="2400">
                <a:solidFill>
                  <a:srgbClr val="FF6600"/>
                </a:solidFill>
                <a:ea typeface="宋体" pitchFamily="2" charset="-122"/>
              </a:rPr>
              <a:t> </a:t>
            </a:r>
            <a:r>
              <a:rPr lang="en-US" altLang="zh-CN" sz="2400" i="1">
                <a:solidFill>
                  <a:srgbClr val="FF6600"/>
                </a:solidFill>
                <a:ea typeface="宋体" pitchFamily="2" charset="-122"/>
              </a:rPr>
              <a:t>m</a:t>
            </a:r>
            <a:r>
              <a:rPr lang="zh-CN" altLang="en-US" sz="2400">
                <a:ea typeface="宋体" pitchFamily="2" charset="-122"/>
              </a:rPr>
              <a:t>：</a:t>
            </a:r>
          </a:p>
        </p:txBody>
      </p:sp>
      <p:sp>
        <p:nvSpPr>
          <p:cNvPr id="252985" name="Text Box 57"/>
          <p:cNvSpPr txBox="1">
            <a:spLocks noChangeArrowheads="1"/>
          </p:cNvSpPr>
          <p:nvPr/>
        </p:nvSpPr>
        <p:spPr bwMode="auto">
          <a:xfrm>
            <a:off x="642938" y="2860675"/>
            <a:ext cx="2808287" cy="479425"/>
          </a:xfrm>
          <a:prstGeom prst="rect">
            <a:avLst/>
          </a:prstGeom>
          <a:noFill/>
          <a:ln w="9525">
            <a:noFill/>
            <a:miter lim="800000"/>
            <a:headEnd/>
            <a:tailEnd/>
          </a:ln>
        </p:spPr>
        <p:txBody>
          <a:bodyPr>
            <a:spAutoFit/>
          </a:bodyPr>
          <a:lstStyle/>
          <a:p>
            <a:pPr>
              <a:lnSpc>
                <a:spcPct val="115000"/>
              </a:lnSpc>
              <a:spcBef>
                <a:spcPct val="0"/>
              </a:spcBef>
            </a:pPr>
            <a:r>
              <a:rPr lang="zh-CN" altLang="en-US" sz="2400">
                <a:ea typeface="宋体" pitchFamily="2" charset="-122"/>
              </a:rPr>
              <a:t>物体</a:t>
            </a:r>
            <a:r>
              <a:rPr lang="zh-CN" altLang="en-US" sz="2400">
                <a:solidFill>
                  <a:srgbClr val="FF6600"/>
                </a:solidFill>
                <a:ea typeface="宋体" pitchFamily="2" charset="-122"/>
              </a:rPr>
              <a:t> </a:t>
            </a:r>
            <a:r>
              <a:rPr lang="en-US" altLang="zh-CN" sz="2400" i="1">
                <a:solidFill>
                  <a:srgbClr val="FF6600"/>
                </a:solidFill>
                <a:ea typeface="宋体" pitchFamily="2" charset="-122"/>
              </a:rPr>
              <a:t>m</a:t>
            </a:r>
            <a:r>
              <a:rPr lang="en-US" altLang="zh-CN" sz="2400" baseline="-25000">
                <a:solidFill>
                  <a:srgbClr val="FF6600"/>
                </a:solidFill>
                <a:ea typeface="宋体" pitchFamily="2" charset="-122"/>
              </a:rPr>
              <a:t>1</a:t>
            </a:r>
            <a:r>
              <a:rPr lang="zh-CN" altLang="en-US" sz="2400">
                <a:ea typeface="宋体" pitchFamily="2" charset="-122"/>
              </a:rPr>
              <a:t>：</a:t>
            </a:r>
          </a:p>
        </p:txBody>
      </p:sp>
      <p:sp>
        <p:nvSpPr>
          <p:cNvPr id="252986" name="Text Box 58"/>
          <p:cNvSpPr txBox="1">
            <a:spLocks noChangeArrowheads="1"/>
          </p:cNvSpPr>
          <p:nvPr/>
        </p:nvSpPr>
        <p:spPr bwMode="auto">
          <a:xfrm>
            <a:off x="642938" y="3495675"/>
            <a:ext cx="2808287" cy="479425"/>
          </a:xfrm>
          <a:prstGeom prst="rect">
            <a:avLst/>
          </a:prstGeom>
          <a:noFill/>
          <a:ln w="9525">
            <a:noFill/>
            <a:miter lim="800000"/>
            <a:headEnd/>
            <a:tailEnd/>
          </a:ln>
        </p:spPr>
        <p:txBody>
          <a:bodyPr>
            <a:spAutoFit/>
          </a:bodyPr>
          <a:lstStyle/>
          <a:p>
            <a:pPr>
              <a:lnSpc>
                <a:spcPct val="115000"/>
              </a:lnSpc>
              <a:spcBef>
                <a:spcPct val="0"/>
              </a:spcBef>
            </a:pPr>
            <a:r>
              <a:rPr lang="zh-CN" altLang="en-US" sz="2400">
                <a:ea typeface="宋体" pitchFamily="2" charset="-122"/>
              </a:rPr>
              <a:t>物体</a:t>
            </a:r>
            <a:r>
              <a:rPr lang="zh-CN" altLang="en-US" sz="2400">
                <a:solidFill>
                  <a:srgbClr val="FF6600"/>
                </a:solidFill>
                <a:ea typeface="宋体" pitchFamily="2" charset="-122"/>
              </a:rPr>
              <a:t> </a:t>
            </a:r>
            <a:r>
              <a:rPr lang="en-US" altLang="zh-CN" sz="2400" i="1">
                <a:solidFill>
                  <a:srgbClr val="FF6600"/>
                </a:solidFill>
                <a:ea typeface="宋体" pitchFamily="2" charset="-122"/>
              </a:rPr>
              <a:t>m</a:t>
            </a:r>
            <a:r>
              <a:rPr lang="en-US" altLang="zh-CN" sz="2400" baseline="-25000">
                <a:solidFill>
                  <a:srgbClr val="FF6600"/>
                </a:solidFill>
                <a:ea typeface="宋体" pitchFamily="2" charset="-122"/>
              </a:rPr>
              <a:t>2</a:t>
            </a:r>
            <a:r>
              <a:rPr lang="zh-CN" altLang="en-US" sz="2400">
                <a:ea typeface="宋体" pitchFamily="2" charset="-122"/>
              </a:rPr>
              <a:t>：</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52932"/>
                                        </p:tgtEl>
                                        <p:attrNameLst>
                                          <p:attrName>style.visibility</p:attrName>
                                        </p:attrNameLst>
                                      </p:cBhvr>
                                      <p:to>
                                        <p:strVal val="visible"/>
                                      </p:to>
                                    </p:set>
                                    <p:animEffect transition="in" filter="wipe(left)">
                                      <p:cBhvr>
                                        <p:cTn id="7" dur="500"/>
                                        <p:tgtEl>
                                          <p:spTgt spid="25293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52931"/>
                                        </p:tgtEl>
                                        <p:attrNameLst>
                                          <p:attrName>style.visibility</p:attrName>
                                        </p:attrNameLst>
                                      </p:cBhvr>
                                      <p:to>
                                        <p:strVal val="visible"/>
                                      </p:to>
                                    </p:set>
                                    <p:animEffect transition="in" filter="wipe(left)">
                                      <p:cBhvr>
                                        <p:cTn id="12" dur="500"/>
                                        <p:tgtEl>
                                          <p:spTgt spid="25293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left)">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52970"/>
                                        </p:tgtEl>
                                        <p:attrNameLst>
                                          <p:attrName>style.visibility</p:attrName>
                                        </p:attrNameLst>
                                      </p:cBhvr>
                                      <p:to>
                                        <p:strVal val="visible"/>
                                      </p:to>
                                    </p:set>
                                    <p:animEffect transition="in" filter="wipe(left)">
                                      <p:cBhvr>
                                        <p:cTn id="22" dur="500"/>
                                        <p:tgtEl>
                                          <p:spTgt spid="252970"/>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252971"/>
                                        </p:tgtEl>
                                        <p:attrNameLst>
                                          <p:attrName>style.visibility</p:attrName>
                                        </p:attrNameLst>
                                      </p:cBhvr>
                                      <p:to>
                                        <p:strVal val="visible"/>
                                      </p:to>
                                    </p:set>
                                    <p:animEffect transition="in" filter="wipe(left)">
                                      <p:cBhvr>
                                        <p:cTn id="27" dur="500"/>
                                        <p:tgtEl>
                                          <p:spTgt spid="252971"/>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52959"/>
                                        </p:tgtEl>
                                        <p:attrNameLst>
                                          <p:attrName>style.visibility</p:attrName>
                                        </p:attrNameLst>
                                      </p:cBhvr>
                                      <p:to>
                                        <p:strVal val="visible"/>
                                      </p:to>
                                    </p:set>
                                    <p:animEffect transition="in" filter="wipe(left)">
                                      <p:cBhvr>
                                        <p:cTn id="32" dur="500"/>
                                        <p:tgtEl>
                                          <p:spTgt spid="252959"/>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252960"/>
                                        </p:tgtEl>
                                        <p:attrNameLst>
                                          <p:attrName>style.visibility</p:attrName>
                                        </p:attrNameLst>
                                      </p:cBhvr>
                                      <p:to>
                                        <p:strVal val="visible"/>
                                      </p:to>
                                    </p:set>
                                    <p:animEffect transition="in" filter="wipe(left)">
                                      <p:cBhvr>
                                        <p:cTn id="37" dur="500"/>
                                        <p:tgtEl>
                                          <p:spTgt spid="252960"/>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252961"/>
                                        </p:tgtEl>
                                        <p:attrNameLst>
                                          <p:attrName>style.visibility</p:attrName>
                                        </p:attrNameLst>
                                      </p:cBhvr>
                                      <p:to>
                                        <p:strVal val="visible"/>
                                      </p:to>
                                    </p:set>
                                    <p:animEffect transition="in" filter="wipe(left)">
                                      <p:cBhvr>
                                        <p:cTn id="42" dur="500"/>
                                        <p:tgtEl>
                                          <p:spTgt spid="252961"/>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252962"/>
                                        </p:tgtEl>
                                        <p:attrNameLst>
                                          <p:attrName>style.visibility</p:attrName>
                                        </p:attrNameLst>
                                      </p:cBhvr>
                                      <p:to>
                                        <p:strVal val="visible"/>
                                      </p:to>
                                    </p:set>
                                    <p:animEffect transition="in" filter="wipe(left)">
                                      <p:cBhvr>
                                        <p:cTn id="47" dur="500"/>
                                        <p:tgtEl>
                                          <p:spTgt spid="252962"/>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252964"/>
                                        </p:tgtEl>
                                        <p:attrNameLst>
                                          <p:attrName>style.visibility</p:attrName>
                                        </p:attrNameLst>
                                      </p:cBhvr>
                                      <p:to>
                                        <p:strVal val="visible"/>
                                      </p:to>
                                    </p:set>
                                    <p:animEffect transition="in" filter="wipe(left)">
                                      <p:cBhvr>
                                        <p:cTn id="52" dur="500"/>
                                        <p:tgtEl>
                                          <p:spTgt spid="252964"/>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252963"/>
                                        </p:tgtEl>
                                        <p:attrNameLst>
                                          <p:attrName>style.visibility</p:attrName>
                                        </p:attrNameLst>
                                      </p:cBhvr>
                                      <p:to>
                                        <p:strVal val="visible"/>
                                      </p:to>
                                    </p:set>
                                    <p:animEffect transition="in" filter="wipe(left)">
                                      <p:cBhvr>
                                        <p:cTn id="57" dur="500"/>
                                        <p:tgtEl>
                                          <p:spTgt spid="252963"/>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252966"/>
                                        </p:tgtEl>
                                        <p:attrNameLst>
                                          <p:attrName>style.visibility</p:attrName>
                                        </p:attrNameLst>
                                      </p:cBhvr>
                                      <p:to>
                                        <p:strVal val="visible"/>
                                      </p:to>
                                    </p:set>
                                    <p:animEffect transition="in" filter="wipe(left)">
                                      <p:cBhvr>
                                        <p:cTn id="62" dur="500"/>
                                        <p:tgtEl>
                                          <p:spTgt spid="252966"/>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nodeType="clickEffect">
                                  <p:stCondLst>
                                    <p:cond delay="0"/>
                                  </p:stCondLst>
                                  <p:childTnLst>
                                    <p:set>
                                      <p:cBhvr>
                                        <p:cTn id="66" dur="1" fill="hold">
                                          <p:stCondLst>
                                            <p:cond delay="0"/>
                                          </p:stCondLst>
                                        </p:cTn>
                                        <p:tgtEl>
                                          <p:spTgt spid="252965"/>
                                        </p:tgtEl>
                                        <p:attrNameLst>
                                          <p:attrName>style.visibility</p:attrName>
                                        </p:attrNameLst>
                                      </p:cBhvr>
                                      <p:to>
                                        <p:strVal val="visible"/>
                                      </p:to>
                                    </p:set>
                                    <p:animEffect transition="in" filter="wipe(left)">
                                      <p:cBhvr>
                                        <p:cTn id="67" dur="500"/>
                                        <p:tgtEl>
                                          <p:spTgt spid="252965"/>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grpId="0" nodeType="clickEffect">
                                  <p:stCondLst>
                                    <p:cond delay="0"/>
                                  </p:stCondLst>
                                  <p:childTnLst>
                                    <p:set>
                                      <p:cBhvr>
                                        <p:cTn id="71" dur="1" fill="hold">
                                          <p:stCondLst>
                                            <p:cond delay="0"/>
                                          </p:stCondLst>
                                        </p:cTn>
                                        <p:tgtEl>
                                          <p:spTgt spid="252930"/>
                                        </p:tgtEl>
                                        <p:attrNameLst>
                                          <p:attrName>style.visibility</p:attrName>
                                        </p:attrNameLst>
                                      </p:cBhvr>
                                      <p:to>
                                        <p:strVal val="visible"/>
                                      </p:to>
                                    </p:set>
                                    <p:animEffect transition="in" filter="wipe(left)">
                                      <p:cBhvr>
                                        <p:cTn id="72" dur="500"/>
                                        <p:tgtEl>
                                          <p:spTgt spid="252930"/>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8" fill="hold" nodeType="clickEffect">
                                  <p:stCondLst>
                                    <p:cond delay="0"/>
                                  </p:stCondLst>
                                  <p:childTnLst>
                                    <p:set>
                                      <p:cBhvr>
                                        <p:cTn id="76" dur="1" fill="hold">
                                          <p:stCondLst>
                                            <p:cond delay="0"/>
                                          </p:stCondLst>
                                        </p:cTn>
                                        <p:tgtEl>
                                          <p:spTgt spid="252968"/>
                                        </p:tgtEl>
                                        <p:attrNameLst>
                                          <p:attrName>style.visibility</p:attrName>
                                        </p:attrNameLst>
                                      </p:cBhvr>
                                      <p:to>
                                        <p:strVal val="visible"/>
                                      </p:to>
                                    </p:set>
                                    <p:animEffect transition="in" filter="wipe(left)">
                                      <p:cBhvr>
                                        <p:cTn id="77" dur="500"/>
                                        <p:tgtEl>
                                          <p:spTgt spid="252968"/>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8" fill="hold" grpId="0" nodeType="clickEffect">
                                  <p:stCondLst>
                                    <p:cond delay="0"/>
                                  </p:stCondLst>
                                  <p:childTnLst>
                                    <p:set>
                                      <p:cBhvr>
                                        <p:cTn id="81" dur="1" fill="hold">
                                          <p:stCondLst>
                                            <p:cond delay="0"/>
                                          </p:stCondLst>
                                        </p:cTn>
                                        <p:tgtEl>
                                          <p:spTgt spid="252967"/>
                                        </p:tgtEl>
                                        <p:attrNameLst>
                                          <p:attrName>style.visibility</p:attrName>
                                        </p:attrNameLst>
                                      </p:cBhvr>
                                      <p:to>
                                        <p:strVal val="visible"/>
                                      </p:to>
                                    </p:set>
                                    <p:animEffect transition="in" filter="wipe(left)">
                                      <p:cBhvr>
                                        <p:cTn id="82" dur="500"/>
                                        <p:tgtEl>
                                          <p:spTgt spid="252967"/>
                                        </p:tgtEl>
                                      </p:cBhvr>
                                    </p:animEffect>
                                  </p:childTnLst>
                                </p:cTn>
                              </p:par>
                            </p:childTnLst>
                          </p:cTn>
                        </p:par>
                      </p:childTnLst>
                    </p:cTn>
                  </p:par>
                  <p:par>
                    <p:cTn id="83" fill="hold">
                      <p:stCondLst>
                        <p:cond delay="indefinite"/>
                      </p:stCondLst>
                      <p:childTnLst>
                        <p:par>
                          <p:cTn id="84" fill="hold">
                            <p:stCondLst>
                              <p:cond delay="0"/>
                            </p:stCondLst>
                            <p:childTnLst>
                              <p:par>
                                <p:cTn id="85" presetID="22" presetClass="entr" presetSubtype="8" fill="hold" nodeType="clickEffect">
                                  <p:stCondLst>
                                    <p:cond delay="0"/>
                                  </p:stCondLst>
                                  <p:childTnLst>
                                    <p:set>
                                      <p:cBhvr>
                                        <p:cTn id="86" dur="1" fill="hold">
                                          <p:stCondLst>
                                            <p:cond delay="0"/>
                                          </p:stCondLst>
                                        </p:cTn>
                                        <p:tgtEl>
                                          <p:spTgt spid="252969"/>
                                        </p:tgtEl>
                                        <p:attrNameLst>
                                          <p:attrName>style.visibility</p:attrName>
                                        </p:attrNameLst>
                                      </p:cBhvr>
                                      <p:to>
                                        <p:strVal val="visible"/>
                                      </p:to>
                                    </p:set>
                                    <p:animEffect transition="in" filter="wipe(left)">
                                      <p:cBhvr>
                                        <p:cTn id="87" dur="500"/>
                                        <p:tgtEl>
                                          <p:spTgt spid="252969"/>
                                        </p:tgtEl>
                                      </p:cBhvr>
                                    </p:animEffect>
                                  </p:childTnLst>
                                </p:cTn>
                              </p:par>
                            </p:childTnLst>
                          </p:cTn>
                        </p:par>
                      </p:childTnLst>
                    </p:cTn>
                  </p:par>
                  <p:par>
                    <p:cTn id="88" fill="hold">
                      <p:stCondLst>
                        <p:cond delay="indefinite"/>
                      </p:stCondLst>
                      <p:childTnLst>
                        <p:par>
                          <p:cTn id="89" fill="hold">
                            <p:stCondLst>
                              <p:cond delay="0"/>
                            </p:stCondLst>
                            <p:childTnLst>
                              <p:par>
                                <p:cTn id="90" presetID="22" presetClass="entr" presetSubtype="8" fill="hold" nodeType="clickEffect">
                                  <p:stCondLst>
                                    <p:cond delay="0"/>
                                  </p:stCondLst>
                                  <p:childTnLst>
                                    <p:set>
                                      <p:cBhvr>
                                        <p:cTn id="91" dur="1" fill="hold">
                                          <p:stCondLst>
                                            <p:cond delay="0"/>
                                          </p:stCondLst>
                                        </p:cTn>
                                        <p:tgtEl>
                                          <p:spTgt spid="252974"/>
                                        </p:tgtEl>
                                        <p:attrNameLst>
                                          <p:attrName>style.visibility</p:attrName>
                                        </p:attrNameLst>
                                      </p:cBhvr>
                                      <p:to>
                                        <p:strVal val="visible"/>
                                      </p:to>
                                    </p:set>
                                    <p:animEffect transition="in" filter="wipe(left)">
                                      <p:cBhvr>
                                        <p:cTn id="92" dur="500"/>
                                        <p:tgtEl>
                                          <p:spTgt spid="252974"/>
                                        </p:tgtEl>
                                      </p:cBhvr>
                                    </p:animEffect>
                                  </p:childTnLst>
                                </p:cTn>
                              </p:par>
                            </p:childTnLst>
                          </p:cTn>
                        </p:par>
                      </p:childTnLst>
                    </p:cTn>
                  </p:par>
                  <p:par>
                    <p:cTn id="93" fill="hold">
                      <p:stCondLst>
                        <p:cond delay="indefinite"/>
                      </p:stCondLst>
                      <p:childTnLst>
                        <p:par>
                          <p:cTn id="94" fill="hold">
                            <p:stCondLst>
                              <p:cond delay="0"/>
                            </p:stCondLst>
                            <p:childTnLst>
                              <p:par>
                                <p:cTn id="95" presetID="22" presetClass="entr" presetSubtype="8" fill="hold" grpId="0" nodeType="clickEffect">
                                  <p:stCondLst>
                                    <p:cond delay="0"/>
                                  </p:stCondLst>
                                  <p:childTnLst>
                                    <p:set>
                                      <p:cBhvr>
                                        <p:cTn id="96" dur="1" fill="hold">
                                          <p:stCondLst>
                                            <p:cond delay="0"/>
                                          </p:stCondLst>
                                        </p:cTn>
                                        <p:tgtEl>
                                          <p:spTgt spid="252972"/>
                                        </p:tgtEl>
                                        <p:attrNameLst>
                                          <p:attrName>style.visibility</p:attrName>
                                        </p:attrNameLst>
                                      </p:cBhvr>
                                      <p:to>
                                        <p:strVal val="visible"/>
                                      </p:to>
                                    </p:set>
                                    <p:animEffect transition="in" filter="wipe(left)">
                                      <p:cBhvr>
                                        <p:cTn id="97" dur="500"/>
                                        <p:tgtEl>
                                          <p:spTgt spid="252972"/>
                                        </p:tgtEl>
                                      </p:cBhvr>
                                    </p:animEffect>
                                  </p:childTnLst>
                                </p:cTn>
                              </p:par>
                            </p:childTnLst>
                          </p:cTn>
                        </p:par>
                      </p:childTnLst>
                    </p:cTn>
                  </p:par>
                  <p:par>
                    <p:cTn id="98" fill="hold">
                      <p:stCondLst>
                        <p:cond delay="indefinite"/>
                      </p:stCondLst>
                      <p:childTnLst>
                        <p:par>
                          <p:cTn id="99" fill="hold">
                            <p:stCondLst>
                              <p:cond delay="0"/>
                            </p:stCondLst>
                            <p:childTnLst>
                              <p:par>
                                <p:cTn id="100" presetID="22" presetClass="entr" presetSubtype="8" fill="hold" grpId="0" nodeType="clickEffect">
                                  <p:stCondLst>
                                    <p:cond delay="0"/>
                                  </p:stCondLst>
                                  <p:childTnLst>
                                    <p:set>
                                      <p:cBhvr>
                                        <p:cTn id="101" dur="1" fill="hold">
                                          <p:stCondLst>
                                            <p:cond delay="0"/>
                                          </p:stCondLst>
                                        </p:cTn>
                                        <p:tgtEl>
                                          <p:spTgt spid="252973"/>
                                        </p:tgtEl>
                                        <p:attrNameLst>
                                          <p:attrName>style.visibility</p:attrName>
                                        </p:attrNameLst>
                                      </p:cBhvr>
                                      <p:to>
                                        <p:strVal val="visible"/>
                                      </p:to>
                                    </p:set>
                                    <p:animEffect transition="in" filter="wipe(left)">
                                      <p:cBhvr>
                                        <p:cTn id="102" dur="500"/>
                                        <p:tgtEl>
                                          <p:spTgt spid="252973"/>
                                        </p:tgtEl>
                                      </p:cBhvr>
                                    </p:animEffect>
                                  </p:childTnLst>
                                </p:cTn>
                              </p:par>
                            </p:childTnLst>
                          </p:cTn>
                        </p:par>
                      </p:childTnLst>
                    </p:cTn>
                  </p:par>
                  <p:par>
                    <p:cTn id="103" fill="hold">
                      <p:stCondLst>
                        <p:cond delay="indefinite"/>
                      </p:stCondLst>
                      <p:childTnLst>
                        <p:par>
                          <p:cTn id="104" fill="hold">
                            <p:stCondLst>
                              <p:cond delay="0"/>
                            </p:stCondLst>
                            <p:childTnLst>
                              <p:par>
                                <p:cTn id="105" presetID="22" presetClass="entr" presetSubtype="8" fill="hold" nodeType="clickEffect">
                                  <p:stCondLst>
                                    <p:cond delay="0"/>
                                  </p:stCondLst>
                                  <p:childTnLst>
                                    <p:set>
                                      <p:cBhvr>
                                        <p:cTn id="106" dur="1" fill="hold">
                                          <p:stCondLst>
                                            <p:cond delay="0"/>
                                          </p:stCondLst>
                                        </p:cTn>
                                        <p:tgtEl>
                                          <p:spTgt spid="252975"/>
                                        </p:tgtEl>
                                        <p:attrNameLst>
                                          <p:attrName>style.visibility</p:attrName>
                                        </p:attrNameLst>
                                      </p:cBhvr>
                                      <p:to>
                                        <p:strVal val="visible"/>
                                      </p:to>
                                    </p:set>
                                    <p:animEffect transition="in" filter="wipe(left)">
                                      <p:cBhvr>
                                        <p:cTn id="107" dur="500"/>
                                        <p:tgtEl>
                                          <p:spTgt spid="252975"/>
                                        </p:tgtEl>
                                      </p:cBhvr>
                                    </p:animEffect>
                                  </p:childTnLst>
                                </p:cTn>
                              </p:par>
                            </p:childTnLst>
                          </p:cTn>
                        </p:par>
                      </p:childTnLst>
                    </p:cTn>
                  </p:par>
                  <p:par>
                    <p:cTn id="108" fill="hold">
                      <p:stCondLst>
                        <p:cond delay="indefinite"/>
                      </p:stCondLst>
                      <p:childTnLst>
                        <p:par>
                          <p:cTn id="109" fill="hold">
                            <p:stCondLst>
                              <p:cond delay="0"/>
                            </p:stCondLst>
                            <p:childTnLst>
                              <p:par>
                                <p:cTn id="110" presetID="22" presetClass="entr" presetSubtype="8" fill="hold" grpId="0" nodeType="clickEffect">
                                  <p:stCondLst>
                                    <p:cond delay="0"/>
                                  </p:stCondLst>
                                  <p:childTnLst>
                                    <p:set>
                                      <p:cBhvr>
                                        <p:cTn id="111" dur="1" fill="hold">
                                          <p:stCondLst>
                                            <p:cond delay="0"/>
                                          </p:stCondLst>
                                        </p:cTn>
                                        <p:tgtEl>
                                          <p:spTgt spid="252976"/>
                                        </p:tgtEl>
                                        <p:attrNameLst>
                                          <p:attrName>style.visibility</p:attrName>
                                        </p:attrNameLst>
                                      </p:cBhvr>
                                      <p:to>
                                        <p:strVal val="visible"/>
                                      </p:to>
                                    </p:set>
                                    <p:animEffect transition="in" filter="wipe(left)">
                                      <p:cBhvr>
                                        <p:cTn id="112" dur="500"/>
                                        <p:tgtEl>
                                          <p:spTgt spid="252976"/>
                                        </p:tgtEl>
                                      </p:cBhvr>
                                    </p:animEffect>
                                  </p:childTnLst>
                                </p:cTn>
                              </p:par>
                            </p:childTnLst>
                          </p:cTn>
                        </p:par>
                      </p:childTnLst>
                    </p:cTn>
                  </p:par>
                  <p:par>
                    <p:cTn id="113" fill="hold">
                      <p:stCondLst>
                        <p:cond delay="indefinite"/>
                      </p:stCondLst>
                      <p:childTnLst>
                        <p:par>
                          <p:cTn id="114" fill="hold">
                            <p:stCondLst>
                              <p:cond delay="0"/>
                            </p:stCondLst>
                            <p:childTnLst>
                              <p:par>
                                <p:cTn id="115" presetID="22" presetClass="entr" presetSubtype="8" fill="hold" nodeType="clickEffect">
                                  <p:stCondLst>
                                    <p:cond delay="0"/>
                                  </p:stCondLst>
                                  <p:childTnLst>
                                    <p:set>
                                      <p:cBhvr>
                                        <p:cTn id="116" dur="1" fill="hold">
                                          <p:stCondLst>
                                            <p:cond delay="0"/>
                                          </p:stCondLst>
                                        </p:cTn>
                                        <p:tgtEl>
                                          <p:spTgt spid="252977"/>
                                        </p:tgtEl>
                                        <p:attrNameLst>
                                          <p:attrName>style.visibility</p:attrName>
                                        </p:attrNameLst>
                                      </p:cBhvr>
                                      <p:to>
                                        <p:strVal val="visible"/>
                                      </p:to>
                                    </p:set>
                                    <p:animEffect transition="in" filter="wipe(left)">
                                      <p:cBhvr>
                                        <p:cTn id="117" dur="500"/>
                                        <p:tgtEl>
                                          <p:spTgt spid="252977"/>
                                        </p:tgtEl>
                                      </p:cBhvr>
                                    </p:animEffect>
                                  </p:childTnLst>
                                </p:cTn>
                              </p:par>
                            </p:childTnLst>
                          </p:cTn>
                        </p:par>
                      </p:childTnLst>
                    </p:cTn>
                  </p:par>
                  <p:par>
                    <p:cTn id="118" fill="hold">
                      <p:stCondLst>
                        <p:cond delay="indefinite"/>
                      </p:stCondLst>
                      <p:childTnLst>
                        <p:par>
                          <p:cTn id="119" fill="hold">
                            <p:stCondLst>
                              <p:cond delay="0"/>
                            </p:stCondLst>
                            <p:childTnLst>
                              <p:par>
                                <p:cTn id="120" presetID="22" presetClass="entr" presetSubtype="8" fill="hold" grpId="0" nodeType="clickEffect">
                                  <p:stCondLst>
                                    <p:cond delay="0"/>
                                  </p:stCondLst>
                                  <p:childTnLst>
                                    <p:set>
                                      <p:cBhvr>
                                        <p:cTn id="121" dur="1" fill="hold">
                                          <p:stCondLst>
                                            <p:cond delay="0"/>
                                          </p:stCondLst>
                                        </p:cTn>
                                        <p:tgtEl>
                                          <p:spTgt spid="252985"/>
                                        </p:tgtEl>
                                        <p:attrNameLst>
                                          <p:attrName>style.visibility</p:attrName>
                                        </p:attrNameLst>
                                      </p:cBhvr>
                                      <p:to>
                                        <p:strVal val="visible"/>
                                      </p:to>
                                    </p:set>
                                    <p:animEffect transition="in" filter="wipe(left)">
                                      <p:cBhvr>
                                        <p:cTn id="122" dur="500"/>
                                        <p:tgtEl>
                                          <p:spTgt spid="252985"/>
                                        </p:tgtEl>
                                      </p:cBhvr>
                                    </p:animEffect>
                                  </p:childTnLst>
                                </p:cTn>
                              </p:par>
                            </p:childTnLst>
                          </p:cTn>
                        </p:par>
                      </p:childTnLst>
                    </p:cTn>
                  </p:par>
                  <p:par>
                    <p:cTn id="123" fill="hold">
                      <p:stCondLst>
                        <p:cond delay="indefinite"/>
                      </p:stCondLst>
                      <p:childTnLst>
                        <p:par>
                          <p:cTn id="124" fill="hold">
                            <p:stCondLst>
                              <p:cond delay="0"/>
                            </p:stCondLst>
                            <p:childTnLst>
                              <p:par>
                                <p:cTn id="125" presetID="22" presetClass="entr" presetSubtype="8" fill="hold" nodeType="clickEffect">
                                  <p:stCondLst>
                                    <p:cond delay="0"/>
                                  </p:stCondLst>
                                  <p:childTnLst>
                                    <p:set>
                                      <p:cBhvr>
                                        <p:cTn id="126" dur="1" fill="hold">
                                          <p:stCondLst>
                                            <p:cond delay="0"/>
                                          </p:stCondLst>
                                        </p:cTn>
                                        <p:tgtEl>
                                          <p:spTgt spid="252978"/>
                                        </p:tgtEl>
                                        <p:attrNameLst>
                                          <p:attrName>style.visibility</p:attrName>
                                        </p:attrNameLst>
                                      </p:cBhvr>
                                      <p:to>
                                        <p:strVal val="visible"/>
                                      </p:to>
                                    </p:set>
                                    <p:animEffect transition="in" filter="wipe(left)">
                                      <p:cBhvr>
                                        <p:cTn id="127" dur="500"/>
                                        <p:tgtEl>
                                          <p:spTgt spid="252978"/>
                                        </p:tgtEl>
                                      </p:cBhvr>
                                    </p:animEffect>
                                  </p:childTnLst>
                                </p:cTn>
                              </p:par>
                            </p:childTnLst>
                          </p:cTn>
                        </p:par>
                      </p:childTnLst>
                    </p:cTn>
                  </p:par>
                  <p:par>
                    <p:cTn id="128" fill="hold">
                      <p:stCondLst>
                        <p:cond delay="indefinite"/>
                      </p:stCondLst>
                      <p:childTnLst>
                        <p:par>
                          <p:cTn id="129" fill="hold">
                            <p:stCondLst>
                              <p:cond delay="0"/>
                            </p:stCondLst>
                            <p:childTnLst>
                              <p:par>
                                <p:cTn id="130" presetID="22" presetClass="entr" presetSubtype="8" fill="hold" grpId="0" nodeType="clickEffect">
                                  <p:stCondLst>
                                    <p:cond delay="0"/>
                                  </p:stCondLst>
                                  <p:childTnLst>
                                    <p:set>
                                      <p:cBhvr>
                                        <p:cTn id="131" dur="1" fill="hold">
                                          <p:stCondLst>
                                            <p:cond delay="0"/>
                                          </p:stCondLst>
                                        </p:cTn>
                                        <p:tgtEl>
                                          <p:spTgt spid="252986"/>
                                        </p:tgtEl>
                                        <p:attrNameLst>
                                          <p:attrName>style.visibility</p:attrName>
                                        </p:attrNameLst>
                                      </p:cBhvr>
                                      <p:to>
                                        <p:strVal val="visible"/>
                                      </p:to>
                                    </p:set>
                                    <p:animEffect transition="in" filter="wipe(left)">
                                      <p:cBhvr>
                                        <p:cTn id="132" dur="500"/>
                                        <p:tgtEl>
                                          <p:spTgt spid="252986"/>
                                        </p:tgtEl>
                                      </p:cBhvr>
                                    </p:animEffect>
                                  </p:childTnLst>
                                </p:cTn>
                              </p:par>
                            </p:childTnLst>
                          </p:cTn>
                        </p:par>
                      </p:childTnLst>
                    </p:cTn>
                  </p:par>
                  <p:par>
                    <p:cTn id="133" fill="hold">
                      <p:stCondLst>
                        <p:cond delay="indefinite"/>
                      </p:stCondLst>
                      <p:childTnLst>
                        <p:par>
                          <p:cTn id="134" fill="hold">
                            <p:stCondLst>
                              <p:cond delay="0"/>
                            </p:stCondLst>
                            <p:childTnLst>
                              <p:par>
                                <p:cTn id="135" presetID="22" presetClass="entr" presetSubtype="8" fill="hold" nodeType="clickEffect">
                                  <p:stCondLst>
                                    <p:cond delay="0"/>
                                  </p:stCondLst>
                                  <p:childTnLst>
                                    <p:set>
                                      <p:cBhvr>
                                        <p:cTn id="136" dur="1" fill="hold">
                                          <p:stCondLst>
                                            <p:cond delay="0"/>
                                          </p:stCondLst>
                                        </p:cTn>
                                        <p:tgtEl>
                                          <p:spTgt spid="252979"/>
                                        </p:tgtEl>
                                        <p:attrNameLst>
                                          <p:attrName>style.visibility</p:attrName>
                                        </p:attrNameLst>
                                      </p:cBhvr>
                                      <p:to>
                                        <p:strVal val="visible"/>
                                      </p:to>
                                    </p:set>
                                    <p:animEffect transition="in" filter="wipe(left)">
                                      <p:cBhvr>
                                        <p:cTn id="137" dur="500"/>
                                        <p:tgtEl>
                                          <p:spTgt spid="252979"/>
                                        </p:tgtEl>
                                      </p:cBhvr>
                                    </p:animEffect>
                                  </p:childTnLst>
                                </p:cTn>
                              </p:par>
                            </p:childTnLst>
                          </p:cTn>
                        </p:par>
                      </p:childTnLst>
                    </p:cTn>
                  </p:par>
                  <p:par>
                    <p:cTn id="138" fill="hold">
                      <p:stCondLst>
                        <p:cond delay="indefinite"/>
                      </p:stCondLst>
                      <p:childTnLst>
                        <p:par>
                          <p:cTn id="139" fill="hold">
                            <p:stCondLst>
                              <p:cond delay="0"/>
                            </p:stCondLst>
                            <p:childTnLst>
                              <p:par>
                                <p:cTn id="140" presetID="22" presetClass="entr" presetSubtype="8" fill="hold" grpId="0" nodeType="clickEffect">
                                  <p:stCondLst>
                                    <p:cond delay="0"/>
                                  </p:stCondLst>
                                  <p:childTnLst>
                                    <p:set>
                                      <p:cBhvr>
                                        <p:cTn id="141" dur="1" fill="hold">
                                          <p:stCondLst>
                                            <p:cond delay="0"/>
                                          </p:stCondLst>
                                        </p:cTn>
                                        <p:tgtEl>
                                          <p:spTgt spid="252984"/>
                                        </p:tgtEl>
                                        <p:attrNameLst>
                                          <p:attrName>style.visibility</p:attrName>
                                        </p:attrNameLst>
                                      </p:cBhvr>
                                      <p:to>
                                        <p:strVal val="visible"/>
                                      </p:to>
                                    </p:set>
                                    <p:animEffect transition="in" filter="wipe(left)">
                                      <p:cBhvr>
                                        <p:cTn id="142" dur="500"/>
                                        <p:tgtEl>
                                          <p:spTgt spid="252984"/>
                                        </p:tgtEl>
                                      </p:cBhvr>
                                    </p:animEffect>
                                  </p:childTnLst>
                                </p:cTn>
                              </p:par>
                            </p:childTnLst>
                          </p:cTn>
                        </p:par>
                      </p:childTnLst>
                    </p:cTn>
                  </p:par>
                  <p:par>
                    <p:cTn id="143" fill="hold">
                      <p:stCondLst>
                        <p:cond delay="indefinite"/>
                      </p:stCondLst>
                      <p:childTnLst>
                        <p:par>
                          <p:cTn id="144" fill="hold">
                            <p:stCondLst>
                              <p:cond delay="0"/>
                            </p:stCondLst>
                            <p:childTnLst>
                              <p:par>
                                <p:cTn id="145" presetID="22" presetClass="entr" presetSubtype="8" fill="hold" nodeType="clickEffect">
                                  <p:stCondLst>
                                    <p:cond delay="0"/>
                                  </p:stCondLst>
                                  <p:childTnLst>
                                    <p:set>
                                      <p:cBhvr>
                                        <p:cTn id="146" dur="1" fill="hold">
                                          <p:stCondLst>
                                            <p:cond delay="0"/>
                                          </p:stCondLst>
                                        </p:cTn>
                                        <p:tgtEl>
                                          <p:spTgt spid="252980"/>
                                        </p:tgtEl>
                                        <p:attrNameLst>
                                          <p:attrName>style.visibility</p:attrName>
                                        </p:attrNameLst>
                                      </p:cBhvr>
                                      <p:to>
                                        <p:strVal val="visible"/>
                                      </p:to>
                                    </p:set>
                                    <p:animEffect transition="in" filter="wipe(left)">
                                      <p:cBhvr>
                                        <p:cTn id="147" dur="500"/>
                                        <p:tgtEl>
                                          <p:spTgt spid="252980"/>
                                        </p:tgtEl>
                                      </p:cBhvr>
                                    </p:animEffect>
                                  </p:childTnLst>
                                </p:cTn>
                              </p:par>
                            </p:childTnLst>
                          </p:cTn>
                        </p:par>
                      </p:childTnLst>
                    </p:cTn>
                  </p:par>
                  <p:par>
                    <p:cTn id="148" fill="hold">
                      <p:stCondLst>
                        <p:cond delay="indefinite"/>
                      </p:stCondLst>
                      <p:childTnLst>
                        <p:par>
                          <p:cTn id="149" fill="hold">
                            <p:stCondLst>
                              <p:cond delay="0"/>
                            </p:stCondLst>
                            <p:childTnLst>
                              <p:par>
                                <p:cTn id="150" presetID="22" presetClass="entr" presetSubtype="8" fill="hold" nodeType="clickEffect">
                                  <p:stCondLst>
                                    <p:cond delay="0"/>
                                  </p:stCondLst>
                                  <p:childTnLst>
                                    <p:set>
                                      <p:cBhvr>
                                        <p:cTn id="151" dur="1" fill="hold">
                                          <p:stCondLst>
                                            <p:cond delay="0"/>
                                          </p:stCondLst>
                                        </p:cTn>
                                        <p:tgtEl>
                                          <p:spTgt spid="252981"/>
                                        </p:tgtEl>
                                        <p:attrNameLst>
                                          <p:attrName>style.visibility</p:attrName>
                                        </p:attrNameLst>
                                      </p:cBhvr>
                                      <p:to>
                                        <p:strVal val="visible"/>
                                      </p:to>
                                    </p:set>
                                    <p:animEffect transition="in" filter="wipe(left)">
                                      <p:cBhvr>
                                        <p:cTn id="152" dur="500"/>
                                        <p:tgtEl>
                                          <p:spTgt spid="252981"/>
                                        </p:tgtEl>
                                      </p:cBhvr>
                                    </p:animEffect>
                                  </p:childTnLst>
                                </p:cTn>
                              </p:par>
                            </p:childTnLst>
                          </p:cTn>
                        </p:par>
                      </p:childTnLst>
                    </p:cTn>
                  </p:par>
                  <p:par>
                    <p:cTn id="153" fill="hold">
                      <p:stCondLst>
                        <p:cond delay="indefinite"/>
                      </p:stCondLst>
                      <p:childTnLst>
                        <p:par>
                          <p:cTn id="154" fill="hold">
                            <p:stCondLst>
                              <p:cond delay="0"/>
                            </p:stCondLst>
                            <p:childTnLst>
                              <p:par>
                                <p:cTn id="155" presetID="22" presetClass="entr" presetSubtype="8" fill="hold" nodeType="clickEffect">
                                  <p:stCondLst>
                                    <p:cond delay="0"/>
                                  </p:stCondLst>
                                  <p:childTnLst>
                                    <p:set>
                                      <p:cBhvr>
                                        <p:cTn id="156" dur="1" fill="hold">
                                          <p:stCondLst>
                                            <p:cond delay="0"/>
                                          </p:stCondLst>
                                        </p:cTn>
                                        <p:tgtEl>
                                          <p:spTgt spid="252982"/>
                                        </p:tgtEl>
                                        <p:attrNameLst>
                                          <p:attrName>style.visibility</p:attrName>
                                        </p:attrNameLst>
                                      </p:cBhvr>
                                      <p:to>
                                        <p:strVal val="visible"/>
                                      </p:to>
                                    </p:set>
                                    <p:animEffect transition="in" filter="wipe(left)">
                                      <p:cBhvr>
                                        <p:cTn id="157" dur="500"/>
                                        <p:tgtEl>
                                          <p:spTgt spid="252982"/>
                                        </p:tgtEl>
                                      </p:cBhvr>
                                    </p:animEffect>
                                  </p:childTnLst>
                                </p:cTn>
                              </p:par>
                            </p:childTnLst>
                          </p:cTn>
                        </p:par>
                      </p:childTnLst>
                    </p:cTn>
                  </p:par>
                  <p:par>
                    <p:cTn id="158" fill="hold">
                      <p:stCondLst>
                        <p:cond delay="indefinite"/>
                      </p:stCondLst>
                      <p:childTnLst>
                        <p:par>
                          <p:cTn id="159" fill="hold">
                            <p:stCondLst>
                              <p:cond delay="0"/>
                            </p:stCondLst>
                            <p:childTnLst>
                              <p:par>
                                <p:cTn id="160" presetID="22" presetClass="entr" presetSubtype="8" fill="hold" nodeType="clickEffect">
                                  <p:stCondLst>
                                    <p:cond delay="0"/>
                                  </p:stCondLst>
                                  <p:childTnLst>
                                    <p:set>
                                      <p:cBhvr>
                                        <p:cTn id="161" dur="1" fill="hold">
                                          <p:stCondLst>
                                            <p:cond delay="0"/>
                                          </p:stCondLst>
                                        </p:cTn>
                                        <p:tgtEl>
                                          <p:spTgt spid="252983"/>
                                        </p:tgtEl>
                                        <p:attrNameLst>
                                          <p:attrName>style.visibility</p:attrName>
                                        </p:attrNameLst>
                                      </p:cBhvr>
                                      <p:to>
                                        <p:strVal val="visible"/>
                                      </p:to>
                                    </p:set>
                                    <p:animEffect transition="in" filter="wipe(left)">
                                      <p:cBhvr>
                                        <p:cTn id="162" dur="500"/>
                                        <p:tgtEl>
                                          <p:spTgt spid="2529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2930" grpId="0" animBg="1"/>
      <p:bldP spid="252931" grpId="0"/>
      <p:bldP spid="252932" grpId="0"/>
      <p:bldP spid="252959" grpId="0"/>
      <p:bldP spid="252960" grpId="0"/>
      <p:bldP spid="252961" grpId="0"/>
      <p:bldP spid="252962" grpId="0"/>
      <p:bldP spid="252964" grpId="0" animBg="1"/>
      <p:bldP spid="252966" grpId="0" animBg="1"/>
      <p:bldP spid="252967" grpId="0" animBg="1"/>
      <p:bldP spid="252970" grpId="0" animBg="1"/>
      <p:bldP spid="252972" grpId="0" animBg="1"/>
      <p:bldP spid="252973" grpId="0" animBg="1"/>
      <p:bldP spid="252976" grpId="0" animBg="1"/>
      <p:bldP spid="252984" grpId="0"/>
      <p:bldP spid="252985" grpId="0"/>
      <p:bldP spid="252986"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1123" name="Text Box 3"/>
          <p:cNvSpPr txBox="1">
            <a:spLocks noChangeArrowheads="1"/>
          </p:cNvSpPr>
          <p:nvPr/>
        </p:nvSpPr>
        <p:spPr bwMode="auto">
          <a:xfrm>
            <a:off x="161925" y="441325"/>
            <a:ext cx="8685213" cy="2195513"/>
          </a:xfrm>
          <a:prstGeom prst="rect">
            <a:avLst/>
          </a:prstGeom>
          <a:noFill/>
          <a:ln w="9525">
            <a:noFill/>
            <a:miter lim="800000"/>
            <a:headEnd/>
            <a:tailEnd/>
          </a:ln>
        </p:spPr>
        <p:txBody>
          <a:bodyPr>
            <a:spAutoFit/>
          </a:bodyPr>
          <a:lstStyle/>
          <a:p>
            <a:pPr>
              <a:lnSpc>
                <a:spcPct val="115000"/>
              </a:lnSpc>
              <a:spcBef>
                <a:spcPct val="0"/>
              </a:spcBef>
            </a:pPr>
            <a:r>
              <a:rPr kumimoji="0" lang="zh-CN" altLang="en-US" sz="2400">
                <a:solidFill>
                  <a:srgbClr val="FF0000"/>
                </a:solidFill>
                <a:ea typeface="宋体" pitchFamily="2" charset="-122"/>
              </a:rPr>
              <a:t>例</a:t>
            </a:r>
            <a:r>
              <a:rPr kumimoji="0" lang="zh-CN" altLang="en-US" sz="2400">
                <a:solidFill>
                  <a:srgbClr val="66FFFF"/>
                </a:solidFill>
                <a:ea typeface="宋体" pitchFamily="2" charset="-122"/>
              </a:rPr>
              <a:t> </a:t>
            </a:r>
            <a:r>
              <a:rPr kumimoji="0" lang="zh-CN" altLang="en-US" sz="2400">
                <a:ea typeface="宋体" pitchFamily="2" charset="-122"/>
              </a:rPr>
              <a:t>一不变的力矩 </a:t>
            </a:r>
            <a:r>
              <a:rPr kumimoji="0" lang="en-US" altLang="zh-CN" sz="2400" i="1">
                <a:solidFill>
                  <a:srgbClr val="FF6600"/>
                </a:solidFill>
                <a:ea typeface="宋体" pitchFamily="2" charset="-122"/>
              </a:rPr>
              <a:t>M</a:t>
            </a:r>
            <a:r>
              <a:rPr kumimoji="0" lang="en-US" altLang="zh-CN" sz="2400">
                <a:ea typeface="宋体" pitchFamily="2" charset="-122"/>
              </a:rPr>
              <a:t> </a:t>
            </a:r>
            <a:r>
              <a:rPr kumimoji="0" lang="zh-CN" altLang="en-US" sz="2400">
                <a:ea typeface="宋体" pitchFamily="2" charset="-122"/>
              </a:rPr>
              <a:t>作用在铰车的鼓轮上使得轮转动，见图。轮的半径为 </a:t>
            </a:r>
            <a:r>
              <a:rPr kumimoji="0" lang="en-US" altLang="zh-CN" sz="2400" i="1">
                <a:solidFill>
                  <a:srgbClr val="FF6600"/>
                </a:solidFill>
                <a:ea typeface="宋体" pitchFamily="2" charset="-122"/>
              </a:rPr>
              <a:t>r</a:t>
            </a:r>
            <a:r>
              <a:rPr kumimoji="0" lang="en-US" altLang="zh-CN" sz="2400">
                <a:ea typeface="宋体" pitchFamily="2" charset="-122"/>
              </a:rPr>
              <a:t> </a:t>
            </a:r>
            <a:r>
              <a:rPr kumimoji="0" lang="zh-CN" altLang="en-US" sz="2400">
                <a:ea typeface="宋体" pitchFamily="2" charset="-122"/>
              </a:rPr>
              <a:t>，质量为</a:t>
            </a:r>
            <a:r>
              <a:rPr kumimoji="0" lang="zh-CN" altLang="en-US" sz="2400">
                <a:solidFill>
                  <a:srgbClr val="FF6600"/>
                </a:solidFill>
                <a:ea typeface="宋体" pitchFamily="2" charset="-122"/>
              </a:rPr>
              <a:t> </a:t>
            </a:r>
            <a:r>
              <a:rPr kumimoji="0" lang="en-US" altLang="zh-CN" sz="2400" i="1">
                <a:solidFill>
                  <a:srgbClr val="FF6600"/>
                </a:solidFill>
                <a:ea typeface="宋体" pitchFamily="2" charset="-122"/>
              </a:rPr>
              <a:t>m</a:t>
            </a:r>
            <a:r>
              <a:rPr kumimoji="0" lang="en-US" altLang="zh-CN" sz="2400" baseline="-25000">
                <a:solidFill>
                  <a:srgbClr val="FF6600"/>
                </a:solidFill>
                <a:ea typeface="宋体" pitchFamily="2" charset="-122"/>
              </a:rPr>
              <a:t>1</a:t>
            </a:r>
            <a:r>
              <a:rPr kumimoji="0" lang="en-US" altLang="zh-CN" sz="2400">
                <a:ea typeface="宋体" pitchFamily="2" charset="-122"/>
              </a:rPr>
              <a:t> </a:t>
            </a:r>
            <a:r>
              <a:rPr kumimoji="0" lang="zh-CN" altLang="en-US" sz="2400">
                <a:ea typeface="宋体" pitchFamily="2" charset="-122"/>
              </a:rPr>
              <a:t>。缠在鼓轮上的绳子系一质量为</a:t>
            </a:r>
            <a:r>
              <a:rPr kumimoji="0" lang="zh-CN" altLang="en-US" sz="2400" i="1">
                <a:ea typeface="宋体" pitchFamily="2" charset="-122"/>
              </a:rPr>
              <a:t> </a:t>
            </a:r>
            <a:r>
              <a:rPr kumimoji="0" lang="en-US" altLang="zh-CN" sz="2400" i="1">
                <a:solidFill>
                  <a:srgbClr val="FF6600"/>
                </a:solidFill>
                <a:ea typeface="宋体" pitchFamily="2" charset="-122"/>
              </a:rPr>
              <a:t>m</a:t>
            </a:r>
            <a:r>
              <a:rPr kumimoji="0" lang="en-US" altLang="zh-CN" sz="2400" baseline="-25000">
                <a:solidFill>
                  <a:srgbClr val="FF6600"/>
                </a:solidFill>
                <a:ea typeface="宋体" pitchFamily="2" charset="-122"/>
              </a:rPr>
              <a:t>2</a:t>
            </a:r>
            <a:r>
              <a:rPr kumimoji="0" lang="en-US" altLang="zh-CN" sz="2400">
                <a:ea typeface="宋体" pitchFamily="2" charset="-122"/>
              </a:rPr>
              <a:t> </a:t>
            </a:r>
            <a:r>
              <a:rPr kumimoji="0" lang="zh-CN" altLang="en-US" sz="2400">
                <a:ea typeface="宋体" pitchFamily="2" charset="-122"/>
              </a:rPr>
              <a:t>的重物，使其沿倾角为 </a:t>
            </a:r>
            <a:r>
              <a:rPr kumimoji="0" lang="en-US" altLang="zh-CN" sz="2400" i="1">
                <a:solidFill>
                  <a:srgbClr val="FF6600"/>
                </a:solidFill>
                <a:ea typeface="宋体" pitchFamily="2" charset="-122"/>
              </a:rPr>
              <a:t>a</a:t>
            </a:r>
            <a:r>
              <a:rPr kumimoji="0" lang="en-US" altLang="zh-CN" sz="2400">
                <a:ea typeface="宋体" pitchFamily="2" charset="-122"/>
              </a:rPr>
              <a:t> </a:t>
            </a:r>
            <a:r>
              <a:rPr kumimoji="0" lang="zh-CN" altLang="en-US" sz="2400">
                <a:ea typeface="宋体" pitchFamily="2" charset="-122"/>
              </a:rPr>
              <a:t>的斜面上升。重物和斜面的滑动摩擦系数为</a:t>
            </a:r>
            <a:r>
              <a:rPr kumimoji="0" lang="zh-CN" altLang="en-US" sz="2400" i="1">
                <a:solidFill>
                  <a:srgbClr val="FF6600"/>
                </a:solidFill>
                <a:ea typeface="宋体" pitchFamily="2" charset="-122"/>
              </a:rPr>
              <a:t> </a:t>
            </a:r>
            <a:r>
              <a:rPr kumimoji="0" lang="en-US" altLang="zh-CN" sz="2400" i="1">
                <a:solidFill>
                  <a:srgbClr val="FF6600"/>
                </a:solidFill>
                <a:latin typeface="Symbol" pitchFamily="18" charset="2"/>
                <a:ea typeface="宋体" pitchFamily="2" charset="-122"/>
              </a:rPr>
              <a:t>m</a:t>
            </a:r>
            <a:r>
              <a:rPr kumimoji="0" lang="en-US" altLang="zh-CN" sz="2400">
                <a:latin typeface="Symbol" pitchFamily="18" charset="2"/>
                <a:ea typeface="宋体" pitchFamily="2" charset="-122"/>
              </a:rPr>
              <a:t> </a:t>
            </a:r>
            <a:r>
              <a:rPr kumimoji="0" lang="zh-CN" altLang="en-US" sz="2400">
                <a:ea typeface="宋体" pitchFamily="2" charset="-122"/>
              </a:rPr>
              <a:t>，绳子的质量忽略不计，鼓轮可看作均质圆柱。在开始时此系统静止。</a:t>
            </a:r>
          </a:p>
        </p:txBody>
      </p:sp>
      <p:sp>
        <p:nvSpPr>
          <p:cNvPr id="261137" name="Text Box 17"/>
          <p:cNvSpPr txBox="1">
            <a:spLocks noChangeArrowheads="1"/>
          </p:cNvSpPr>
          <p:nvPr/>
        </p:nvSpPr>
        <p:spPr bwMode="auto">
          <a:xfrm>
            <a:off x="161925" y="3259138"/>
            <a:ext cx="863600" cy="457200"/>
          </a:xfrm>
          <a:prstGeom prst="rect">
            <a:avLst/>
          </a:prstGeom>
          <a:noFill/>
          <a:ln w="9525">
            <a:noFill/>
            <a:miter lim="800000"/>
            <a:headEnd/>
            <a:tailEnd/>
          </a:ln>
        </p:spPr>
        <p:txBody>
          <a:bodyPr>
            <a:spAutoFit/>
          </a:bodyPr>
          <a:lstStyle/>
          <a:p>
            <a:pPr>
              <a:lnSpc>
                <a:spcPct val="100000"/>
              </a:lnSpc>
            </a:pPr>
            <a:r>
              <a:rPr kumimoji="0" lang="zh-CN" altLang="en-US" sz="2400">
                <a:solidFill>
                  <a:srgbClr val="FF0000"/>
                </a:solidFill>
                <a:latin typeface="Arial" charset="0"/>
                <a:ea typeface="宋体" pitchFamily="2" charset="-122"/>
              </a:rPr>
              <a:t>解</a:t>
            </a:r>
          </a:p>
        </p:txBody>
      </p:sp>
      <p:sp>
        <p:nvSpPr>
          <p:cNvPr id="261143" name="Text Box 23"/>
          <p:cNvSpPr txBox="1">
            <a:spLocks noChangeArrowheads="1"/>
          </p:cNvSpPr>
          <p:nvPr/>
        </p:nvSpPr>
        <p:spPr bwMode="auto">
          <a:xfrm>
            <a:off x="107950" y="2636838"/>
            <a:ext cx="6840538" cy="512762"/>
          </a:xfrm>
          <a:prstGeom prst="rect">
            <a:avLst/>
          </a:prstGeom>
          <a:noFill/>
          <a:ln w="9525">
            <a:noFill/>
            <a:miter lim="800000"/>
            <a:headEnd/>
            <a:tailEnd/>
          </a:ln>
        </p:spPr>
        <p:txBody>
          <a:bodyPr>
            <a:spAutoFit/>
          </a:bodyPr>
          <a:lstStyle/>
          <a:p>
            <a:pPr>
              <a:lnSpc>
                <a:spcPct val="115000"/>
              </a:lnSpc>
              <a:spcBef>
                <a:spcPct val="0"/>
              </a:spcBef>
            </a:pPr>
            <a:r>
              <a:rPr kumimoji="0" lang="zh-CN" altLang="en-US" sz="2400">
                <a:solidFill>
                  <a:srgbClr val="FF0000"/>
                </a:solidFill>
                <a:ea typeface="宋体" pitchFamily="2" charset="-122"/>
              </a:rPr>
              <a:t>求 </a:t>
            </a:r>
            <a:r>
              <a:rPr kumimoji="0" lang="zh-CN" altLang="en-US" sz="2400">
                <a:ea typeface="宋体" pitchFamily="2" charset="-122"/>
              </a:rPr>
              <a:t> 鼓轮转过</a:t>
            </a:r>
            <a:r>
              <a:rPr kumimoji="0" lang="zh-CN" altLang="en-US" sz="2400" i="1">
                <a:solidFill>
                  <a:srgbClr val="FF6600"/>
                </a:solidFill>
                <a:latin typeface="Symbol" pitchFamily="18" charset="2"/>
                <a:ea typeface="宋体" pitchFamily="2" charset="-122"/>
              </a:rPr>
              <a:t> </a:t>
            </a:r>
            <a:r>
              <a:rPr kumimoji="0" lang="en-US" altLang="zh-CN" sz="2400" i="1">
                <a:solidFill>
                  <a:srgbClr val="FF6600"/>
                </a:solidFill>
                <a:latin typeface="Symbol" pitchFamily="18" charset="2"/>
                <a:ea typeface="宋体" pitchFamily="2" charset="-122"/>
              </a:rPr>
              <a:t>j </a:t>
            </a:r>
            <a:r>
              <a:rPr kumimoji="0" lang="zh-CN" altLang="en-US" sz="2400">
                <a:ea typeface="宋体" pitchFamily="2" charset="-122"/>
              </a:rPr>
              <a:t>角时的角速度。</a:t>
            </a:r>
          </a:p>
        </p:txBody>
      </p:sp>
      <p:grpSp>
        <p:nvGrpSpPr>
          <p:cNvPr id="2" name="Group 24"/>
          <p:cNvGrpSpPr>
            <a:grpSpLocks/>
          </p:cNvGrpSpPr>
          <p:nvPr/>
        </p:nvGrpSpPr>
        <p:grpSpPr bwMode="auto">
          <a:xfrm>
            <a:off x="5778500" y="2133600"/>
            <a:ext cx="2970213" cy="1881188"/>
            <a:chOff x="3731" y="2080"/>
            <a:chExt cx="1871" cy="1185"/>
          </a:xfrm>
        </p:grpSpPr>
        <p:sp>
          <p:nvSpPr>
            <p:cNvPr id="42007" name="AutoShape 25"/>
            <p:cNvSpPr>
              <a:spLocks noChangeArrowheads="1"/>
            </p:cNvSpPr>
            <p:nvPr/>
          </p:nvSpPr>
          <p:spPr bwMode="auto">
            <a:xfrm rot="10800000" flipV="1">
              <a:off x="3787" y="2529"/>
              <a:ext cx="1134" cy="708"/>
            </a:xfrm>
            <a:prstGeom prst="rtTriangle">
              <a:avLst/>
            </a:prstGeom>
            <a:noFill/>
            <a:ln w="22225" algn="ctr">
              <a:solidFill>
                <a:schemeClr val="tx1"/>
              </a:solidFill>
              <a:miter lim="800000"/>
              <a:headEnd/>
              <a:tailEnd/>
            </a:ln>
          </p:spPr>
          <p:txBody>
            <a:bodyPr wrap="none" anchor="ctr"/>
            <a:lstStyle/>
            <a:p>
              <a:endParaRPr lang="zh-CN" altLang="en-US"/>
            </a:p>
          </p:txBody>
        </p:sp>
        <p:sp>
          <p:nvSpPr>
            <p:cNvPr id="42008" name="Rectangle 26" descr="纸袋"/>
            <p:cNvSpPr>
              <a:spLocks noChangeArrowheads="1"/>
            </p:cNvSpPr>
            <p:nvPr/>
          </p:nvSpPr>
          <p:spPr bwMode="auto">
            <a:xfrm rot="8842369">
              <a:off x="3872" y="2897"/>
              <a:ext cx="227" cy="199"/>
            </a:xfrm>
            <a:prstGeom prst="rect">
              <a:avLst/>
            </a:prstGeom>
            <a:blipFill dpi="0" rotWithShape="1">
              <a:blip r:embed="rId3"/>
              <a:srcRect/>
              <a:tile tx="0" ty="0" sx="100000" sy="100000" flip="none" algn="tl"/>
            </a:blipFill>
            <a:ln w="9525" algn="ctr">
              <a:solidFill>
                <a:schemeClr val="tx1"/>
              </a:solidFill>
              <a:miter lim="800000"/>
              <a:headEnd/>
              <a:tailEnd/>
            </a:ln>
          </p:spPr>
          <p:txBody>
            <a:bodyPr wrap="none" anchor="ctr"/>
            <a:lstStyle/>
            <a:p>
              <a:endParaRPr lang="zh-CN" altLang="en-US"/>
            </a:p>
          </p:txBody>
        </p:sp>
        <p:sp>
          <p:nvSpPr>
            <p:cNvPr id="42009" name="Line 27"/>
            <p:cNvSpPr>
              <a:spLocks noChangeShapeType="1"/>
            </p:cNvSpPr>
            <p:nvPr/>
          </p:nvSpPr>
          <p:spPr bwMode="auto">
            <a:xfrm flipV="1">
              <a:off x="4071" y="2302"/>
              <a:ext cx="992" cy="623"/>
            </a:xfrm>
            <a:prstGeom prst="line">
              <a:avLst/>
            </a:prstGeom>
            <a:noFill/>
            <a:ln w="22225">
              <a:solidFill>
                <a:srgbClr val="996600"/>
              </a:solidFill>
              <a:round/>
              <a:headEnd/>
              <a:tailEnd/>
            </a:ln>
          </p:spPr>
          <p:txBody>
            <a:bodyPr wrap="none" anchor="ctr"/>
            <a:lstStyle/>
            <a:p>
              <a:endParaRPr lang="zh-CN" altLang="en-US"/>
            </a:p>
          </p:txBody>
        </p:sp>
        <p:sp>
          <p:nvSpPr>
            <p:cNvPr id="42010" name="Oval 28"/>
            <p:cNvSpPr>
              <a:spLocks noChangeAspect="1" noChangeArrowheads="1"/>
            </p:cNvSpPr>
            <p:nvPr/>
          </p:nvSpPr>
          <p:spPr bwMode="auto">
            <a:xfrm>
              <a:off x="4995" y="2302"/>
              <a:ext cx="181" cy="182"/>
            </a:xfrm>
            <a:prstGeom prst="ellipse">
              <a:avLst/>
            </a:prstGeom>
            <a:noFill/>
            <a:ln w="22225" algn="ctr">
              <a:solidFill>
                <a:srgbClr val="996600"/>
              </a:solidFill>
              <a:round/>
              <a:headEnd/>
              <a:tailEnd/>
            </a:ln>
          </p:spPr>
          <p:txBody>
            <a:bodyPr wrap="none" anchor="ctr"/>
            <a:lstStyle/>
            <a:p>
              <a:endParaRPr lang="zh-CN" altLang="en-US"/>
            </a:p>
          </p:txBody>
        </p:sp>
        <p:sp>
          <p:nvSpPr>
            <p:cNvPr id="42011" name="Line 29"/>
            <p:cNvSpPr>
              <a:spLocks noChangeShapeType="1"/>
            </p:cNvSpPr>
            <p:nvPr/>
          </p:nvSpPr>
          <p:spPr bwMode="auto">
            <a:xfrm>
              <a:off x="5091" y="2415"/>
              <a:ext cx="0" cy="850"/>
            </a:xfrm>
            <a:prstGeom prst="line">
              <a:avLst/>
            </a:prstGeom>
            <a:noFill/>
            <a:ln w="19050">
              <a:solidFill>
                <a:srgbClr val="3333CC"/>
              </a:solidFill>
              <a:prstDash val="dash"/>
              <a:round/>
              <a:headEnd/>
              <a:tailEnd/>
            </a:ln>
          </p:spPr>
          <p:txBody>
            <a:bodyPr wrap="none" anchor="ctr"/>
            <a:lstStyle/>
            <a:p>
              <a:endParaRPr lang="zh-CN" altLang="en-US"/>
            </a:p>
          </p:txBody>
        </p:sp>
        <p:sp>
          <p:nvSpPr>
            <p:cNvPr id="42012" name="Line 30"/>
            <p:cNvSpPr>
              <a:spLocks noChangeShapeType="1"/>
            </p:cNvSpPr>
            <p:nvPr/>
          </p:nvSpPr>
          <p:spPr bwMode="auto">
            <a:xfrm>
              <a:off x="4921" y="3237"/>
              <a:ext cx="369" cy="0"/>
            </a:xfrm>
            <a:prstGeom prst="line">
              <a:avLst/>
            </a:prstGeom>
            <a:noFill/>
            <a:ln w="9525">
              <a:solidFill>
                <a:schemeClr val="tx1"/>
              </a:solidFill>
              <a:round/>
              <a:headEnd/>
              <a:tailEnd/>
            </a:ln>
          </p:spPr>
          <p:txBody>
            <a:bodyPr wrap="none" anchor="ctr"/>
            <a:lstStyle/>
            <a:p>
              <a:endParaRPr lang="zh-CN" altLang="en-US"/>
            </a:p>
          </p:txBody>
        </p:sp>
        <p:sp>
          <p:nvSpPr>
            <p:cNvPr id="42013" name="Line 31"/>
            <p:cNvSpPr>
              <a:spLocks noChangeShapeType="1"/>
            </p:cNvSpPr>
            <p:nvPr/>
          </p:nvSpPr>
          <p:spPr bwMode="auto">
            <a:xfrm flipH="1">
              <a:off x="5006" y="2415"/>
              <a:ext cx="85" cy="822"/>
            </a:xfrm>
            <a:prstGeom prst="line">
              <a:avLst/>
            </a:prstGeom>
            <a:noFill/>
            <a:ln w="25400">
              <a:solidFill>
                <a:srgbClr val="3333CC"/>
              </a:solidFill>
              <a:round/>
              <a:headEnd/>
              <a:tailEnd/>
            </a:ln>
          </p:spPr>
          <p:txBody>
            <a:bodyPr wrap="none" anchor="ctr"/>
            <a:lstStyle/>
            <a:p>
              <a:endParaRPr lang="zh-CN" altLang="en-US"/>
            </a:p>
          </p:txBody>
        </p:sp>
        <p:sp>
          <p:nvSpPr>
            <p:cNvPr id="42014" name="Line 32"/>
            <p:cNvSpPr>
              <a:spLocks noChangeShapeType="1"/>
            </p:cNvSpPr>
            <p:nvPr/>
          </p:nvSpPr>
          <p:spPr bwMode="auto">
            <a:xfrm>
              <a:off x="5091" y="2443"/>
              <a:ext cx="85" cy="794"/>
            </a:xfrm>
            <a:prstGeom prst="line">
              <a:avLst/>
            </a:prstGeom>
            <a:noFill/>
            <a:ln w="25400">
              <a:solidFill>
                <a:srgbClr val="3333CC"/>
              </a:solidFill>
              <a:round/>
              <a:headEnd/>
              <a:tailEnd/>
            </a:ln>
          </p:spPr>
          <p:txBody>
            <a:bodyPr wrap="none" anchor="ctr"/>
            <a:lstStyle/>
            <a:p>
              <a:endParaRPr lang="zh-CN" altLang="en-US"/>
            </a:p>
          </p:txBody>
        </p:sp>
        <p:sp>
          <p:nvSpPr>
            <p:cNvPr id="42015" name="Text Box 33"/>
            <p:cNvSpPr txBox="1">
              <a:spLocks noChangeArrowheads="1"/>
            </p:cNvSpPr>
            <p:nvPr/>
          </p:nvSpPr>
          <p:spPr bwMode="auto">
            <a:xfrm>
              <a:off x="4950" y="2080"/>
              <a:ext cx="453" cy="250"/>
            </a:xfrm>
            <a:prstGeom prst="rect">
              <a:avLst/>
            </a:prstGeom>
            <a:noFill/>
            <a:ln w="9525" algn="ctr">
              <a:noFill/>
              <a:miter lim="800000"/>
              <a:headEnd/>
              <a:tailEnd/>
            </a:ln>
          </p:spPr>
          <p:txBody>
            <a:bodyPr>
              <a:spAutoFit/>
            </a:bodyPr>
            <a:lstStyle/>
            <a:p>
              <a:pPr>
                <a:lnSpc>
                  <a:spcPct val="100000"/>
                </a:lnSpc>
              </a:pPr>
              <a:r>
                <a:rPr lang="en-US" altLang="zh-CN" sz="2000" i="1">
                  <a:solidFill>
                    <a:srgbClr val="FF0000"/>
                  </a:solidFill>
                  <a:ea typeface="宋体" pitchFamily="2" charset="-122"/>
                </a:rPr>
                <a:t>M</a:t>
              </a:r>
            </a:p>
          </p:txBody>
        </p:sp>
        <p:sp>
          <p:nvSpPr>
            <p:cNvPr id="42016" name="Arc 34"/>
            <p:cNvSpPr>
              <a:spLocks/>
            </p:cNvSpPr>
            <p:nvPr/>
          </p:nvSpPr>
          <p:spPr bwMode="auto">
            <a:xfrm>
              <a:off x="5176" y="2273"/>
              <a:ext cx="57" cy="114"/>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9050">
              <a:solidFill>
                <a:srgbClr val="FF0000"/>
              </a:solidFill>
              <a:round/>
              <a:headEnd/>
              <a:tailEnd type="arrow" w="med" len="med"/>
            </a:ln>
          </p:spPr>
          <p:txBody>
            <a:bodyPr wrap="none" anchor="ctr"/>
            <a:lstStyle/>
            <a:p>
              <a:endParaRPr lang="zh-CN" altLang="en-US"/>
            </a:p>
          </p:txBody>
        </p:sp>
        <p:sp>
          <p:nvSpPr>
            <p:cNvPr id="42017" name="Text Box 35"/>
            <p:cNvSpPr txBox="1">
              <a:spLocks noChangeArrowheads="1"/>
            </p:cNvSpPr>
            <p:nvPr/>
          </p:nvSpPr>
          <p:spPr bwMode="auto">
            <a:xfrm>
              <a:off x="5149" y="2330"/>
              <a:ext cx="453" cy="250"/>
            </a:xfrm>
            <a:prstGeom prst="rect">
              <a:avLst/>
            </a:prstGeom>
            <a:noFill/>
            <a:ln w="9525" algn="ctr">
              <a:noFill/>
              <a:miter lim="800000"/>
              <a:headEnd/>
              <a:tailEnd/>
            </a:ln>
          </p:spPr>
          <p:txBody>
            <a:bodyPr>
              <a:spAutoFit/>
            </a:bodyPr>
            <a:lstStyle/>
            <a:p>
              <a:pPr>
                <a:lnSpc>
                  <a:spcPct val="100000"/>
                </a:lnSpc>
              </a:pPr>
              <a:r>
                <a:rPr lang="en-US" altLang="zh-CN" sz="2000" i="1">
                  <a:ea typeface="宋体" pitchFamily="2" charset="-122"/>
                </a:rPr>
                <a:t>m</a:t>
              </a:r>
              <a:r>
                <a:rPr lang="en-US" altLang="zh-CN" sz="2000" baseline="-25000">
                  <a:ea typeface="宋体" pitchFamily="2" charset="-122"/>
                </a:rPr>
                <a:t>1</a:t>
              </a:r>
            </a:p>
          </p:txBody>
        </p:sp>
        <p:sp>
          <p:nvSpPr>
            <p:cNvPr id="42018" name="Text Box 36"/>
            <p:cNvSpPr txBox="1">
              <a:spLocks noChangeArrowheads="1"/>
            </p:cNvSpPr>
            <p:nvPr/>
          </p:nvSpPr>
          <p:spPr bwMode="auto">
            <a:xfrm>
              <a:off x="3731" y="2619"/>
              <a:ext cx="453" cy="250"/>
            </a:xfrm>
            <a:prstGeom prst="rect">
              <a:avLst/>
            </a:prstGeom>
            <a:noFill/>
            <a:ln w="9525" algn="ctr">
              <a:noFill/>
              <a:miter lim="800000"/>
              <a:headEnd/>
              <a:tailEnd/>
            </a:ln>
          </p:spPr>
          <p:txBody>
            <a:bodyPr>
              <a:spAutoFit/>
            </a:bodyPr>
            <a:lstStyle/>
            <a:p>
              <a:pPr>
                <a:lnSpc>
                  <a:spcPct val="100000"/>
                </a:lnSpc>
              </a:pPr>
              <a:r>
                <a:rPr lang="en-US" altLang="zh-CN" sz="2000" i="1">
                  <a:ea typeface="宋体" pitchFamily="2" charset="-122"/>
                </a:rPr>
                <a:t>m</a:t>
              </a:r>
              <a:r>
                <a:rPr lang="en-US" altLang="zh-CN" sz="2000" baseline="-25000">
                  <a:ea typeface="宋体" pitchFamily="2" charset="-122"/>
                </a:rPr>
                <a:t>2</a:t>
              </a:r>
            </a:p>
          </p:txBody>
        </p:sp>
      </p:grpSp>
      <p:sp>
        <p:nvSpPr>
          <p:cNvPr id="261157" name="Line 37"/>
          <p:cNvSpPr>
            <a:spLocks noChangeShapeType="1"/>
          </p:cNvSpPr>
          <p:nvPr/>
        </p:nvSpPr>
        <p:spPr bwMode="auto">
          <a:xfrm>
            <a:off x="6183313" y="3565525"/>
            <a:ext cx="0" cy="449263"/>
          </a:xfrm>
          <a:prstGeom prst="line">
            <a:avLst/>
          </a:prstGeom>
          <a:noFill/>
          <a:ln w="25400">
            <a:solidFill>
              <a:srgbClr val="00CC00"/>
            </a:solidFill>
            <a:round/>
            <a:headEnd/>
            <a:tailEnd type="triangle" w="med" len="med"/>
          </a:ln>
        </p:spPr>
        <p:txBody>
          <a:bodyPr wrap="none" anchor="ctr"/>
          <a:lstStyle/>
          <a:p>
            <a:endParaRPr lang="zh-CN" altLang="en-US"/>
          </a:p>
        </p:txBody>
      </p:sp>
      <p:sp>
        <p:nvSpPr>
          <p:cNvPr id="261158" name="Text Box 38"/>
          <p:cNvSpPr txBox="1">
            <a:spLocks noChangeArrowheads="1"/>
          </p:cNvSpPr>
          <p:nvPr/>
        </p:nvSpPr>
        <p:spPr bwMode="auto">
          <a:xfrm>
            <a:off x="5913438" y="3925888"/>
            <a:ext cx="765175" cy="396875"/>
          </a:xfrm>
          <a:prstGeom prst="rect">
            <a:avLst/>
          </a:prstGeom>
          <a:noFill/>
          <a:ln w="9525" algn="ctr">
            <a:noFill/>
            <a:miter lim="800000"/>
            <a:headEnd/>
            <a:tailEnd/>
          </a:ln>
        </p:spPr>
        <p:txBody>
          <a:bodyPr>
            <a:spAutoFit/>
          </a:bodyPr>
          <a:lstStyle/>
          <a:p>
            <a:pPr>
              <a:lnSpc>
                <a:spcPct val="100000"/>
              </a:lnSpc>
            </a:pPr>
            <a:r>
              <a:rPr lang="en-US" altLang="zh-CN" sz="2000" i="1">
                <a:solidFill>
                  <a:srgbClr val="00CC00"/>
                </a:solidFill>
                <a:ea typeface="宋体" pitchFamily="2" charset="-122"/>
              </a:rPr>
              <a:t>m</a:t>
            </a:r>
            <a:r>
              <a:rPr lang="en-US" altLang="zh-CN" sz="2000" baseline="-25000">
                <a:solidFill>
                  <a:srgbClr val="00CC00"/>
                </a:solidFill>
                <a:ea typeface="宋体" pitchFamily="2" charset="-122"/>
              </a:rPr>
              <a:t>2</a:t>
            </a:r>
            <a:r>
              <a:rPr lang="en-US" altLang="zh-CN" sz="2000" i="1">
                <a:solidFill>
                  <a:srgbClr val="00CC00"/>
                </a:solidFill>
                <a:ea typeface="宋体" pitchFamily="2" charset="-122"/>
              </a:rPr>
              <a:t>g</a:t>
            </a:r>
          </a:p>
        </p:txBody>
      </p:sp>
      <p:sp>
        <p:nvSpPr>
          <p:cNvPr id="261159" name="Line 39"/>
          <p:cNvSpPr>
            <a:spLocks noChangeShapeType="1"/>
          </p:cNvSpPr>
          <p:nvPr/>
        </p:nvSpPr>
        <p:spPr bwMode="auto">
          <a:xfrm flipH="1" flipV="1">
            <a:off x="5868988" y="2979738"/>
            <a:ext cx="314325" cy="584200"/>
          </a:xfrm>
          <a:prstGeom prst="line">
            <a:avLst/>
          </a:prstGeom>
          <a:noFill/>
          <a:ln w="25400">
            <a:solidFill>
              <a:srgbClr val="CC00CC"/>
            </a:solidFill>
            <a:round/>
            <a:headEnd/>
            <a:tailEnd type="triangle" w="med" len="med"/>
          </a:ln>
        </p:spPr>
        <p:txBody>
          <a:bodyPr wrap="none" anchor="ctr"/>
          <a:lstStyle/>
          <a:p>
            <a:endParaRPr lang="zh-CN" altLang="en-US"/>
          </a:p>
        </p:txBody>
      </p:sp>
      <p:sp>
        <p:nvSpPr>
          <p:cNvPr id="261160" name="Text Box 40"/>
          <p:cNvSpPr txBox="1">
            <a:spLocks noChangeArrowheads="1"/>
          </p:cNvSpPr>
          <p:nvPr/>
        </p:nvSpPr>
        <p:spPr bwMode="auto">
          <a:xfrm>
            <a:off x="5868988" y="2709863"/>
            <a:ext cx="765175" cy="396875"/>
          </a:xfrm>
          <a:prstGeom prst="rect">
            <a:avLst/>
          </a:prstGeom>
          <a:noFill/>
          <a:ln w="9525" algn="ctr">
            <a:noFill/>
            <a:miter lim="800000"/>
            <a:headEnd/>
            <a:tailEnd/>
          </a:ln>
        </p:spPr>
        <p:txBody>
          <a:bodyPr>
            <a:spAutoFit/>
          </a:bodyPr>
          <a:lstStyle/>
          <a:p>
            <a:pPr>
              <a:lnSpc>
                <a:spcPct val="100000"/>
              </a:lnSpc>
            </a:pPr>
            <a:r>
              <a:rPr lang="en-US" altLang="zh-CN" sz="2000" i="1">
                <a:solidFill>
                  <a:srgbClr val="CC00CC"/>
                </a:solidFill>
                <a:ea typeface="宋体" pitchFamily="2" charset="-122"/>
              </a:rPr>
              <a:t>N</a:t>
            </a:r>
          </a:p>
        </p:txBody>
      </p:sp>
      <p:sp>
        <p:nvSpPr>
          <p:cNvPr id="261161" name="Line 41"/>
          <p:cNvSpPr>
            <a:spLocks noChangeShapeType="1"/>
          </p:cNvSpPr>
          <p:nvPr/>
        </p:nvSpPr>
        <p:spPr bwMode="auto">
          <a:xfrm flipH="1">
            <a:off x="5822950" y="3565525"/>
            <a:ext cx="360363" cy="225425"/>
          </a:xfrm>
          <a:prstGeom prst="line">
            <a:avLst/>
          </a:prstGeom>
          <a:noFill/>
          <a:ln w="25400">
            <a:solidFill>
              <a:srgbClr val="FF0000"/>
            </a:solidFill>
            <a:round/>
            <a:headEnd/>
            <a:tailEnd type="triangle" w="med" len="med"/>
          </a:ln>
        </p:spPr>
        <p:txBody>
          <a:bodyPr wrap="none" anchor="ctr"/>
          <a:lstStyle/>
          <a:p>
            <a:endParaRPr lang="zh-CN" altLang="en-US"/>
          </a:p>
        </p:txBody>
      </p:sp>
      <p:sp>
        <p:nvSpPr>
          <p:cNvPr id="261162" name="Text Box 42"/>
          <p:cNvSpPr txBox="1">
            <a:spLocks noChangeArrowheads="1"/>
          </p:cNvSpPr>
          <p:nvPr/>
        </p:nvSpPr>
        <p:spPr bwMode="auto">
          <a:xfrm>
            <a:off x="5553075" y="3565525"/>
            <a:ext cx="765175" cy="396875"/>
          </a:xfrm>
          <a:prstGeom prst="rect">
            <a:avLst/>
          </a:prstGeom>
          <a:noFill/>
          <a:ln w="9525" algn="ctr">
            <a:noFill/>
            <a:miter lim="800000"/>
            <a:headEnd/>
            <a:tailEnd/>
          </a:ln>
        </p:spPr>
        <p:txBody>
          <a:bodyPr>
            <a:spAutoFit/>
          </a:bodyPr>
          <a:lstStyle/>
          <a:p>
            <a:pPr>
              <a:lnSpc>
                <a:spcPct val="100000"/>
              </a:lnSpc>
            </a:pPr>
            <a:r>
              <a:rPr lang="en-US" altLang="zh-CN" sz="2000" i="1">
                <a:solidFill>
                  <a:srgbClr val="FF0000"/>
                </a:solidFill>
                <a:ea typeface="宋体" pitchFamily="2" charset="-122"/>
              </a:rPr>
              <a:t>f</a:t>
            </a:r>
          </a:p>
        </p:txBody>
      </p:sp>
      <p:sp>
        <p:nvSpPr>
          <p:cNvPr id="261163" name="Line 43"/>
          <p:cNvSpPr>
            <a:spLocks noChangeShapeType="1"/>
          </p:cNvSpPr>
          <p:nvPr/>
        </p:nvSpPr>
        <p:spPr bwMode="auto">
          <a:xfrm flipV="1">
            <a:off x="6183313" y="3295650"/>
            <a:ext cx="404812" cy="269875"/>
          </a:xfrm>
          <a:prstGeom prst="line">
            <a:avLst/>
          </a:prstGeom>
          <a:noFill/>
          <a:ln w="25400">
            <a:solidFill>
              <a:srgbClr val="3333CC"/>
            </a:solidFill>
            <a:round/>
            <a:headEnd/>
            <a:tailEnd type="triangle" w="med" len="med"/>
          </a:ln>
        </p:spPr>
        <p:txBody>
          <a:bodyPr wrap="none" anchor="ctr"/>
          <a:lstStyle/>
          <a:p>
            <a:endParaRPr lang="zh-CN" altLang="en-US"/>
          </a:p>
        </p:txBody>
      </p:sp>
      <p:sp>
        <p:nvSpPr>
          <p:cNvPr id="261164" name="Text Box 44"/>
          <p:cNvSpPr txBox="1">
            <a:spLocks noChangeArrowheads="1"/>
          </p:cNvSpPr>
          <p:nvPr/>
        </p:nvSpPr>
        <p:spPr bwMode="auto">
          <a:xfrm>
            <a:off x="6318250" y="2943225"/>
            <a:ext cx="765175" cy="396875"/>
          </a:xfrm>
          <a:prstGeom prst="rect">
            <a:avLst/>
          </a:prstGeom>
          <a:noFill/>
          <a:ln w="9525" algn="ctr">
            <a:noFill/>
            <a:miter lim="800000"/>
            <a:headEnd/>
            <a:tailEnd/>
          </a:ln>
        </p:spPr>
        <p:txBody>
          <a:bodyPr>
            <a:spAutoFit/>
          </a:bodyPr>
          <a:lstStyle/>
          <a:p>
            <a:pPr>
              <a:lnSpc>
                <a:spcPct val="100000"/>
              </a:lnSpc>
            </a:pPr>
            <a:r>
              <a:rPr lang="en-US" altLang="zh-CN" sz="2000" i="1">
                <a:solidFill>
                  <a:srgbClr val="3333CC"/>
                </a:solidFill>
                <a:ea typeface="宋体" pitchFamily="2" charset="-122"/>
              </a:rPr>
              <a:t>T</a:t>
            </a:r>
          </a:p>
        </p:txBody>
      </p:sp>
      <p:sp>
        <p:nvSpPr>
          <p:cNvPr id="261165" name="Line 45"/>
          <p:cNvSpPr>
            <a:spLocks noChangeShapeType="1"/>
          </p:cNvSpPr>
          <p:nvPr/>
        </p:nvSpPr>
        <p:spPr bwMode="auto">
          <a:xfrm flipH="1">
            <a:off x="7173913" y="2665413"/>
            <a:ext cx="449262" cy="269875"/>
          </a:xfrm>
          <a:prstGeom prst="line">
            <a:avLst/>
          </a:prstGeom>
          <a:noFill/>
          <a:ln w="25400">
            <a:solidFill>
              <a:srgbClr val="3333CC"/>
            </a:solidFill>
            <a:round/>
            <a:headEnd/>
            <a:tailEnd type="triangle" w="med" len="med"/>
          </a:ln>
        </p:spPr>
        <p:txBody>
          <a:bodyPr wrap="none" anchor="ctr"/>
          <a:lstStyle/>
          <a:p>
            <a:endParaRPr lang="zh-CN" altLang="en-US"/>
          </a:p>
        </p:txBody>
      </p:sp>
      <p:sp>
        <p:nvSpPr>
          <p:cNvPr id="261166" name="Text Box 46"/>
          <p:cNvSpPr txBox="1">
            <a:spLocks noChangeArrowheads="1"/>
          </p:cNvSpPr>
          <p:nvPr/>
        </p:nvSpPr>
        <p:spPr bwMode="auto">
          <a:xfrm>
            <a:off x="6858000" y="2582863"/>
            <a:ext cx="765175" cy="396875"/>
          </a:xfrm>
          <a:prstGeom prst="rect">
            <a:avLst/>
          </a:prstGeom>
          <a:noFill/>
          <a:ln w="9525" algn="ctr">
            <a:noFill/>
            <a:miter lim="800000"/>
            <a:headEnd/>
            <a:tailEnd/>
          </a:ln>
        </p:spPr>
        <p:txBody>
          <a:bodyPr>
            <a:spAutoFit/>
          </a:bodyPr>
          <a:lstStyle/>
          <a:p>
            <a:pPr>
              <a:lnSpc>
                <a:spcPct val="100000"/>
              </a:lnSpc>
            </a:pPr>
            <a:r>
              <a:rPr lang="en-US" altLang="zh-CN" sz="2000" i="1">
                <a:solidFill>
                  <a:srgbClr val="3333CC"/>
                </a:solidFill>
                <a:ea typeface="宋体" pitchFamily="2" charset="-122"/>
              </a:rPr>
              <a:t>T’</a:t>
            </a:r>
          </a:p>
        </p:txBody>
      </p:sp>
      <p:sp>
        <p:nvSpPr>
          <p:cNvPr id="261167" name="Text Box 47"/>
          <p:cNvSpPr txBox="1">
            <a:spLocks noChangeArrowheads="1"/>
          </p:cNvSpPr>
          <p:nvPr/>
        </p:nvSpPr>
        <p:spPr bwMode="auto">
          <a:xfrm>
            <a:off x="611188" y="3216275"/>
            <a:ext cx="4681537" cy="933450"/>
          </a:xfrm>
          <a:prstGeom prst="rect">
            <a:avLst/>
          </a:prstGeom>
          <a:noFill/>
          <a:ln w="9525">
            <a:noFill/>
            <a:miter lim="800000"/>
            <a:headEnd/>
            <a:tailEnd/>
          </a:ln>
        </p:spPr>
        <p:txBody>
          <a:bodyPr>
            <a:spAutoFit/>
          </a:bodyPr>
          <a:lstStyle/>
          <a:p>
            <a:pPr>
              <a:lnSpc>
                <a:spcPct val="115000"/>
              </a:lnSpc>
              <a:spcBef>
                <a:spcPct val="0"/>
              </a:spcBef>
            </a:pPr>
            <a:r>
              <a:rPr kumimoji="0" lang="zh-CN" altLang="en-US" sz="2400">
                <a:ea typeface="宋体" pitchFamily="2" charset="-122"/>
              </a:rPr>
              <a:t>分别以物体 </a:t>
            </a:r>
            <a:r>
              <a:rPr kumimoji="0" lang="en-US" altLang="zh-CN" sz="2400" i="1">
                <a:solidFill>
                  <a:srgbClr val="FF6600"/>
                </a:solidFill>
                <a:ea typeface="宋体" pitchFamily="2" charset="-122"/>
              </a:rPr>
              <a:t>m</a:t>
            </a:r>
            <a:r>
              <a:rPr kumimoji="0" lang="en-US" altLang="zh-CN" sz="2400" baseline="-25000">
                <a:solidFill>
                  <a:srgbClr val="FF6600"/>
                </a:solidFill>
                <a:ea typeface="宋体" pitchFamily="2" charset="-122"/>
              </a:rPr>
              <a:t>2 </a:t>
            </a:r>
            <a:r>
              <a:rPr kumimoji="0" lang="zh-CN" altLang="en-US" sz="2400">
                <a:ea typeface="宋体" pitchFamily="2" charset="-122"/>
              </a:rPr>
              <a:t>，鼓轮 </a:t>
            </a:r>
            <a:r>
              <a:rPr kumimoji="0" lang="en-US" altLang="zh-CN" sz="2400" i="1">
                <a:solidFill>
                  <a:srgbClr val="FF6600"/>
                </a:solidFill>
                <a:ea typeface="宋体" pitchFamily="2" charset="-122"/>
              </a:rPr>
              <a:t>m</a:t>
            </a:r>
            <a:r>
              <a:rPr kumimoji="0" lang="en-US" altLang="zh-CN" sz="2400" baseline="-25000">
                <a:solidFill>
                  <a:srgbClr val="FF6600"/>
                </a:solidFill>
                <a:ea typeface="宋体" pitchFamily="2" charset="-122"/>
              </a:rPr>
              <a:t>1 </a:t>
            </a:r>
            <a:r>
              <a:rPr kumimoji="0" lang="zh-CN" altLang="en-US" sz="2400">
                <a:ea typeface="宋体" pitchFamily="2" charset="-122"/>
              </a:rPr>
              <a:t>为研究对象，受力分析，如图所示。</a:t>
            </a:r>
          </a:p>
        </p:txBody>
      </p:sp>
      <p:sp>
        <p:nvSpPr>
          <p:cNvPr id="261168" name="Text Box 48"/>
          <p:cNvSpPr txBox="1">
            <a:spLocks noChangeArrowheads="1"/>
          </p:cNvSpPr>
          <p:nvPr/>
        </p:nvSpPr>
        <p:spPr bwMode="auto">
          <a:xfrm>
            <a:off x="657225" y="4221163"/>
            <a:ext cx="7923213" cy="933450"/>
          </a:xfrm>
          <a:prstGeom prst="rect">
            <a:avLst/>
          </a:prstGeom>
          <a:noFill/>
          <a:ln w="9525">
            <a:noFill/>
            <a:miter lim="800000"/>
            <a:headEnd/>
            <a:tailEnd/>
          </a:ln>
        </p:spPr>
        <p:txBody>
          <a:bodyPr>
            <a:spAutoFit/>
          </a:bodyPr>
          <a:lstStyle/>
          <a:p>
            <a:pPr>
              <a:lnSpc>
                <a:spcPct val="115000"/>
              </a:lnSpc>
              <a:spcBef>
                <a:spcPct val="0"/>
              </a:spcBef>
            </a:pPr>
            <a:r>
              <a:rPr kumimoji="0" lang="zh-CN" altLang="en-US" sz="2400">
                <a:ea typeface="宋体" pitchFamily="2" charset="-122"/>
              </a:rPr>
              <a:t>假设鼓轮顺时针转动，由</a:t>
            </a:r>
            <a:r>
              <a:rPr kumimoji="0" lang="zh-CN" altLang="en-US" sz="2400">
                <a:solidFill>
                  <a:srgbClr val="FF6600"/>
                </a:solidFill>
                <a:ea typeface="宋体" pitchFamily="2" charset="-122"/>
              </a:rPr>
              <a:t>牛顿第二定律</a:t>
            </a:r>
            <a:r>
              <a:rPr kumimoji="0" lang="zh-CN" altLang="en-US" sz="2400">
                <a:ea typeface="宋体" pitchFamily="2" charset="-122"/>
              </a:rPr>
              <a:t>和刚体绕定轴转动的</a:t>
            </a:r>
            <a:r>
              <a:rPr kumimoji="0" lang="zh-CN" altLang="en-US" sz="2400">
                <a:solidFill>
                  <a:srgbClr val="FF6600"/>
                </a:solidFill>
                <a:ea typeface="宋体" pitchFamily="2" charset="-122"/>
              </a:rPr>
              <a:t>转动定律</a:t>
            </a:r>
            <a:r>
              <a:rPr kumimoji="0" lang="zh-CN" altLang="en-US" sz="2400">
                <a:ea typeface="宋体" pitchFamily="2" charset="-122"/>
              </a:rPr>
              <a:t>列方程得</a:t>
            </a:r>
          </a:p>
        </p:txBody>
      </p:sp>
      <p:graphicFrame>
        <p:nvGraphicFramePr>
          <p:cNvPr id="261169" name="Object 49"/>
          <p:cNvGraphicFramePr>
            <a:graphicFrameLocks noChangeAspect="1"/>
          </p:cNvGraphicFramePr>
          <p:nvPr/>
        </p:nvGraphicFramePr>
        <p:xfrm>
          <a:off x="1285875" y="5229225"/>
          <a:ext cx="3840163" cy="388938"/>
        </p:xfrm>
        <a:graphic>
          <a:graphicData uri="http://schemas.openxmlformats.org/presentationml/2006/ole">
            <p:oleObj spid="_x0000_s41986" name="公式" r:id="rId4" imgW="2133360" imgH="215640" progId="Equation.3">
              <p:embed/>
            </p:oleObj>
          </a:graphicData>
        </a:graphic>
      </p:graphicFrame>
      <p:graphicFrame>
        <p:nvGraphicFramePr>
          <p:cNvPr id="261170" name="Object 50"/>
          <p:cNvGraphicFramePr>
            <a:graphicFrameLocks noChangeAspect="1"/>
          </p:cNvGraphicFramePr>
          <p:nvPr/>
        </p:nvGraphicFramePr>
        <p:xfrm>
          <a:off x="5213350" y="5229225"/>
          <a:ext cx="938213" cy="388938"/>
        </p:xfrm>
        <a:graphic>
          <a:graphicData uri="http://schemas.openxmlformats.org/presentationml/2006/ole">
            <p:oleObj spid="_x0000_s41987" name="公式" r:id="rId5" imgW="520560" imgH="215640" progId="Equation.3">
              <p:embed/>
            </p:oleObj>
          </a:graphicData>
        </a:graphic>
      </p:graphicFrame>
      <p:graphicFrame>
        <p:nvGraphicFramePr>
          <p:cNvPr id="261171" name="Object 51"/>
          <p:cNvGraphicFramePr>
            <a:graphicFrameLocks noChangeAspect="1"/>
          </p:cNvGraphicFramePr>
          <p:nvPr/>
        </p:nvGraphicFramePr>
        <p:xfrm>
          <a:off x="1838325" y="5916613"/>
          <a:ext cx="1603375" cy="365125"/>
        </p:xfrm>
        <a:graphic>
          <a:graphicData uri="http://schemas.openxmlformats.org/presentationml/2006/ole">
            <p:oleObj spid="_x0000_s41988" name="公式" r:id="rId6" imgW="888840" imgH="203040" progId="Equation.3">
              <p:embed/>
            </p:oleObj>
          </a:graphicData>
        </a:graphic>
      </p:graphicFrame>
      <p:graphicFrame>
        <p:nvGraphicFramePr>
          <p:cNvPr id="261172" name="Object 52"/>
          <p:cNvGraphicFramePr>
            <a:graphicFrameLocks noChangeAspect="1"/>
          </p:cNvGraphicFramePr>
          <p:nvPr/>
        </p:nvGraphicFramePr>
        <p:xfrm>
          <a:off x="3513138" y="5732463"/>
          <a:ext cx="1555750" cy="801687"/>
        </p:xfrm>
        <a:graphic>
          <a:graphicData uri="http://schemas.openxmlformats.org/presentationml/2006/ole">
            <p:oleObj spid="_x0000_s41989" name="公式" r:id="rId7" imgW="863280" imgH="444240" progId="Equation.3">
              <p:embed/>
            </p:oleObj>
          </a:graphicData>
        </a:graphic>
      </p:graphicFrame>
      <p:graphicFrame>
        <p:nvGraphicFramePr>
          <p:cNvPr id="261173" name="Object 53"/>
          <p:cNvGraphicFramePr>
            <a:graphicFrameLocks noChangeAspect="1"/>
          </p:cNvGraphicFramePr>
          <p:nvPr/>
        </p:nvGraphicFramePr>
        <p:xfrm>
          <a:off x="5749925" y="5994400"/>
          <a:ext cx="801688" cy="296863"/>
        </p:xfrm>
        <a:graphic>
          <a:graphicData uri="http://schemas.openxmlformats.org/presentationml/2006/ole">
            <p:oleObj spid="_x0000_s41990" name="公式" r:id="rId8" imgW="444240" imgH="164880" progId="Equation.3">
              <p:embed/>
            </p:oleObj>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61123"/>
                                        </p:tgtEl>
                                        <p:attrNameLst>
                                          <p:attrName>style.visibility</p:attrName>
                                        </p:attrNameLst>
                                      </p:cBhvr>
                                      <p:to>
                                        <p:strVal val="visible"/>
                                      </p:to>
                                    </p:set>
                                    <p:animEffect transition="in" filter="wipe(left)">
                                      <p:cBhvr>
                                        <p:cTn id="7" dur="500"/>
                                        <p:tgtEl>
                                          <p:spTgt spid="26112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61143"/>
                                        </p:tgtEl>
                                        <p:attrNameLst>
                                          <p:attrName>style.visibility</p:attrName>
                                        </p:attrNameLst>
                                      </p:cBhvr>
                                      <p:to>
                                        <p:strVal val="visible"/>
                                      </p:to>
                                    </p:set>
                                    <p:animEffect transition="in" filter="wipe(left)">
                                      <p:cBhvr>
                                        <p:cTn id="17" dur="500"/>
                                        <p:tgtEl>
                                          <p:spTgt spid="26114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61137"/>
                                        </p:tgtEl>
                                        <p:attrNameLst>
                                          <p:attrName>style.visibility</p:attrName>
                                        </p:attrNameLst>
                                      </p:cBhvr>
                                      <p:to>
                                        <p:strVal val="visible"/>
                                      </p:to>
                                    </p:set>
                                    <p:animEffect transition="in" filter="wipe(left)">
                                      <p:cBhvr>
                                        <p:cTn id="22" dur="500"/>
                                        <p:tgtEl>
                                          <p:spTgt spid="26113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61167"/>
                                        </p:tgtEl>
                                        <p:attrNameLst>
                                          <p:attrName>style.visibility</p:attrName>
                                        </p:attrNameLst>
                                      </p:cBhvr>
                                      <p:to>
                                        <p:strVal val="visible"/>
                                      </p:to>
                                    </p:set>
                                    <p:animEffect transition="in" filter="wipe(left)">
                                      <p:cBhvr>
                                        <p:cTn id="27" dur="500"/>
                                        <p:tgtEl>
                                          <p:spTgt spid="261167"/>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61157"/>
                                        </p:tgtEl>
                                        <p:attrNameLst>
                                          <p:attrName>style.visibility</p:attrName>
                                        </p:attrNameLst>
                                      </p:cBhvr>
                                      <p:to>
                                        <p:strVal val="visible"/>
                                      </p:to>
                                    </p:set>
                                    <p:animEffect transition="in" filter="wipe(left)">
                                      <p:cBhvr>
                                        <p:cTn id="32" dur="500"/>
                                        <p:tgtEl>
                                          <p:spTgt spid="261157"/>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261158"/>
                                        </p:tgtEl>
                                        <p:attrNameLst>
                                          <p:attrName>style.visibility</p:attrName>
                                        </p:attrNameLst>
                                      </p:cBhvr>
                                      <p:to>
                                        <p:strVal val="visible"/>
                                      </p:to>
                                    </p:set>
                                    <p:animEffect transition="in" filter="wipe(left)">
                                      <p:cBhvr>
                                        <p:cTn id="37" dur="500"/>
                                        <p:tgtEl>
                                          <p:spTgt spid="261158"/>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261159"/>
                                        </p:tgtEl>
                                        <p:attrNameLst>
                                          <p:attrName>style.visibility</p:attrName>
                                        </p:attrNameLst>
                                      </p:cBhvr>
                                      <p:to>
                                        <p:strVal val="visible"/>
                                      </p:to>
                                    </p:set>
                                    <p:animEffect transition="in" filter="wipe(left)">
                                      <p:cBhvr>
                                        <p:cTn id="42" dur="500"/>
                                        <p:tgtEl>
                                          <p:spTgt spid="261159"/>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261160"/>
                                        </p:tgtEl>
                                        <p:attrNameLst>
                                          <p:attrName>style.visibility</p:attrName>
                                        </p:attrNameLst>
                                      </p:cBhvr>
                                      <p:to>
                                        <p:strVal val="visible"/>
                                      </p:to>
                                    </p:set>
                                    <p:animEffect transition="in" filter="wipe(left)">
                                      <p:cBhvr>
                                        <p:cTn id="47" dur="500"/>
                                        <p:tgtEl>
                                          <p:spTgt spid="261160"/>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261161"/>
                                        </p:tgtEl>
                                        <p:attrNameLst>
                                          <p:attrName>style.visibility</p:attrName>
                                        </p:attrNameLst>
                                      </p:cBhvr>
                                      <p:to>
                                        <p:strVal val="visible"/>
                                      </p:to>
                                    </p:set>
                                    <p:animEffect transition="in" filter="wipe(left)">
                                      <p:cBhvr>
                                        <p:cTn id="52" dur="500"/>
                                        <p:tgtEl>
                                          <p:spTgt spid="261161"/>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261162"/>
                                        </p:tgtEl>
                                        <p:attrNameLst>
                                          <p:attrName>style.visibility</p:attrName>
                                        </p:attrNameLst>
                                      </p:cBhvr>
                                      <p:to>
                                        <p:strVal val="visible"/>
                                      </p:to>
                                    </p:set>
                                    <p:animEffect transition="in" filter="wipe(left)">
                                      <p:cBhvr>
                                        <p:cTn id="57" dur="500"/>
                                        <p:tgtEl>
                                          <p:spTgt spid="261162"/>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261163"/>
                                        </p:tgtEl>
                                        <p:attrNameLst>
                                          <p:attrName>style.visibility</p:attrName>
                                        </p:attrNameLst>
                                      </p:cBhvr>
                                      <p:to>
                                        <p:strVal val="visible"/>
                                      </p:to>
                                    </p:set>
                                    <p:animEffect transition="in" filter="wipe(left)">
                                      <p:cBhvr>
                                        <p:cTn id="62" dur="500"/>
                                        <p:tgtEl>
                                          <p:spTgt spid="261163"/>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261164"/>
                                        </p:tgtEl>
                                        <p:attrNameLst>
                                          <p:attrName>style.visibility</p:attrName>
                                        </p:attrNameLst>
                                      </p:cBhvr>
                                      <p:to>
                                        <p:strVal val="visible"/>
                                      </p:to>
                                    </p:set>
                                    <p:animEffect transition="in" filter="wipe(left)">
                                      <p:cBhvr>
                                        <p:cTn id="67" dur="500"/>
                                        <p:tgtEl>
                                          <p:spTgt spid="261164"/>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grpId="0" nodeType="clickEffect">
                                  <p:stCondLst>
                                    <p:cond delay="0"/>
                                  </p:stCondLst>
                                  <p:childTnLst>
                                    <p:set>
                                      <p:cBhvr>
                                        <p:cTn id="71" dur="1" fill="hold">
                                          <p:stCondLst>
                                            <p:cond delay="0"/>
                                          </p:stCondLst>
                                        </p:cTn>
                                        <p:tgtEl>
                                          <p:spTgt spid="261165"/>
                                        </p:tgtEl>
                                        <p:attrNameLst>
                                          <p:attrName>style.visibility</p:attrName>
                                        </p:attrNameLst>
                                      </p:cBhvr>
                                      <p:to>
                                        <p:strVal val="visible"/>
                                      </p:to>
                                    </p:set>
                                    <p:animEffect transition="in" filter="wipe(left)">
                                      <p:cBhvr>
                                        <p:cTn id="72" dur="500"/>
                                        <p:tgtEl>
                                          <p:spTgt spid="261165"/>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8" fill="hold" grpId="0" nodeType="clickEffect">
                                  <p:stCondLst>
                                    <p:cond delay="0"/>
                                  </p:stCondLst>
                                  <p:childTnLst>
                                    <p:set>
                                      <p:cBhvr>
                                        <p:cTn id="76" dur="1" fill="hold">
                                          <p:stCondLst>
                                            <p:cond delay="0"/>
                                          </p:stCondLst>
                                        </p:cTn>
                                        <p:tgtEl>
                                          <p:spTgt spid="261166"/>
                                        </p:tgtEl>
                                        <p:attrNameLst>
                                          <p:attrName>style.visibility</p:attrName>
                                        </p:attrNameLst>
                                      </p:cBhvr>
                                      <p:to>
                                        <p:strVal val="visible"/>
                                      </p:to>
                                    </p:set>
                                    <p:animEffect transition="in" filter="wipe(left)">
                                      <p:cBhvr>
                                        <p:cTn id="77" dur="500"/>
                                        <p:tgtEl>
                                          <p:spTgt spid="261166"/>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8" fill="hold" grpId="0" nodeType="clickEffect">
                                  <p:stCondLst>
                                    <p:cond delay="0"/>
                                  </p:stCondLst>
                                  <p:childTnLst>
                                    <p:set>
                                      <p:cBhvr>
                                        <p:cTn id="81" dur="1" fill="hold">
                                          <p:stCondLst>
                                            <p:cond delay="0"/>
                                          </p:stCondLst>
                                        </p:cTn>
                                        <p:tgtEl>
                                          <p:spTgt spid="261168"/>
                                        </p:tgtEl>
                                        <p:attrNameLst>
                                          <p:attrName>style.visibility</p:attrName>
                                        </p:attrNameLst>
                                      </p:cBhvr>
                                      <p:to>
                                        <p:strVal val="visible"/>
                                      </p:to>
                                    </p:set>
                                    <p:animEffect transition="in" filter="wipe(left)">
                                      <p:cBhvr>
                                        <p:cTn id="82" dur="500"/>
                                        <p:tgtEl>
                                          <p:spTgt spid="261168"/>
                                        </p:tgtEl>
                                      </p:cBhvr>
                                    </p:animEffect>
                                  </p:childTnLst>
                                </p:cTn>
                              </p:par>
                            </p:childTnLst>
                          </p:cTn>
                        </p:par>
                      </p:childTnLst>
                    </p:cTn>
                  </p:par>
                  <p:par>
                    <p:cTn id="83" fill="hold">
                      <p:stCondLst>
                        <p:cond delay="indefinite"/>
                      </p:stCondLst>
                      <p:childTnLst>
                        <p:par>
                          <p:cTn id="84" fill="hold">
                            <p:stCondLst>
                              <p:cond delay="0"/>
                            </p:stCondLst>
                            <p:childTnLst>
                              <p:par>
                                <p:cTn id="85" presetID="22" presetClass="entr" presetSubtype="8" fill="hold" nodeType="clickEffect">
                                  <p:stCondLst>
                                    <p:cond delay="0"/>
                                  </p:stCondLst>
                                  <p:childTnLst>
                                    <p:set>
                                      <p:cBhvr>
                                        <p:cTn id="86" dur="1" fill="hold">
                                          <p:stCondLst>
                                            <p:cond delay="0"/>
                                          </p:stCondLst>
                                        </p:cTn>
                                        <p:tgtEl>
                                          <p:spTgt spid="261169"/>
                                        </p:tgtEl>
                                        <p:attrNameLst>
                                          <p:attrName>style.visibility</p:attrName>
                                        </p:attrNameLst>
                                      </p:cBhvr>
                                      <p:to>
                                        <p:strVal val="visible"/>
                                      </p:to>
                                    </p:set>
                                    <p:animEffect transition="in" filter="wipe(left)">
                                      <p:cBhvr>
                                        <p:cTn id="87" dur="500"/>
                                        <p:tgtEl>
                                          <p:spTgt spid="261169"/>
                                        </p:tgtEl>
                                      </p:cBhvr>
                                    </p:animEffect>
                                  </p:childTnLst>
                                </p:cTn>
                              </p:par>
                            </p:childTnLst>
                          </p:cTn>
                        </p:par>
                      </p:childTnLst>
                    </p:cTn>
                  </p:par>
                  <p:par>
                    <p:cTn id="88" fill="hold">
                      <p:stCondLst>
                        <p:cond delay="indefinite"/>
                      </p:stCondLst>
                      <p:childTnLst>
                        <p:par>
                          <p:cTn id="89" fill="hold">
                            <p:stCondLst>
                              <p:cond delay="0"/>
                            </p:stCondLst>
                            <p:childTnLst>
                              <p:par>
                                <p:cTn id="90" presetID="22" presetClass="entr" presetSubtype="8" fill="hold" nodeType="clickEffect">
                                  <p:stCondLst>
                                    <p:cond delay="0"/>
                                  </p:stCondLst>
                                  <p:childTnLst>
                                    <p:set>
                                      <p:cBhvr>
                                        <p:cTn id="91" dur="1" fill="hold">
                                          <p:stCondLst>
                                            <p:cond delay="0"/>
                                          </p:stCondLst>
                                        </p:cTn>
                                        <p:tgtEl>
                                          <p:spTgt spid="261170"/>
                                        </p:tgtEl>
                                        <p:attrNameLst>
                                          <p:attrName>style.visibility</p:attrName>
                                        </p:attrNameLst>
                                      </p:cBhvr>
                                      <p:to>
                                        <p:strVal val="visible"/>
                                      </p:to>
                                    </p:set>
                                    <p:animEffect transition="in" filter="wipe(left)">
                                      <p:cBhvr>
                                        <p:cTn id="92" dur="500"/>
                                        <p:tgtEl>
                                          <p:spTgt spid="261170"/>
                                        </p:tgtEl>
                                      </p:cBhvr>
                                    </p:animEffect>
                                  </p:childTnLst>
                                </p:cTn>
                              </p:par>
                            </p:childTnLst>
                          </p:cTn>
                        </p:par>
                      </p:childTnLst>
                    </p:cTn>
                  </p:par>
                  <p:par>
                    <p:cTn id="93" fill="hold">
                      <p:stCondLst>
                        <p:cond delay="indefinite"/>
                      </p:stCondLst>
                      <p:childTnLst>
                        <p:par>
                          <p:cTn id="94" fill="hold">
                            <p:stCondLst>
                              <p:cond delay="0"/>
                            </p:stCondLst>
                            <p:childTnLst>
                              <p:par>
                                <p:cTn id="95" presetID="22" presetClass="entr" presetSubtype="8" fill="hold" nodeType="clickEffect">
                                  <p:stCondLst>
                                    <p:cond delay="0"/>
                                  </p:stCondLst>
                                  <p:childTnLst>
                                    <p:set>
                                      <p:cBhvr>
                                        <p:cTn id="96" dur="1" fill="hold">
                                          <p:stCondLst>
                                            <p:cond delay="0"/>
                                          </p:stCondLst>
                                        </p:cTn>
                                        <p:tgtEl>
                                          <p:spTgt spid="261171"/>
                                        </p:tgtEl>
                                        <p:attrNameLst>
                                          <p:attrName>style.visibility</p:attrName>
                                        </p:attrNameLst>
                                      </p:cBhvr>
                                      <p:to>
                                        <p:strVal val="visible"/>
                                      </p:to>
                                    </p:set>
                                    <p:animEffect transition="in" filter="wipe(left)">
                                      <p:cBhvr>
                                        <p:cTn id="97" dur="500"/>
                                        <p:tgtEl>
                                          <p:spTgt spid="261171"/>
                                        </p:tgtEl>
                                      </p:cBhvr>
                                    </p:animEffect>
                                  </p:childTnLst>
                                </p:cTn>
                              </p:par>
                            </p:childTnLst>
                          </p:cTn>
                        </p:par>
                      </p:childTnLst>
                    </p:cTn>
                  </p:par>
                  <p:par>
                    <p:cTn id="98" fill="hold">
                      <p:stCondLst>
                        <p:cond delay="indefinite"/>
                      </p:stCondLst>
                      <p:childTnLst>
                        <p:par>
                          <p:cTn id="99" fill="hold">
                            <p:stCondLst>
                              <p:cond delay="0"/>
                            </p:stCondLst>
                            <p:childTnLst>
                              <p:par>
                                <p:cTn id="100" presetID="22" presetClass="entr" presetSubtype="8" fill="hold" nodeType="clickEffect">
                                  <p:stCondLst>
                                    <p:cond delay="0"/>
                                  </p:stCondLst>
                                  <p:childTnLst>
                                    <p:set>
                                      <p:cBhvr>
                                        <p:cTn id="101" dur="1" fill="hold">
                                          <p:stCondLst>
                                            <p:cond delay="0"/>
                                          </p:stCondLst>
                                        </p:cTn>
                                        <p:tgtEl>
                                          <p:spTgt spid="261172"/>
                                        </p:tgtEl>
                                        <p:attrNameLst>
                                          <p:attrName>style.visibility</p:attrName>
                                        </p:attrNameLst>
                                      </p:cBhvr>
                                      <p:to>
                                        <p:strVal val="visible"/>
                                      </p:to>
                                    </p:set>
                                    <p:animEffect transition="in" filter="wipe(left)">
                                      <p:cBhvr>
                                        <p:cTn id="102" dur="500"/>
                                        <p:tgtEl>
                                          <p:spTgt spid="261172"/>
                                        </p:tgtEl>
                                      </p:cBhvr>
                                    </p:animEffect>
                                  </p:childTnLst>
                                </p:cTn>
                              </p:par>
                            </p:childTnLst>
                          </p:cTn>
                        </p:par>
                      </p:childTnLst>
                    </p:cTn>
                  </p:par>
                  <p:par>
                    <p:cTn id="103" fill="hold">
                      <p:stCondLst>
                        <p:cond delay="indefinite"/>
                      </p:stCondLst>
                      <p:childTnLst>
                        <p:par>
                          <p:cTn id="104" fill="hold">
                            <p:stCondLst>
                              <p:cond delay="0"/>
                            </p:stCondLst>
                            <p:childTnLst>
                              <p:par>
                                <p:cTn id="105" presetID="22" presetClass="entr" presetSubtype="8" fill="hold" nodeType="clickEffect">
                                  <p:stCondLst>
                                    <p:cond delay="0"/>
                                  </p:stCondLst>
                                  <p:childTnLst>
                                    <p:set>
                                      <p:cBhvr>
                                        <p:cTn id="106" dur="1" fill="hold">
                                          <p:stCondLst>
                                            <p:cond delay="0"/>
                                          </p:stCondLst>
                                        </p:cTn>
                                        <p:tgtEl>
                                          <p:spTgt spid="261173"/>
                                        </p:tgtEl>
                                        <p:attrNameLst>
                                          <p:attrName>style.visibility</p:attrName>
                                        </p:attrNameLst>
                                      </p:cBhvr>
                                      <p:to>
                                        <p:strVal val="visible"/>
                                      </p:to>
                                    </p:set>
                                    <p:animEffect transition="in" filter="wipe(left)">
                                      <p:cBhvr>
                                        <p:cTn id="107" dur="500"/>
                                        <p:tgtEl>
                                          <p:spTgt spid="2611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1123" grpId="0"/>
      <p:bldP spid="261137" grpId="0"/>
      <p:bldP spid="261143" grpId="0"/>
      <p:bldP spid="261157" grpId="0" animBg="1"/>
      <p:bldP spid="261158" grpId="0"/>
      <p:bldP spid="261159" grpId="0" animBg="1"/>
      <p:bldP spid="261160" grpId="0"/>
      <p:bldP spid="261161" grpId="0" animBg="1"/>
      <p:bldP spid="261162" grpId="0"/>
      <p:bldP spid="261163" grpId="0" animBg="1"/>
      <p:bldP spid="261164" grpId="0"/>
      <p:bldP spid="261165" grpId="0" animBg="1"/>
      <p:bldP spid="261166" grpId="0"/>
      <p:bldP spid="261167" grpId="0"/>
      <p:bldP spid="261168"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3170" name="Text Box 2"/>
          <p:cNvSpPr txBox="1">
            <a:spLocks noChangeArrowheads="1"/>
          </p:cNvSpPr>
          <p:nvPr/>
        </p:nvSpPr>
        <p:spPr bwMode="auto">
          <a:xfrm>
            <a:off x="341313" y="593725"/>
            <a:ext cx="3914775" cy="512763"/>
          </a:xfrm>
          <a:prstGeom prst="rect">
            <a:avLst/>
          </a:prstGeom>
          <a:noFill/>
          <a:ln w="9525">
            <a:noFill/>
            <a:miter lim="800000"/>
            <a:headEnd/>
            <a:tailEnd/>
          </a:ln>
        </p:spPr>
        <p:txBody>
          <a:bodyPr>
            <a:spAutoFit/>
          </a:bodyPr>
          <a:lstStyle/>
          <a:p>
            <a:pPr>
              <a:lnSpc>
                <a:spcPct val="115000"/>
              </a:lnSpc>
              <a:spcBef>
                <a:spcPct val="0"/>
              </a:spcBef>
            </a:pPr>
            <a:r>
              <a:rPr kumimoji="0" lang="zh-CN" altLang="en-US" sz="2400">
                <a:ea typeface="宋体" pitchFamily="2" charset="-122"/>
              </a:rPr>
              <a:t>联立以上各式解得</a:t>
            </a:r>
            <a:endParaRPr kumimoji="0" lang="zh-CN" altLang="en-US" sz="2400">
              <a:solidFill>
                <a:srgbClr val="FFFF00"/>
              </a:solidFill>
              <a:ea typeface="宋体" pitchFamily="2" charset="-122"/>
            </a:endParaRPr>
          </a:p>
        </p:txBody>
      </p:sp>
      <p:grpSp>
        <p:nvGrpSpPr>
          <p:cNvPr id="43016" name="Group 3"/>
          <p:cNvGrpSpPr>
            <a:grpSpLocks/>
          </p:cNvGrpSpPr>
          <p:nvPr/>
        </p:nvGrpSpPr>
        <p:grpSpPr bwMode="auto">
          <a:xfrm>
            <a:off x="5292725" y="549275"/>
            <a:ext cx="3195638" cy="2189163"/>
            <a:chOff x="3673" y="1201"/>
            <a:chExt cx="2013" cy="1379"/>
          </a:xfrm>
        </p:grpSpPr>
        <p:grpSp>
          <p:nvGrpSpPr>
            <p:cNvPr id="43020" name="Group 4"/>
            <p:cNvGrpSpPr>
              <a:grpSpLocks/>
            </p:cNvGrpSpPr>
            <p:nvPr/>
          </p:nvGrpSpPr>
          <p:grpSpPr bwMode="auto">
            <a:xfrm>
              <a:off x="3815" y="1201"/>
              <a:ext cx="1871" cy="1185"/>
              <a:chOff x="3731" y="2080"/>
              <a:chExt cx="1871" cy="1185"/>
            </a:xfrm>
          </p:grpSpPr>
          <p:sp>
            <p:nvSpPr>
              <p:cNvPr id="43031" name="AutoShape 5"/>
              <p:cNvSpPr>
                <a:spLocks noChangeArrowheads="1"/>
              </p:cNvSpPr>
              <p:nvPr/>
            </p:nvSpPr>
            <p:spPr bwMode="auto">
              <a:xfrm rot="10800000" flipV="1">
                <a:off x="3787" y="2529"/>
                <a:ext cx="1134" cy="708"/>
              </a:xfrm>
              <a:prstGeom prst="rtTriangle">
                <a:avLst/>
              </a:prstGeom>
              <a:noFill/>
              <a:ln w="22225" algn="ctr">
                <a:solidFill>
                  <a:schemeClr val="tx1"/>
                </a:solidFill>
                <a:miter lim="800000"/>
                <a:headEnd/>
                <a:tailEnd/>
              </a:ln>
            </p:spPr>
            <p:txBody>
              <a:bodyPr wrap="none" anchor="ctr"/>
              <a:lstStyle/>
              <a:p>
                <a:endParaRPr lang="zh-CN" altLang="en-US"/>
              </a:p>
            </p:txBody>
          </p:sp>
          <p:sp>
            <p:nvSpPr>
              <p:cNvPr id="43032" name="Rectangle 6" descr="纸袋"/>
              <p:cNvSpPr>
                <a:spLocks noChangeArrowheads="1"/>
              </p:cNvSpPr>
              <p:nvPr/>
            </p:nvSpPr>
            <p:spPr bwMode="auto">
              <a:xfrm rot="8842369">
                <a:off x="3872" y="2897"/>
                <a:ext cx="227" cy="199"/>
              </a:xfrm>
              <a:prstGeom prst="rect">
                <a:avLst/>
              </a:prstGeom>
              <a:blipFill dpi="0" rotWithShape="1">
                <a:blip r:embed="rId3"/>
                <a:srcRect/>
                <a:tile tx="0" ty="0" sx="100000" sy="100000" flip="none" algn="tl"/>
              </a:blipFill>
              <a:ln w="9525" algn="ctr">
                <a:solidFill>
                  <a:schemeClr val="tx1"/>
                </a:solidFill>
                <a:miter lim="800000"/>
                <a:headEnd/>
                <a:tailEnd/>
              </a:ln>
            </p:spPr>
            <p:txBody>
              <a:bodyPr wrap="none" anchor="ctr"/>
              <a:lstStyle/>
              <a:p>
                <a:endParaRPr lang="zh-CN" altLang="en-US"/>
              </a:p>
            </p:txBody>
          </p:sp>
          <p:sp>
            <p:nvSpPr>
              <p:cNvPr id="43033" name="Line 7"/>
              <p:cNvSpPr>
                <a:spLocks noChangeShapeType="1"/>
              </p:cNvSpPr>
              <p:nvPr/>
            </p:nvSpPr>
            <p:spPr bwMode="auto">
              <a:xfrm flipV="1">
                <a:off x="4071" y="2302"/>
                <a:ext cx="992" cy="623"/>
              </a:xfrm>
              <a:prstGeom prst="line">
                <a:avLst/>
              </a:prstGeom>
              <a:noFill/>
              <a:ln w="22225">
                <a:solidFill>
                  <a:srgbClr val="996600"/>
                </a:solidFill>
                <a:round/>
                <a:headEnd/>
                <a:tailEnd/>
              </a:ln>
            </p:spPr>
            <p:txBody>
              <a:bodyPr wrap="none" anchor="ctr"/>
              <a:lstStyle/>
              <a:p>
                <a:endParaRPr lang="zh-CN" altLang="en-US"/>
              </a:p>
            </p:txBody>
          </p:sp>
          <p:sp>
            <p:nvSpPr>
              <p:cNvPr id="43034" name="Oval 8"/>
              <p:cNvSpPr>
                <a:spLocks noChangeAspect="1" noChangeArrowheads="1"/>
              </p:cNvSpPr>
              <p:nvPr/>
            </p:nvSpPr>
            <p:spPr bwMode="auto">
              <a:xfrm>
                <a:off x="4995" y="2302"/>
                <a:ext cx="181" cy="182"/>
              </a:xfrm>
              <a:prstGeom prst="ellipse">
                <a:avLst/>
              </a:prstGeom>
              <a:noFill/>
              <a:ln w="22225" algn="ctr">
                <a:solidFill>
                  <a:srgbClr val="996600"/>
                </a:solidFill>
                <a:round/>
                <a:headEnd/>
                <a:tailEnd/>
              </a:ln>
            </p:spPr>
            <p:txBody>
              <a:bodyPr wrap="none" anchor="ctr"/>
              <a:lstStyle/>
              <a:p>
                <a:endParaRPr lang="zh-CN" altLang="en-US"/>
              </a:p>
            </p:txBody>
          </p:sp>
          <p:sp>
            <p:nvSpPr>
              <p:cNvPr id="43035" name="Line 9"/>
              <p:cNvSpPr>
                <a:spLocks noChangeShapeType="1"/>
              </p:cNvSpPr>
              <p:nvPr/>
            </p:nvSpPr>
            <p:spPr bwMode="auto">
              <a:xfrm>
                <a:off x="5091" y="2415"/>
                <a:ext cx="0" cy="850"/>
              </a:xfrm>
              <a:prstGeom prst="line">
                <a:avLst/>
              </a:prstGeom>
              <a:noFill/>
              <a:ln w="19050">
                <a:solidFill>
                  <a:srgbClr val="3333CC"/>
                </a:solidFill>
                <a:prstDash val="dash"/>
                <a:round/>
                <a:headEnd/>
                <a:tailEnd/>
              </a:ln>
            </p:spPr>
            <p:txBody>
              <a:bodyPr wrap="none" anchor="ctr"/>
              <a:lstStyle/>
              <a:p>
                <a:endParaRPr lang="zh-CN" altLang="en-US"/>
              </a:p>
            </p:txBody>
          </p:sp>
          <p:sp>
            <p:nvSpPr>
              <p:cNvPr id="43036" name="Line 10"/>
              <p:cNvSpPr>
                <a:spLocks noChangeShapeType="1"/>
              </p:cNvSpPr>
              <p:nvPr/>
            </p:nvSpPr>
            <p:spPr bwMode="auto">
              <a:xfrm>
                <a:off x="4921" y="3237"/>
                <a:ext cx="369" cy="0"/>
              </a:xfrm>
              <a:prstGeom prst="line">
                <a:avLst/>
              </a:prstGeom>
              <a:noFill/>
              <a:ln w="9525">
                <a:solidFill>
                  <a:schemeClr val="tx1"/>
                </a:solidFill>
                <a:round/>
                <a:headEnd/>
                <a:tailEnd/>
              </a:ln>
            </p:spPr>
            <p:txBody>
              <a:bodyPr wrap="none" anchor="ctr"/>
              <a:lstStyle/>
              <a:p>
                <a:endParaRPr lang="zh-CN" altLang="en-US"/>
              </a:p>
            </p:txBody>
          </p:sp>
          <p:sp>
            <p:nvSpPr>
              <p:cNvPr id="43037" name="Line 11"/>
              <p:cNvSpPr>
                <a:spLocks noChangeShapeType="1"/>
              </p:cNvSpPr>
              <p:nvPr/>
            </p:nvSpPr>
            <p:spPr bwMode="auto">
              <a:xfrm flipH="1">
                <a:off x="5006" y="2415"/>
                <a:ext cx="85" cy="822"/>
              </a:xfrm>
              <a:prstGeom prst="line">
                <a:avLst/>
              </a:prstGeom>
              <a:noFill/>
              <a:ln w="25400">
                <a:solidFill>
                  <a:srgbClr val="3333CC"/>
                </a:solidFill>
                <a:round/>
                <a:headEnd/>
                <a:tailEnd/>
              </a:ln>
            </p:spPr>
            <p:txBody>
              <a:bodyPr wrap="none" anchor="ctr"/>
              <a:lstStyle/>
              <a:p>
                <a:endParaRPr lang="zh-CN" altLang="en-US"/>
              </a:p>
            </p:txBody>
          </p:sp>
          <p:sp>
            <p:nvSpPr>
              <p:cNvPr id="43038" name="Line 12"/>
              <p:cNvSpPr>
                <a:spLocks noChangeShapeType="1"/>
              </p:cNvSpPr>
              <p:nvPr/>
            </p:nvSpPr>
            <p:spPr bwMode="auto">
              <a:xfrm>
                <a:off x="5091" y="2443"/>
                <a:ext cx="85" cy="794"/>
              </a:xfrm>
              <a:prstGeom prst="line">
                <a:avLst/>
              </a:prstGeom>
              <a:noFill/>
              <a:ln w="25400">
                <a:solidFill>
                  <a:srgbClr val="3333CC"/>
                </a:solidFill>
                <a:round/>
                <a:headEnd/>
                <a:tailEnd/>
              </a:ln>
            </p:spPr>
            <p:txBody>
              <a:bodyPr wrap="none" anchor="ctr"/>
              <a:lstStyle/>
              <a:p>
                <a:endParaRPr lang="zh-CN" altLang="en-US"/>
              </a:p>
            </p:txBody>
          </p:sp>
          <p:sp>
            <p:nvSpPr>
              <p:cNvPr id="43039" name="Text Box 13"/>
              <p:cNvSpPr txBox="1">
                <a:spLocks noChangeArrowheads="1"/>
              </p:cNvSpPr>
              <p:nvPr/>
            </p:nvSpPr>
            <p:spPr bwMode="auto">
              <a:xfrm>
                <a:off x="4950" y="2080"/>
                <a:ext cx="453" cy="250"/>
              </a:xfrm>
              <a:prstGeom prst="rect">
                <a:avLst/>
              </a:prstGeom>
              <a:noFill/>
              <a:ln w="9525" algn="ctr">
                <a:noFill/>
                <a:miter lim="800000"/>
                <a:headEnd/>
                <a:tailEnd/>
              </a:ln>
            </p:spPr>
            <p:txBody>
              <a:bodyPr>
                <a:spAutoFit/>
              </a:bodyPr>
              <a:lstStyle/>
              <a:p>
                <a:pPr>
                  <a:lnSpc>
                    <a:spcPct val="100000"/>
                  </a:lnSpc>
                </a:pPr>
                <a:r>
                  <a:rPr lang="en-US" altLang="zh-CN" sz="2000" i="1">
                    <a:solidFill>
                      <a:srgbClr val="FF0000"/>
                    </a:solidFill>
                    <a:ea typeface="宋体" pitchFamily="2" charset="-122"/>
                  </a:rPr>
                  <a:t>M</a:t>
                </a:r>
              </a:p>
            </p:txBody>
          </p:sp>
          <p:sp>
            <p:nvSpPr>
              <p:cNvPr id="43040" name="Arc 14"/>
              <p:cNvSpPr>
                <a:spLocks/>
              </p:cNvSpPr>
              <p:nvPr/>
            </p:nvSpPr>
            <p:spPr bwMode="auto">
              <a:xfrm>
                <a:off x="5176" y="2273"/>
                <a:ext cx="57" cy="114"/>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9050">
                <a:solidFill>
                  <a:srgbClr val="FF0000"/>
                </a:solidFill>
                <a:round/>
                <a:headEnd/>
                <a:tailEnd type="arrow" w="med" len="med"/>
              </a:ln>
            </p:spPr>
            <p:txBody>
              <a:bodyPr wrap="none" anchor="ctr"/>
              <a:lstStyle/>
              <a:p>
                <a:endParaRPr lang="zh-CN" altLang="en-US"/>
              </a:p>
            </p:txBody>
          </p:sp>
          <p:sp>
            <p:nvSpPr>
              <p:cNvPr id="43041" name="Text Box 15"/>
              <p:cNvSpPr txBox="1">
                <a:spLocks noChangeArrowheads="1"/>
              </p:cNvSpPr>
              <p:nvPr/>
            </p:nvSpPr>
            <p:spPr bwMode="auto">
              <a:xfrm>
                <a:off x="5149" y="2330"/>
                <a:ext cx="453" cy="250"/>
              </a:xfrm>
              <a:prstGeom prst="rect">
                <a:avLst/>
              </a:prstGeom>
              <a:noFill/>
              <a:ln w="9525" algn="ctr">
                <a:noFill/>
                <a:miter lim="800000"/>
                <a:headEnd/>
                <a:tailEnd/>
              </a:ln>
            </p:spPr>
            <p:txBody>
              <a:bodyPr>
                <a:spAutoFit/>
              </a:bodyPr>
              <a:lstStyle/>
              <a:p>
                <a:pPr>
                  <a:lnSpc>
                    <a:spcPct val="100000"/>
                  </a:lnSpc>
                </a:pPr>
                <a:r>
                  <a:rPr lang="en-US" altLang="zh-CN" sz="2000" i="1">
                    <a:ea typeface="宋体" pitchFamily="2" charset="-122"/>
                  </a:rPr>
                  <a:t>m</a:t>
                </a:r>
                <a:r>
                  <a:rPr lang="en-US" altLang="zh-CN" sz="2000" baseline="-25000">
                    <a:ea typeface="宋体" pitchFamily="2" charset="-122"/>
                  </a:rPr>
                  <a:t>1</a:t>
                </a:r>
              </a:p>
            </p:txBody>
          </p:sp>
          <p:sp>
            <p:nvSpPr>
              <p:cNvPr id="43042" name="Text Box 16"/>
              <p:cNvSpPr txBox="1">
                <a:spLocks noChangeArrowheads="1"/>
              </p:cNvSpPr>
              <p:nvPr/>
            </p:nvSpPr>
            <p:spPr bwMode="auto">
              <a:xfrm>
                <a:off x="3731" y="2619"/>
                <a:ext cx="453" cy="250"/>
              </a:xfrm>
              <a:prstGeom prst="rect">
                <a:avLst/>
              </a:prstGeom>
              <a:noFill/>
              <a:ln w="9525" algn="ctr">
                <a:noFill/>
                <a:miter lim="800000"/>
                <a:headEnd/>
                <a:tailEnd/>
              </a:ln>
            </p:spPr>
            <p:txBody>
              <a:bodyPr>
                <a:spAutoFit/>
              </a:bodyPr>
              <a:lstStyle/>
              <a:p>
                <a:pPr>
                  <a:lnSpc>
                    <a:spcPct val="100000"/>
                  </a:lnSpc>
                </a:pPr>
                <a:r>
                  <a:rPr lang="en-US" altLang="zh-CN" sz="2000" i="1">
                    <a:ea typeface="宋体" pitchFamily="2" charset="-122"/>
                  </a:rPr>
                  <a:t>m</a:t>
                </a:r>
                <a:r>
                  <a:rPr lang="en-US" altLang="zh-CN" sz="2000" baseline="-25000">
                    <a:ea typeface="宋体" pitchFamily="2" charset="-122"/>
                  </a:rPr>
                  <a:t>2</a:t>
                </a:r>
              </a:p>
            </p:txBody>
          </p:sp>
        </p:grpSp>
        <p:sp>
          <p:nvSpPr>
            <p:cNvPr id="43021" name="Line 17"/>
            <p:cNvSpPr>
              <a:spLocks noChangeShapeType="1"/>
            </p:cNvSpPr>
            <p:nvPr/>
          </p:nvSpPr>
          <p:spPr bwMode="auto">
            <a:xfrm>
              <a:off x="4070" y="2103"/>
              <a:ext cx="0" cy="283"/>
            </a:xfrm>
            <a:prstGeom prst="line">
              <a:avLst/>
            </a:prstGeom>
            <a:noFill/>
            <a:ln w="25400">
              <a:solidFill>
                <a:srgbClr val="00CC00"/>
              </a:solidFill>
              <a:round/>
              <a:headEnd/>
              <a:tailEnd type="triangle" w="med" len="med"/>
            </a:ln>
          </p:spPr>
          <p:txBody>
            <a:bodyPr wrap="none" anchor="ctr"/>
            <a:lstStyle/>
            <a:p>
              <a:endParaRPr lang="zh-CN" altLang="en-US"/>
            </a:p>
          </p:txBody>
        </p:sp>
        <p:sp>
          <p:nvSpPr>
            <p:cNvPr id="43022" name="Text Box 18"/>
            <p:cNvSpPr txBox="1">
              <a:spLocks noChangeArrowheads="1"/>
            </p:cNvSpPr>
            <p:nvPr/>
          </p:nvSpPr>
          <p:spPr bwMode="auto">
            <a:xfrm>
              <a:off x="3900" y="2330"/>
              <a:ext cx="482" cy="250"/>
            </a:xfrm>
            <a:prstGeom prst="rect">
              <a:avLst/>
            </a:prstGeom>
            <a:noFill/>
            <a:ln w="9525" algn="ctr">
              <a:noFill/>
              <a:miter lim="800000"/>
              <a:headEnd/>
              <a:tailEnd/>
            </a:ln>
          </p:spPr>
          <p:txBody>
            <a:bodyPr>
              <a:spAutoFit/>
            </a:bodyPr>
            <a:lstStyle/>
            <a:p>
              <a:pPr>
                <a:lnSpc>
                  <a:spcPct val="100000"/>
                </a:lnSpc>
              </a:pPr>
              <a:r>
                <a:rPr lang="en-US" altLang="zh-CN" sz="2000" i="1">
                  <a:solidFill>
                    <a:srgbClr val="00CC00"/>
                  </a:solidFill>
                  <a:ea typeface="宋体" pitchFamily="2" charset="-122"/>
                </a:rPr>
                <a:t>m</a:t>
              </a:r>
              <a:r>
                <a:rPr lang="en-US" altLang="zh-CN" sz="2000" baseline="-25000">
                  <a:solidFill>
                    <a:srgbClr val="00CC00"/>
                  </a:solidFill>
                  <a:ea typeface="宋体" pitchFamily="2" charset="-122"/>
                </a:rPr>
                <a:t>2</a:t>
              </a:r>
              <a:r>
                <a:rPr lang="en-US" altLang="zh-CN" sz="2000" i="1">
                  <a:solidFill>
                    <a:srgbClr val="00CC00"/>
                  </a:solidFill>
                  <a:ea typeface="宋体" pitchFamily="2" charset="-122"/>
                </a:rPr>
                <a:t>g</a:t>
              </a:r>
            </a:p>
          </p:txBody>
        </p:sp>
        <p:sp>
          <p:nvSpPr>
            <p:cNvPr id="43023" name="Line 19"/>
            <p:cNvSpPr>
              <a:spLocks noChangeShapeType="1"/>
            </p:cNvSpPr>
            <p:nvPr/>
          </p:nvSpPr>
          <p:spPr bwMode="auto">
            <a:xfrm flipH="1" flipV="1">
              <a:off x="3872" y="1734"/>
              <a:ext cx="198" cy="368"/>
            </a:xfrm>
            <a:prstGeom prst="line">
              <a:avLst/>
            </a:prstGeom>
            <a:noFill/>
            <a:ln w="25400">
              <a:solidFill>
                <a:srgbClr val="CC00CC"/>
              </a:solidFill>
              <a:round/>
              <a:headEnd/>
              <a:tailEnd type="triangle" w="med" len="med"/>
            </a:ln>
          </p:spPr>
          <p:txBody>
            <a:bodyPr wrap="none" anchor="ctr"/>
            <a:lstStyle/>
            <a:p>
              <a:endParaRPr lang="zh-CN" altLang="en-US"/>
            </a:p>
          </p:txBody>
        </p:sp>
        <p:sp>
          <p:nvSpPr>
            <p:cNvPr id="43024" name="Text Box 20"/>
            <p:cNvSpPr txBox="1">
              <a:spLocks noChangeArrowheads="1"/>
            </p:cNvSpPr>
            <p:nvPr/>
          </p:nvSpPr>
          <p:spPr bwMode="auto">
            <a:xfrm>
              <a:off x="3872" y="1564"/>
              <a:ext cx="482" cy="250"/>
            </a:xfrm>
            <a:prstGeom prst="rect">
              <a:avLst/>
            </a:prstGeom>
            <a:noFill/>
            <a:ln w="9525" algn="ctr">
              <a:noFill/>
              <a:miter lim="800000"/>
              <a:headEnd/>
              <a:tailEnd/>
            </a:ln>
          </p:spPr>
          <p:txBody>
            <a:bodyPr>
              <a:spAutoFit/>
            </a:bodyPr>
            <a:lstStyle/>
            <a:p>
              <a:pPr>
                <a:lnSpc>
                  <a:spcPct val="100000"/>
                </a:lnSpc>
              </a:pPr>
              <a:r>
                <a:rPr lang="en-US" altLang="zh-CN" sz="2000" i="1">
                  <a:solidFill>
                    <a:srgbClr val="CC00CC"/>
                  </a:solidFill>
                  <a:ea typeface="宋体" pitchFamily="2" charset="-122"/>
                </a:rPr>
                <a:t>N</a:t>
              </a:r>
            </a:p>
          </p:txBody>
        </p:sp>
        <p:sp>
          <p:nvSpPr>
            <p:cNvPr id="43025" name="Line 21"/>
            <p:cNvSpPr>
              <a:spLocks noChangeShapeType="1"/>
            </p:cNvSpPr>
            <p:nvPr/>
          </p:nvSpPr>
          <p:spPr bwMode="auto">
            <a:xfrm flipH="1">
              <a:off x="3843" y="2103"/>
              <a:ext cx="227" cy="142"/>
            </a:xfrm>
            <a:prstGeom prst="line">
              <a:avLst/>
            </a:prstGeom>
            <a:noFill/>
            <a:ln w="25400">
              <a:solidFill>
                <a:srgbClr val="FF0000"/>
              </a:solidFill>
              <a:round/>
              <a:headEnd/>
              <a:tailEnd type="triangle" w="med" len="med"/>
            </a:ln>
          </p:spPr>
          <p:txBody>
            <a:bodyPr wrap="none" anchor="ctr"/>
            <a:lstStyle/>
            <a:p>
              <a:endParaRPr lang="zh-CN" altLang="en-US"/>
            </a:p>
          </p:txBody>
        </p:sp>
        <p:sp>
          <p:nvSpPr>
            <p:cNvPr id="43026" name="Text Box 22"/>
            <p:cNvSpPr txBox="1">
              <a:spLocks noChangeArrowheads="1"/>
            </p:cNvSpPr>
            <p:nvPr/>
          </p:nvSpPr>
          <p:spPr bwMode="auto">
            <a:xfrm>
              <a:off x="3673" y="2103"/>
              <a:ext cx="482" cy="250"/>
            </a:xfrm>
            <a:prstGeom prst="rect">
              <a:avLst/>
            </a:prstGeom>
            <a:noFill/>
            <a:ln w="9525" algn="ctr">
              <a:noFill/>
              <a:miter lim="800000"/>
              <a:headEnd/>
              <a:tailEnd/>
            </a:ln>
          </p:spPr>
          <p:txBody>
            <a:bodyPr>
              <a:spAutoFit/>
            </a:bodyPr>
            <a:lstStyle/>
            <a:p>
              <a:pPr>
                <a:lnSpc>
                  <a:spcPct val="100000"/>
                </a:lnSpc>
              </a:pPr>
              <a:r>
                <a:rPr lang="en-US" altLang="zh-CN" sz="2000" i="1">
                  <a:solidFill>
                    <a:srgbClr val="FF0000"/>
                  </a:solidFill>
                  <a:ea typeface="宋体" pitchFamily="2" charset="-122"/>
                </a:rPr>
                <a:t>f</a:t>
              </a:r>
            </a:p>
          </p:txBody>
        </p:sp>
        <p:sp>
          <p:nvSpPr>
            <p:cNvPr id="43027" name="Line 23"/>
            <p:cNvSpPr>
              <a:spLocks noChangeShapeType="1"/>
            </p:cNvSpPr>
            <p:nvPr/>
          </p:nvSpPr>
          <p:spPr bwMode="auto">
            <a:xfrm flipV="1">
              <a:off x="4070" y="1933"/>
              <a:ext cx="255" cy="170"/>
            </a:xfrm>
            <a:prstGeom prst="line">
              <a:avLst/>
            </a:prstGeom>
            <a:noFill/>
            <a:ln w="25400">
              <a:solidFill>
                <a:srgbClr val="3333CC"/>
              </a:solidFill>
              <a:round/>
              <a:headEnd/>
              <a:tailEnd type="triangle" w="med" len="med"/>
            </a:ln>
          </p:spPr>
          <p:txBody>
            <a:bodyPr wrap="none" anchor="ctr"/>
            <a:lstStyle/>
            <a:p>
              <a:endParaRPr lang="zh-CN" altLang="en-US"/>
            </a:p>
          </p:txBody>
        </p:sp>
        <p:sp>
          <p:nvSpPr>
            <p:cNvPr id="43028" name="Text Box 24"/>
            <p:cNvSpPr txBox="1">
              <a:spLocks noChangeArrowheads="1"/>
            </p:cNvSpPr>
            <p:nvPr/>
          </p:nvSpPr>
          <p:spPr bwMode="auto">
            <a:xfrm>
              <a:off x="4155" y="1711"/>
              <a:ext cx="482" cy="250"/>
            </a:xfrm>
            <a:prstGeom prst="rect">
              <a:avLst/>
            </a:prstGeom>
            <a:noFill/>
            <a:ln w="9525" algn="ctr">
              <a:noFill/>
              <a:miter lim="800000"/>
              <a:headEnd/>
              <a:tailEnd/>
            </a:ln>
          </p:spPr>
          <p:txBody>
            <a:bodyPr>
              <a:spAutoFit/>
            </a:bodyPr>
            <a:lstStyle/>
            <a:p>
              <a:pPr>
                <a:lnSpc>
                  <a:spcPct val="100000"/>
                </a:lnSpc>
              </a:pPr>
              <a:r>
                <a:rPr lang="en-US" altLang="zh-CN" sz="2000" i="1">
                  <a:solidFill>
                    <a:srgbClr val="3333CC"/>
                  </a:solidFill>
                  <a:ea typeface="宋体" pitchFamily="2" charset="-122"/>
                </a:rPr>
                <a:t>T</a:t>
              </a:r>
            </a:p>
          </p:txBody>
        </p:sp>
        <p:sp>
          <p:nvSpPr>
            <p:cNvPr id="43029" name="Line 25"/>
            <p:cNvSpPr>
              <a:spLocks noChangeShapeType="1"/>
            </p:cNvSpPr>
            <p:nvPr/>
          </p:nvSpPr>
          <p:spPr bwMode="auto">
            <a:xfrm flipH="1">
              <a:off x="4694" y="1536"/>
              <a:ext cx="283" cy="170"/>
            </a:xfrm>
            <a:prstGeom prst="line">
              <a:avLst/>
            </a:prstGeom>
            <a:noFill/>
            <a:ln w="25400">
              <a:solidFill>
                <a:srgbClr val="3333CC"/>
              </a:solidFill>
              <a:round/>
              <a:headEnd/>
              <a:tailEnd type="triangle" w="med" len="med"/>
            </a:ln>
          </p:spPr>
          <p:txBody>
            <a:bodyPr wrap="none" anchor="ctr"/>
            <a:lstStyle/>
            <a:p>
              <a:endParaRPr lang="zh-CN" altLang="en-US"/>
            </a:p>
          </p:txBody>
        </p:sp>
        <p:sp>
          <p:nvSpPr>
            <p:cNvPr id="43030" name="Text Box 26"/>
            <p:cNvSpPr txBox="1">
              <a:spLocks noChangeArrowheads="1"/>
            </p:cNvSpPr>
            <p:nvPr/>
          </p:nvSpPr>
          <p:spPr bwMode="auto">
            <a:xfrm>
              <a:off x="4495" y="1484"/>
              <a:ext cx="482" cy="250"/>
            </a:xfrm>
            <a:prstGeom prst="rect">
              <a:avLst/>
            </a:prstGeom>
            <a:noFill/>
            <a:ln w="9525" algn="ctr">
              <a:noFill/>
              <a:miter lim="800000"/>
              <a:headEnd/>
              <a:tailEnd/>
            </a:ln>
          </p:spPr>
          <p:txBody>
            <a:bodyPr>
              <a:spAutoFit/>
            </a:bodyPr>
            <a:lstStyle/>
            <a:p>
              <a:pPr>
                <a:lnSpc>
                  <a:spcPct val="100000"/>
                </a:lnSpc>
              </a:pPr>
              <a:r>
                <a:rPr lang="en-US" altLang="zh-CN" sz="2000" i="1">
                  <a:solidFill>
                    <a:srgbClr val="3333CC"/>
                  </a:solidFill>
                  <a:ea typeface="宋体" pitchFamily="2" charset="-122"/>
                </a:rPr>
                <a:t>T’</a:t>
              </a:r>
            </a:p>
          </p:txBody>
        </p:sp>
      </p:grpSp>
      <p:graphicFrame>
        <p:nvGraphicFramePr>
          <p:cNvPr id="263195" name="Object 27"/>
          <p:cNvGraphicFramePr>
            <a:graphicFrameLocks noChangeAspect="1"/>
          </p:cNvGraphicFramePr>
          <p:nvPr/>
        </p:nvGraphicFramePr>
        <p:xfrm>
          <a:off x="947738" y="1330325"/>
          <a:ext cx="3540125" cy="1143000"/>
        </p:xfrm>
        <a:graphic>
          <a:graphicData uri="http://schemas.openxmlformats.org/presentationml/2006/ole">
            <p:oleObj spid="_x0000_s43010" name="公式" r:id="rId4" imgW="1968480" imgH="634680" progId="Equation.3">
              <p:embed/>
            </p:oleObj>
          </a:graphicData>
        </a:graphic>
      </p:graphicFrame>
      <p:sp>
        <p:nvSpPr>
          <p:cNvPr id="263196" name="Text Box 28"/>
          <p:cNvSpPr txBox="1">
            <a:spLocks noChangeArrowheads="1"/>
          </p:cNvSpPr>
          <p:nvPr/>
        </p:nvSpPr>
        <p:spPr bwMode="auto">
          <a:xfrm>
            <a:off x="657225" y="2798763"/>
            <a:ext cx="7019925" cy="512762"/>
          </a:xfrm>
          <a:prstGeom prst="rect">
            <a:avLst/>
          </a:prstGeom>
          <a:noFill/>
          <a:ln w="9525">
            <a:noFill/>
            <a:miter lim="800000"/>
            <a:headEnd/>
            <a:tailEnd/>
          </a:ln>
        </p:spPr>
        <p:txBody>
          <a:bodyPr>
            <a:spAutoFit/>
          </a:bodyPr>
          <a:lstStyle/>
          <a:p>
            <a:pPr>
              <a:lnSpc>
                <a:spcPct val="115000"/>
              </a:lnSpc>
              <a:spcBef>
                <a:spcPct val="0"/>
              </a:spcBef>
            </a:pPr>
            <a:r>
              <a:rPr kumimoji="0" lang="zh-CN" altLang="en-US" sz="2400">
                <a:ea typeface="宋体" pitchFamily="2" charset="-122"/>
              </a:rPr>
              <a:t>由于鼓轮转动是匀变速转动，则</a:t>
            </a:r>
            <a:endParaRPr kumimoji="0" lang="zh-CN" altLang="en-US" sz="2400">
              <a:solidFill>
                <a:srgbClr val="FFFF00"/>
              </a:solidFill>
              <a:ea typeface="宋体" pitchFamily="2" charset="-122"/>
            </a:endParaRPr>
          </a:p>
        </p:txBody>
      </p:sp>
      <p:graphicFrame>
        <p:nvGraphicFramePr>
          <p:cNvPr id="263197" name="Object 29"/>
          <p:cNvGraphicFramePr>
            <a:graphicFrameLocks noChangeAspect="1"/>
          </p:cNvGraphicFramePr>
          <p:nvPr/>
        </p:nvGraphicFramePr>
        <p:xfrm>
          <a:off x="5505450" y="2843213"/>
          <a:ext cx="2492375" cy="457200"/>
        </p:xfrm>
        <a:graphic>
          <a:graphicData uri="http://schemas.openxmlformats.org/presentationml/2006/ole">
            <p:oleObj spid="_x0000_s43011" name="公式" r:id="rId5" imgW="1384200" imgH="253800" progId="Equation.3">
              <p:embed/>
            </p:oleObj>
          </a:graphicData>
        </a:graphic>
      </p:graphicFrame>
      <p:sp>
        <p:nvSpPr>
          <p:cNvPr id="263198" name="Text Box 30"/>
          <p:cNvSpPr txBox="1">
            <a:spLocks noChangeArrowheads="1"/>
          </p:cNvSpPr>
          <p:nvPr/>
        </p:nvSpPr>
        <p:spPr bwMode="auto">
          <a:xfrm>
            <a:off x="881063" y="3429000"/>
            <a:ext cx="1665287" cy="512763"/>
          </a:xfrm>
          <a:prstGeom prst="rect">
            <a:avLst/>
          </a:prstGeom>
          <a:noFill/>
          <a:ln w="9525">
            <a:noFill/>
            <a:miter lim="800000"/>
            <a:headEnd/>
            <a:tailEnd/>
          </a:ln>
        </p:spPr>
        <p:txBody>
          <a:bodyPr>
            <a:spAutoFit/>
          </a:bodyPr>
          <a:lstStyle/>
          <a:p>
            <a:pPr>
              <a:lnSpc>
                <a:spcPct val="115000"/>
              </a:lnSpc>
              <a:spcBef>
                <a:spcPct val="0"/>
              </a:spcBef>
            </a:pPr>
            <a:r>
              <a:rPr kumimoji="0" lang="zh-CN" altLang="en-US" sz="2400">
                <a:ea typeface="宋体" pitchFamily="2" charset="-122"/>
              </a:rPr>
              <a:t>而</a:t>
            </a:r>
            <a:endParaRPr kumimoji="0" lang="zh-CN" altLang="en-US" sz="2400">
              <a:solidFill>
                <a:srgbClr val="FFFF00"/>
              </a:solidFill>
              <a:ea typeface="宋体" pitchFamily="2" charset="-122"/>
            </a:endParaRPr>
          </a:p>
        </p:txBody>
      </p:sp>
      <p:graphicFrame>
        <p:nvGraphicFramePr>
          <p:cNvPr id="263199" name="Object 31"/>
          <p:cNvGraphicFramePr>
            <a:graphicFrameLocks noChangeAspect="1"/>
          </p:cNvGraphicFramePr>
          <p:nvPr/>
        </p:nvGraphicFramePr>
        <p:xfrm>
          <a:off x="1868488" y="3605213"/>
          <a:ext cx="1924050" cy="409575"/>
        </p:xfrm>
        <a:graphic>
          <a:graphicData uri="http://schemas.openxmlformats.org/presentationml/2006/ole">
            <p:oleObj spid="_x0000_s43012" name="公式" r:id="rId6" imgW="1066680" imgH="228600" progId="Equation.3">
              <p:embed/>
            </p:oleObj>
          </a:graphicData>
        </a:graphic>
      </p:graphicFrame>
      <p:sp>
        <p:nvSpPr>
          <p:cNvPr id="263200" name="Text Box 32"/>
          <p:cNvSpPr txBox="1">
            <a:spLocks noChangeArrowheads="1"/>
          </p:cNvSpPr>
          <p:nvPr/>
        </p:nvSpPr>
        <p:spPr bwMode="auto">
          <a:xfrm>
            <a:off x="881063" y="4238625"/>
            <a:ext cx="1665287" cy="512763"/>
          </a:xfrm>
          <a:prstGeom prst="rect">
            <a:avLst/>
          </a:prstGeom>
          <a:noFill/>
          <a:ln w="9525">
            <a:noFill/>
            <a:miter lim="800000"/>
            <a:headEnd/>
            <a:tailEnd/>
          </a:ln>
        </p:spPr>
        <p:txBody>
          <a:bodyPr>
            <a:spAutoFit/>
          </a:bodyPr>
          <a:lstStyle/>
          <a:p>
            <a:pPr>
              <a:lnSpc>
                <a:spcPct val="115000"/>
              </a:lnSpc>
              <a:spcBef>
                <a:spcPct val="0"/>
              </a:spcBef>
            </a:pPr>
            <a:r>
              <a:rPr kumimoji="0" lang="zh-CN" altLang="en-US" sz="2400">
                <a:ea typeface="宋体" pitchFamily="2" charset="-122"/>
              </a:rPr>
              <a:t>所以</a:t>
            </a:r>
            <a:endParaRPr kumimoji="0" lang="zh-CN" altLang="en-US" sz="2400">
              <a:solidFill>
                <a:srgbClr val="FFFF00"/>
              </a:solidFill>
              <a:ea typeface="宋体" pitchFamily="2" charset="-122"/>
            </a:endParaRPr>
          </a:p>
        </p:txBody>
      </p:sp>
      <p:graphicFrame>
        <p:nvGraphicFramePr>
          <p:cNvPr id="263201" name="Object 33"/>
          <p:cNvGraphicFramePr>
            <a:graphicFrameLocks noChangeAspect="1"/>
          </p:cNvGraphicFramePr>
          <p:nvPr/>
        </p:nvGraphicFramePr>
        <p:xfrm>
          <a:off x="2133600" y="4321175"/>
          <a:ext cx="1279525" cy="457200"/>
        </p:xfrm>
        <a:graphic>
          <a:graphicData uri="http://schemas.openxmlformats.org/presentationml/2006/ole">
            <p:oleObj spid="_x0000_s43013" name="公式" r:id="rId7" imgW="711000" imgH="253800" progId="Equation.3">
              <p:embed/>
            </p:oleObj>
          </a:graphicData>
        </a:graphic>
      </p:graphicFrame>
      <p:graphicFrame>
        <p:nvGraphicFramePr>
          <p:cNvPr id="263202" name="Object 34"/>
          <p:cNvGraphicFramePr>
            <a:graphicFrameLocks noChangeAspect="1"/>
          </p:cNvGraphicFramePr>
          <p:nvPr/>
        </p:nvGraphicFramePr>
        <p:xfrm>
          <a:off x="3571875" y="4149725"/>
          <a:ext cx="3835400" cy="868363"/>
        </p:xfrm>
        <a:graphic>
          <a:graphicData uri="http://schemas.openxmlformats.org/presentationml/2006/ole">
            <p:oleObj spid="_x0000_s43014" name="公式" r:id="rId8" imgW="2133360" imgH="482400" progId="Equation.3">
              <p:embed/>
            </p:oleObj>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63170"/>
                                        </p:tgtEl>
                                        <p:attrNameLst>
                                          <p:attrName>style.visibility</p:attrName>
                                        </p:attrNameLst>
                                      </p:cBhvr>
                                      <p:to>
                                        <p:strVal val="visible"/>
                                      </p:to>
                                    </p:set>
                                    <p:animEffect transition="in" filter="wipe(left)">
                                      <p:cBhvr>
                                        <p:cTn id="7" dur="500"/>
                                        <p:tgtEl>
                                          <p:spTgt spid="26317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63195"/>
                                        </p:tgtEl>
                                        <p:attrNameLst>
                                          <p:attrName>style.visibility</p:attrName>
                                        </p:attrNameLst>
                                      </p:cBhvr>
                                      <p:to>
                                        <p:strVal val="visible"/>
                                      </p:to>
                                    </p:set>
                                    <p:animEffect transition="in" filter="wipe(left)">
                                      <p:cBhvr>
                                        <p:cTn id="12" dur="500"/>
                                        <p:tgtEl>
                                          <p:spTgt spid="26319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63196"/>
                                        </p:tgtEl>
                                        <p:attrNameLst>
                                          <p:attrName>style.visibility</p:attrName>
                                        </p:attrNameLst>
                                      </p:cBhvr>
                                      <p:to>
                                        <p:strVal val="visible"/>
                                      </p:to>
                                    </p:set>
                                    <p:animEffect transition="in" filter="wipe(left)">
                                      <p:cBhvr>
                                        <p:cTn id="17" dur="500"/>
                                        <p:tgtEl>
                                          <p:spTgt spid="263196"/>
                                        </p:tgtEl>
                                      </p:cBhvr>
                                    </p:animEffect>
                                  </p:childTnLst>
                                </p:cTn>
                              </p:par>
                            </p:childTnLst>
                          </p:cTn>
                        </p:par>
                        <p:par>
                          <p:cTn id="18" fill="hold">
                            <p:stCondLst>
                              <p:cond delay="500"/>
                            </p:stCondLst>
                            <p:childTnLst>
                              <p:par>
                                <p:cTn id="19" presetID="22" presetClass="entr" presetSubtype="8" fill="hold" nodeType="afterEffect">
                                  <p:stCondLst>
                                    <p:cond delay="0"/>
                                  </p:stCondLst>
                                  <p:childTnLst>
                                    <p:set>
                                      <p:cBhvr>
                                        <p:cTn id="20" dur="1" fill="hold">
                                          <p:stCondLst>
                                            <p:cond delay="0"/>
                                          </p:stCondLst>
                                        </p:cTn>
                                        <p:tgtEl>
                                          <p:spTgt spid="263197"/>
                                        </p:tgtEl>
                                        <p:attrNameLst>
                                          <p:attrName>style.visibility</p:attrName>
                                        </p:attrNameLst>
                                      </p:cBhvr>
                                      <p:to>
                                        <p:strVal val="visible"/>
                                      </p:to>
                                    </p:set>
                                    <p:animEffect transition="in" filter="wipe(left)">
                                      <p:cBhvr>
                                        <p:cTn id="21" dur="500"/>
                                        <p:tgtEl>
                                          <p:spTgt spid="263197"/>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263198"/>
                                        </p:tgtEl>
                                        <p:attrNameLst>
                                          <p:attrName>style.visibility</p:attrName>
                                        </p:attrNameLst>
                                      </p:cBhvr>
                                      <p:to>
                                        <p:strVal val="visible"/>
                                      </p:to>
                                    </p:set>
                                    <p:animEffect transition="in" filter="wipe(left)">
                                      <p:cBhvr>
                                        <p:cTn id="26" dur="500"/>
                                        <p:tgtEl>
                                          <p:spTgt spid="263198"/>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263199"/>
                                        </p:tgtEl>
                                        <p:attrNameLst>
                                          <p:attrName>style.visibility</p:attrName>
                                        </p:attrNameLst>
                                      </p:cBhvr>
                                      <p:to>
                                        <p:strVal val="visible"/>
                                      </p:to>
                                    </p:set>
                                    <p:animEffect transition="in" filter="wipe(left)">
                                      <p:cBhvr>
                                        <p:cTn id="31" dur="500"/>
                                        <p:tgtEl>
                                          <p:spTgt spid="263199"/>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263200"/>
                                        </p:tgtEl>
                                        <p:attrNameLst>
                                          <p:attrName>style.visibility</p:attrName>
                                        </p:attrNameLst>
                                      </p:cBhvr>
                                      <p:to>
                                        <p:strVal val="visible"/>
                                      </p:to>
                                    </p:set>
                                    <p:animEffect transition="in" filter="wipe(left)">
                                      <p:cBhvr>
                                        <p:cTn id="36" dur="500"/>
                                        <p:tgtEl>
                                          <p:spTgt spid="263200"/>
                                        </p:tgtEl>
                                      </p:cBhvr>
                                    </p:animEffect>
                                  </p:childTnLst>
                                </p:cTn>
                              </p:par>
                            </p:childTnLst>
                          </p:cTn>
                        </p:par>
                        <p:par>
                          <p:cTn id="37" fill="hold">
                            <p:stCondLst>
                              <p:cond delay="500"/>
                            </p:stCondLst>
                            <p:childTnLst>
                              <p:par>
                                <p:cTn id="38" presetID="22" presetClass="entr" presetSubtype="8" fill="hold" nodeType="afterEffect">
                                  <p:stCondLst>
                                    <p:cond delay="0"/>
                                  </p:stCondLst>
                                  <p:childTnLst>
                                    <p:set>
                                      <p:cBhvr>
                                        <p:cTn id="39" dur="1" fill="hold">
                                          <p:stCondLst>
                                            <p:cond delay="0"/>
                                          </p:stCondLst>
                                        </p:cTn>
                                        <p:tgtEl>
                                          <p:spTgt spid="263201"/>
                                        </p:tgtEl>
                                        <p:attrNameLst>
                                          <p:attrName>style.visibility</p:attrName>
                                        </p:attrNameLst>
                                      </p:cBhvr>
                                      <p:to>
                                        <p:strVal val="visible"/>
                                      </p:to>
                                    </p:set>
                                    <p:animEffect transition="in" filter="wipe(left)">
                                      <p:cBhvr>
                                        <p:cTn id="40" dur="500"/>
                                        <p:tgtEl>
                                          <p:spTgt spid="263201"/>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nodeType="clickEffect">
                                  <p:stCondLst>
                                    <p:cond delay="0"/>
                                  </p:stCondLst>
                                  <p:childTnLst>
                                    <p:set>
                                      <p:cBhvr>
                                        <p:cTn id="44" dur="1" fill="hold">
                                          <p:stCondLst>
                                            <p:cond delay="0"/>
                                          </p:stCondLst>
                                        </p:cTn>
                                        <p:tgtEl>
                                          <p:spTgt spid="263202"/>
                                        </p:tgtEl>
                                        <p:attrNameLst>
                                          <p:attrName>style.visibility</p:attrName>
                                        </p:attrNameLst>
                                      </p:cBhvr>
                                      <p:to>
                                        <p:strVal val="visible"/>
                                      </p:to>
                                    </p:set>
                                    <p:animEffect transition="in" filter="wipe(left)">
                                      <p:cBhvr>
                                        <p:cTn id="45" dur="500"/>
                                        <p:tgtEl>
                                          <p:spTgt spid="2632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3170" grpId="0"/>
      <p:bldP spid="263196" grpId="0"/>
      <p:bldP spid="263198" grpId="0"/>
      <p:bldP spid="263200"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p:cNvGrpSpPr>
          <p:nvPr/>
        </p:nvGrpSpPr>
        <p:grpSpPr bwMode="auto">
          <a:xfrm>
            <a:off x="5876925" y="414338"/>
            <a:ext cx="3024188" cy="2519362"/>
            <a:chOff x="3152" y="0"/>
            <a:chExt cx="1905" cy="1587"/>
          </a:xfrm>
        </p:grpSpPr>
        <p:sp>
          <p:nvSpPr>
            <p:cNvPr id="44071" name="Oval 3"/>
            <p:cNvSpPr>
              <a:spLocks noChangeArrowheads="1"/>
            </p:cNvSpPr>
            <p:nvPr/>
          </p:nvSpPr>
          <p:spPr bwMode="auto">
            <a:xfrm>
              <a:off x="4423" y="409"/>
              <a:ext cx="226" cy="226"/>
            </a:xfrm>
            <a:prstGeom prst="ellipse">
              <a:avLst/>
            </a:prstGeom>
            <a:solidFill>
              <a:srgbClr val="996633"/>
            </a:solidFill>
            <a:ln w="9525" algn="ctr">
              <a:noFill/>
              <a:round/>
              <a:headEnd/>
              <a:tailEnd/>
            </a:ln>
          </p:spPr>
          <p:txBody>
            <a:bodyPr wrap="none" anchor="ctr">
              <a:spAutoFit/>
            </a:bodyPr>
            <a:lstStyle/>
            <a:p>
              <a:endParaRPr lang="zh-CN" altLang="en-US"/>
            </a:p>
          </p:txBody>
        </p:sp>
        <p:sp>
          <p:nvSpPr>
            <p:cNvPr id="44072" name="AutoShape 4" descr="棕色大理石"/>
            <p:cNvSpPr>
              <a:spLocks noChangeArrowheads="1"/>
            </p:cNvSpPr>
            <p:nvPr/>
          </p:nvSpPr>
          <p:spPr bwMode="auto">
            <a:xfrm rot="3412162">
              <a:off x="4412" y="499"/>
              <a:ext cx="137" cy="136"/>
            </a:xfrm>
            <a:prstGeom prst="triangle">
              <a:avLst>
                <a:gd name="adj" fmla="val 50000"/>
              </a:avLst>
            </a:prstGeom>
            <a:blipFill dpi="0" rotWithShape="1">
              <a:blip r:embed="rId3"/>
              <a:srcRect/>
              <a:tile tx="0" ty="0" sx="100000" sy="100000" flip="none" algn="tl"/>
            </a:blipFill>
            <a:ln w="9525" algn="ctr">
              <a:noFill/>
              <a:miter lim="800000"/>
              <a:headEnd/>
              <a:tailEnd/>
            </a:ln>
          </p:spPr>
          <p:txBody>
            <a:bodyPr anchor="ctr">
              <a:spAutoFit/>
            </a:bodyPr>
            <a:lstStyle/>
            <a:p>
              <a:endParaRPr lang="zh-CN" altLang="en-US"/>
            </a:p>
          </p:txBody>
        </p:sp>
        <p:sp>
          <p:nvSpPr>
            <p:cNvPr id="44073" name="Line 5"/>
            <p:cNvSpPr>
              <a:spLocks noChangeShapeType="1"/>
            </p:cNvSpPr>
            <p:nvPr/>
          </p:nvSpPr>
          <p:spPr bwMode="auto">
            <a:xfrm>
              <a:off x="3152" y="589"/>
              <a:ext cx="1270" cy="0"/>
            </a:xfrm>
            <a:prstGeom prst="line">
              <a:avLst/>
            </a:prstGeom>
            <a:noFill/>
            <a:ln w="28575">
              <a:solidFill>
                <a:srgbClr val="000099"/>
              </a:solidFill>
              <a:round/>
              <a:headEnd/>
              <a:tailEnd/>
            </a:ln>
          </p:spPr>
          <p:txBody>
            <a:bodyPr>
              <a:spAutoFit/>
            </a:bodyPr>
            <a:lstStyle/>
            <a:p>
              <a:endParaRPr lang="zh-CN" altLang="en-US"/>
            </a:p>
          </p:txBody>
        </p:sp>
        <p:sp>
          <p:nvSpPr>
            <p:cNvPr id="44074" name="Line 6"/>
            <p:cNvSpPr>
              <a:spLocks noChangeShapeType="1"/>
            </p:cNvSpPr>
            <p:nvPr/>
          </p:nvSpPr>
          <p:spPr bwMode="auto">
            <a:xfrm>
              <a:off x="4422" y="589"/>
              <a:ext cx="0" cy="998"/>
            </a:xfrm>
            <a:prstGeom prst="line">
              <a:avLst/>
            </a:prstGeom>
            <a:noFill/>
            <a:ln w="28575">
              <a:solidFill>
                <a:srgbClr val="000099"/>
              </a:solidFill>
              <a:round/>
              <a:headEnd/>
              <a:tailEnd/>
            </a:ln>
          </p:spPr>
          <p:txBody>
            <a:bodyPr>
              <a:spAutoFit/>
            </a:bodyPr>
            <a:lstStyle/>
            <a:p>
              <a:endParaRPr lang="zh-CN" altLang="en-US"/>
            </a:p>
          </p:txBody>
        </p:sp>
        <p:sp>
          <p:nvSpPr>
            <p:cNvPr id="44075" name="Rectangle 7" descr="深色木质"/>
            <p:cNvSpPr>
              <a:spLocks noChangeArrowheads="1"/>
            </p:cNvSpPr>
            <p:nvPr/>
          </p:nvSpPr>
          <p:spPr bwMode="auto">
            <a:xfrm>
              <a:off x="3198" y="226"/>
              <a:ext cx="362" cy="364"/>
            </a:xfrm>
            <a:prstGeom prst="rect">
              <a:avLst/>
            </a:prstGeom>
            <a:blipFill dpi="0" rotWithShape="1">
              <a:blip r:embed="rId4"/>
              <a:srcRect/>
              <a:tile tx="0" ty="0" sx="100000" sy="100000" flip="none" algn="tl"/>
            </a:blipFill>
            <a:ln w="9525" algn="ctr">
              <a:noFill/>
              <a:miter lim="800000"/>
              <a:headEnd/>
              <a:tailEnd/>
            </a:ln>
          </p:spPr>
          <p:txBody>
            <a:bodyPr anchor="ctr">
              <a:spAutoFit/>
            </a:bodyPr>
            <a:lstStyle/>
            <a:p>
              <a:endParaRPr lang="zh-CN" altLang="en-US"/>
            </a:p>
          </p:txBody>
        </p:sp>
        <p:sp>
          <p:nvSpPr>
            <p:cNvPr id="44076" name="Line 8"/>
            <p:cNvSpPr>
              <a:spLocks noChangeShapeType="1"/>
            </p:cNvSpPr>
            <p:nvPr/>
          </p:nvSpPr>
          <p:spPr bwMode="auto">
            <a:xfrm flipV="1">
              <a:off x="4377" y="905"/>
              <a:ext cx="45" cy="46"/>
            </a:xfrm>
            <a:prstGeom prst="line">
              <a:avLst/>
            </a:prstGeom>
            <a:noFill/>
            <a:ln w="9525">
              <a:solidFill>
                <a:srgbClr val="000099"/>
              </a:solidFill>
              <a:round/>
              <a:headEnd/>
              <a:tailEnd/>
            </a:ln>
          </p:spPr>
          <p:txBody>
            <a:bodyPr>
              <a:spAutoFit/>
            </a:bodyPr>
            <a:lstStyle/>
            <a:p>
              <a:endParaRPr lang="zh-CN" altLang="en-US"/>
            </a:p>
          </p:txBody>
        </p:sp>
        <p:sp>
          <p:nvSpPr>
            <p:cNvPr id="44077" name="Line 9"/>
            <p:cNvSpPr>
              <a:spLocks noChangeShapeType="1"/>
            </p:cNvSpPr>
            <p:nvPr/>
          </p:nvSpPr>
          <p:spPr bwMode="auto">
            <a:xfrm flipV="1">
              <a:off x="4377" y="996"/>
              <a:ext cx="45" cy="46"/>
            </a:xfrm>
            <a:prstGeom prst="line">
              <a:avLst/>
            </a:prstGeom>
            <a:noFill/>
            <a:ln w="9525">
              <a:solidFill>
                <a:srgbClr val="000099"/>
              </a:solidFill>
              <a:round/>
              <a:headEnd/>
              <a:tailEnd/>
            </a:ln>
          </p:spPr>
          <p:txBody>
            <a:bodyPr>
              <a:spAutoFit/>
            </a:bodyPr>
            <a:lstStyle/>
            <a:p>
              <a:endParaRPr lang="zh-CN" altLang="en-US"/>
            </a:p>
          </p:txBody>
        </p:sp>
        <p:sp>
          <p:nvSpPr>
            <p:cNvPr id="44078" name="Line 10"/>
            <p:cNvSpPr>
              <a:spLocks noChangeShapeType="1"/>
            </p:cNvSpPr>
            <p:nvPr/>
          </p:nvSpPr>
          <p:spPr bwMode="auto">
            <a:xfrm flipV="1">
              <a:off x="4377" y="1087"/>
              <a:ext cx="45" cy="46"/>
            </a:xfrm>
            <a:prstGeom prst="line">
              <a:avLst/>
            </a:prstGeom>
            <a:noFill/>
            <a:ln w="9525">
              <a:solidFill>
                <a:srgbClr val="000099"/>
              </a:solidFill>
              <a:round/>
              <a:headEnd/>
              <a:tailEnd/>
            </a:ln>
          </p:spPr>
          <p:txBody>
            <a:bodyPr>
              <a:spAutoFit/>
            </a:bodyPr>
            <a:lstStyle/>
            <a:p>
              <a:endParaRPr lang="zh-CN" altLang="en-US"/>
            </a:p>
          </p:txBody>
        </p:sp>
        <p:sp>
          <p:nvSpPr>
            <p:cNvPr id="44079" name="Line 11"/>
            <p:cNvSpPr>
              <a:spLocks noChangeShapeType="1"/>
            </p:cNvSpPr>
            <p:nvPr/>
          </p:nvSpPr>
          <p:spPr bwMode="auto">
            <a:xfrm flipV="1">
              <a:off x="4377" y="1178"/>
              <a:ext cx="45" cy="46"/>
            </a:xfrm>
            <a:prstGeom prst="line">
              <a:avLst/>
            </a:prstGeom>
            <a:noFill/>
            <a:ln w="9525">
              <a:solidFill>
                <a:schemeClr val="bg1"/>
              </a:solidFill>
              <a:round/>
              <a:headEnd/>
              <a:tailEnd/>
            </a:ln>
          </p:spPr>
          <p:txBody>
            <a:bodyPr>
              <a:spAutoFit/>
            </a:bodyPr>
            <a:lstStyle/>
            <a:p>
              <a:endParaRPr lang="zh-CN" altLang="en-US"/>
            </a:p>
          </p:txBody>
        </p:sp>
        <p:sp>
          <p:nvSpPr>
            <p:cNvPr id="44080" name="Line 12"/>
            <p:cNvSpPr>
              <a:spLocks noChangeShapeType="1"/>
            </p:cNvSpPr>
            <p:nvPr/>
          </p:nvSpPr>
          <p:spPr bwMode="auto">
            <a:xfrm flipV="1">
              <a:off x="4377" y="1450"/>
              <a:ext cx="45" cy="46"/>
            </a:xfrm>
            <a:prstGeom prst="line">
              <a:avLst/>
            </a:prstGeom>
            <a:noFill/>
            <a:ln w="9525">
              <a:solidFill>
                <a:srgbClr val="000099"/>
              </a:solidFill>
              <a:round/>
              <a:headEnd/>
              <a:tailEnd/>
            </a:ln>
          </p:spPr>
          <p:txBody>
            <a:bodyPr>
              <a:spAutoFit/>
            </a:bodyPr>
            <a:lstStyle/>
            <a:p>
              <a:endParaRPr lang="zh-CN" altLang="en-US"/>
            </a:p>
          </p:txBody>
        </p:sp>
        <p:sp>
          <p:nvSpPr>
            <p:cNvPr id="44081" name="Line 13"/>
            <p:cNvSpPr>
              <a:spLocks noChangeShapeType="1"/>
            </p:cNvSpPr>
            <p:nvPr/>
          </p:nvSpPr>
          <p:spPr bwMode="auto">
            <a:xfrm flipV="1">
              <a:off x="4377" y="1541"/>
              <a:ext cx="45" cy="46"/>
            </a:xfrm>
            <a:prstGeom prst="line">
              <a:avLst/>
            </a:prstGeom>
            <a:noFill/>
            <a:ln w="9525">
              <a:solidFill>
                <a:srgbClr val="000099"/>
              </a:solidFill>
              <a:round/>
              <a:headEnd/>
              <a:tailEnd/>
            </a:ln>
          </p:spPr>
          <p:txBody>
            <a:bodyPr>
              <a:spAutoFit/>
            </a:bodyPr>
            <a:lstStyle/>
            <a:p>
              <a:endParaRPr lang="zh-CN" altLang="en-US"/>
            </a:p>
          </p:txBody>
        </p:sp>
        <p:sp>
          <p:nvSpPr>
            <p:cNvPr id="44082" name="Line 14"/>
            <p:cNvSpPr>
              <a:spLocks noChangeShapeType="1"/>
            </p:cNvSpPr>
            <p:nvPr/>
          </p:nvSpPr>
          <p:spPr bwMode="auto">
            <a:xfrm flipV="1">
              <a:off x="4377" y="1360"/>
              <a:ext cx="45" cy="46"/>
            </a:xfrm>
            <a:prstGeom prst="line">
              <a:avLst/>
            </a:prstGeom>
            <a:noFill/>
            <a:ln w="9525">
              <a:solidFill>
                <a:srgbClr val="000099"/>
              </a:solidFill>
              <a:round/>
              <a:headEnd/>
              <a:tailEnd/>
            </a:ln>
          </p:spPr>
          <p:txBody>
            <a:bodyPr>
              <a:spAutoFit/>
            </a:bodyPr>
            <a:lstStyle/>
            <a:p>
              <a:endParaRPr lang="zh-CN" altLang="en-US"/>
            </a:p>
          </p:txBody>
        </p:sp>
        <p:sp>
          <p:nvSpPr>
            <p:cNvPr id="44083" name="Line 15"/>
            <p:cNvSpPr>
              <a:spLocks noChangeShapeType="1"/>
            </p:cNvSpPr>
            <p:nvPr/>
          </p:nvSpPr>
          <p:spPr bwMode="auto">
            <a:xfrm flipV="1">
              <a:off x="4377" y="1269"/>
              <a:ext cx="45" cy="46"/>
            </a:xfrm>
            <a:prstGeom prst="line">
              <a:avLst/>
            </a:prstGeom>
            <a:noFill/>
            <a:ln w="9525">
              <a:solidFill>
                <a:srgbClr val="000099"/>
              </a:solidFill>
              <a:round/>
              <a:headEnd/>
              <a:tailEnd/>
            </a:ln>
          </p:spPr>
          <p:txBody>
            <a:bodyPr>
              <a:spAutoFit/>
            </a:bodyPr>
            <a:lstStyle/>
            <a:p>
              <a:endParaRPr lang="zh-CN" altLang="en-US"/>
            </a:p>
          </p:txBody>
        </p:sp>
        <p:sp>
          <p:nvSpPr>
            <p:cNvPr id="44084" name="Line 16"/>
            <p:cNvSpPr>
              <a:spLocks noChangeShapeType="1"/>
            </p:cNvSpPr>
            <p:nvPr/>
          </p:nvSpPr>
          <p:spPr bwMode="auto">
            <a:xfrm flipV="1">
              <a:off x="4377" y="1178"/>
              <a:ext cx="45" cy="46"/>
            </a:xfrm>
            <a:prstGeom prst="line">
              <a:avLst/>
            </a:prstGeom>
            <a:noFill/>
            <a:ln w="9525">
              <a:solidFill>
                <a:srgbClr val="000099"/>
              </a:solidFill>
              <a:round/>
              <a:headEnd/>
              <a:tailEnd/>
            </a:ln>
          </p:spPr>
          <p:txBody>
            <a:bodyPr>
              <a:spAutoFit/>
            </a:bodyPr>
            <a:lstStyle/>
            <a:p>
              <a:endParaRPr lang="zh-CN" altLang="en-US"/>
            </a:p>
          </p:txBody>
        </p:sp>
        <p:sp>
          <p:nvSpPr>
            <p:cNvPr id="44085" name="Line 17"/>
            <p:cNvSpPr>
              <a:spLocks noChangeShapeType="1"/>
            </p:cNvSpPr>
            <p:nvPr/>
          </p:nvSpPr>
          <p:spPr bwMode="auto">
            <a:xfrm flipV="1">
              <a:off x="4376" y="635"/>
              <a:ext cx="45" cy="46"/>
            </a:xfrm>
            <a:prstGeom prst="line">
              <a:avLst/>
            </a:prstGeom>
            <a:noFill/>
            <a:ln w="9525">
              <a:solidFill>
                <a:schemeClr val="bg1"/>
              </a:solidFill>
              <a:round/>
              <a:headEnd/>
              <a:tailEnd/>
            </a:ln>
          </p:spPr>
          <p:txBody>
            <a:bodyPr>
              <a:spAutoFit/>
            </a:bodyPr>
            <a:lstStyle/>
            <a:p>
              <a:endParaRPr lang="zh-CN" altLang="en-US"/>
            </a:p>
          </p:txBody>
        </p:sp>
        <p:sp>
          <p:nvSpPr>
            <p:cNvPr id="44086" name="Line 18"/>
            <p:cNvSpPr>
              <a:spLocks noChangeShapeType="1"/>
            </p:cNvSpPr>
            <p:nvPr/>
          </p:nvSpPr>
          <p:spPr bwMode="auto">
            <a:xfrm flipV="1">
              <a:off x="4376" y="817"/>
              <a:ext cx="45" cy="46"/>
            </a:xfrm>
            <a:prstGeom prst="line">
              <a:avLst/>
            </a:prstGeom>
            <a:noFill/>
            <a:ln w="9525">
              <a:solidFill>
                <a:schemeClr val="bg1"/>
              </a:solidFill>
              <a:round/>
              <a:headEnd/>
              <a:tailEnd/>
            </a:ln>
          </p:spPr>
          <p:txBody>
            <a:bodyPr>
              <a:spAutoFit/>
            </a:bodyPr>
            <a:lstStyle/>
            <a:p>
              <a:endParaRPr lang="zh-CN" altLang="en-US"/>
            </a:p>
          </p:txBody>
        </p:sp>
        <p:sp>
          <p:nvSpPr>
            <p:cNvPr id="44087" name="Line 19"/>
            <p:cNvSpPr>
              <a:spLocks noChangeShapeType="1"/>
            </p:cNvSpPr>
            <p:nvPr/>
          </p:nvSpPr>
          <p:spPr bwMode="auto">
            <a:xfrm flipV="1">
              <a:off x="4376" y="726"/>
              <a:ext cx="45" cy="46"/>
            </a:xfrm>
            <a:prstGeom prst="line">
              <a:avLst/>
            </a:prstGeom>
            <a:noFill/>
            <a:ln w="9525">
              <a:solidFill>
                <a:schemeClr val="bg1"/>
              </a:solidFill>
              <a:round/>
              <a:headEnd/>
              <a:tailEnd/>
            </a:ln>
          </p:spPr>
          <p:txBody>
            <a:bodyPr>
              <a:spAutoFit/>
            </a:bodyPr>
            <a:lstStyle/>
            <a:p>
              <a:endParaRPr lang="zh-CN" altLang="en-US"/>
            </a:p>
          </p:txBody>
        </p:sp>
        <p:sp>
          <p:nvSpPr>
            <p:cNvPr id="44088" name="Line 20"/>
            <p:cNvSpPr>
              <a:spLocks noChangeShapeType="1"/>
            </p:cNvSpPr>
            <p:nvPr/>
          </p:nvSpPr>
          <p:spPr bwMode="auto">
            <a:xfrm flipV="1">
              <a:off x="3243" y="589"/>
              <a:ext cx="45" cy="46"/>
            </a:xfrm>
            <a:prstGeom prst="line">
              <a:avLst/>
            </a:prstGeom>
            <a:noFill/>
            <a:ln w="9525">
              <a:solidFill>
                <a:schemeClr val="bg1"/>
              </a:solidFill>
              <a:round/>
              <a:headEnd/>
              <a:tailEnd/>
            </a:ln>
          </p:spPr>
          <p:txBody>
            <a:bodyPr>
              <a:spAutoFit/>
            </a:bodyPr>
            <a:lstStyle/>
            <a:p>
              <a:endParaRPr lang="zh-CN" altLang="en-US"/>
            </a:p>
          </p:txBody>
        </p:sp>
        <p:sp>
          <p:nvSpPr>
            <p:cNvPr id="44089" name="Line 21"/>
            <p:cNvSpPr>
              <a:spLocks noChangeShapeType="1"/>
            </p:cNvSpPr>
            <p:nvPr/>
          </p:nvSpPr>
          <p:spPr bwMode="auto">
            <a:xfrm flipV="1">
              <a:off x="3152" y="589"/>
              <a:ext cx="45" cy="46"/>
            </a:xfrm>
            <a:prstGeom prst="line">
              <a:avLst/>
            </a:prstGeom>
            <a:noFill/>
            <a:ln w="9525">
              <a:solidFill>
                <a:schemeClr val="bg1"/>
              </a:solidFill>
              <a:round/>
              <a:headEnd/>
              <a:tailEnd/>
            </a:ln>
          </p:spPr>
          <p:txBody>
            <a:bodyPr>
              <a:spAutoFit/>
            </a:bodyPr>
            <a:lstStyle/>
            <a:p>
              <a:endParaRPr lang="zh-CN" altLang="en-US"/>
            </a:p>
          </p:txBody>
        </p:sp>
        <p:sp>
          <p:nvSpPr>
            <p:cNvPr id="44090" name="Line 22"/>
            <p:cNvSpPr>
              <a:spLocks noChangeShapeType="1"/>
            </p:cNvSpPr>
            <p:nvPr/>
          </p:nvSpPr>
          <p:spPr bwMode="auto">
            <a:xfrm flipV="1">
              <a:off x="3424" y="589"/>
              <a:ext cx="45" cy="46"/>
            </a:xfrm>
            <a:prstGeom prst="line">
              <a:avLst/>
            </a:prstGeom>
            <a:noFill/>
            <a:ln w="9525">
              <a:solidFill>
                <a:schemeClr val="bg1"/>
              </a:solidFill>
              <a:round/>
              <a:headEnd/>
              <a:tailEnd/>
            </a:ln>
          </p:spPr>
          <p:txBody>
            <a:bodyPr>
              <a:spAutoFit/>
            </a:bodyPr>
            <a:lstStyle/>
            <a:p>
              <a:endParaRPr lang="zh-CN" altLang="en-US"/>
            </a:p>
          </p:txBody>
        </p:sp>
        <p:sp>
          <p:nvSpPr>
            <p:cNvPr id="44091" name="Line 23"/>
            <p:cNvSpPr>
              <a:spLocks noChangeShapeType="1"/>
            </p:cNvSpPr>
            <p:nvPr/>
          </p:nvSpPr>
          <p:spPr bwMode="auto">
            <a:xfrm flipV="1">
              <a:off x="3606" y="589"/>
              <a:ext cx="45" cy="46"/>
            </a:xfrm>
            <a:prstGeom prst="line">
              <a:avLst/>
            </a:prstGeom>
            <a:noFill/>
            <a:ln w="9525">
              <a:solidFill>
                <a:schemeClr val="bg1"/>
              </a:solidFill>
              <a:round/>
              <a:headEnd/>
              <a:tailEnd/>
            </a:ln>
          </p:spPr>
          <p:txBody>
            <a:bodyPr>
              <a:spAutoFit/>
            </a:bodyPr>
            <a:lstStyle/>
            <a:p>
              <a:endParaRPr lang="zh-CN" altLang="en-US"/>
            </a:p>
          </p:txBody>
        </p:sp>
        <p:sp>
          <p:nvSpPr>
            <p:cNvPr id="44092" name="Line 24"/>
            <p:cNvSpPr>
              <a:spLocks noChangeShapeType="1"/>
            </p:cNvSpPr>
            <p:nvPr/>
          </p:nvSpPr>
          <p:spPr bwMode="auto">
            <a:xfrm flipV="1">
              <a:off x="3515" y="589"/>
              <a:ext cx="45" cy="46"/>
            </a:xfrm>
            <a:prstGeom prst="line">
              <a:avLst/>
            </a:prstGeom>
            <a:noFill/>
            <a:ln w="9525">
              <a:solidFill>
                <a:schemeClr val="bg1"/>
              </a:solidFill>
              <a:round/>
              <a:headEnd/>
              <a:tailEnd/>
            </a:ln>
          </p:spPr>
          <p:txBody>
            <a:bodyPr>
              <a:spAutoFit/>
            </a:bodyPr>
            <a:lstStyle/>
            <a:p>
              <a:endParaRPr lang="zh-CN" altLang="en-US"/>
            </a:p>
          </p:txBody>
        </p:sp>
        <p:sp>
          <p:nvSpPr>
            <p:cNvPr id="44093" name="Line 25"/>
            <p:cNvSpPr>
              <a:spLocks noChangeShapeType="1"/>
            </p:cNvSpPr>
            <p:nvPr/>
          </p:nvSpPr>
          <p:spPr bwMode="auto">
            <a:xfrm flipV="1">
              <a:off x="3334" y="589"/>
              <a:ext cx="45" cy="46"/>
            </a:xfrm>
            <a:prstGeom prst="line">
              <a:avLst/>
            </a:prstGeom>
            <a:noFill/>
            <a:ln w="9525">
              <a:solidFill>
                <a:schemeClr val="bg1"/>
              </a:solidFill>
              <a:round/>
              <a:headEnd/>
              <a:tailEnd/>
            </a:ln>
          </p:spPr>
          <p:txBody>
            <a:bodyPr>
              <a:spAutoFit/>
            </a:bodyPr>
            <a:lstStyle/>
            <a:p>
              <a:endParaRPr lang="zh-CN" altLang="en-US"/>
            </a:p>
          </p:txBody>
        </p:sp>
        <p:sp>
          <p:nvSpPr>
            <p:cNvPr id="44094" name="Line 26"/>
            <p:cNvSpPr>
              <a:spLocks noChangeShapeType="1"/>
            </p:cNvSpPr>
            <p:nvPr/>
          </p:nvSpPr>
          <p:spPr bwMode="auto">
            <a:xfrm flipV="1">
              <a:off x="3968" y="589"/>
              <a:ext cx="45" cy="46"/>
            </a:xfrm>
            <a:prstGeom prst="line">
              <a:avLst/>
            </a:prstGeom>
            <a:noFill/>
            <a:ln w="9525">
              <a:solidFill>
                <a:srgbClr val="000099"/>
              </a:solidFill>
              <a:round/>
              <a:headEnd/>
              <a:tailEnd/>
            </a:ln>
          </p:spPr>
          <p:txBody>
            <a:bodyPr>
              <a:spAutoFit/>
            </a:bodyPr>
            <a:lstStyle/>
            <a:p>
              <a:endParaRPr lang="zh-CN" altLang="en-US"/>
            </a:p>
          </p:txBody>
        </p:sp>
        <p:sp>
          <p:nvSpPr>
            <p:cNvPr id="44095" name="Line 27"/>
            <p:cNvSpPr>
              <a:spLocks noChangeShapeType="1"/>
            </p:cNvSpPr>
            <p:nvPr/>
          </p:nvSpPr>
          <p:spPr bwMode="auto">
            <a:xfrm flipV="1">
              <a:off x="3695" y="589"/>
              <a:ext cx="45" cy="46"/>
            </a:xfrm>
            <a:prstGeom prst="line">
              <a:avLst/>
            </a:prstGeom>
            <a:noFill/>
            <a:ln w="9525">
              <a:solidFill>
                <a:schemeClr val="bg1"/>
              </a:solidFill>
              <a:round/>
              <a:headEnd/>
              <a:tailEnd/>
            </a:ln>
          </p:spPr>
          <p:txBody>
            <a:bodyPr>
              <a:spAutoFit/>
            </a:bodyPr>
            <a:lstStyle/>
            <a:p>
              <a:endParaRPr lang="zh-CN" altLang="en-US"/>
            </a:p>
          </p:txBody>
        </p:sp>
        <p:sp>
          <p:nvSpPr>
            <p:cNvPr id="44096" name="Line 28"/>
            <p:cNvSpPr>
              <a:spLocks noChangeShapeType="1"/>
            </p:cNvSpPr>
            <p:nvPr/>
          </p:nvSpPr>
          <p:spPr bwMode="auto">
            <a:xfrm flipV="1">
              <a:off x="3786" y="589"/>
              <a:ext cx="45" cy="46"/>
            </a:xfrm>
            <a:prstGeom prst="line">
              <a:avLst/>
            </a:prstGeom>
            <a:noFill/>
            <a:ln w="9525">
              <a:solidFill>
                <a:schemeClr val="bg1"/>
              </a:solidFill>
              <a:round/>
              <a:headEnd/>
              <a:tailEnd/>
            </a:ln>
          </p:spPr>
          <p:txBody>
            <a:bodyPr>
              <a:spAutoFit/>
            </a:bodyPr>
            <a:lstStyle/>
            <a:p>
              <a:endParaRPr lang="zh-CN" altLang="en-US"/>
            </a:p>
          </p:txBody>
        </p:sp>
        <p:sp>
          <p:nvSpPr>
            <p:cNvPr id="44097" name="Line 29"/>
            <p:cNvSpPr>
              <a:spLocks noChangeShapeType="1"/>
            </p:cNvSpPr>
            <p:nvPr/>
          </p:nvSpPr>
          <p:spPr bwMode="auto">
            <a:xfrm flipV="1">
              <a:off x="3877" y="589"/>
              <a:ext cx="45" cy="46"/>
            </a:xfrm>
            <a:prstGeom prst="line">
              <a:avLst/>
            </a:prstGeom>
            <a:noFill/>
            <a:ln w="9525">
              <a:solidFill>
                <a:schemeClr val="bg1"/>
              </a:solidFill>
              <a:round/>
              <a:headEnd/>
              <a:tailEnd/>
            </a:ln>
          </p:spPr>
          <p:txBody>
            <a:bodyPr>
              <a:spAutoFit/>
            </a:bodyPr>
            <a:lstStyle/>
            <a:p>
              <a:endParaRPr lang="zh-CN" altLang="en-US"/>
            </a:p>
          </p:txBody>
        </p:sp>
        <p:sp>
          <p:nvSpPr>
            <p:cNvPr id="44098" name="Line 30"/>
            <p:cNvSpPr>
              <a:spLocks noChangeShapeType="1"/>
            </p:cNvSpPr>
            <p:nvPr/>
          </p:nvSpPr>
          <p:spPr bwMode="auto">
            <a:xfrm flipV="1">
              <a:off x="4149" y="589"/>
              <a:ext cx="45" cy="46"/>
            </a:xfrm>
            <a:prstGeom prst="line">
              <a:avLst/>
            </a:prstGeom>
            <a:noFill/>
            <a:ln w="9525">
              <a:solidFill>
                <a:schemeClr val="bg1"/>
              </a:solidFill>
              <a:round/>
              <a:headEnd/>
              <a:tailEnd/>
            </a:ln>
          </p:spPr>
          <p:txBody>
            <a:bodyPr>
              <a:spAutoFit/>
            </a:bodyPr>
            <a:lstStyle/>
            <a:p>
              <a:endParaRPr lang="zh-CN" altLang="en-US"/>
            </a:p>
          </p:txBody>
        </p:sp>
        <p:sp>
          <p:nvSpPr>
            <p:cNvPr id="44099" name="Line 31"/>
            <p:cNvSpPr>
              <a:spLocks noChangeShapeType="1"/>
            </p:cNvSpPr>
            <p:nvPr/>
          </p:nvSpPr>
          <p:spPr bwMode="auto">
            <a:xfrm flipV="1">
              <a:off x="4331" y="589"/>
              <a:ext cx="45" cy="46"/>
            </a:xfrm>
            <a:prstGeom prst="line">
              <a:avLst/>
            </a:prstGeom>
            <a:noFill/>
            <a:ln w="9525">
              <a:solidFill>
                <a:schemeClr val="bg1"/>
              </a:solidFill>
              <a:round/>
              <a:headEnd/>
              <a:tailEnd/>
            </a:ln>
          </p:spPr>
          <p:txBody>
            <a:bodyPr>
              <a:spAutoFit/>
            </a:bodyPr>
            <a:lstStyle/>
            <a:p>
              <a:endParaRPr lang="zh-CN" altLang="en-US"/>
            </a:p>
          </p:txBody>
        </p:sp>
        <p:sp>
          <p:nvSpPr>
            <p:cNvPr id="44100" name="Line 32"/>
            <p:cNvSpPr>
              <a:spLocks noChangeShapeType="1"/>
            </p:cNvSpPr>
            <p:nvPr/>
          </p:nvSpPr>
          <p:spPr bwMode="auto">
            <a:xfrm flipV="1">
              <a:off x="4240" y="589"/>
              <a:ext cx="45" cy="46"/>
            </a:xfrm>
            <a:prstGeom prst="line">
              <a:avLst/>
            </a:prstGeom>
            <a:noFill/>
            <a:ln w="9525">
              <a:solidFill>
                <a:schemeClr val="bg1"/>
              </a:solidFill>
              <a:round/>
              <a:headEnd/>
              <a:tailEnd/>
            </a:ln>
          </p:spPr>
          <p:txBody>
            <a:bodyPr>
              <a:spAutoFit/>
            </a:bodyPr>
            <a:lstStyle/>
            <a:p>
              <a:endParaRPr lang="zh-CN" altLang="en-US"/>
            </a:p>
          </p:txBody>
        </p:sp>
        <p:sp>
          <p:nvSpPr>
            <p:cNvPr id="44101" name="Line 33"/>
            <p:cNvSpPr>
              <a:spLocks noChangeShapeType="1"/>
            </p:cNvSpPr>
            <p:nvPr/>
          </p:nvSpPr>
          <p:spPr bwMode="auto">
            <a:xfrm flipV="1">
              <a:off x="4059" y="589"/>
              <a:ext cx="45" cy="46"/>
            </a:xfrm>
            <a:prstGeom prst="line">
              <a:avLst/>
            </a:prstGeom>
            <a:noFill/>
            <a:ln w="9525">
              <a:solidFill>
                <a:srgbClr val="000099"/>
              </a:solidFill>
              <a:round/>
              <a:headEnd/>
              <a:tailEnd/>
            </a:ln>
          </p:spPr>
          <p:txBody>
            <a:bodyPr>
              <a:spAutoFit/>
            </a:bodyPr>
            <a:lstStyle/>
            <a:p>
              <a:endParaRPr lang="zh-CN" altLang="en-US"/>
            </a:p>
          </p:txBody>
        </p:sp>
        <p:sp>
          <p:nvSpPr>
            <p:cNvPr id="44102" name="Rectangle 34" descr="深色木质"/>
            <p:cNvSpPr>
              <a:spLocks noChangeArrowheads="1"/>
            </p:cNvSpPr>
            <p:nvPr/>
          </p:nvSpPr>
          <p:spPr bwMode="auto">
            <a:xfrm>
              <a:off x="4513" y="1179"/>
              <a:ext cx="272" cy="272"/>
            </a:xfrm>
            <a:prstGeom prst="rect">
              <a:avLst/>
            </a:prstGeom>
            <a:blipFill dpi="0" rotWithShape="1">
              <a:blip r:embed="rId4"/>
              <a:srcRect/>
              <a:tile tx="0" ty="0" sx="100000" sy="100000" flip="none" algn="tl"/>
            </a:blipFill>
            <a:ln w="9525" algn="ctr">
              <a:noFill/>
              <a:miter lim="800000"/>
              <a:headEnd/>
              <a:tailEnd/>
            </a:ln>
          </p:spPr>
          <p:txBody>
            <a:bodyPr wrap="none" anchor="ctr">
              <a:spAutoFit/>
            </a:bodyPr>
            <a:lstStyle/>
            <a:p>
              <a:endParaRPr lang="zh-CN" altLang="en-US"/>
            </a:p>
          </p:txBody>
        </p:sp>
        <p:sp>
          <p:nvSpPr>
            <p:cNvPr id="44103" name="Line 35"/>
            <p:cNvSpPr>
              <a:spLocks noChangeShapeType="1"/>
            </p:cNvSpPr>
            <p:nvPr/>
          </p:nvSpPr>
          <p:spPr bwMode="auto">
            <a:xfrm>
              <a:off x="4649" y="499"/>
              <a:ext cx="0" cy="680"/>
            </a:xfrm>
            <a:prstGeom prst="line">
              <a:avLst/>
            </a:prstGeom>
            <a:noFill/>
            <a:ln w="38100">
              <a:solidFill>
                <a:srgbClr val="000099"/>
              </a:solidFill>
              <a:round/>
              <a:headEnd/>
              <a:tailEnd/>
            </a:ln>
          </p:spPr>
          <p:txBody>
            <a:bodyPr anchor="ctr">
              <a:spAutoFit/>
            </a:bodyPr>
            <a:lstStyle/>
            <a:p>
              <a:endParaRPr lang="zh-CN" altLang="en-US"/>
            </a:p>
          </p:txBody>
        </p:sp>
        <p:sp>
          <p:nvSpPr>
            <p:cNvPr id="44104" name="Line 36"/>
            <p:cNvSpPr>
              <a:spLocks noChangeShapeType="1"/>
            </p:cNvSpPr>
            <p:nvPr/>
          </p:nvSpPr>
          <p:spPr bwMode="auto">
            <a:xfrm flipH="1" flipV="1">
              <a:off x="3560" y="391"/>
              <a:ext cx="953" cy="17"/>
            </a:xfrm>
            <a:prstGeom prst="line">
              <a:avLst/>
            </a:prstGeom>
            <a:noFill/>
            <a:ln w="38100">
              <a:solidFill>
                <a:srgbClr val="000099"/>
              </a:solidFill>
              <a:round/>
              <a:headEnd/>
              <a:tailEnd/>
            </a:ln>
          </p:spPr>
          <p:txBody>
            <a:bodyPr anchor="ctr">
              <a:spAutoFit/>
            </a:bodyPr>
            <a:lstStyle/>
            <a:p>
              <a:endParaRPr lang="zh-CN" altLang="en-US"/>
            </a:p>
          </p:txBody>
        </p:sp>
        <p:sp>
          <p:nvSpPr>
            <p:cNvPr id="44105" name="Text Box 37"/>
            <p:cNvSpPr txBox="1">
              <a:spLocks noChangeArrowheads="1"/>
            </p:cNvSpPr>
            <p:nvPr/>
          </p:nvSpPr>
          <p:spPr bwMode="auto">
            <a:xfrm>
              <a:off x="3243" y="272"/>
              <a:ext cx="272" cy="192"/>
            </a:xfrm>
            <a:prstGeom prst="rect">
              <a:avLst/>
            </a:prstGeom>
            <a:noFill/>
            <a:ln w="9525" algn="ctr">
              <a:noFill/>
              <a:miter lim="800000"/>
              <a:headEnd/>
              <a:tailEnd/>
            </a:ln>
          </p:spPr>
          <p:txBody>
            <a:bodyPr lIns="0" tIns="0" rIns="0" bIns="0">
              <a:spAutoFit/>
            </a:bodyPr>
            <a:lstStyle/>
            <a:p>
              <a:pPr algn="ctr">
                <a:lnSpc>
                  <a:spcPct val="100000"/>
                </a:lnSpc>
              </a:pPr>
              <a:r>
                <a:rPr lang="en-US" altLang="zh-CN" sz="2000" i="1">
                  <a:solidFill>
                    <a:srgbClr val="FFFF00"/>
                  </a:solidFill>
                  <a:ea typeface="宋体" pitchFamily="2" charset="-122"/>
                </a:rPr>
                <a:t>m</a:t>
              </a:r>
              <a:r>
                <a:rPr lang="en-US" altLang="zh-CN" sz="2000" i="1" baseline="-25000">
                  <a:solidFill>
                    <a:srgbClr val="FFFF00"/>
                  </a:solidFill>
                  <a:ea typeface="宋体" pitchFamily="2" charset="-122"/>
                </a:rPr>
                <a:t>A</a:t>
              </a:r>
              <a:endParaRPr lang="en-US" altLang="zh-CN" sz="2000" i="1">
                <a:solidFill>
                  <a:srgbClr val="FFFF00"/>
                </a:solidFill>
                <a:ea typeface="宋体" pitchFamily="2" charset="-122"/>
              </a:endParaRPr>
            </a:p>
          </p:txBody>
        </p:sp>
        <p:sp>
          <p:nvSpPr>
            <p:cNvPr id="44106" name="Text Box 38"/>
            <p:cNvSpPr txBox="1">
              <a:spLocks noChangeArrowheads="1"/>
            </p:cNvSpPr>
            <p:nvPr/>
          </p:nvSpPr>
          <p:spPr bwMode="auto">
            <a:xfrm>
              <a:off x="4513" y="1179"/>
              <a:ext cx="272" cy="192"/>
            </a:xfrm>
            <a:prstGeom prst="rect">
              <a:avLst/>
            </a:prstGeom>
            <a:noFill/>
            <a:ln w="9525" algn="ctr">
              <a:noFill/>
              <a:miter lim="800000"/>
              <a:headEnd/>
              <a:tailEnd/>
            </a:ln>
          </p:spPr>
          <p:txBody>
            <a:bodyPr lIns="0" tIns="0" rIns="0" bIns="0">
              <a:spAutoFit/>
            </a:bodyPr>
            <a:lstStyle/>
            <a:p>
              <a:pPr algn="ctr">
                <a:lnSpc>
                  <a:spcPct val="100000"/>
                </a:lnSpc>
              </a:pPr>
              <a:r>
                <a:rPr lang="en-US" altLang="zh-CN" sz="2000" i="1">
                  <a:solidFill>
                    <a:srgbClr val="FFFF00"/>
                  </a:solidFill>
                  <a:ea typeface="宋体" pitchFamily="2" charset="-122"/>
                </a:rPr>
                <a:t>m</a:t>
              </a:r>
              <a:r>
                <a:rPr lang="en-US" altLang="zh-CN" sz="2000" i="1" baseline="-25000">
                  <a:solidFill>
                    <a:srgbClr val="FFFF00"/>
                  </a:solidFill>
                  <a:ea typeface="宋体" pitchFamily="2" charset="-122"/>
                </a:rPr>
                <a:t>B</a:t>
              </a:r>
              <a:endParaRPr lang="en-US" altLang="zh-CN" sz="2000" i="1">
                <a:solidFill>
                  <a:srgbClr val="FFFF00"/>
                </a:solidFill>
                <a:ea typeface="宋体" pitchFamily="2" charset="-122"/>
              </a:endParaRPr>
            </a:p>
          </p:txBody>
        </p:sp>
        <p:sp>
          <p:nvSpPr>
            <p:cNvPr id="44107" name="Text Box 39"/>
            <p:cNvSpPr txBox="1">
              <a:spLocks noChangeArrowheads="1"/>
            </p:cNvSpPr>
            <p:nvPr/>
          </p:nvSpPr>
          <p:spPr bwMode="auto">
            <a:xfrm>
              <a:off x="4422" y="371"/>
              <a:ext cx="272" cy="173"/>
            </a:xfrm>
            <a:prstGeom prst="rect">
              <a:avLst/>
            </a:prstGeom>
            <a:noFill/>
            <a:ln w="9525" algn="ctr">
              <a:noFill/>
              <a:miter lim="800000"/>
              <a:headEnd/>
              <a:tailEnd/>
            </a:ln>
          </p:spPr>
          <p:txBody>
            <a:bodyPr lIns="0" tIns="0" rIns="0" bIns="0">
              <a:spAutoFit/>
            </a:bodyPr>
            <a:lstStyle/>
            <a:p>
              <a:pPr algn="ctr">
                <a:lnSpc>
                  <a:spcPct val="100000"/>
                </a:lnSpc>
              </a:pPr>
              <a:r>
                <a:rPr lang="en-US" altLang="zh-CN" sz="1800" i="1">
                  <a:solidFill>
                    <a:srgbClr val="FFFF00"/>
                  </a:solidFill>
                  <a:ea typeface="宋体" pitchFamily="2" charset="-122"/>
                </a:rPr>
                <a:t>m</a:t>
              </a:r>
              <a:r>
                <a:rPr lang="en-US" altLang="zh-CN" sz="1800" i="1" baseline="-25000">
                  <a:solidFill>
                    <a:srgbClr val="FFFF00"/>
                  </a:solidFill>
                  <a:ea typeface="宋体" pitchFamily="2" charset="-122"/>
                </a:rPr>
                <a:t>C</a:t>
              </a:r>
              <a:endParaRPr lang="en-US" altLang="zh-CN" sz="1800" i="1">
                <a:solidFill>
                  <a:srgbClr val="FFFF00"/>
                </a:solidFill>
                <a:ea typeface="宋体" pitchFamily="2" charset="-122"/>
              </a:endParaRPr>
            </a:p>
          </p:txBody>
        </p:sp>
        <p:sp>
          <p:nvSpPr>
            <p:cNvPr id="44108" name="Text Box 40"/>
            <p:cNvSpPr txBox="1">
              <a:spLocks noChangeArrowheads="1"/>
            </p:cNvSpPr>
            <p:nvPr/>
          </p:nvSpPr>
          <p:spPr bwMode="auto">
            <a:xfrm>
              <a:off x="3288" y="0"/>
              <a:ext cx="272" cy="230"/>
            </a:xfrm>
            <a:prstGeom prst="rect">
              <a:avLst/>
            </a:prstGeom>
            <a:noFill/>
            <a:ln w="9525" algn="ctr">
              <a:noFill/>
              <a:miter lim="800000"/>
              <a:headEnd/>
              <a:tailEnd/>
            </a:ln>
          </p:spPr>
          <p:txBody>
            <a:bodyPr lIns="0" tIns="0" rIns="0" bIns="0">
              <a:spAutoFit/>
            </a:bodyPr>
            <a:lstStyle/>
            <a:p>
              <a:pPr algn="ctr">
                <a:lnSpc>
                  <a:spcPct val="100000"/>
                </a:lnSpc>
              </a:pPr>
              <a:r>
                <a:rPr lang="en-US" altLang="zh-CN" sz="2400" i="1">
                  <a:solidFill>
                    <a:srgbClr val="000099"/>
                  </a:solidFill>
                  <a:ea typeface="宋体" pitchFamily="2" charset="-122"/>
                </a:rPr>
                <a:t>A</a:t>
              </a:r>
            </a:p>
          </p:txBody>
        </p:sp>
        <p:sp>
          <p:nvSpPr>
            <p:cNvPr id="44109" name="Text Box 41"/>
            <p:cNvSpPr txBox="1">
              <a:spLocks noChangeArrowheads="1"/>
            </p:cNvSpPr>
            <p:nvPr/>
          </p:nvSpPr>
          <p:spPr bwMode="auto">
            <a:xfrm>
              <a:off x="4785" y="1179"/>
              <a:ext cx="272" cy="230"/>
            </a:xfrm>
            <a:prstGeom prst="rect">
              <a:avLst/>
            </a:prstGeom>
            <a:noFill/>
            <a:ln w="9525" algn="ctr">
              <a:noFill/>
              <a:miter lim="800000"/>
              <a:headEnd/>
              <a:tailEnd/>
            </a:ln>
          </p:spPr>
          <p:txBody>
            <a:bodyPr lIns="0" tIns="0" rIns="0" bIns="0">
              <a:spAutoFit/>
            </a:bodyPr>
            <a:lstStyle/>
            <a:p>
              <a:pPr algn="ctr">
                <a:lnSpc>
                  <a:spcPct val="100000"/>
                </a:lnSpc>
              </a:pPr>
              <a:r>
                <a:rPr lang="en-US" altLang="zh-CN" sz="2400" i="1">
                  <a:solidFill>
                    <a:srgbClr val="000099"/>
                  </a:solidFill>
                  <a:ea typeface="宋体" pitchFamily="2" charset="-122"/>
                </a:rPr>
                <a:t>B</a:t>
              </a:r>
            </a:p>
          </p:txBody>
        </p:sp>
        <p:sp>
          <p:nvSpPr>
            <p:cNvPr id="44110" name="Text Box 42"/>
            <p:cNvSpPr txBox="1">
              <a:spLocks noChangeArrowheads="1"/>
            </p:cNvSpPr>
            <p:nvPr/>
          </p:nvSpPr>
          <p:spPr bwMode="auto">
            <a:xfrm>
              <a:off x="4513" y="181"/>
              <a:ext cx="272" cy="230"/>
            </a:xfrm>
            <a:prstGeom prst="rect">
              <a:avLst/>
            </a:prstGeom>
            <a:noFill/>
            <a:ln w="9525" algn="ctr">
              <a:noFill/>
              <a:miter lim="800000"/>
              <a:headEnd/>
              <a:tailEnd/>
            </a:ln>
          </p:spPr>
          <p:txBody>
            <a:bodyPr lIns="0" tIns="0" rIns="0" bIns="0">
              <a:spAutoFit/>
            </a:bodyPr>
            <a:lstStyle/>
            <a:p>
              <a:pPr algn="ctr">
                <a:lnSpc>
                  <a:spcPct val="100000"/>
                </a:lnSpc>
              </a:pPr>
              <a:r>
                <a:rPr lang="en-US" altLang="zh-CN" sz="2400" i="1">
                  <a:solidFill>
                    <a:srgbClr val="000099"/>
                  </a:solidFill>
                  <a:ea typeface="宋体" pitchFamily="2" charset="-122"/>
                </a:rPr>
                <a:t>C</a:t>
              </a:r>
            </a:p>
          </p:txBody>
        </p:sp>
        <p:sp>
          <p:nvSpPr>
            <p:cNvPr id="44111" name="Arc 43" descr="信纸"/>
            <p:cNvSpPr>
              <a:spLocks/>
            </p:cNvSpPr>
            <p:nvPr/>
          </p:nvSpPr>
          <p:spPr bwMode="auto">
            <a:xfrm>
              <a:off x="4513" y="408"/>
              <a:ext cx="136" cy="91"/>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rgbClr val="000099"/>
              </a:solidFill>
              <a:round/>
              <a:headEnd/>
              <a:tailEnd/>
            </a:ln>
          </p:spPr>
          <p:txBody>
            <a:bodyPr wrap="none" anchor="ctr">
              <a:spAutoFit/>
            </a:bodyPr>
            <a:lstStyle/>
            <a:p>
              <a:endParaRPr lang="zh-CN" altLang="en-US"/>
            </a:p>
          </p:txBody>
        </p:sp>
      </p:grpSp>
      <p:sp>
        <p:nvSpPr>
          <p:cNvPr id="253996" name="Text Box 44" descr="信纸"/>
          <p:cNvSpPr txBox="1">
            <a:spLocks noChangeArrowheads="1"/>
          </p:cNvSpPr>
          <p:nvPr/>
        </p:nvSpPr>
        <p:spPr bwMode="auto">
          <a:xfrm>
            <a:off x="161925" y="439738"/>
            <a:ext cx="5670550" cy="1774825"/>
          </a:xfrm>
          <a:prstGeom prst="rect">
            <a:avLst/>
          </a:prstGeom>
          <a:noFill/>
          <a:ln w="9525" algn="ctr">
            <a:noFill/>
            <a:miter lim="800000"/>
            <a:headEnd/>
            <a:tailEnd/>
          </a:ln>
        </p:spPr>
        <p:txBody>
          <a:bodyPr>
            <a:spAutoFit/>
          </a:bodyPr>
          <a:lstStyle/>
          <a:p>
            <a:pPr>
              <a:lnSpc>
                <a:spcPct val="115000"/>
              </a:lnSpc>
              <a:spcBef>
                <a:spcPct val="0"/>
              </a:spcBef>
            </a:pPr>
            <a:r>
              <a:rPr lang="zh-CN" altLang="en-US" sz="2400">
                <a:solidFill>
                  <a:srgbClr val="FF0000"/>
                </a:solidFill>
                <a:ea typeface="宋体" pitchFamily="2" charset="-122"/>
              </a:rPr>
              <a:t>例</a:t>
            </a:r>
            <a:r>
              <a:rPr lang="zh-CN" altLang="en-US" sz="2400">
                <a:ea typeface="宋体" pitchFamily="2" charset="-122"/>
              </a:rPr>
              <a:t>   如图所示，定滑轮的半径为 </a:t>
            </a:r>
            <a:r>
              <a:rPr lang="en-US" altLang="zh-CN" sz="2400" i="1">
                <a:solidFill>
                  <a:srgbClr val="FF6600"/>
                </a:solidFill>
                <a:ea typeface="宋体" pitchFamily="2" charset="-122"/>
              </a:rPr>
              <a:t>R </a:t>
            </a:r>
            <a:r>
              <a:rPr lang="zh-CN" altLang="en-US" sz="2400">
                <a:ea typeface="宋体" pitchFamily="2" charset="-122"/>
              </a:rPr>
              <a:t>，用不能伸长的轻绳跨过滑轮两边分别系于 </a:t>
            </a:r>
            <a:r>
              <a:rPr lang="en-US" altLang="zh-CN" sz="2400" i="1">
                <a:solidFill>
                  <a:srgbClr val="FF6600"/>
                </a:solidFill>
                <a:ea typeface="宋体" pitchFamily="2" charset="-122"/>
              </a:rPr>
              <a:t>A</a:t>
            </a:r>
            <a:r>
              <a:rPr lang="zh-CN" altLang="en-US" sz="2400">
                <a:ea typeface="宋体" pitchFamily="2" charset="-122"/>
              </a:rPr>
              <a:t>物体和 </a:t>
            </a:r>
            <a:r>
              <a:rPr lang="en-US" altLang="zh-CN" sz="2400" i="1">
                <a:solidFill>
                  <a:srgbClr val="FF6600"/>
                </a:solidFill>
                <a:ea typeface="宋体" pitchFamily="2" charset="-122"/>
              </a:rPr>
              <a:t>B</a:t>
            </a:r>
            <a:r>
              <a:rPr lang="en-US" altLang="zh-CN" sz="2400">
                <a:solidFill>
                  <a:srgbClr val="FF6600"/>
                </a:solidFill>
                <a:ea typeface="宋体" pitchFamily="2" charset="-122"/>
              </a:rPr>
              <a:t> </a:t>
            </a:r>
            <a:r>
              <a:rPr lang="zh-CN" altLang="en-US" sz="2400">
                <a:ea typeface="宋体" pitchFamily="2" charset="-122"/>
              </a:rPr>
              <a:t>物体上，绳与滑轮间无相对滑动。（设水平面和轮轴光滑无摩擦）</a:t>
            </a:r>
          </a:p>
        </p:txBody>
      </p:sp>
      <p:sp>
        <p:nvSpPr>
          <p:cNvPr id="253997" name="Text Box 45" descr="信纸"/>
          <p:cNvSpPr txBox="1">
            <a:spLocks noChangeArrowheads="1"/>
          </p:cNvSpPr>
          <p:nvPr/>
        </p:nvSpPr>
        <p:spPr bwMode="auto">
          <a:xfrm>
            <a:off x="161925" y="2214563"/>
            <a:ext cx="7515225" cy="512762"/>
          </a:xfrm>
          <a:prstGeom prst="rect">
            <a:avLst/>
          </a:prstGeom>
          <a:noFill/>
          <a:ln w="9525" algn="ctr">
            <a:noFill/>
            <a:miter lim="800000"/>
            <a:headEnd/>
            <a:tailEnd/>
          </a:ln>
        </p:spPr>
        <p:txBody>
          <a:bodyPr>
            <a:spAutoFit/>
          </a:bodyPr>
          <a:lstStyle/>
          <a:p>
            <a:pPr>
              <a:lnSpc>
                <a:spcPct val="115000"/>
              </a:lnSpc>
              <a:spcBef>
                <a:spcPct val="0"/>
              </a:spcBef>
            </a:pPr>
            <a:r>
              <a:rPr lang="zh-CN" altLang="en-US" sz="2400">
                <a:solidFill>
                  <a:srgbClr val="FF0000"/>
                </a:solidFill>
                <a:ea typeface="宋体" pitchFamily="2" charset="-122"/>
              </a:rPr>
              <a:t>求 </a:t>
            </a:r>
            <a:r>
              <a:rPr lang="zh-CN" altLang="en-US" sz="2400">
                <a:ea typeface="宋体" pitchFamily="2" charset="-122"/>
              </a:rPr>
              <a:t>  两物体的线加速度和水平、竖直两段绳索的张力</a:t>
            </a:r>
          </a:p>
        </p:txBody>
      </p:sp>
      <p:sp>
        <p:nvSpPr>
          <p:cNvPr id="253998" name="Text Box 46" descr="信纸"/>
          <p:cNvSpPr txBox="1">
            <a:spLocks noChangeArrowheads="1"/>
          </p:cNvSpPr>
          <p:nvPr/>
        </p:nvSpPr>
        <p:spPr bwMode="auto">
          <a:xfrm>
            <a:off x="115888" y="2701925"/>
            <a:ext cx="576262" cy="457200"/>
          </a:xfrm>
          <a:prstGeom prst="rect">
            <a:avLst/>
          </a:prstGeom>
          <a:noFill/>
          <a:ln w="9525" algn="ctr">
            <a:noFill/>
            <a:miter lim="800000"/>
            <a:headEnd/>
            <a:tailEnd/>
          </a:ln>
        </p:spPr>
        <p:txBody>
          <a:bodyPr>
            <a:spAutoFit/>
          </a:bodyPr>
          <a:lstStyle/>
          <a:p>
            <a:pPr algn="ctr">
              <a:lnSpc>
                <a:spcPct val="100000"/>
              </a:lnSpc>
            </a:pPr>
            <a:r>
              <a:rPr lang="zh-CN" altLang="en-US" sz="2400">
                <a:solidFill>
                  <a:srgbClr val="FF0000"/>
                </a:solidFill>
                <a:ea typeface="宋体" pitchFamily="2" charset="-122"/>
              </a:rPr>
              <a:t>解</a:t>
            </a:r>
          </a:p>
        </p:txBody>
      </p:sp>
      <p:sp>
        <p:nvSpPr>
          <p:cNvPr id="253999" name="Text Box 47" descr="信纸"/>
          <p:cNvSpPr txBox="1">
            <a:spLocks noChangeArrowheads="1"/>
          </p:cNvSpPr>
          <p:nvPr/>
        </p:nvSpPr>
        <p:spPr bwMode="auto">
          <a:xfrm>
            <a:off x="736600" y="2690813"/>
            <a:ext cx="6265863" cy="512762"/>
          </a:xfrm>
          <a:prstGeom prst="rect">
            <a:avLst/>
          </a:prstGeom>
          <a:noFill/>
          <a:ln w="9525" algn="ctr">
            <a:noFill/>
            <a:miter lim="800000"/>
            <a:headEnd/>
            <a:tailEnd/>
          </a:ln>
        </p:spPr>
        <p:txBody>
          <a:bodyPr>
            <a:spAutoFit/>
          </a:bodyPr>
          <a:lstStyle/>
          <a:p>
            <a:pPr>
              <a:lnSpc>
                <a:spcPct val="115000"/>
              </a:lnSpc>
              <a:spcBef>
                <a:spcPct val="0"/>
              </a:spcBef>
            </a:pPr>
            <a:r>
              <a:rPr lang="zh-CN" altLang="en-US" sz="2400">
                <a:ea typeface="宋体" pitchFamily="2" charset="-122"/>
              </a:rPr>
              <a:t>以</a:t>
            </a:r>
            <a:r>
              <a:rPr lang="en-US" altLang="zh-CN" sz="2400" i="1">
                <a:solidFill>
                  <a:srgbClr val="FF6600"/>
                </a:solidFill>
                <a:ea typeface="宋体" pitchFamily="2" charset="-122"/>
              </a:rPr>
              <a:t>m</a:t>
            </a:r>
            <a:r>
              <a:rPr lang="en-US" altLang="zh-CN" sz="2400" baseline="-25000">
                <a:solidFill>
                  <a:srgbClr val="FF6600"/>
                </a:solidFill>
                <a:ea typeface="宋体" pitchFamily="2" charset="-122"/>
              </a:rPr>
              <a:t>A</a:t>
            </a:r>
            <a:r>
              <a:rPr lang="en-US" altLang="zh-CN" sz="2400">
                <a:ea typeface="宋体" pitchFamily="2" charset="-122"/>
              </a:rPr>
              <a:t> </a:t>
            </a:r>
            <a:r>
              <a:rPr lang="zh-CN" altLang="en-US" sz="2400">
                <a:ea typeface="宋体" pitchFamily="2" charset="-122"/>
              </a:rPr>
              <a:t>， </a:t>
            </a:r>
            <a:r>
              <a:rPr lang="en-US" altLang="zh-CN" sz="2400" i="1">
                <a:solidFill>
                  <a:srgbClr val="FF6600"/>
                </a:solidFill>
                <a:ea typeface="宋体" pitchFamily="2" charset="-122"/>
              </a:rPr>
              <a:t>m</a:t>
            </a:r>
            <a:r>
              <a:rPr lang="en-US" altLang="zh-CN" sz="2400" baseline="-25000">
                <a:solidFill>
                  <a:srgbClr val="FF6600"/>
                </a:solidFill>
                <a:ea typeface="宋体" pitchFamily="2" charset="-122"/>
              </a:rPr>
              <a:t>B</a:t>
            </a:r>
            <a:r>
              <a:rPr lang="en-US" altLang="zh-CN" sz="2400">
                <a:ea typeface="宋体" pitchFamily="2" charset="-122"/>
              </a:rPr>
              <a:t> </a:t>
            </a:r>
            <a:r>
              <a:rPr lang="zh-CN" altLang="en-US" sz="2400">
                <a:ea typeface="宋体" pitchFamily="2" charset="-122"/>
              </a:rPr>
              <a:t>， </a:t>
            </a:r>
            <a:r>
              <a:rPr lang="en-US" altLang="zh-CN" sz="2400" i="1">
                <a:solidFill>
                  <a:srgbClr val="FF6600"/>
                </a:solidFill>
                <a:ea typeface="宋体" pitchFamily="2" charset="-122"/>
              </a:rPr>
              <a:t>m</a:t>
            </a:r>
            <a:r>
              <a:rPr lang="en-US" altLang="zh-CN" sz="2400" i="1" baseline="-25000">
                <a:solidFill>
                  <a:srgbClr val="FF6600"/>
                </a:solidFill>
                <a:ea typeface="宋体" pitchFamily="2" charset="-122"/>
              </a:rPr>
              <a:t>C</a:t>
            </a:r>
            <a:r>
              <a:rPr lang="zh-CN" altLang="en-US" sz="2400">
                <a:ea typeface="宋体" pitchFamily="2" charset="-122"/>
              </a:rPr>
              <a:t>为研究对象</a:t>
            </a:r>
            <a:r>
              <a:rPr lang="en-US" altLang="zh-CN" sz="2400">
                <a:ea typeface="宋体" pitchFamily="2" charset="-122"/>
              </a:rPr>
              <a:t>, </a:t>
            </a:r>
            <a:r>
              <a:rPr lang="zh-CN" altLang="en-US" sz="2400">
                <a:ea typeface="宋体" pitchFamily="2" charset="-122"/>
              </a:rPr>
              <a:t>受力分析</a:t>
            </a:r>
          </a:p>
        </p:txBody>
      </p:sp>
      <p:sp>
        <p:nvSpPr>
          <p:cNvPr id="254000" name="Line 48"/>
          <p:cNvSpPr>
            <a:spLocks noChangeShapeType="1"/>
          </p:cNvSpPr>
          <p:nvPr/>
        </p:nvSpPr>
        <p:spPr bwMode="auto">
          <a:xfrm>
            <a:off x="6343650" y="1052513"/>
            <a:ext cx="504825" cy="0"/>
          </a:xfrm>
          <a:prstGeom prst="line">
            <a:avLst/>
          </a:prstGeom>
          <a:noFill/>
          <a:ln w="57150">
            <a:solidFill>
              <a:srgbClr val="FF0000"/>
            </a:solidFill>
            <a:round/>
            <a:headEnd/>
            <a:tailEnd type="triangle" w="med" len="med"/>
          </a:ln>
        </p:spPr>
        <p:txBody>
          <a:bodyPr anchor="ctr">
            <a:spAutoFit/>
          </a:bodyPr>
          <a:lstStyle/>
          <a:p>
            <a:endParaRPr lang="zh-CN" altLang="en-US"/>
          </a:p>
        </p:txBody>
      </p:sp>
      <p:sp>
        <p:nvSpPr>
          <p:cNvPr id="254001" name="Text Box 49" descr="信纸"/>
          <p:cNvSpPr txBox="1">
            <a:spLocks noChangeArrowheads="1"/>
          </p:cNvSpPr>
          <p:nvPr/>
        </p:nvSpPr>
        <p:spPr bwMode="auto">
          <a:xfrm>
            <a:off x="755650" y="3376613"/>
            <a:ext cx="1655763" cy="457200"/>
          </a:xfrm>
          <a:prstGeom prst="rect">
            <a:avLst/>
          </a:prstGeom>
          <a:noFill/>
          <a:ln w="9525" algn="ctr">
            <a:noFill/>
            <a:miter lim="800000"/>
            <a:headEnd/>
            <a:tailEnd/>
          </a:ln>
        </p:spPr>
        <p:txBody>
          <a:bodyPr>
            <a:spAutoFit/>
          </a:bodyPr>
          <a:lstStyle/>
          <a:p>
            <a:pPr>
              <a:lnSpc>
                <a:spcPct val="100000"/>
              </a:lnSpc>
            </a:pPr>
            <a:r>
              <a:rPr lang="zh-CN" altLang="en-US" sz="2400">
                <a:ea typeface="宋体" pitchFamily="2" charset="-122"/>
              </a:rPr>
              <a:t>物体 </a:t>
            </a:r>
            <a:r>
              <a:rPr lang="en-US" altLang="zh-CN" sz="2400" i="1">
                <a:solidFill>
                  <a:srgbClr val="FF6600"/>
                </a:solidFill>
                <a:ea typeface="宋体" pitchFamily="2" charset="-122"/>
              </a:rPr>
              <a:t>m</a:t>
            </a:r>
            <a:r>
              <a:rPr lang="en-US" altLang="zh-CN" sz="2400" baseline="-25000">
                <a:solidFill>
                  <a:srgbClr val="FF6600"/>
                </a:solidFill>
                <a:ea typeface="宋体" pitchFamily="2" charset="-122"/>
              </a:rPr>
              <a:t>A</a:t>
            </a:r>
            <a:r>
              <a:rPr lang="zh-CN" altLang="en-US" sz="2400">
                <a:ea typeface="宋体" pitchFamily="2" charset="-122"/>
              </a:rPr>
              <a:t>：</a:t>
            </a:r>
          </a:p>
        </p:txBody>
      </p:sp>
      <p:sp>
        <p:nvSpPr>
          <p:cNvPr id="254002" name="Text Box 50" descr="信纸"/>
          <p:cNvSpPr txBox="1">
            <a:spLocks noChangeArrowheads="1"/>
          </p:cNvSpPr>
          <p:nvPr/>
        </p:nvSpPr>
        <p:spPr bwMode="auto">
          <a:xfrm>
            <a:off x="8172450" y="1747838"/>
            <a:ext cx="792163" cy="457200"/>
          </a:xfrm>
          <a:prstGeom prst="rect">
            <a:avLst/>
          </a:prstGeom>
          <a:noFill/>
          <a:ln w="9525" algn="ctr">
            <a:noFill/>
            <a:miter lim="800000"/>
            <a:headEnd/>
            <a:tailEnd/>
          </a:ln>
        </p:spPr>
        <p:txBody>
          <a:bodyPr>
            <a:spAutoFit/>
          </a:bodyPr>
          <a:lstStyle/>
          <a:p>
            <a:pPr algn="ctr">
              <a:lnSpc>
                <a:spcPct val="100000"/>
              </a:lnSpc>
            </a:pPr>
            <a:r>
              <a:rPr lang="en-US" altLang="zh-CN" sz="2400" i="1">
                <a:solidFill>
                  <a:srgbClr val="FF0000"/>
                </a:solidFill>
                <a:ea typeface="宋体" pitchFamily="2" charset="-122"/>
              </a:rPr>
              <a:t>F</a:t>
            </a:r>
            <a:r>
              <a:rPr lang="en-US" altLang="zh-CN" sz="2400" i="1" baseline="-25000">
                <a:solidFill>
                  <a:srgbClr val="FF0000"/>
                </a:solidFill>
                <a:ea typeface="宋体" pitchFamily="2" charset="-122"/>
              </a:rPr>
              <a:t>T2</a:t>
            </a:r>
            <a:endParaRPr lang="en-US" altLang="zh-CN" sz="2400" i="1">
              <a:solidFill>
                <a:srgbClr val="FF0000"/>
              </a:solidFill>
              <a:ea typeface="宋体" pitchFamily="2" charset="-122"/>
            </a:endParaRPr>
          </a:p>
        </p:txBody>
      </p:sp>
      <p:sp>
        <p:nvSpPr>
          <p:cNvPr id="254003" name="Text Box 51" descr="信纸"/>
          <p:cNvSpPr txBox="1">
            <a:spLocks noChangeArrowheads="1"/>
          </p:cNvSpPr>
          <p:nvPr/>
        </p:nvSpPr>
        <p:spPr bwMode="auto">
          <a:xfrm>
            <a:off x="7280275" y="549275"/>
            <a:ext cx="792163" cy="457200"/>
          </a:xfrm>
          <a:prstGeom prst="rect">
            <a:avLst/>
          </a:prstGeom>
          <a:noFill/>
          <a:ln w="9525" algn="ctr">
            <a:noFill/>
            <a:miter lim="800000"/>
            <a:headEnd/>
            <a:tailEnd/>
          </a:ln>
        </p:spPr>
        <p:txBody>
          <a:bodyPr>
            <a:spAutoFit/>
          </a:bodyPr>
          <a:lstStyle/>
          <a:p>
            <a:pPr algn="ctr">
              <a:lnSpc>
                <a:spcPct val="100000"/>
              </a:lnSpc>
            </a:pPr>
            <a:r>
              <a:rPr lang="en-US" altLang="zh-CN" sz="2400" i="1">
                <a:solidFill>
                  <a:srgbClr val="FF0000"/>
                </a:solidFill>
                <a:ea typeface="宋体" pitchFamily="2" charset="-122"/>
              </a:rPr>
              <a:t>F</a:t>
            </a:r>
            <a:r>
              <a:rPr lang="en-US" altLang="zh-CN" sz="2400" i="1" baseline="30000">
                <a:solidFill>
                  <a:srgbClr val="FF0000"/>
                </a:solidFill>
                <a:ea typeface="宋体" pitchFamily="2" charset="-122"/>
              </a:rPr>
              <a:t>’</a:t>
            </a:r>
            <a:r>
              <a:rPr lang="en-US" altLang="zh-CN" sz="2400" i="1" baseline="-25000">
                <a:solidFill>
                  <a:srgbClr val="FF0000"/>
                </a:solidFill>
                <a:ea typeface="宋体" pitchFamily="2" charset="-122"/>
              </a:rPr>
              <a:t>T1</a:t>
            </a:r>
          </a:p>
        </p:txBody>
      </p:sp>
      <p:sp>
        <p:nvSpPr>
          <p:cNvPr id="254004" name="Text Box 52" descr="信纸"/>
          <p:cNvSpPr txBox="1">
            <a:spLocks noChangeArrowheads="1"/>
          </p:cNvSpPr>
          <p:nvPr/>
        </p:nvSpPr>
        <p:spPr bwMode="auto">
          <a:xfrm>
            <a:off x="8091488" y="1243013"/>
            <a:ext cx="936625" cy="457200"/>
          </a:xfrm>
          <a:prstGeom prst="rect">
            <a:avLst/>
          </a:prstGeom>
          <a:noFill/>
          <a:ln w="9525" algn="ctr">
            <a:noFill/>
            <a:miter lim="800000"/>
            <a:headEnd/>
            <a:tailEnd/>
          </a:ln>
        </p:spPr>
        <p:txBody>
          <a:bodyPr>
            <a:spAutoFit/>
          </a:bodyPr>
          <a:lstStyle/>
          <a:p>
            <a:pPr algn="ctr">
              <a:lnSpc>
                <a:spcPct val="100000"/>
              </a:lnSpc>
            </a:pPr>
            <a:r>
              <a:rPr lang="en-US" altLang="zh-CN" sz="2400" i="1">
                <a:solidFill>
                  <a:srgbClr val="FF0000"/>
                </a:solidFill>
                <a:ea typeface="宋体" pitchFamily="2" charset="-122"/>
              </a:rPr>
              <a:t>F</a:t>
            </a:r>
            <a:r>
              <a:rPr lang="en-US" altLang="zh-CN" sz="2400" i="1" baseline="30000">
                <a:solidFill>
                  <a:srgbClr val="FF0000"/>
                </a:solidFill>
                <a:ea typeface="宋体" pitchFamily="2" charset="-122"/>
              </a:rPr>
              <a:t>’</a:t>
            </a:r>
            <a:r>
              <a:rPr lang="en-US" altLang="zh-CN" sz="2400" i="1" baseline="-25000">
                <a:solidFill>
                  <a:srgbClr val="FF0000"/>
                </a:solidFill>
                <a:ea typeface="宋体" pitchFamily="2" charset="-122"/>
              </a:rPr>
              <a:t>T2</a:t>
            </a:r>
            <a:endParaRPr lang="en-US" altLang="zh-CN" sz="2400" i="1">
              <a:solidFill>
                <a:srgbClr val="FF0000"/>
              </a:solidFill>
              <a:ea typeface="宋体" pitchFamily="2" charset="-122"/>
            </a:endParaRPr>
          </a:p>
        </p:txBody>
      </p:sp>
      <p:sp>
        <p:nvSpPr>
          <p:cNvPr id="254005" name="Text Box 53" descr="信纸"/>
          <p:cNvSpPr txBox="1">
            <a:spLocks noChangeArrowheads="1"/>
          </p:cNvSpPr>
          <p:nvPr/>
        </p:nvSpPr>
        <p:spPr bwMode="auto">
          <a:xfrm>
            <a:off x="6416675" y="549275"/>
            <a:ext cx="792163" cy="457200"/>
          </a:xfrm>
          <a:prstGeom prst="rect">
            <a:avLst/>
          </a:prstGeom>
          <a:noFill/>
          <a:ln w="9525" algn="ctr">
            <a:noFill/>
            <a:miter lim="800000"/>
            <a:headEnd/>
            <a:tailEnd/>
          </a:ln>
        </p:spPr>
        <p:txBody>
          <a:bodyPr>
            <a:spAutoFit/>
          </a:bodyPr>
          <a:lstStyle/>
          <a:p>
            <a:pPr algn="ctr">
              <a:lnSpc>
                <a:spcPct val="100000"/>
              </a:lnSpc>
            </a:pPr>
            <a:r>
              <a:rPr lang="en-US" altLang="zh-CN" sz="2400" i="1">
                <a:solidFill>
                  <a:srgbClr val="FF0000"/>
                </a:solidFill>
                <a:ea typeface="宋体" pitchFamily="2" charset="-122"/>
              </a:rPr>
              <a:t>F</a:t>
            </a:r>
            <a:r>
              <a:rPr lang="en-US" altLang="zh-CN" sz="2400" i="1" baseline="-25000">
                <a:solidFill>
                  <a:srgbClr val="FF0000"/>
                </a:solidFill>
                <a:ea typeface="宋体" pitchFamily="2" charset="-122"/>
              </a:rPr>
              <a:t>T1</a:t>
            </a:r>
            <a:endParaRPr lang="en-US" altLang="zh-CN" sz="2400" i="1">
              <a:solidFill>
                <a:srgbClr val="FF0000"/>
              </a:solidFill>
              <a:ea typeface="宋体" pitchFamily="2" charset="-122"/>
            </a:endParaRPr>
          </a:p>
        </p:txBody>
      </p:sp>
      <p:sp>
        <p:nvSpPr>
          <p:cNvPr id="254006" name="Line 54"/>
          <p:cNvSpPr>
            <a:spLocks noChangeShapeType="1"/>
          </p:cNvSpPr>
          <p:nvPr/>
        </p:nvSpPr>
        <p:spPr bwMode="auto">
          <a:xfrm flipV="1">
            <a:off x="6156325" y="333375"/>
            <a:ext cx="0" cy="431800"/>
          </a:xfrm>
          <a:prstGeom prst="line">
            <a:avLst/>
          </a:prstGeom>
          <a:noFill/>
          <a:ln w="57150">
            <a:solidFill>
              <a:srgbClr val="FF9900"/>
            </a:solidFill>
            <a:round/>
            <a:headEnd/>
            <a:tailEnd type="triangle" w="med" len="med"/>
          </a:ln>
        </p:spPr>
        <p:txBody>
          <a:bodyPr anchor="ctr">
            <a:spAutoFit/>
          </a:bodyPr>
          <a:lstStyle/>
          <a:p>
            <a:endParaRPr lang="zh-CN" altLang="en-US"/>
          </a:p>
        </p:txBody>
      </p:sp>
      <p:sp>
        <p:nvSpPr>
          <p:cNvPr id="254007" name="Text Box 55" descr="信纸"/>
          <p:cNvSpPr txBox="1">
            <a:spLocks noChangeArrowheads="1"/>
          </p:cNvSpPr>
          <p:nvPr/>
        </p:nvSpPr>
        <p:spPr bwMode="auto">
          <a:xfrm>
            <a:off x="6156325" y="92075"/>
            <a:ext cx="431800" cy="457200"/>
          </a:xfrm>
          <a:prstGeom prst="rect">
            <a:avLst/>
          </a:prstGeom>
          <a:noFill/>
          <a:ln w="9525" algn="ctr">
            <a:noFill/>
            <a:miter lim="800000"/>
            <a:headEnd/>
            <a:tailEnd/>
          </a:ln>
        </p:spPr>
        <p:txBody>
          <a:bodyPr>
            <a:spAutoFit/>
          </a:bodyPr>
          <a:lstStyle/>
          <a:p>
            <a:pPr algn="ctr">
              <a:lnSpc>
                <a:spcPct val="100000"/>
              </a:lnSpc>
            </a:pPr>
            <a:r>
              <a:rPr lang="en-US" altLang="zh-CN" sz="2400" i="1">
                <a:solidFill>
                  <a:srgbClr val="FF9900"/>
                </a:solidFill>
                <a:ea typeface="宋体" pitchFamily="2" charset="-122"/>
              </a:rPr>
              <a:t>N</a:t>
            </a:r>
          </a:p>
        </p:txBody>
      </p:sp>
      <p:sp>
        <p:nvSpPr>
          <p:cNvPr id="254008" name="Line 56"/>
          <p:cNvSpPr>
            <a:spLocks noChangeShapeType="1"/>
          </p:cNvSpPr>
          <p:nvPr/>
        </p:nvSpPr>
        <p:spPr bwMode="auto">
          <a:xfrm>
            <a:off x="6227763" y="1341438"/>
            <a:ext cx="0" cy="431800"/>
          </a:xfrm>
          <a:prstGeom prst="line">
            <a:avLst/>
          </a:prstGeom>
          <a:noFill/>
          <a:ln w="57150">
            <a:solidFill>
              <a:srgbClr val="FF9900"/>
            </a:solidFill>
            <a:round/>
            <a:headEnd/>
            <a:tailEnd type="triangle" w="med" len="med"/>
          </a:ln>
        </p:spPr>
        <p:txBody>
          <a:bodyPr anchor="ctr">
            <a:spAutoFit/>
          </a:bodyPr>
          <a:lstStyle/>
          <a:p>
            <a:endParaRPr lang="zh-CN" altLang="en-US"/>
          </a:p>
        </p:txBody>
      </p:sp>
      <p:sp>
        <p:nvSpPr>
          <p:cNvPr id="254009" name="Text Box 57" descr="信纸"/>
          <p:cNvSpPr txBox="1">
            <a:spLocks noChangeArrowheads="1"/>
          </p:cNvSpPr>
          <p:nvPr/>
        </p:nvSpPr>
        <p:spPr bwMode="auto">
          <a:xfrm>
            <a:off x="6011863" y="1628775"/>
            <a:ext cx="720725" cy="457200"/>
          </a:xfrm>
          <a:prstGeom prst="rect">
            <a:avLst/>
          </a:prstGeom>
          <a:noFill/>
          <a:ln w="9525" algn="ctr">
            <a:noFill/>
            <a:miter lim="800000"/>
            <a:headEnd/>
            <a:tailEnd/>
          </a:ln>
        </p:spPr>
        <p:txBody>
          <a:bodyPr>
            <a:spAutoFit/>
          </a:bodyPr>
          <a:lstStyle/>
          <a:p>
            <a:pPr algn="ctr">
              <a:lnSpc>
                <a:spcPct val="100000"/>
              </a:lnSpc>
            </a:pPr>
            <a:r>
              <a:rPr lang="en-US" altLang="zh-CN" sz="2400" i="1">
                <a:solidFill>
                  <a:srgbClr val="FF9900"/>
                </a:solidFill>
                <a:ea typeface="宋体" pitchFamily="2" charset="-122"/>
              </a:rPr>
              <a:t>G</a:t>
            </a:r>
            <a:r>
              <a:rPr lang="en-US" altLang="zh-CN" sz="2400" i="1" baseline="-25000">
                <a:solidFill>
                  <a:srgbClr val="FF9900"/>
                </a:solidFill>
                <a:ea typeface="宋体" pitchFamily="2" charset="-122"/>
              </a:rPr>
              <a:t>A</a:t>
            </a:r>
            <a:endParaRPr lang="en-US" altLang="zh-CN" sz="2400" i="1">
              <a:solidFill>
                <a:srgbClr val="FF9900"/>
              </a:solidFill>
              <a:ea typeface="宋体" pitchFamily="2" charset="-122"/>
            </a:endParaRPr>
          </a:p>
        </p:txBody>
      </p:sp>
      <p:graphicFrame>
        <p:nvGraphicFramePr>
          <p:cNvPr id="254010" name="Object 58"/>
          <p:cNvGraphicFramePr>
            <a:graphicFrameLocks/>
          </p:cNvGraphicFramePr>
          <p:nvPr/>
        </p:nvGraphicFramePr>
        <p:xfrm>
          <a:off x="2755900" y="3444875"/>
          <a:ext cx="1366838" cy="388938"/>
        </p:xfrm>
        <a:graphic>
          <a:graphicData uri="http://schemas.openxmlformats.org/presentationml/2006/ole">
            <p:oleObj spid="_x0000_s44034" name="公式" r:id="rId5" imgW="761760" imgH="215640" progId="Equation.3">
              <p:embed/>
            </p:oleObj>
          </a:graphicData>
        </a:graphic>
      </p:graphicFrame>
      <p:sp>
        <p:nvSpPr>
          <p:cNvPr id="254011" name="Text Box 59" descr="信纸"/>
          <p:cNvSpPr txBox="1">
            <a:spLocks noChangeArrowheads="1"/>
          </p:cNvSpPr>
          <p:nvPr/>
        </p:nvSpPr>
        <p:spPr bwMode="auto">
          <a:xfrm>
            <a:off x="755650" y="3917950"/>
            <a:ext cx="1655763" cy="457200"/>
          </a:xfrm>
          <a:prstGeom prst="rect">
            <a:avLst/>
          </a:prstGeom>
          <a:noFill/>
          <a:ln w="9525" algn="ctr">
            <a:noFill/>
            <a:miter lim="800000"/>
            <a:headEnd/>
            <a:tailEnd/>
          </a:ln>
        </p:spPr>
        <p:txBody>
          <a:bodyPr>
            <a:spAutoFit/>
          </a:bodyPr>
          <a:lstStyle/>
          <a:p>
            <a:pPr>
              <a:lnSpc>
                <a:spcPct val="100000"/>
              </a:lnSpc>
            </a:pPr>
            <a:r>
              <a:rPr lang="zh-CN" altLang="en-US" sz="2400">
                <a:ea typeface="宋体" pitchFamily="2" charset="-122"/>
              </a:rPr>
              <a:t>物体 </a:t>
            </a:r>
            <a:r>
              <a:rPr lang="en-US" altLang="zh-CN" sz="2400" i="1">
                <a:solidFill>
                  <a:srgbClr val="FF6600"/>
                </a:solidFill>
                <a:ea typeface="宋体" pitchFamily="2" charset="-122"/>
              </a:rPr>
              <a:t>m</a:t>
            </a:r>
            <a:r>
              <a:rPr lang="en-US" altLang="zh-CN" sz="2400" i="1" baseline="-25000">
                <a:solidFill>
                  <a:srgbClr val="FF6600"/>
                </a:solidFill>
                <a:ea typeface="宋体" pitchFamily="2" charset="-122"/>
              </a:rPr>
              <a:t>B</a:t>
            </a:r>
            <a:r>
              <a:rPr lang="en-US" altLang="zh-CN" sz="2400" i="1" baseline="-25000">
                <a:ea typeface="宋体" pitchFamily="2" charset="-122"/>
              </a:rPr>
              <a:t> </a:t>
            </a:r>
            <a:r>
              <a:rPr lang="zh-CN" altLang="en-US" sz="2400">
                <a:ea typeface="宋体" pitchFamily="2" charset="-122"/>
              </a:rPr>
              <a:t>：</a:t>
            </a:r>
          </a:p>
        </p:txBody>
      </p:sp>
      <p:sp>
        <p:nvSpPr>
          <p:cNvPr id="254012" name="Line 60"/>
          <p:cNvSpPr>
            <a:spLocks noChangeShapeType="1"/>
          </p:cNvSpPr>
          <p:nvPr/>
        </p:nvSpPr>
        <p:spPr bwMode="auto">
          <a:xfrm flipV="1">
            <a:off x="8243888" y="1916113"/>
            <a:ext cx="0" cy="360362"/>
          </a:xfrm>
          <a:prstGeom prst="line">
            <a:avLst/>
          </a:prstGeom>
          <a:noFill/>
          <a:ln w="57150">
            <a:solidFill>
              <a:srgbClr val="FF0000"/>
            </a:solidFill>
            <a:round/>
            <a:headEnd/>
            <a:tailEnd type="triangle" w="med" len="med"/>
          </a:ln>
        </p:spPr>
        <p:txBody>
          <a:bodyPr anchor="ctr">
            <a:spAutoFit/>
          </a:bodyPr>
          <a:lstStyle/>
          <a:p>
            <a:endParaRPr lang="zh-CN" altLang="en-US"/>
          </a:p>
        </p:txBody>
      </p:sp>
      <p:sp>
        <p:nvSpPr>
          <p:cNvPr id="254013" name="Line 61"/>
          <p:cNvSpPr>
            <a:spLocks noChangeShapeType="1"/>
          </p:cNvSpPr>
          <p:nvPr/>
        </p:nvSpPr>
        <p:spPr bwMode="auto">
          <a:xfrm>
            <a:off x="8243888" y="2708275"/>
            <a:ext cx="0" cy="504825"/>
          </a:xfrm>
          <a:prstGeom prst="line">
            <a:avLst/>
          </a:prstGeom>
          <a:noFill/>
          <a:ln w="57150">
            <a:solidFill>
              <a:srgbClr val="FF0000"/>
            </a:solidFill>
            <a:round/>
            <a:headEnd/>
            <a:tailEnd type="triangle" w="med" len="med"/>
          </a:ln>
        </p:spPr>
        <p:txBody>
          <a:bodyPr anchor="ctr">
            <a:spAutoFit/>
          </a:bodyPr>
          <a:lstStyle/>
          <a:p>
            <a:endParaRPr lang="zh-CN" altLang="en-US"/>
          </a:p>
        </p:txBody>
      </p:sp>
      <p:sp>
        <p:nvSpPr>
          <p:cNvPr id="254014" name="Text Box 62" descr="信纸"/>
          <p:cNvSpPr txBox="1">
            <a:spLocks noChangeArrowheads="1"/>
          </p:cNvSpPr>
          <p:nvPr/>
        </p:nvSpPr>
        <p:spPr bwMode="auto">
          <a:xfrm>
            <a:off x="8172450" y="2924175"/>
            <a:ext cx="647700" cy="457200"/>
          </a:xfrm>
          <a:prstGeom prst="rect">
            <a:avLst/>
          </a:prstGeom>
          <a:noFill/>
          <a:ln w="9525" algn="ctr">
            <a:noFill/>
            <a:miter lim="800000"/>
            <a:headEnd/>
            <a:tailEnd/>
          </a:ln>
        </p:spPr>
        <p:txBody>
          <a:bodyPr>
            <a:spAutoFit/>
          </a:bodyPr>
          <a:lstStyle/>
          <a:p>
            <a:pPr algn="ctr">
              <a:lnSpc>
                <a:spcPct val="100000"/>
              </a:lnSpc>
            </a:pPr>
            <a:r>
              <a:rPr lang="en-US" altLang="zh-CN" sz="2400" i="1">
                <a:solidFill>
                  <a:srgbClr val="FF0000"/>
                </a:solidFill>
                <a:ea typeface="宋体" pitchFamily="2" charset="-122"/>
              </a:rPr>
              <a:t>G</a:t>
            </a:r>
            <a:r>
              <a:rPr lang="en-US" altLang="zh-CN" sz="2400" i="1" baseline="-25000">
                <a:solidFill>
                  <a:srgbClr val="FF0000"/>
                </a:solidFill>
                <a:ea typeface="宋体" pitchFamily="2" charset="-122"/>
              </a:rPr>
              <a:t>B</a:t>
            </a:r>
            <a:endParaRPr lang="en-US" altLang="zh-CN" sz="2400" i="1">
              <a:solidFill>
                <a:srgbClr val="FF0000"/>
              </a:solidFill>
              <a:ea typeface="宋体" pitchFamily="2" charset="-122"/>
            </a:endParaRPr>
          </a:p>
        </p:txBody>
      </p:sp>
      <p:graphicFrame>
        <p:nvGraphicFramePr>
          <p:cNvPr id="254015" name="Object 63"/>
          <p:cNvGraphicFramePr>
            <a:graphicFrameLocks/>
          </p:cNvGraphicFramePr>
          <p:nvPr/>
        </p:nvGraphicFramePr>
        <p:xfrm>
          <a:off x="2446338" y="4030663"/>
          <a:ext cx="2170112" cy="388937"/>
        </p:xfrm>
        <a:graphic>
          <a:graphicData uri="http://schemas.openxmlformats.org/presentationml/2006/ole">
            <p:oleObj spid="_x0000_s44035" name="公式" r:id="rId6" imgW="1206360" imgH="215640" progId="Equation.3">
              <p:embed/>
            </p:oleObj>
          </a:graphicData>
        </a:graphic>
      </p:graphicFrame>
      <p:sp>
        <p:nvSpPr>
          <p:cNvPr id="254016" name="Text Box 64" descr="信纸"/>
          <p:cNvSpPr txBox="1">
            <a:spLocks noChangeArrowheads="1"/>
          </p:cNvSpPr>
          <p:nvPr/>
        </p:nvSpPr>
        <p:spPr bwMode="auto">
          <a:xfrm>
            <a:off x="801688" y="4592638"/>
            <a:ext cx="1655762" cy="457200"/>
          </a:xfrm>
          <a:prstGeom prst="rect">
            <a:avLst/>
          </a:prstGeom>
          <a:noFill/>
          <a:ln w="9525" algn="ctr">
            <a:noFill/>
            <a:miter lim="800000"/>
            <a:headEnd/>
            <a:tailEnd/>
          </a:ln>
        </p:spPr>
        <p:txBody>
          <a:bodyPr>
            <a:spAutoFit/>
          </a:bodyPr>
          <a:lstStyle/>
          <a:p>
            <a:pPr>
              <a:lnSpc>
                <a:spcPct val="100000"/>
              </a:lnSpc>
            </a:pPr>
            <a:r>
              <a:rPr lang="zh-CN" altLang="en-US" sz="2400">
                <a:ea typeface="宋体" pitchFamily="2" charset="-122"/>
              </a:rPr>
              <a:t>滑轮</a:t>
            </a:r>
            <a:r>
              <a:rPr lang="zh-CN" altLang="en-US" sz="2400">
                <a:solidFill>
                  <a:srgbClr val="FF6600"/>
                </a:solidFill>
                <a:ea typeface="宋体" pitchFamily="2" charset="-122"/>
              </a:rPr>
              <a:t> </a:t>
            </a:r>
            <a:r>
              <a:rPr lang="en-US" altLang="zh-CN" sz="2400" i="1">
                <a:solidFill>
                  <a:srgbClr val="FF6600"/>
                </a:solidFill>
                <a:ea typeface="宋体" pitchFamily="2" charset="-122"/>
              </a:rPr>
              <a:t>m</a:t>
            </a:r>
            <a:r>
              <a:rPr lang="en-US" altLang="zh-CN" sz="2400" i="1" baseline="-25000">
                <a:solidFill>
                  <a:srgbClr val="FF6600"/>
                </a:solidFill>
                <a:ea typeface="宋体" pitchFamily="2" charset="-122"/>
              </a:rPr>
              <a:t>C</a:t>
            </a:r>
            <a:r>
              <a:rPr lang="en-US" altLang="zh-CN" sz="2400" i="1" baseline="-25000">
                <a:ea typeface="宋体" pitchFamily="2" charset="-122"/>
              </a:rPr>
              <a:t> </a:t>
            </a:r>
            <a:r>
              <a:rPr lang="zh-CN" altLang="en-US" sz="2400">
                <a:ea typeface="宋体" pitchFamily="2" charset="-122"/>
              </a:rPr>
              <a:t>：</a:t>
            </a:r>
          </a:p>
        </p:txBody>
      </p:sp>
      <p:sp>
        <p:nvSpPr>
          <p:cNvPr id="254017" name="Line 65"/>
          <p:cNvSpPr>
            <a:spLocks noChangeShapeType="1"/>
          </p:cNvSpPr>
          <p:nvPr/>
        </p:nvSpPr>
        <p:spPr bwMode="auto">
          <a:xfrm flipH="1">
            <a:off x="7424738" y="1052513"/>
            <a:ext cx="503237" cy="0"/>
          </a:xfrm>
          <a:prstGeom prst="line">
            <a:avLst/>
          </a:prstGeom>
          <a:noFill/>
          <a:ln w="57150">
            <a:solidFill>
              <a:srgbClr val="FF0000"/>
            </a:solidFill>
            <a:round/>
            <a:headEnd/>
            <a:tailEnd type="triangle" w="med" len="med"/>
          </a:ln>
        </p:spPr>
        <p:txBody>
          <a:bodyPr anchor="ctr">
            <a:spAutoFit/>
          </a:bodyPr>
          <a:lstStyle/>
          <a:p>
            <a:endParaRPr lang="zh-CN" altLang="en-US"/>
          </a:p>
        </p:txBody>
      </p:sp>
      <p:sp>
        <p:nvSpPr>
          <p:cNvPr id="254018" name="Line 66"/>
          <p:cNvSpPr>
            <a:spLocks noChangeShapeType="1"/>
          </p:cNvSpPr>
          <p:nvPr/>
        </p:nvSpPr>
        <p:spPr bwMode="auto">
          <a:xfrm>
            <a:off x="8262938" y="1196975"/>
            <a:ext cx="0" cy="431800"/>
          </a:xfrm>
          <a:prstGeom prst="line">
            <a:avLst/>
          </a:prstGeom>
          <a:noFill/>
          <a:ln w="57150">
            <a:solidFill>
              <a:srgbClr val="FF0000"/>
            </a:solidFill>
            <a:round/>
            <a:headEnd/>
            <a:tailEnd type="triangle" w="med" len="med"/>
          </a:ln>
        </p:spPr>
        <p:txBody>
          <a:bodyPr anchor="ctr">
            <a:spAutoFit/>
          </a:bodyPr>
          <a:lstStyle/>
          <a:p>
            <a:endParaRPr lang="zh-CN" altLang="en-US"/>
          </a:p>
        </p:txBody>
      </p:sp>
      <p:sp>
        <p:nvSpPr>
          <p:cNvPr id="254019" name="Line 67"/>
          <p:cNvSpPr>
            <a:spLocks noChangeShapeType="1"/>
          </p:cNvSpPr>
          <p:nvPr/>
        </p:nvSpPr>
        <p:spPr bwMode="auto">
          <a:xfrm>
            <a:off x="8081963" y="1196975"/>
            <a:ext cx="0" cy="431800"/>
          </a:xfrm>
          <a:prstGeom prst="line">
            <a:avLst/>
          </a:prstGeom>
          <a:noFill/>
          <a:ln w="57150">
            <a:solidFill>
              <a:srgbClr val="FF9900"/>
            </a:solidFill>
            <a:round/>
            <a:headEnd/>
            <a:tailEnd type="triangle" w="med" len="med"/>
          </a:ln>
        </p:spPr>
        <p:txBody>
          <a:bodyPr anchor="ctr">
            <a:spAutoFit/>
          </a:bodyPr>
          <a:lstStyle/>
          <a:p>
            <a:endParaRPr lang="zh-CN" altLang="en-US"/>
          </a:p>
        </p:txBody>
      </p:sp>
      <p:sp>
        <p:nvSpPr>
          <p:cNvPr id="254020" name="Text Box 68" descr="信纸"/>
          <p:cNvSpPr txBox="1">
            <a:spLocks noChangeArrowheads="1"/>
          </p:cNvSpPr>
          <p:nvPr/>
        </p:nvSpPr>
        <p:spPr bwMode="auto">
          <a:xfrm>
            <a:off x="7713663" y="1484313"/>
            <a:ext cx="647700" cy="396875"/>
          </a:xfrm>
          <a:prstGeom prst="rect">
            <a:avLst/>
          </a:prstGeom>
          <a:noFill/>
          <a:ln w="9525" algn="ctr">
            <a:noFill/>
            <a:miter lim="800000"/>
            <a:headEnd/>
            <a:tailEnd/>
          </a:ln>
        </p:spPr>
        <p:txBody>
          <a:bodyPr>
            <a:spAutoFit/>
          </a:bodyPr>
          <a:lstStyle/>
          <a:p>
            <a:pPr algn="ctr">
              <a:lnSpc>
                <a:spcPct val="100000"/>
              </a:lnSpc>
            </a:pPr>
            <a:r>
              <a:rPr lang="en-US" altLang="zh-CN" sz="2000" i="1">
                <a:solidFill>
                  <a:srgbClr val="FF9900"/>
                </a:solidFill>
                <a:ea typeface="宋体" pitchFamily="2" charset="-122"/>
              </a:rPr>
              <a:t>G</a:t>
            </a:r>
            <a:r>
              <a:rPr lang="en-US" altLang="zh-CN" sz="2000" i="1" baseline="-25000">
                <a:solidFill>
                  <a:srgbClr val="FF9900"/>
                </a:solidFill>
                <a:ea typeface="宋体" pitchFamily="2" charset="-122"/>
              </a:rPr>
              <a:t>C</a:t>
            </a:r>
            <a:endParaRPr lang="en-US" altLang="zh-CN" sz="2000" i="1">
              <a:solidFill>
                <a:srgbClr val="FF9900"/>
              </a:solidFill>
              <a:ea typeface="宋体" pitchFamily="2" charset="-122"/>
            </a:endParaRPr>
          </a:p>
        </p:txBody>
      </p:sp>
      <p:sp>
        <p:nvSpPr>
          <p:cNvPr id="254021" name="Line 69"/>
          <p:cNvSpPr>
            <a:spLocks noChangeShapeType="1"/>
          </p:cNvSpPr>
          <p:nvPr/>
        </p:nvSpPr>
        <p:spPr bwMode="auto">
          <a:xfrm flipV="1">
            <a:off x="8074025" y="836613"/>
            <a:ext cx="360363" cy="360362"/>
          </a:xfrm>
          <a:prstGeom prst="line">
            <a:avLst/>
          </a:prstGeom>
          <a:noFill/>
          <a:ln w="57150">
            <a:solidFill>
              <a:schemeClr val="accent1"/>
            </a:solidFill>
            <a:round/>
            <a:headEnd/>
            <a:tailEnd type="triangle" w="med" len="med"/>
          </a:ln>
        </p:spPr>
        <p:txBody>
          <a:bodyPr anchor="ctr">
            <a:spAutoFit/>
          </a:bodyPr>
          <a:lstStyle/>
          <a:p>
            <a:endParaRPr lang="zh-CN" altLang="en-US"/>
          </a:p>
        </p:txBody>
      </p:sp>
      <p:sp>
        <p:nvSpPr>
          <p:cNvPr id="254022" name="Text Box 70" descr="信纸"/>
          <p:cNvSpPr txBox="1">
            <a:spLocks noChangeArrowheads="1"/>
          </p:cNvSpPr>
          <p:nvPr/>
        </p:nvSpPr>
        <p:spPr bwMode="auto">
          <a:xfrm>
            <a:off x="8289925" y="549275"/>
            <a:ext cx="647700" cy="457200"/>
          </a:xfrm>
          <a:prstGeom prst="rect">
            <a:avLst/>
          </a:prstGeom>
          <a:noFill/>
          <a:ln w="9525" algn="ctr">
            <a:noFill/>
            <a:miter lim="800000"/>
            <a:headEnd/>
            <a:tailEnd/>
          </a:ln>
        </p:spPr>
        <p:txBody>
          <a:bodyPr>
            <a:spAutoFit/>
          </a:bodyPr>
          <a:lstStyle/>
          <a:p>
            <a:pPr algn="ctr">
              <a:lnSpc>
                <a:spcPct val="100000"/>
              </a:lnSpc>
            </a:pPr>
            <a:r>
              <a:rPr lang="en-US" altLang="zh-CN" sz="2400" i="1">
                <a:solidFill>
                  <a:schemeClr val="accent1"/>
                </a:solidFill>
                <a:ea typeface="宋体" pitchFamily="2" charset="-122"/>
              </a:rPr>
              <a:t>F</a:t>
            </a:r>
            <a:r>
              <a:rPr lang="en-US" altLang="zh-CN" sz="2400" i="1" baseline="-25000">
                <a:solidFill>
                  <a:schemeClr val="accent1"/>
                </a:solidFill>
                <a:ea typeface="宋体" pitchFamily="2" charset="-122"/>
              </a:rPr>
              <a:t>C</a:t>
            </a:r>
            <a:endParaRPr lang="en-US" altLang="zh-CN" sz="2400" i="1">
              <a:solidFill>
                <a:schemeClr val="accent1"/>
              </a:solidFill>
              <a:ea typeface="宋体" pitchFamily="2" charset="-122"/>
            </a:endParaRPr>
          </a:p>
        </p:txBody>
      </p:sp>
      <p:graphicFrame>
        <p:nvGraphicFramePr>
          <p:cNvPr id="254023" name="Object 71"/>
          <p:cNvGraphicFramePr>
            <a:graphicFrameLocks noChangeAspect="1"/>
          </p:cNvGraphicFramePr>
          <p:nvPr/>
        </p:nvGraphicFramePr>
        <p:xfrm>
          <a:off x="2235200" y="4538663"/>
          <a:ext cx="3562350" cy="690562"/>
        </p:xfrm>
        <a:graphic>
          <a:graphicData uri="http://schemas.openxmlformats.org/presentationml/2006/ole">
            <p:oleObj spid="_x0000_s44036" name="公式" r:id="rId7" imgW="2095200" imgH="406080" progId="Equation.3">
              <p:embed/>
            </p:oleObj>
          </a:graphicData>
        </a:graphic>
      </p:graphicFrame>
      <p:sp>
        <p:nvSpPr>
          <p:cNvPr id="254024" name="AutoShape 72"/>
          <p:cNvSpPr>
            <a:spLocks/>
          </p:cNvSpPr>
          <p:nvPr/>
        </p:nvSpPr>
        <p:spPr bwMode="auto">
          <a:xfrm>
            <a:off x="5786438" y="3429000"/>
            <a:ext cx="450850" cy="1511300"/>
          </a:xfrm>
          <a:prstGeom prst="rightBrace">
            <a:avLst>
              <a:gd name="adj1" fmla="val 27934"/>
              <a:gd name="adj2" fmla="val 50000"/>
            </a:avLst>
          </a:prstGeom>
          <a:noFill/>
          <a:ln w="28575">
            <a:solidFill>
              <a:schemeClr val="tx1"/>
            </a:solidFill>
            <a:round/>
            <a:headEnd/>
            <a:tailEnd/>
          </a:ln>
        </p:spPr>
        <p:txBody>
          <a:bodyPr anchor="ctr">
            <a:spAutoFit/>
          </a:bodyPr>
          <a:lstStyle/>
          <a:p>
            <a:endParaRPr lang="zh-CN" altLang="en-US"/>
          </a:p>
        </p:txBody>
      </p:sp>
      <p:graphicFrame>
        <p:nvGraphicFramePr>
          <p:cNvPr id="254025" name="Object 73"/>
          <p:cNvGraphicFramePr>
            <a:graphicFrameLocks/>
          </p:cNvGraphicFramePr>
          <p:nvPr/>
        </p:nvGraphicFramePr>
        <p:xfrm>
          <a:off x="6394450" y="3194050"/>
          <a:ext cx="1463675" cy="411163"/>
        </p:xfrm>
        <a:graphic>
          <a:graphicData uri="http://schemas.openxmlformats.org/presentationml/2006/ole">
            <p:oleObj spid="_x0000_s44037" name="公式" r:id="rId8" imgW="812520" imgH="228600" progId="Equation.3">
              <p:embed/>
            </p:oleObj>
          </a:graphicData>
        </a:graphic>
      </p:graphicFrame>
      <p:graphicFrame>
        <p:nvGraphicFramePr>
          <p:cNvPr id="254026" name="Object 74"/>
          <p:cNvGraphicFramePr>
            <a:graphicFrameLocks/>
          </p:cNvGraphicFramePr>
          <p:nvPr/>
        </p:nvGraphicFramePr>
        <p:xfrm>
          <a:off x="6581775" y="3625850"/>
          <a:ext cx="1119188" cy="388938"/>
        </p:xfrm>
        <a:graphic>
          <a:graphicData uri="http://schemas.openxmlformats.org/presentationml/2006/ole">
            <p:oleObj spid="_x0000_s44038" name="公式" r:id="rId9" imgW="622080" imgH="215640" progId="Equation.3">
              <p:embed/>
            </p:oleObj>
          </a:graphicData>
        </a:graphic>
      </p:graphicFrame>
      <p:graphicFrame>
        <p:nvGraphicFramePr>
          <p:cNvPr id="254027" name="Object 75"/>
          <p:cNvGraphicFramePr>
            <a:graphicFrameLocks/>
          </p:cNvGraphicFramePr>
          <p:nvPr/>
        </p:nvGraphicFramePr>
        <p:xfrm>
          <a:off x="6578600" y="4076700"/>
          <a:ext cx="1166813" cy="388938"/>
        </p:xfrm>
        <a:graphic>
          <a:graphicData uri="http://schemas.openxmlformats.org/presentationml/2006/ole">
            <p:oleObj spid="_x0000_s44039" name="公式" r:id="rId10" imgW="647640" imgH="215640" progId="Equation.3">
              <p:embed/>
            </p:oleObj>
          </a:graphicData>
        </a:graphic>
      </p:graphicFrame>
      <p:graphicFrame>
        <p:nvGraphicFramePr>
          <p:cNvPr id="254028" name="Object 76"/>
          <p:cNvGraphicFramePr>
            <a:graphicFrameLocks/>
          </p:cNvGraphicFramePr>
          <p:nvPr/>
        </p:nvGraphicFramePr>
        <p:xfrm>
          <a:off x="6696075" y="4548188"/>
          <a:ext cx="1006475" cy="412750"/>
        </p:xfrm>
        <a:graphic>
          <a:graphicData uri="http://schemas.openxmlformats.org/presentationml/2006/ole">
            <p:oleObj spid="_x0000_s44040" name="公式" r:id="rId11" imgW="558720" imgH="228600" progId="Equation.3">
              <p:embed/>
            </p:oleObj>
          </a:graphicData>
        </a:graphic>
      </p:graphicFrame>
      <p:graphicFrame>
        <p:nvGraphicFramePr>
          <p:cNvPr id="254029" name="Object 77"/>
          <p:cNvGraphicFramePr>
            <a:graphicFrameLocks/>
          </p:cNvGraphicFramePr>
          <p:nvPr/>
        </p:nvGraphicFramePr>
        <p:xfrm>
          <a:off x="400050" y="5475288"/>
          <a:ext cx="2263775" cy="1014412"/>
        </p:xfrm>
        <a:graphic>
          <a:graphicData uri="http://schemas.openxmlformats.org/presentationml/2006/ole">
            <p:oleObj spid="_x0000_s44041" name="公式" r:id="rId12" imgW="1333440" imgH="596880" progId="Equation.3">
              <p:embed/>
            </p:oleObj>
          </a:graphicData>
        </a:graphic>
      </p:graphicFrame>
      <p:graphicFrame>
        <p:nvGraphicFramePr>
          <p:cNvPr id="254030" name="Object 78"/>
          <p:cNvGraphicFramePr>
            <a:graphicFrameLocks/>
          </p:cNvGraphicFramePr>
          <p:nvPr/>
        </p:nvGraphicFramePr>
        <p:xfrm>
          <a:off x="3086100" y="5429250"/>
          <a:ext cx="2501900" cy="1014413"/>
        </p:xfrm>
        <a:graphic>
          <a:graphicData uri="http://schemas.openxmlformats.org/presentationml/2006/ole">
            <p:oleObj spid="_x0000_s44042" name="公式" r:id="rId13" imgW="1473120" imgH="596880" progId="Equation.3">
              <p:embed/>
            </p:oleObj>
          </a:graphicData>
        </a:graphic>
      </p:graphicFrame>
      <p:graphicFrame>
        <p:nvGraphicFramePr>
          <p:cNvPr id="254031" name="Object 79"/>
          <p:cNvGraphicFramePr>
            <a:graphicFrameLocks/>
          </p:cNvGraphicFramePr>
          <p:nvPr/>
        </p:nvGraphicFramePr>
        <p:xfrm>
          <a:off x="5921375" y="5060950"/>
          <a:ext cx="2673350" cy="1382713"/>
        </p:xfrm>
        <a:graphic>
          <a:graphicData uri="http://schemas.openxmlformats.org/presentationml/2006/ole">
            <p:oleObj spid="_x0000_s44043" name="公式" r:id="rId14" imgW="1574640" imgH="812520" progId="Equation.3">
              <p:embed/>
            </p:oleObj>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ntr" presetSubtype="0" fill="hold" grpId="0" nodeType="clickEffect">
                                  <p:stCondLst>
                                    <p:cond delay="0"/>
                                  </p:stCondLst>
                                  <p:iterate type="lt">
                                    <p:tmPct val="50000"/>
                                  </p:iterate>
                                  <p:childTnLst>
                                    <p:set>
                                      <p:cBhvr>
                                        <p:cTn id="6" dur="1" fill="hold">
                                          <p:stCondLst>
                                            <p:cond delay="0"/>
                                          </p:stCondLst>
                                        </p:cTn>
                                        <p:tgtEl>
                                          <p:spTgt spid="253996"/>
                                        </p:tgtEl>
                                        <p:attrNameLst>
                                          <p:attrName>style.visibility</p:attrName>
                                        </p:attrNameLst>
                                      </p:cBhvr>
                                      <p:to>
                                        <p:strVal val="visible"/>
                                      </p:to>
                                    </p:set>
                                    <p:anim calcmode="discrete" valueType="clr">
                                      <p:cBhvr override="childStyle">
                                        <p:cTn id="7" dur="80"/>
                                        <p:tgtEl>
                                          <p:spTgt spid="253996"/>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253996"/>
                                        </p:tgtEl>
                                        <p:attrNameLst>
                                          <p:attrName>fillcolor</p:attrName>
                                        </p:attrNameLst>
                                      </p:cBhvr>
                                      <p:tavLst>
                                        <p:tav tm="0">
                                          <p:val>
                                            <p:clrVal>
                                              <a:schemeClr val="accent2"/>
                                            </p:clrVal>
                                          </p:val>
                                        </p:tav>
                                        <p:tav tm="50000">
                                          <p:val>
                                            <p:clrVal>
                                              <a:schemeClr val="hlink"/>
                                            </p:clrVal>
                                          </p:val>
                                        </p:tav>
                                      </p:tavLst>
                                    </p:anim>
                                    <p:set>
                                      <p:cBhvr>
                                        <p:cTn id="9" dur="80"/>
                                        <p:tgtEl>
                                          <p:spTgt spid="253996"/>
                                        </p:tgtEl>
                                        <p:attrNameLst>
                                          <p:attrName>fill.type</p:attrName>
                                        </p:attrNameLst>
                                      </p:cBhvr>
                                      <p:to>
                                        <p:strVal val="solid"/>
                                      </p:to>
                                    </p:set>
                                  </p:childTnLst>
                                </p:cTn>
                              </p:par>
                            </p:childTnLst>
                          </p:cTn>
                        </p:par>
                        <p:par>
                          <p:cTn id="10" fill="hold">
                            <p:stCondLst>
                              <p:cond delay="2720"/>
                            </p:stCondLst>
                            <p:childTnLst>
                              <p:par>
                                <p:cTn id="11" presetID="4" presetClass="entr" presetSubtype="16" fill="hold" nodeType="after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box(in)">
                                      <p:cBhvr>
                                        <p:cTn id="13" dur="500"/>
                                        <p:tgtEl>
                                          <p:spTgt spid="2"/>
                                        </p:tgtEl>
                                      </p:cBhvr>
                                    </p:animEffect>
                                  </p:childTnLst>
                                </p:cTn>
                              </p:par>
                            </p:childTnLst>
                          </p:cTn>
                        </p:par>
                      </p:childTnLst>
                    </p:cTn>
                  </p:par>
                  <p:par>
                    <p:cTn id="14" fill="hold">
                      <p:stCondLst>
                        <p:cond delay="indefinite"/>
                      </p:stCondLst>
                      <p:childTnLst>
                        <p:par>
                          <p:cTn id="15" fill="hold">
                            <p:stCondLst>
                              <p:cond delay="0"/>
                            </p:stCondLst>
                            <p:childTnLst>
                              <p:par>
                                <p:cTn id="16" presetID="27" presetClass="entr" presetSubtype="0" fill="hold" grpId="0" nodeType="clickEffect">
                                  <p:stCondLst>
                                    <p:cond delay="0"/>
                                  </p:stCondLst>
                                  <p:iterate type="lt">
                                    <p:tmPct val="50000"/>
                                  </p:iterate>
                                  <p:childTnLst>
                                    <p:set>
                                      <p:cBhvr>
                                        <p:cTn id="17" dur="1" fill="hold">
                                          <p:stCondLst>
                                            <p:cond delay="0"/>
                                          </p:stCondLst>
                                        </p:cTn>
                                        <p:tgtEl>
                                          <p:spTgt spid="253997"/>
                                        </p:tgtEl>
                                        <p:attrNameLst>
                                          <p:attrName>style.visibility</p:attrName>
                                        </p:attrNameLst>
                                      </p:cBhvr>
                                      <p:to>
                                        <p:strVal val="visible"/>
                                      </p:to>
                                    </p:set>
                                    <p:anim calcmode="discrete" valueType="clr">
                                      <p:cBhvr override="childStyle">
                                        <p:cTn id="18" dur="80"/>
                                        <p:tgtEl>
                                          <p:spTgt spid="253997"/>
                                        </p:tgtEl>
                                        <p:attrNameLst>
                                          <p:attrName>style.color</p:attrName>
                                        </p:attrNameLst>
                                      </p:cBhvr>
                                      <p:tavLst>
                                        <p:tav tm="0">
                                          <p:val>
                                            <p:clrVal>
                                              <a:schemeClr val="accent2"/>
                                            </p:clrVal>
                                          </p:val>
                                        </p:tav>
                                        <p:tav tm="50000">
                                          <p:val>
                                            <p:clrVal>
                                              <a:schemeClr val="hlink"/>
                                            </p:clrVal>
                                          </p:val>
                                        </p:tav>
                                      </p:tavLst>
                                    </p:anim>
                                    <p:anim calcmode="discrete" valueType="clr">
                                      <p:cBhvr>
                                        <p:cTn id="19" dur="80"/>
                                        <p:tgtEl>
                                          <p:spTgt spid="253997"/>
                                        </p:tgtEl>
                                        <p:attrNameLst>
                                          <p:attrName>fillcolor</p:attrName>
                                        </p:attrNameLst>
                                      </p:cBhvr>
                                      <p:tavLst>
                                        <p:tav tm="0">
                                          <p:val>
                                            <p:clrVal>
                                              <a:schemeClr val="accent2"/>
                                            </p:clrVal>
                                          </p:val>
                                        </p:tav>
                                        <p:tav tm="50000">
                                          <p:val>
                                            <p:clrVal>
                                              <a:schemeClr val="hlink"/>
                                            </p:clrVal>
                                          </p:val>
                                        </p:tav>
                                      </p:tavLst>
                                    </p:anim>
                                    <p:set>
                                      <p:cBhvr>
                                        <p:cTn id="20" dur="80"/>
                                        <p:tgtEl>
                                          <p:spTgt spid="253997"/>
                                        </p:tgtEl>
                                        <p:attrNameLst>
                                          <p:attrName>fill.type</p:attrName>
                                        </p:attrNameLst>
                                      </p:cBhvr>
                                      <p:to>
                                        <p:strVal val="solid"/>
                                      </p:to>
                                    </p:set>
                                  </p:childTnLst>
                                </p:cTn>
                              </p:par>
                            </p:childTnLst>
                          </p:cTn>
                        </p:par>
                      </p:childTnLst>
                    </p:cTn>
                  </p:par>
                  <p:par>
                    <p:cTn id="21" fill="hold">
                      <p:stCondLst>
                        <p:cond delay="indefinite"/>
                      </p:stCondLst>
                      <p:childTnLst>
                        <p:par>
                          <p:cTn id="22" fill="hold">
                            <p:stCondLst>
                              <p:cond delay="0"/>
                            </p:stCondLst>
                            <p:childTnLst>
                              <p:par>
                                <p:cTn id="23" presetID="9" presetClass="entr" presetSubtype="0" fill="hold" grpId="0" nodeType="clickEffect">
                                  <p:stCondLst>
                                    <p:cond delay="0"/>
                                  </p:stCondLst>
                                  <p:childTnLst>
                                    <p:set>
                                      <p:cBhvr>
                                        <p:cTn id="24" dur="1" fill="hold">
                                          <p:stCondLst>
                                            <p:cond delay="0"/>
                                          </p:stCondLst>
                                        </p:cTn>
                                        <p:tgtEl>
                                          <p:spTgt spid="253998"/>
                                        </p:tgtEl>
                                        <p:attrNameLst>
                                          <p:attrName>style.visibility</p:attrName>
                                        </p:attrNameLst>
                                      </p:cBhvr>
                                      <p:to>
                                        <p:strVal val="visible"/>
                                      </p:to>
                                    </p:set>
                                    <p:animEffect transition="in" filter="dissolve">
                                      <p:cBhvr>
                                        <p:cTn id="25" dur="500"/>
                                        <p:tgtEl>
                                          <p:spTgt spid="253998"/>
                                        </p:tgtEl>
                                      </p:cBhvr>
                                    </p:animEffect>
                                  </p:childTnLst>
                                </p:cTn>
                              </p:par>
                            </p:childTnLst>
                          </p:cTn>
                        </p:par>
                      </p:childTnLst>
                    </p:cTn>
                  </p:par>
                  <p:par>
                    <p:cTn id="26" fill="hold">
                      <p:stCondLst>
                        <p:cond delay="indefinite"/>
                      </p:stCondLst>
                      <p:childTnLst>
                        <p:par>
                          <p:cTn id="27" fill="hold">
                            <p:stCondLst>
                              <p:cond delay="0"/>
                            </p:stCondLst>
                            <p:childTnLst>
                              <p:par>
                                <p:cTn id="28" presetID="27" presetClass="entr" presetSubtype="0" fill="hold" grpId="0" nodeType="clickEffect">
                                  <p:stCondLst>
                                    <p:cond delay="0"/>
                                  </p:stCondLst>
                                  <p:iterate type="lt">
                                    <p:tmPct val="50000"/>
                                  </p:iterate>
                                  <p:childTnLst>
                                    <p:set>
                                      <p:cBhvr>
                                        <p:cTn id="29" dur="1" fill="hold">
                                          <p:stCondLst>
                                            <p:cond delay="0"/>
                                          </p:stCondLst>
                                        </p:cTn>
                                        <p:tgtEl>
                                          <p:spTgt spid="253999"/>
                                        </p:tgtEl>
                                        <p:attrNameLst>
                                          <p:attrName>style.visibility</p:attrName>
                                        </p:attrNameLst>
                                      </p:cBhvr>
                                      <p:to>
                                        <p:strVal val="visible"/>
                                      </p:to>
                                    </p:set>
                                    <p:anim calcmode="discrete" valueType="clr">
                                      <p:cBhvr override="childStyle">
                                        <p:cTn id="30" dur="80"/>
                                        <p:tgtEl>
                                          <p:spTgt spid="253999"/>
                                        </p:tgtEl>
                                        <p:attrNameLst>
                                          <p:attrName>style.color</p:attrName>
                                        </p:attrNameLst>
                                      </p:cBhvr>
                                      <p:tavLst>
                                        <p:tav tm="0">
                                          <p:val>
                                            <p:clrVal>
                                              <a:schemeClr val="accent2"/>
                                            </p:clrVal>
                                          </p:val>
                                        </p:tav>
                                        <p:tav tm="50000">
                                          <p:val>
                                            <p:clrVal>
                                              <a:schemeClr val="hlink"/>
                                            </p:clrVal>
                                          </p:val>
                                        </p:tav>
                                      </p:tavLst>
                                    </p:anim>
                                    <p:anim calcmode="discrete" valueType="clr">
                                      <p:cBhvr>
                                        <p:cTn id="31" dur="80"/>
                                        <p:tgtEl>
                                          <p:spTgt spid="253999"/>
                                        </p:tgtEl>
                                        <p:attrNameLst>
                                          <p:attrName>fillcolor</p:attrName>
                                        </p:attrNameLst>
                                      </p:cBhvr>
                                      <p:tavLst>
                                        <p:tav tm="0">
                                          <p:val>
                                            <p:clrVal>
                                              <a:schemeClr val="accent2"/>
                                            </p:clrVal>
                                          </p:val>
                                        </p:tav>
                                        <p:tav tm="50000">
                                          <p:val>
                                            <p:clrVal>
                                              <a:schemeClr val="hlink"/>
                                            </p:clrVal>
                                          </p:val>
                                        </p:tav>
                                      </p:tavLst>
                                    </p:anim>
                                    <p:set>
                                      <p:cBhvr>
                                        <p:cTn id="32" dur="80"/>
                                        <p:tgtEl>
                                          <p:spTgt spid="253999"/>
                                        </p:tgtEl>
                                        <p:attrNameLst>
                                          <p:attrName>fill.type</p:attrName>
                                        </p:attrNameLst>
                                      </p:cBhvr>
                                      <p:to>
                                        <p:strVal val="solid"/>
                                      </p:to>
                                    </p:se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254001"/>
                                        </p:tgtEl>
                                        <p:attrNameLst>
                                          <p:attrName>style.visibility</p:attrName>
                                        </p:attrNameLst>
                                      </p:cBhvr>
                                      <p:to>
                                        <p:strVal val="visible"/>
                                      </p:to>
                                    </p:set>
                                    <p:animEffect transition="in" filter="dissolve">
                                      <p:cBhvr>
                                        <p:cTn id="37" dur="500"/>
                                        <p:tgtEl>
                                          <p:spTgt spid="254001"/>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254000"/>
                                        </p:tgtEl>
                                        <p:attrNameLst>
                                          <p:attrName>style.visibility</p:attrName>
                                        </p:attrNameLst>
                                      </p:cBhvr>
                                      <p:to>
                                        <p:strVal val="visible"/>
                                      </p:to>
                                    </p:set>
                                    <p:animEffect transition="in" filter="wipe(left)">
                                      <p:cBhvr>
                                        <p:cTn id="42" dur="500"/>
                                        <p:tgtEl>
                                          <p:spTgt spid="254000"/>
                                        </p:tgtEl>
                                      </p:cBhvr>
                                    </p:animEffect>
                                  </p:childTnLst>
                                </p:cTn>
                              </p:par>
                              <p:par>
                                <p:cTn id="43" presetID="22" presetClass="entr" presetSubtype="8" fill="hold" grpId="0" nodeType="withEffect">
                                  <p:stCondLst>
                                    <p:cond delay="0"/>
                                  </p:stCondLst>
                                  <p:childTnLst>
                                    <p:set>
                                      <p:cBhvr>
                                        <p:cTn id="44" dur="1" fill="hold">
                                          <p:stCondLst>
                                            <p:cond delay="0"/>
                                          </p:stCondLst>
                                        </p:cTn>
                                        <p:tgtEl>
                                          <p:spTgt spid="254005"/>
                                        </p:tgtEl>
                                        <p:attrNameLst>
                                          <p:attrName>style.visibility</p:attrName>
                                        </p:attrNameLst>
                                      </p:cBhvr>
                                      <p:to>
                                        <p:strVal val="visible"/>
                                      </p:to>
                                    </p:set>
                                    <p:animEffect transition="in" filter="wipe(left)">
                                      <p:cBhvr>
                                        <p:cTn id="45" dur="500"/>
                                        <p:tgtEl>
                                          <p:spTgt spid="254005"/>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4" fill="hold" grpId="0" nodeType="clickEffect">
                                  <p:stCondLst>
                                    <p:cond delay="0"/>
                                  </p:stCondLst>
                                  <p:childTnLst>
                                    <p:set>
                                      <p:cBhvr>
                                        <p:cTn id="49" dur="1" fill="hold">
                                          <p:stCondLst>
                                            <p:cond delay="0"/>
                                          </p:stCondLst>
                                        </p:cTn>
                                        <p:tgtEl>
                                          <p:spTgt spid="254006"/>
                                        </p:tgtEl>
                                        <p:attrNameLst>
                                          <p:attrName>style.visibility</p:attrName>
                                        </p:attrNameLst>
                                      </p:cBhvr>
                                      <p:to>
                                        <p:strVal val="visible"/>
                                      </p:to>
                                    </p:set>
                                    <p:animEffect transition="in" filter="wipe(down)">
                                      <p:cBhvr>
                                        <p:cTn id="50" dur="500"/>
                                        <p:tgtEl>
                                          <p:spTgt spid="254006"/>
                                        </p:tgtEl>
                                      </p:cBhvr>
                                    </p:animEffect>
                                  </p:childTnLst>
                                </p:cTn>
                              </p:par>
                              <p:par>
                                <p:cTn id="51" presetID="9" presetClass="entr" presetSubtype="0" fill="hold" grpId="0" nodeType="withEffect">
                                  <p:stCondLst>
                                    <p:cond delay="0"/>
                                  </p:stCondLst>
                                  <p:childTnLst>
                                    <p:set>
                                      <p:cBhvr>
                                        <p:cTn id="52" dur="1" fill="hold">
                                          <p:stCondLst>
                                            <p:cond delay="0"/>
                                          </p:stCondLst>
                                        </p:cTn>
                                        <p:tgtEl>
                                          <p:spTgt spid="254007"/>
                                        </p:tgtEl>
                                        <p:attrNameLst>
                                          <p:attrName>style.visibility</p:attrName>
                                        </p:attrNameLst>
                                      </p:cBhvr>
                                      <p:to>
                                        <p:strVal val="visible"/>
                                      </p:to>
                                    </p:set>
                                    <p:animEffect transition="in" filter="dissolve">
                                      <p:cBhvr>
                                        <p:cTn id="53" dur="500"/>
                                        <p:tgtEl>
                                          <p:spTgt spid="254007"/>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1" fill="hold" grpId="0" nodeType="clickEffect">
                                  <p:stCondLst>
                                    <p:cond delay="0"/>
                                  </p:stCondLst>
                                  <p:childTnLst>
                                    <p:set>
                                      <p:cBhvr>
                                        <p:cTn id="57" dur="1" fill="hold">
                                          <p:stCondLst>
                                            <p:cond delay="0"/>
                                          </p:stCondLst>
                                        </p:cTn>
                                        <p:tgtEl>
                                          <p:spTgt spid="254008"/>
                                        </p:tgtEl>
                                        <p:attrNameLst>
                                          <p:attrName>style.visibility</p:attrName>
                                        </p:attrNameLst>
                                      </p:cBhvr>
                                      <p:to>
                                        <p:strVal val="visible"/>
                                      </p:to>
                                    </p:set>
                                    <p:animEffect transition="in" filter="wipe(up)">
                                      <p:cBhvr>
                                        <p:cTn id="58" dur="500"/>
                                        <p:tgtEl>
                                          <p:spTgt spid="254008"/>
                                        </p:tgtEl>
                                      </p:cBhvr>
                                    </p:animEffect>
                                  </p:childTnLst>
                                </p:cTn>
                              </p:par>
                              <p:par>
                                <p:cTn id="59" presetID="9" presetClass="entr" presetSubtype="0" fill="hold" grpId="0" nodeType="withEffect">
                                  <p:stCondLst>
                                    <p:cond delay="0"/>
                                  </p:stCondLst>
                                  <p:childTnLst>
                                    <p:set>
                                      <p:cBhvr>
                                        <p:cTn id="60" dur="1" fill="hold">
                                          <p:stCondLst>
                                            <p:cond delay="0"/>
                                          </p:stCondLst>
                                        </p:cTn>
                                        <p:tgtEl>
                                          <p:spTgt spid="254009"/>
                                        </p:tgtEl>
                                        <p:attrNameLst>
                                          <p:attrName>style.visibility</p:attrName>
                                        </p:attrNameLst>
                                      </p:cBhvr>
                                      <p:to>
                                        <p:strVal val="visible"/>
                                      </p:to>
                                    </p:set>
                                    <p:animEffect transition="in" filter="dissolve">
                                      <p:cBhvr>
                                        <p:cTn id="61" dur="500"/>
                                        <p:tgtEl>
                                          <p:spTgt spid="254009"/>
                                        </p:tgtEl>
                                      </p:cBhvr>
                                    </p:animEffect>
                                  </p:childTnLst>
                                </p:cTn>
                              </p:par>
                            </p:childTnLst>
                          </p:cTn>
                        </p:par>
                      </p:childTnLst>
                    </p:cTn>
                  </p:par>
                  <p:par>
                    <p:cTn id="62" fill="hold">
                      <p:stCondLst>
                        <p:cond delay="indefinite"/>
                      </p:stCondLst>
                      <p:childTnLst>
                        <p:par>
                          <p:cTn id="63" fill="hold">
                            <p:stCondLst>
                              <p:cond delay="0"/>
                            </p:stCondLst>
                            <p:childTnLst>
                              <p:par>
                                <p:cTn id="64" presetID="4" presetClass="entr" presetSubtype="32" fill="hold" nodeType="clickEffect">
                                  <p:stCondLst>
                                    <p:cond delay="0"/>
                                  </p:stCondLst>
                                  <p:childTnLst>
                                    <p:set>
                                      <p:cBhvr>
                                        <p:cTn id="65" dur="1" fill="hold">
                                          <p:stCondLst>
                                            <p:cond delay="0"/>
                                          </p:stCondLst>
                                        </p:cTn>
                                        <p:tgtEl>
                                          <p:spTgt spid="254010"/>
                                        </p:tgtEl>
                                        <p:attrNameLst>
                                          <p:attrName>style.visibility</p:attrName>
                                        </p:attrNameLst>
                                      </p:cBhvr>
                                      <p:to>
                                        <p:strVal val="visible"/>
                                      </p:to>
                                    </p:set>
                                    <p:animEffect transition="in" filter="box(out)">
                                      <p:cBhvr>
                                        <p:cTn id="66" dur="500"/>
                                        <p:tgtEl>
                                          <p:spTgt spid="254010"/>
                                        </p:tgtEl>
                                      </p:cBhvr>
                                    </p:animEffect>
                                  </p:childTnLst>
                                </p:cTn>
                              </p:par>
                            </p:childTnLst>
                          </p:cTn>
                        </p:par>
                      </p:childTnLst>
                    </p:cTn>
                  </p:par>
                  <p:par>
                    <p:cTn id="67" fill="hold">
                      <p:stCondLst>
                        <p:cond delay="indefinite"/>
                      </p:stCondLst>
                      <p:childTnLst>
                        <p:par>
                          <p:cTn id="68" fill="hold">
                            <p:stCondLst>
                              <p:cond delay="0"/>
                            </p:stCondLst>
                            <p:childTnLst>
                              <p:par>
                                <p:cTn id="69" presetID="9" presetClass="entr" presetSubtype="0" fill="hold" grpId="0" nodeType="clickEffect">
                                  <p:stCondLst>
                                    <p:cond delay="0"/>
                                  </p:stCondLst>
                                  <p:childTnLst>
                                    <p:set>
                                      <p:cBhvr>
                                        <p:cTn id="70" dur="1" fill="hold">
                                          <p:stCondLst>
                                            <p:cond delay="0"/>
                                          </p:stCondLst>
                                        </p:cTn>
                                        <p:tgtEl>
                                          <p:spTgt spid="254011"/>
                                        </p:tgtEl>
                                        <p:attrNameLst>
                                          <p:attrName>style.visibility</p:attrName>
                                        </p:attrNameLst>
                                      </p:cBhvr>
                                      <p:to>
                                        <p:strVal val="visible"/>
                                      </p:to>
                                    </p:set>
                                    <p:animEffect transition="in" filter="dissolve">
                                      <p:cBhvr>
                                        <p:cTn id="71" dur="500"/>
                                        <p:tgtEl>
                                          <p:spTgt spid="254011"/>
                                        </p:tgtEl>
                                      </p:cBhvr>
                                    </p:animEffect>
                                  </p:childTnLst>
                                </p:cTn>
                              </p:par>
                            </p:childTnLst>
                          </p:cTn>
                        </p:par>
                      </p:childTnLst>
                    </p:cTn>
                  </p:par>
                  <p:par>
                    <p:cTn id="72" fill="hold">
                      <p:stCondLst>
                        <p:cond delay="indefinite"/>
                      </p:stCondLst>
                      <p:childTnLst>
                        <p:par>
                          <p:cTn id="73" fill="hold">
                            <p:stCondLst>
                              <p:cond delay="0"/>
                            </p:stCondLst>
                            <p:childTnLst>
                              <p:par>
                                <p:cTn id="74" presetID="22" presetClass="entr" presetSubtype="4" fill="hold" grpId="0" nodeType="clickEffect">
                                  <p:stCondLst>
                                    <p:cond delay="0"/>
                                  </p:stCondLst>
                                  <p:childTnLst>
                                    <p:set>
                                      <p:cBhvr>
                                        <p:cTn id="75" dur="1" fill="hold">
                                          <p:stCondLst>
                                            <p:cond delay="0"/>
                                          </p:stCondLst>
                                        </p:cTn>
                                        <p:tgtEl>
                                          <p:spTgt spid="254012"/>
                                        </p:tgtEl>
                                        <p:attrNameLst>
                                          <p:attrName>style.visibility</p:attrName>
                                        </p:attrNameLst>
                                      </p:cBhvr>
                                      <p:to>
                                        <p:strVal val="visible"/>
                                      </p:to>
                                    </p:set>
                                    <p:animEffect transition="in" filter="wipe(down)">
                                      <p:cBhvr>
                                        <p:cTn id="76" dur="500"/>
                                        <p:tgtEl>
                                          <p:spTgt spid="254012"/>
                                        </p:tgtEl>
                                      </p:cBhvr>
                                    </p:animEffect>
                                  </p:childTnLst>
                                </p:cTn>
                              </p:par>
                              <p:par>
                                <p:cTn id="77" presetID="9" presetClass="entr" presetSubtype="0" fill="hold" grpId="0" nodeType="withEffect">
                                  <p:stCondLst>
                                    <p:cond delay="0"/>
                                  </p:stCondLst>
                                  <p:childTnLst>
                                    <p:set>
                                      <p:cBhvr>
                                        <p:cTn id="78" dur="1" fill="hold">
                                          <p:stCondLst>
                                            <p:cond delay="0"/>
                                          </p:stCondLst>
                                        </p:cTn>
                                        <p:tgtEl>
                                          <p:spTgt spid="254002"/>
                                        </p:tgtEl>
                                        <p:attrNameLst>
                                          <p:attrName>style.visibility</p:attrName>
                                        </p:attrNameLst>
                                      </p:cBhvr>
                                      <p:to>
                                        <p:strVal val="visible"/>
                                      </p:to>
                                    </p:set>
                                    <p:animEffect transition="in" filter="dissolve">
                                      <p:cBhvr>
                                        <p:cTn id="79" dur="500"/>
                                        <p:tgtEl>
                                          <p:spTgt spid="254002"/>
                                        </p:tgtEl>
                                      </p:cBhvr>
                                    </p:animEffect>
                                  </p:childTnLst>
                                </p:cTn>
                              </p:par>
                            </p:childTnLst>
                          </p:cTn>
                        </p:par>
                      </p:childTnLst>
                    </p:cTn>
                  </p:par>
                  <p:par>
                    <p:cTn id="80" fill="hold">
                      <p:stCondLst>
                        <p:cond delay="indefinite"/>
                      </p:stCondLst>
                      <p:childTnLst>
                        <p:par>
                          <p:cTn id="81" fill="hold">
                            <p:stCondLst>
                              <p:cond delay="0"/>
                            </p:stCondLst>
                            <p:childTnLst>
                              <p:par>
                                <p:cTn id="82" presetID="22" presetClass="entr" presetSubtype="1" fill="hold" grpId="0" nodeType="clickEffect">
                                  <p:stCondLst>
                                    <p:cond delay="0"/>
                                  </p:stCondLst>
                                  <p:childTnLst>
                                    <p:set>
                                      <p:cBhvr>
                                        <p:cTn id="83" dur="1" fill="hold">
                                          <p:stCondLst>
                                            <p:cond delay="0"/>
                                          </p:stCondLst>
                                        </p:cTn>
                                        <p:tgtEl>
                                          <p:spTgt spid="254013"/>
                                        </p:tgtEl>
                                        <p:attrNameLst>
                                          <p:attrName>style.visibility</p:attrName>
                                        </p:attrNameLst>
                                      </p:cBhvr>
                                      <p:to>
                                        <p:strVal val="visible"/>
                                      </p:to>
                                    </p:set>
                                    <p:animEffect transition="in" filter="wipe(up)">
                                      <p:cBhvr>
                                        <p:cTn id="84" dur="500"/>
                                        <p:tgtEl>
                                          <p:spTgt spid="254013"/>
                                        </p:tgtEl>
                                      </p:cBhvr>
                                    </p:animEffect>
                                  </p:childTnLst>
                                </p:cTn>
                              </p:par>
                              <p:par>
                                <p:cTn id="85" presetID="9" presetClass="entr" presetSubtype="0" fill="hold" grpId="0" nodeType="withEffect">
                                  <p:stCondLst>
                                    <p:cond delay="0"/>
                                  </p:stCondLst>
                                  <p:childTnLst>
                                    <p:set>
                                      <p:cBhvr>
                                        <p:cTn id="86" dur="1" fill="hold">
                                          <p:stCondLst>
                                            <p:cond delay="0"/>
                                          </p:stCondLst>
                                        </p:cTn>
                                        <p:tgtEl>
                                          <p:spTgt spid="254014"/>
                                        </p:tgtEl>
                                        <p:attrNameLst>
                                          <p:attrName>style.visibility</p:attrName>
                                        </p:attrNameLst>
                                      </p:cBhvr>
                                      <p:to>
                                        <p:strVal val="visible"/>
                                      </p:to>
                                    </p:set>
                                    <p:animEffect transition="in" filter="dissolve">
                                      <p:cBhvr>
                                        <p:cTn id="87" dur="500"/>
                                        <p:tgtEl>
                                          <p:spTgt spid="254014"/>
                                        </p:tgtEl>
                                      </p:cBhvr>
                                    </p:animEffect>
                                  </p:childTnLst>
                                </p:cTn>
                              </p:par>
                            </p:childTnLst>
                          </p:cTn>
                        </p:par>
                      </p:childTnLst>
                    </p:cTn>
                  </p:par>
                  <p:par>
                    <p:cTn id="88" fill="hold">
                      <p:stCondLst>
                        <p:cond delay="indefinite"/>
                      </p:stCondLst>
                      <p:childTnLst>
                        <p:par>
                          <p:cTn id="89" fill="hold">
                            <p:stCondLst>
                              <p:cond delay="0"/>
                            </p:stCondLst>
                            <p:childTnLst>
                              <p:par>
                                <p:cTn id="90" presetID="22" presetClass="entr" presetSubtype="8" fill="hold" nodeType="clickEffect">
                                  <p:stCondLst>
                                    <p:cond delay="0"/>
                                  </p:stCondLst>
                                  <p:childTnLst>
                                    <p:set>
                                      <p:cBhvr>
                                        <p:cTn id="91" dur="1" fill="hold">
                                          <p:stCondLst>
                                            <p:cond delay="0"/>
                                          </p:stCondLst>
                                        </p:cTn>
                                        <p:tgtEl>
                                          <p:spTgt spid="254015"/>
                                        </p:tgtEl>
                                        <p:attrNameLst>
                                          <p:attrName>style.visibility</p:attrName>
                                        </p:attrNameLst>
                                      </p:cBhvr>
                                      <p:to>
                                        <p:strVal val="visible"/>
                                      </p:to>
                                    </p:set>
                                    <p:animEffect transition="in" filter="wipe(left)">
                                      <p:cBhvr>
                                        <p:cTn id="92" dur="500"/>
                                        <p:tgtEl>
                                          <p:spTgt spid="254015"/>
                                        </p:tgtEl>
                                      </p:cBhvr>
                                    </p:animEffect>
                                  </p:childTnLst>
                                </p:cTn>
                              </p:par>
                            </p:childTnLst>
                          </p:cTn>
                        </p:par>
                      </p:childTnLst>
                    </p:cTn>
                  </p:par>
                  <p:par>
                    <p:cTn id="93" fill="hold">
                      <p:stCondLst>
                        <p:cond delay="indefinite"/>
                      </p:stCondLst>
                      <p:childTnLst>
                        <p:par>
                          <p:cTn id="94" fill="hold">
                            <p:stCondLst>
                              <p:cond delay="0"/>
                            </p:stCondLst>
                            <p:childTnLst>
                              <p:par>
                                <p:cTn id="95" presetID="9" presetClass="entr" presetSubtype="0" fill="hold" grpId="0" nodeType="clickEffect">
                                  <p:stCondLst>
                                    <p:cond delay="0"/>
                                  </p:stCondLst>
                                  <p:childTnLst>
                                    <p:set>
                                      <p:cBhvr>
                                        <p:cTn id="96" dur="1" fill="hold">
                                          <p:stCondLst>
                                            <p:cond delay="0"/>
                                          </p:stCondLst>
                                        </p:cTn>
                                        <p:tgtEl>
                                          <p:spTgt spid="254016"/>
                                        </p:tgtEl>
                                        <p:attrNameLst>
                                          <p:attrName>style.visibility</p:attrName>
                                        </p:attrNameLst>
                                      </p:cBhvr>
                                      <p:to>
                                        <p:strVal val="visible"/>
                                      </p:to>
                                    </p:set>
                                    <p:animEffect transition="in" filter="dissolve">
                                      <p:cBhvr>
                                        <p:cTn id="97" dur="500"/>
                                        <p:tgtEl>
                                          <p:spTgt spid="254016"/>
                                        </p:tgtEl>
                                      </p:cBhvr>
                                    </p:animEffect>
                                  </p:childTnLst>
                                </p:cTn>
                              </p:par>
                            </p:childTnLst>
                          </p:cTn>
                        </p:par>
                      </p:childTnLst>
                    </p:cTn>
                  </p:par>
                  <p:par>
                    <p:cTn id="98" fill="hold">
                      <p:stCondLst>
                        <p:cond delay="indefinite"/>
                      </p:stCondLst>
                      <p:childTnLst>
                        <p:par>
                          <p:cTn id="99" fill="hold">
                            <p:stCondLst>
                              <p:cond delay="0"/>
                            </p:stCondLst>
                            <p:childTnLst>
                              <p:par>
                                <p:cTn id="100" presetID="22" presetClass="entr" presetSubtype="2" fill="hold" grpId="0" nodeType="clickEffect">
                                  <p:stCondLst>
                                    <p:cond delay="0"/>
                                  </p:stCondLst>
                                  <p:childTnLst>
                                    <p:set>
                                      <p:cBhvr>
                                        <p:cTn id="101" dur="1" fill="hold">
                                          <p:stCondLst>
                                            <p:cond delay="0"/>
                                          </p:stCondLst>
                                        </p:cTn>
                                        <p:tgtEl>
                                          <p:spTgt spid="254017"/>
                                        </p:tgtEl>
                                        <p:attrNameLst>
                                          <p:attrName>style.visibility</p:attrName>
                                        </p:attrNameLst>
                                      </p:cBhvr>
                                      <p:to>
                                        <p:strVal val="visible"/>
                                      </p:to>
                                    </p:set>
                                    <p:animEffect transition="in" filter="wipe(right)">
                                      <p:cBhvr>
                                        <p:cTn id="102" dur="500"/>
                                        <p:tgtEl>
                                          <p:spTgt spid="254017"/>
                                        </p:tgtEl>
                                      </p:cBhvr>
                                    </p:animEffect>
                                  </p:childTnLst>
                                </p:cTn>
                              </p:par>
                              <p:par>
                                <p:cTn id="103" presetID="9" presetClass="entr" presetSubtype="0" fill="hold" grpId="0" nodeType="withEffect">
                                  <p:stCondLst>
                                    <p:cond delay="0"/>
                                  </p:stCondLst>
                                  <p:childTnLst>
                                    <p:set>
                                      <p:cBhvr>
                                        <p:cTn id="104" dur="1" fill="hold">
                                          <p:stCondLst>
                                            <p:cond delay="0"/>
                                          </p:stCondLst>
                                        </p:cTn>
                                        <p:tgtEl>
                                          <p:spTgt spid="254003"/>
                                        </p:tgtEl>
                                        <p:attrNameLst>
                                          <p:attrName>style.visibility</p:attrName>
                                        </p:attrNameLst>
                                      </p:cBhvr>
                                      <p:to>
                                        <p:strVal val="visible"/>
                                      </p:to>
                                    </p:set>
                                    <p:animEffect transition="in" filter="dissolve">
                                      <p:cBhvr>
                                        <p:cTn id="105" dur="500"/>
                                        <p:tgtEl>
                                          <p:spTgt spid="254003"/>
                                        </p:tgtEl>
                                      </p:cBhvr>
                                    </p:animEffect>
                                  </p:childTnLst>
                                </p:cTn>
                              </p:par>
                            </p:childTnLst>
                          </p:cTn>
                        </p:par>
                      </p:childTnLst>
                    </p:cTn>
                  </p:par>
                  <p:par>
                    <p:cTn id="106" fill="hold">
                      <p:stCondLst>
                        <p:cond delay="indefinite"/>
                      </p:stCondLst>
                      <p:childTnLst>
                        <p:par>
                          <p:cTn id="107" fill="hold">
                            <p:stCondLst>
                              <p:cond delay="0"/>
                            </p:stCondLst>
                            <p:childTnLst>
                              <p:par>
                                <p:cTn id="108" presetID="22" presetClass="entr" presetSubtype="1" fill="hold" grpId="0" nodeType="clickEffect">
                                  <p:stCondLst>
                                    <p:cond delay="0"/>
                                  </p:stCondLst>
                                  <p:childTnLst>
                                    <p:set>
                                      <p:cBhvr>
                                        <p:cTn id="109" dur="1" fill="hold">
                                          <p:stCondLst>
                                            <p:cond delay="0"/>
                                          </p:stCondLst>
                                        </p:cTn>
                                        <p:tgtEl>
                                          <p:spTgt spid="254018"/>
                                        </p:tgtEl>
                                        <p:attrNameLst>
                                          <p:attrName>style.visibility</p:attrName>
                                        </p:attrNameLst>
                                      </p:cBhvr>
                                      <p:to>
                                        <p:strVal val="visible"/>
                                      </p:to>
                                    </p:set>
                                    <p:animEffect transition="in" filter="wipe(up)">
                                      <p:cBhvr>
                                        <p:cTn id="110" dur="500"/>
                                        <p:tgtEl>
                                          <p:spTgt spid="254018"/>
                                        </p:tgtEl>
                                      </p:cBhvr>
                                    </p:animEffect>
                                  </p:childTnLst>
                                </p:cTn>
                              </p:par>
                            </p:childTnLst>
                          </p:cTn>
                        </p:par>
                        <p:par>
                          <p:cTn id="111" fill="hold">
                            <p:stCondLst>
                              <p:cond delay="500"/>
                            </p:stCondLst>
                            <p:childTnLst>
                              <p:par>
                                <p:cTn id="112" presetID="9" presetClass="entr" presetSubtype="0" fill="hold" grpId="0" nodeType="afterEffect">
                                  <p:stCondLst>
                                    <p:cond delay="0"/>
                                  </p:stCondLst>
                                  <p:childTnLst>
                                    <p:set>
                                      <p:cBhvr>
                                        <p:cTn id="113" dur="1" fill="hold">
                                          <p:stCondLst>
                                            <p:cond delay="0"/>
                                          </p:stCondLst>
                                        </p:cTn>
                                        <p:tgtEl>
                                          <p:spTgt spid="254004"/>
                                        </p:tgtEl>
                                        <p:attrNameLst>
                                          <p:attrName>style.visibility</p:attrName>
                                        </p:attrNameLst>
                                      </p:cBhvr>
                                      <p:to>
                                        <p:strVal val="visible"/>
                                      </p:to>
                                    </p:set>
                                    <p:animEffect transition="in" filter="dissolve">
                                      <p:cBhvr>
                                        <p:cTn id="114" dur="500"/>
                                        <p:tgtEl>
                                          <p:spTgt spid="254004"/>
                                        </p:tgtEl>
                                      </p:cBhvr>
                                    </p:animEffect>
                                  </p:childTnLst>
                                </p:cTn>
                              </p:par>
                            </p:childTnLst>
                          </p:cTn>
                        </p:par>
                      </p:childTnLst>
                    </p:cTn>
                  </p:par>
                  <p:par>
                    <p:cTn id="115" fill="hold">
                      <p:stCondLst>
                        <p:cond delay="indefinite"/>
                      </p:stCondLst>
                      <p:childTnLst>
                        <p:par>
                          <p:cTn id="116" fill="hold">
                            <p:stCondLst>
                              <p:cond delay="0"/>
                            </p:stCondLst>
                            <p:childTnLst>
                              <p:par>
                                <p:cTn id="117" presetID="22" presetClass="entr" presetSubtype="1" fill="hold" grpId="0" nodeType="clickEffect">
                                  <p:stCondLst>
                                    <p:cond delay="0"/>
                                  </p:stCondLst>
                                  <p:childTnLst>
                                    <p:set>
                                      <p:cBhvr>
                                        <p:cTn id="118" dur="1" fill="hold">
                                          <p:stCondLst>
                                            <p:cond delay="0"/>
                                          </p:stCondLst>
                                        </p:cTn>
                                        <p:tgtEl>
                                          <p:spTgt spid="254019"/>
                                        </p:tgtEl>
                                        <p:attrNameLst>
                                          <p:attrName>style.visibility</p:attrName>
                                        </p:attrNameLst>
                                      </p:cBhvr>
                                      <p:to>
                                        <p:strVal val="visible"/>
                                      </p:to>
                                    </p:set>
                                    <p:animEffect transition="in" filter="wipe(up)">
                                      <p:cBhvr>
                                        <p:cTn id="119" dur="500"/>
                                        <p:tgtEl>
                                          <p:spTgt spid="254019"/>
                                        </p:tgtEl>
                                      </p:cBhvr>
                                    </p:animEffect>
                                  </p:childTnLst>
                                </p:cTn>
                              </p:par>
                            </p:childTnLst>
                          </p:cTn>
                        </p:par>
                        <p:par>
                          <p:cTn id="120" fill="hold">
                            <p:stCondLst>
                              <p:cond delay="500"/>
                            </p:stCondLst>
                            <p:childTnLst>
                              <p:par>
                                <p:cTn id="121" presetID="9" presetClass="entr" presetSubtype="0" fill="hold" grpId="0" nodeType="afterEffect">
                                  <p:stCondLst>
                                    <p:cond delay="0"/>
                                  </p:stCondLst>
                                  <p:childTnLst>
                                    <p:set>
                                      <p:cBhvr>
                                        <p:cTn id="122" dur="1" fill="hold">
                                          <p:stCondLst>
                                            <p:cond delay="0"/>
                                          </p:stCondLst>
                                        </p:cTn>
                                        <p:tgtEl>
                                          <p:spTgt spid="254020"/>
                                        </p:tgtEl>
                                        <p:attrNameLst>
                                          <p:attrName>style.visibility</p:attrName>
                                        </p:attrNameLst>
                                      </p:cBhvr>
                                      <p:to>
                                        <p:strVal val="visible"/>
                                      </p:to>
                                    </p:set>
                                    <p:animEffect transition="in" filter="dissolve">
                                      <p:cBhvr>
                                        <p:cTn id="123" dur="500"/>
                                        <p:tgtEl>
                                          <p:spTgt spid="254020"/>
                                        </p:tgtEl>
                                      </p:cBhvr>
                                    </p:animEffect>
                                  </p:childTnLst>
                                </p:cTn>
                              </p:par>
                            </p:childTnLst>
                          </p:cTn>
                        </p:par>
                      </p:childTnLst>
                    </p:cTn>
                  </p:par>
                  <p:par>
                    <p:cTn id="124" fill="hold">
                      <p:stCondLst>
                        <p:cond delay="indefinite"/>
                      </p:stCondLst>
                      <p:childTnLst>
                        <p:par>
                          <p:cTn id="125" fill="hold">
                            <p:stCondLst>
                              <p:cond delay="0"/>
                            </p:stCondLst>
                            <p:childTnLst>
                              <p:par>
                                <p:cTn id="126" presetID="22" presetClass="entr" presetSubtype="4" fill="hold" grpId="0" nodeType="clickEffect">
                                  <p:stCondLst>
                                    <p:cond delay="0"/>
                                  </p:stCondLst>
                                  <p:childTnLst>
                                    <p:set>
                                      <p:cBhvr>
                                        <p:cTn id="127" dur="1" fill="hold">
                                          <p:stCondLst>
                                            <p:cond delay="0"/>
                                          </p:stCondLst>
                                        </p:cTn>
                                        <p:tgtEl>
                                          <p:spTgt spid="254021"/>
                                        </p:tgtEl>
                                        <p:attrNameLst>
                                          <p:attrName>style.visibility</p:attrName>
                                        </p:attrNameLst>
                                      </p:cBhvr>
                                      <p:to>
                                        <p:strVal val="visible"/>
                                      </p:to>
                                    </p:set>
                                    <p:animEffect transition="in" filter="wipe(down)">
                                      <p:cBhvr>
                                        <p:cTn id="128" dur="500"/>
                                        <p:tgtEl>
                                          <p:spTgt spid="254021"/>
                                        </p:tgtEl>
                                      </p:cBhvr>
                                    </p:animEffect>
                                  </p:childTnLst>
                                </p:cTn>
                              </p:par>
                            </p:childTnLst>
                          </p:cTn>
                        </p:par>
                        <p:par>
                          <p:cTn id="129" fill="hold">
                            <p:stCondLst>
                              <p:cond delay="500"/>
                            </p:stCondLst>
                            <p:childTnLst>
                              <p:par>
                                <p:cTn id="130" presetID="9" presetClass="entr" presetSubtype="0" fill="hold" grpId="0" nodeType="afterEffect">
                                  <p:stCondLst>
                                    <p:cond delay="0"/>
                                  </p:stCondLst>
                                  <p:childTnLst>
                                    <p:set>
                                      <p:cBhvr>
                                        <p:cTn id="131" dur="1" fill="hold">
                                          <p:stCondLst>
                                            <p:cond delay="0"/>
                                          </p:stCondLst>
                                        </p:cTn>
                                        <p:tgtEl>
                                          <p:spTgt spid="254022"/>
                                        </p:tgtEl>
                                        <p:attrNameLst>
                                          <p:attrName>style.visibility</p:attrName>
                                        </p:attrNameLst>
                                      </p:cBhvr>
                                      <p:to>
                                        <p:strVal val="visible"/>
                                      </p:to>
                                    </p:set>
                                    <p:animEffect transition="in" filter="dissolve">
                                      <p:cBhvr>
                                        <p:cTn id="132" dur="500"/>
                                        <p:tgtEl>
                                          <p:spTgt spid="254022"/>
                                        </p:tgtEl>
                                      </p:cBhvr>
                                    </p:animEffect>
                                  </p:childTnLst>
                                </p:cTn>
                              </p:par>
                            </p:childTnLst>
                          </p:cTn>
                        </p:par>
                      </p:childTnLst>
                    </p:cTn>
                  </p:par>
                  <p:par>
                    <p:cTn id="133" fill="hold">
                      <p:stCondLst>
                        <p:cond delay="indefinite"/>
                      </p:stCondLst>
                      <p:childTnLst>
                        <p:par>
                          <p:cTn id="134" fill="hold">
                            <p:stCondLst>
                              <p:cond delay="0"/>
                            </p:stCondLst>
                            <p:childTnLst>
                              <p:par>
                                <p:cTn id="135" presetID="22" presetClass="entr" presetSubtype="8" fill="hold" nodeType="clickEffect">
                                  <p:stCondLst>
                                    <p:cond delay="0"/>
                                  </p:stCondLst>
                                  <p:childTnLst>
                                    <p:set>
                                      <p:cBhvr>
                                        <p:cTn id="136" dur="1" fill="hold">
                                          <p:stCondLst>
                                            <p:cond delay="0"/>
                                          </p:stCondLst>
                                        </p:cTn>
                                        <p:tgtEl>
                                          <p:spTgt spid="254023"/>
                                        </p:tgtEl>
                                        <p:attrNameLst>
                                          <p:attrName>style.visibility</p:attrName>
                                        </p:attrNameLst>
                                      </p:cBhvr>
                                      <p:to>
                                        <p:strVal val="visible"/>
                                      </p:to>
                                    </p:set>
                                    <p:animEffect transition="in" filter="wipe(left)">
                                      <p:cBhvr>
                                        <p:cTn id="137" dur="500"/>
                                        <p:tgtEl>
                                          <p:spTgt spid="254023"/>
                                        </p:tgtEl>
                                      </p:cBhvr>
                                    </p:animEffect>
                                  </p:childTnLst>
                                </p:cTn>
                              </p:par>
                            </p:childTnLst>
                          </p:cTn>
                        </p:par>
                      </p:childTnLst>
                    </p:cTn>
                  </p:par>
                  <p:par>
                    <p:cTn id="138" fill="hold">
                      <p:stCondLst>
                        <p:cond delay="indefinite"/>
                      </p:stCondLst>
                      <p:childTnLst>
                        <p:par>
                          <p:cTn id="139" fill="hold">
                            <p:stCondLst>
                              <p:cond delay="0"/>
                            </p:stCondLst>
                            <p:childTnLst>
                              <p:par>
                                <p:cTn id="140" presetID="22" presetClass="entr" presetSubtype="8" fill="hold" grpId="0" nodeType="clickEffect">
                                  <p:stCondLst>
                                    <p:cond delay="0"/>
                                  </p:stCondLst>
                                  <p:childTnLst>
                                    <p:set>
                                      <p:cBhvr>
                                        <p:cTn id="141" dur="1" fill="hold">
                                          <p:stCondLst>
                                            <p:cond delay="0"/>
                                          </p:stCondLst>
                                        </p:cTn>
                                        <p:tgtEl>
                                          <p:spTgt spid="254024"/>
                                        </p:tgtEl>
                                        <p:attrNameLst>
                                          <p:attrName>style.visibility</p:attrName>
                                        </p:attrNameLst>
                                      </p:cBhvr>
                                      <p:to>
                                        <p:strVal val="visible"/>
                                      </p:to>
                                    </p:set>
                                    <p:animEffect transition="in" filter="wipe(left)">
                                      <p:cBhvr>
                                        <p:cTn id="142" dur="500"/>
                                        <p:tgtEl>
                                          <p:spTgt spid="254024"/>
                                        </p:tgtEl>
                                      </p:cBhvr>
                                    </p:animEffect>
                                  </p:childTnLst>
                                </p:cTn>
                              </p:par>
                            </p:childTnLst>
                          </p:cTn>
                        </p:par>
                      </p:childTnLst>
                    </p:cTn>
                  </p:par>
                  <p:par>
                    <p:cTn id="143" fill="hold">
                      <p:stCondLst>
                        <p:cond delay="indefinite"/>
                      </p:stCondLst>
                      <p:childTnLst>
                        <p:par>
                          <p:cTn id="144" fill="hold">
                            <p:stCondLst>
                              <p:cond delay="0"/>
                            </p:stCondLst>
                            <p:childTnLst>
                              <p:par>
                                <p:cTn id="145" presetID="4" presetClass="entr" presetSubtype="32" fill="hold" nodeType="clickEffect">
                                  <p:stCondLst>
                                    <p:cond delay="0"/>
                                  </p:stCondLst>
                                  <p:childTnLst>
                                    <p:set>
                                      <p:cBhvr>
                                        <p:cTn id="146" dur="1" fill="hold">
                                          <p:stCondLst>
                                            <p:cond delay="0"/>
                                          </p:stCondLst>
                                        </p:cTn>
                                        <p:tgtEl>
                                          <p:spTgt spid="254025"/>
                                        </p:tgtEl>
                                        <p:attrNameLst>
                                          <p:attrName>style.visibility</p:attrName>
                                        </p:attrNameLst>
                                      </p:cBhvr>
                                      <p:to>
                                        <p:strVal val="visible"/>
                                      </p:to>
                                    </p:set>
                                    <p:animEffect transition="in" filter="box(out)">
                                      <p:cBhvr>
                                        <p:cTn id="147" dur="500"/>
                                        <p:tgtEl>
                                          <p:spTgt spid="254025"/>
                                        </p:tgtEl>
                                      </p:cBhvr>
                                    </p:animEffect>
                                  </p:childTnLst>
                                </p:cTn>
                              </p:par>
                            </p:childTnLst>
                          </p:cTn>
                        </p:par>
                        <p:par>
                          <p:cTn id="148" fill="hold">
                            <p:stCondLst>
                              <p:cond delay="500"/>
                            </p:stCondLst>
                            <p:childTnLst>
                              <p:par>
                                <p:cTn id="149" presetID="22" presetClass="entr" presetSubtype="8" fill="hold" nodeType="afterEffect">
                                  <p:stCondLst>
                                    <p:cond delay="0"/>
                                  </p:stCondLst>
                                  <p:childTnLst>
                                    <p:set>
                                      <p:cBhvr>
                                        <p:cTn id="150" dur="1" fill="hold">
                                          <p:stCondLst>
                                            <p:cond delay="0"/>
                                          </p:stCondLst>
                                        </p:cTn>
                                        <p:tgtEl>
                                          <p:spTgt spid="254026"/>
                                        </p:tgtEl>
                                        <p:attrNameLst>
                                          <p:attrName>style.visibility</p:attrName>
                                        </p:attrNameLst>
                                      </p:cBhvr>
                                      <p:to>
                                        <p:strVal val="visible"/>
                                      </p:to>
                                    </p:set>
                                    <p:animEffect transition="in" filter="wipe(left)">
                                      <p:cBhvr>
                                        <p:cTn id="151" dur="500"/>
                                        <p:tgtEl>
                                          <p:spTgt spid="254026"/>
                                        </p:tgtEl>
                                      </p:cBhvr>
                                    </p:animEffect>
                                  </p:childTnLst>
                                </p:cTn>
                              </p:par>
                            </p:childTnLst>
                          </p:cTn>
                        </p:par>
                        <p:par>
                          <p:cTn id="152" fill="hold">
                            <p:stCondLst>
                              <p:cond delay="1000"/>
                            </p:stCondLst>
                            <p:childTnLst>
                              <p:par>
                                <p:cTn id="153" presetID="22" presetClass="entr" presetSubtype="8" fill="hold" nodeType="afterEffect">
                                  <p:stCondLst>
                                    <p:cond delay="0"/>
                                  </p:stCondLst>
                                  <p:childTnLst>
                                    <p:set>
                                      <p:cBhvr>
                                        <p:cTn id="154" dur="1" fill="hold">
                                          <p:stCondLst>
                                            <p:cond delay="0"/>
                                          </p:stCondLst>
                                        </p:cTn>
                                        <p:tgtEl>
                                          <p:spTgt spid="254027"/>
                                        </p:tgtEl>
                                        <p:attrNameLst>
                                          <p:attrName>style.visibility</p:attrName>
                                        </p:attrNameLst>
                                      </p:cBhvr>
                                      <p:to>
                                        <p:strVal val="visible"/>
                                      </p:to>
                                    </p:set>
                                    <p:animEffect transition="in" filter="wipe(left)">
                                      <p:cBhvr>
                                        <p:cTn id="155" dur="500"/>
                                        <p:tgtEl>
                                          <p:spTgt spid="254027"/>
                                        </p:tgtEl>
                                      </p:cBhvr>
                                    </p:animEffect>
                                  </p:childTnLst>
                                </p:cTn>
                              </p:par>
                            </p:childTnLst>
                          </p:cTn>
                        </p:par>
                        <p:par>
                          <p:cTn id="156" fill="hold">
                            <p:stCondLst>
                              <p:cond delay="1500"/>
                            </p:stCondLst>
                            <p:childTnLst>
                              <p:par>
                                <p:cTn id="157" presetID="4" presetClass="entr" presetSubtype="32" fill="hold" nodeType="afterEffect">
                                  <p:stCondLst>
                                    <p:cond delay="0"/>
                                  </p:stCondLst>
                                  <p:childTnLst>
                                    <p:set>
                                      <p:cBhvr>
                                        <p:cTn id="158" dur="1" fill="hold">
                                          <p:stCondLst>
                                            <p:cond delay="0"/>
                                          </p:stCondLst>
                                        </p:cTn>
                                        <p:tgtEl>
                                          <p:spTgt spid="254028"/>
                                        </p:tgtEl>
                                        <p:attrNameLst>
                                          <p:attrName>style.visibility</p:attrName>
                                        </p:attrNameLst>
                                      </p:cBhvr>
                                      <p:to>
                                        <p:strVal val="visible"/>
                                      </p:to>
                                    </p:set>
                                    <p:animEffect transition="in" filter="box(out)">
                                      <p:cBhvr>
                                        <p:cTn id="159" dur="500"/>
                                        <p:tgtEl>
                                          <p:spTgt spid="254028"/>
                                        </p:tgtEl>
                                      </p:cBhvr>
                                    </p:animEffect>
                                  </p:childTnLst>
                                </p:cTn>
                              </p:par>
                            </p:childTnLst>
                          </p:cTn>
                        </p:par>
                      </p:childTnLst>
                    </p:cTn>
                  </p:par>
                  <p:par>
                    <p:cTn id="160" fill="hold">
                      <p:stCondLst>
                        <p:cond delay="indefinite"/>
                      </p:stCondLst>
                      <p:childTnLst>
                        <p:par>
                          <p:cTn id="161" fill="hold">
                            <p:stCondLst>
                              <p:cond delay="0"/>
                            </p:stCondLst>
                            <p:childTnLst>
                              <p:par>
                                <p:cTn id="162" presetID="4" presetClass="entr" presetSubtype="32" fill="hold" nodeType="clickEffect">
                                  <p:stCondLst>
                                    <p:cond delay="0"/>
                                  </p:stCondLst>
                                  <p:childTnLst>
                                    <p:set>
                                      <p:cBhvr>
                                        <p:cTn id="163" dur="1" fill="hold">
                                          <p:stCondLst>
                                            <p:cond delay="0"/>
                                          </p:stCondLst>
                                        </p:cTn>
                                        <p:tgtEl>
                                          <p:spTgt spid="254029"/>
                                        </p:tgtEl>
                                        <p:attrNameLst>
                                          <p:attrName>style.visibility</p:attrName>
                                        </p:attrNameLst>
                                      </p:cBhvr>
                                      <p:to>
                                        <p:strVal val="visible"/>
                                      </p:to>
                                    </p:set>
                                    <p:animEffect transition="in" filter="box(out)">
                                      <p:cBhvr>
                                        <p:cTn id="164" dur="500"/>
                                        <p:tgtEl>
                                          <p:spTgt spid="254029"/>
                                        </p:tgtEl>
                                      </p:cBhvr>
                                    </p:animEffect>
                                  </p:childTnLst>
                                </p:cTn>
                              </p:par>
                            </p:childTnLst>
                          </p:cTn>
                        </p:par>
                      </p:childTnLst>
                    </p:cTn>
                  </p:par>
                  <p:par>
                    <p:cTn id="165" fill="hold">
                      <p:stCondLst>
                        <p:cond delay="indefinite"/>
                      </p:stCondLst>
                      <p:childTnLst>
                        <p:par>
                          <p:cTn id="166" fill="hold">
                            <p:stCondLst>
                              <p:cond delay="0"/>
                            </p:stCondLst>
                            <p:childTnLst>
                              <p:par>
                                <p:cTn id="167" presetID="4" presetClass="entr" presetSubtype="16" fill="hold" nodeType="clickEffect">
                                  <p:stCondLst>
                                    <p:cond delay="0"/>
                                  </p:stCondLst>
                                  <p:childTnLst>
                                    <p:set>
                                      <p:cBhvr>
                                        <p:cTn id="168" dur="1" fill="hold">
                                          <p:stCondLst>
                                            <p:cond delay="0"/>
                                          </p:stCondLst>
                                        </p:cTn>
                                        <p:tgtEl>
                                          <p:spTgt spid="254030"/>
                                        </p:tgtEl>
                                        <p:attrNameLst>
                                          <p:attrName>style.visibility</p:attrName>
                                        </p:attrNameLst>
                                      </p:cBhvr>
                                      <p:to>
                                        <p:strVal val="visible"/>
                                      </p:to>
                                    </p:set>
                                    <p:animEffect transition="in" filter="box(in)">
                                      <p:cBhvr>
                                        <p:cTn id="169" dur="500"/>
                                        <p:tgtEl>
                                          <p:spTgt spid="254030"/>
                                        </p:tgtEl>
                                      </p:cBhvr>
                                    </p:animEffect>
                                  </p:childTnLst>
                                </p:cTn>
                              </p:par>
                            </p:childTnLst>
                          </p:cTn>
                        </p:par>
                      </p:childTnLst>
                    </p:cTn>
                  </p:par>
                  <p:par>
                    <p:cTn id="170" fill="hold">
                      <p:stCondLst>
                        <p:cond delay="indefinite"/>
                      </p:stCondLst>
                      <p:childTnLst>
                        <p:par>
                          <p:cTn id="171" fill="hold">
                            <p:stCondLst>
                              <p:cond delay="0"/>
                            </p:stCondLst>
                            <p:childTnLst>
                              <p:par>
                                <p:cTn id="172" presetID="4" presetClass="entr" presetSubtype="32" fill="hold" nodeType="clickEffect">
                                  <p:stCondLst>
                                    <p:cond delay="0"/>
                                  </p:stCondLst>
                                  <p:childTnLst>
                                    <p:set>
                                      <p:cBhvr>
                                        <p:cTn id="173" dur="1" fill="hold">
                                          <p:stCondLst>
                                            <p:cond delay="0"/>
                                          </p:stCondLst>
                                        </p:cTn>
                                        <p:tgtEl>
                                          <p:spTgt spid="254031"/>
                                        </p:tgtEl>
                                        <p:attrNameLst>
                                          <p:attrName>style.visibility</p:attrName>
                                        </p:attrNameLst>
                                      </p:cBhvr>
                                      <p:to>
                                        <p:strVal val="visible"/>
                                      </p:to>
                                    </p:set>
                                    <p:animEffect transition="in" filter="box(out)">
                                      <p:cBhvr>
                                        <p:cTn id="174" dur="500"/>
                                        <p:tgtEl>
                                          <p:spTgt spid="2540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3996" grpId="0"/>
      <p:bldP spid="253997" grpId="0"/>
      <p:bldP spid="253998" grpId="0"/>
      <p:bldP spid="253999" grpId="0"/>
      <p:bldP spid="254000" grpId="0" animBg="1"/>
      <p:bldP spid="254001" grpId="0"/>
      <p:bldP spid="254002" grpId="0"/>
      <p:bldP spid="254003" grpId="0"/>
      <p:bldP spid="254004" grpId="0"/>
      <p:bldP spid="254005" grpId="0"/>
      <p:bldP spid="254006" grpId="0" animBg="1"/>
      <p:bldP spid="254007" grpId="0"/>
      <p:bldP spid="254008" grpId="0" animBg="1"/>
      <p:bldP spid="254009" grpId="0"/>
      <p:bldP spid="254011" grpId="0"/>
      <p:bldP spid="254012" grpId="0" animBg="1"/>
      <p:bldP spid="254013" grpId="0" animBg="1"/>
      <p:bldP spid="254014" grpId="0"/>
      <p:bldP spid="254016" grpId="0"/>
      <p:bldP spid="254017" grpId="0" animBg="1"/>
      <p:bldP spid="254018" grpId="0" animBg="1"/>
      <p:bldP spid="254019" grpId="0" animBg="1"/>
      <p:bldP spid="254020" grpId="0"/>
      <p:bldP spid="254021" grpId="0" animBg="1"/>
      <p:bldP spid="254022" grpId="0"/>
      <p:bldP spid="254024"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p:cNvGrpSpPr>
          <p:nvPr/>
        </p:nvGrpSpPr>
        <p:grpSpPr bwMode="auto">
          <a:xfrm>
            <a:off x="6011863" y="620713"/>
            <a:ext cx="3024187" cy="2519362"/>
            <a:chOff x="3152" y="0"/>
            <a:chExt cx="1905" cy="1587"/>
          </a:xfrm>
        </p:grpSpPr>
        <p:sp>
          <p:nvSpPr>
            <p:cNvPr id="45096" name="Oval 3"/>
            <p:cNvSpPr>
              <a:spLocks noChangeArrowheads="1"/>
            </p:cNvSpPr>
            <p:nvPr/>
          </p:nvSpPr>
          <p:spPr bwMode="auto">
            <a:xfrm>
              <a:off x="4423" y="409"/>
              <a:ext cx="226" cy="226"/>
            </a:xfrm>
            <a:prstGeom prst="ellipse">
              <a:avLst/>
            </a:prstGeom>
            <a:solidFill>
              <a:srgbClr val="996633"/>
            </a:solidFill>
            <a:ln w="9525" algn="ctr">
              <a:noFill/>
              <a:round/>
              <a:headEnd/>
              <a:tailEnd/>
            </a:ln>
          </p:spPr>
          <p:txBody>
            <a:bodyPr wrap="none" anchor="ctr">
              <a:spAutoFit/>
            </a:bodyPr>
            <a:lstStyle/>
            <a:p>
              <a:endParaRPr lang="zh-CN" altLang="en-US"/>
            </a:p>
          </p:txBody>
        </p:sp>
        <p:sp>
          <p:nvSpPr>
            <p:cNvPr id="45097" name="AutoShape 4" descr="棕色大理石"/>
            <p:cNvSpPr>
              <a:spLocks noChangeArrowheads="1"/>
            </p:cNvSpPr>
            <p:nvPr/>
          </p:nvSpPr>
          <p:spPr bwMode="auto">
            <a:xfrm rot="3412162">
              <a:off x="4412" y="499"/>
              <a:ext cx="137" cy="136"/>
            </a:xfrm>
            <a:prstGeom prst="triangle">
              <a:avLst>
                <a:gd name="adj" fmla="val 50000"/>
              </a:avLst>
            </a:prstGeom>
            <a:blipFill dpi="0" rotWithShape="1">
              <a:blip r:embed="rId3"/>
              <a:srcRect/>
              <a:tile tx="0" ty="0" sx="100000" sy="100000" flip="none" algn="tl"/>
            </a:blipFill>
            <a:ln w="9525" algn="ctr">
              <a:noFill/>
              <a:miter lim="800000"/>
              <a:headEnd/>
              <a:tailEnd/>
            </a:ln>
          </p:spPr>
          <p:txBody>
            <a:bodyPr anchor="ctr">
              <a:spAutoFit/>
            </a:bodyPr>
            <a:lstStyle/>
            <a:p>
              <a:endParaRPr lang="zh-CN" altLang="en-US"/>
            </a:p>
          </p:txBody>
        </p:sp>
        <p:sp>
          <p:nvSpPr>
            <p:cNvPr id="45098" name="Line 5"/>
            <p:cNvSpPr>
              <a:spLocks noChangeShapeType="1"/>
            </p:cNvSpPr>
            <p:nvPr/>
          </p:nvSpPr>
          <p:spPr bwMode="auto">
            <a:xfrm>
              <a:off x="3152" y="589"/>
              <a:ext cx="1270" cy="0"/>
            </a:xfrm>
            <a:prstGeom prst="line">
              <a:avLst/>
            </a:prstGeom>
            <a:noFill/>
            <a:ln w="28575">
              <a:solidFill>
                <a:srgbClr val="000099"/>
              </a:solidFill>
              <a:round/>
              <a:headEnd/>
              <a:tailEnd/>
            </a:ln>
          </p:spPr>
          <p:txBody>
            <a:bodyPr>
              <a:spAutoFit/>
            </a:bodyPr>
            <a:lstStyle/>
            <a:p>
              <a:endParaRPr lang="zh-CN" altLang="en-US"/>
            </a:p>
          </p:txBody>
        </p:sp>
        <p:sp>
          <p:nvSpPr>
            <p:cNvPr id="45099" name="Line 6"/>
            <p:cNvSpPr>
              <a:spLocks noChangeShapeType="1"/>
            </p:cNvSpPr>
            <p:nvPr/>
          </p:nvSpPr>
          <p:spPr bwMode="auto">
            <a:xfrm>
              <a:off x="4422" y="589"/>
              <a:ext cx="0" cy="998"/>
            </a:xfrm>
            <a:prstGeom prst="line">
              <a:avLst/>
            </a:prstGeom>
            <a:noFill/>
            <a:ln w="28575">
              <a:solidFill>
                <a:srgbClr val="000099"/>
              </a:solidFill>
              <a:round/>
              <a:headEnd/>
              <a:tailEnd/>
            </a:ln>
          </p:spPr>
          <p:txBody>
            <a:bodyPr>
              <a:spAutoFit/>
            </a:bodyPr>
            <a:lstStyle/>
            <a:p>
              <a:endParaRPr lang="zh-CN" altLang="en-US"/>
            </a:p>
          </p:txBody>
        </p:sp>
        <p:sp>
          <p:nvSpPr>
            <p:cNvPr id="45100" name="Rectangle 7" descr="深色木质"/>
            <p:cNvSpPr>
              <a:spLocks noChangeArrowheads="1"/>
            </p:cNvSpPr>
            <p:nvPr/>
          </p:nvSpPr>
          <p:spPr bwMode="auto">
            <a:xfrm>
              <a:off x="3198" y="226"/>
              <a:ext cx="362" cy="364"/>
            </a:xfrm>
            <a:prstGeom prst="rect">
              <a:avLst/>
            </a:prstGeom>
            <a:blipFill dpi="0" rotWithShape="1">
              <a:blip r:embed="rId4"/>
              <a:srcRect/>
              <a:tile tx="0" ty="0" sx="100000" sy="100000" flip="none" algn="tl"/>
            </a:blipFill>
            <a:ln w="9525" algn="ctr">
              <a:noFill/>
              <a:miter lim="800000"/>
              <a:headEnd/>
              <a:tailEnd/>
            </a:ln>
          </p:spPr>
          <p:txBody>
            <a:bodyPr anchor="ctr">
              <a:spAutoFit/>
            </a:bodyPr>
            <a:lstStyle/>
            <a:p>
              <a:endParaRPr lang="zh-CN" altLang="en-US"/>
            </a:p>
          </p:txBody>
        </p:sp>
        <p:sp>
          <p:nvSpPr>
            <p:cNvPr id="45101" name="Line 8"/>
            <p:cNvSpPr>
              <a:spLocks noChangeShapeType="1"/>
            </p:cNvSpPr>
            <p:nvPr/>
          </p:nvSpPr>
          <p:spPr bwMode="auto">
            <a:xfrm flipV="1">
              <a:off x="4377" y="905"/>
              <a:ext cx="45" cy="46"/>
            </a:xfrm>
            <a:prstGeom prst="line">
              <a:avLst/>
            </a:prstGeom>
            <a:noFill/>
            <a:ln w="9525">
              <a:solidFill>
                <a:schemeClr val="bg1"/>
              </a:solidFill>
              <a:round/>
              <a:headEnd/>
              <a:tailEnd/>
            </a:ln>
          </p:spPr>
          <p:txBody>
            <a:bodyPr>
              <a:spAutoFit/>
            </a:bodyPr>
            <a:lstStyle/>
            <a:p>
              <a:endParaRPr lang="zh-CN" altLang="en-US"/>
            </a:p>
          </p:txBody>
        </p:sp>
        <p:sp>
          <p:nvSpPr>
            <p:cNvPr id="45102" name="Line 9"/>
            <p:cNvSpPr>
              <a:spLocks noChangeShapeType="1"/>
            </p:cNvSpPr>
            <p:nvPr/>
          </p:nvSpPr>
          <p:spPr bwMode="auto">
            <a:xfrm flipV="1">
              <a:off x="4377" y="996"/>
              <a:ext cx="45" cy="46"/>
            </a:xfrm>
            <a:prstGeom prst="line">
              <a:avLst/>
            </a:prstGeom>
            <a:noFill/>
            <a:ln w="9525">
              <a:solidFill>
                <a:schemeClr val="bg1"/>
              </a:solidFill>
              <a:round/>
              <a:headEnd/>
              <a:tailEnd/>
            </a:ln>
          </p:spPr>
          <p:txBody>
            <a:bodyPr>
              <a:spAutoFit/>
            </a:bodyPr>
            <a:lstStyle/>
            <a:p>
              <a:endParaRPr lang="zh-CN" altLang="en-US"/>
            </a:p>
          </p:txBody>
        </p:sp>
        <p:sp>
          <p:nvSpPr>
            <p:cNvPr id="45103" name="Line 10"/>
            <p:cNvSpPr>
              <a:spLocks noChangeShapeType="1"/>
            </p:cNvSpPr>
            <p:nvPr/>
          </p:nvSpPr>
          <p:spPr bwMode="auto">
            <a:xfrm flipV="1">
              <a:off x="4377" y="1087"/>
              <a:ext cx="45" cy="46"/>
            </a:xfrm>
            <a:prstGeom prst="line">
              <a:avLst/>
            </a:prstGeom>
            <a:noFill/>
            <a:ln w="9525">
              <a:solidFill>
                <a:schemeClr val="bg1"/>
              </a:solidFill>
              <a:round/>
              <a:headEnd/>
              <a:tailEnd/>
            </a:ln>
          </p:spPr>
          <p:txBody>
            <a:bodyPr>
              <a:spAutoFit/>
            </a:bodyPr>
            <a:lstStyle/>
            <a:p>
              <a:endParaRPr lang="zh-CN" altLang="en-US"/>
            </a:p>
          </p:txBody>
        </p:sp>
        <p:sp>
          <p:nvSpPr>
            <p:cNvPr id="45104" name="Line 11"/>
            <p:cNvSpPr>
              <a:spLocks noChangeShapeType="1"/>
            </p:cNvSpPr>
            <p:nvPr/>
          </p:nvSpPr>
          <p:spPr bwMode="auto">
            <a:xfrm flipV="1">
              <a:off x="4377" y="1178"/>
              <a:ext cx="45" cy="46"/>
            </a:xfrm>
            <a:prstGeom prst="line">
              <a:avLst/>
            </a:prstGeom>
            <a:noFill/>
            <a:ln w="9525">
              <a:solidFill>
                <a:schemeClr val="bg1"/>
              </a:solidFill>
              <a:round/>
              <a:headEnd/>
              <a:tailEnd/>
            </a:ln>
          </p:spPr>
          <p:txBody>
            <a:bodyPr>
              <a:spAutoFit/>
            </a:bodyPr>
            <a:lstStyle/>
            <a:p>
              <a:endParaRPr lang="zh-CN" altLang="en-US"/>
            </a:p>
          </p:txBody>
        </p:sp>
        <p:sp>
          <p:nvSpPr>
            <p:cNvPr id="45105" name="Line 12"/>
            <p:cNvSpPr>
              <a:spLocks noChangeShapeType="1"/>
            </p:cNvSpPr>
            <p:nvPr/>
          </p:nvSpPr>
          <p:spPr bwMode="auto">
            <a:xfrm flipV="1">
              <a:off x="4377" y="1450"/>
              <a:ext cx="45" cy="46"/>
            </a:xfrm>
            <a:prstGeom prst="line">
              <a:avLst/>
            </a:prstGeom>
            <a:noFill/>
            <a:ln w="9525">
              <a:solidFill>
                <a:schemeClr val="bg1"/>
              </a:solidFill>
              <a:round/>
              <a:headEnd/>
              <a:tailEnd/>
            </a:ln>
          </p:spPr>
          <p:txBody>
            <a:bodyPr>
              <a:spAutoFit/>
            </a:bodyPr>
            <a:lstStyle/>
            <a:p>
              <a:endParaRPr lang="zh-CN" altLang="en-US"/>
            </a:p>
          </p:txBody>
        </p:sp>
        <p:sp>
          <p:nvSpPr>
            <p:cNvPr id="45106" name="Line 13"/>
            <p:cNvSpPr>
              <a:spLocks noChangeShapeType="1"/>
            </p:cNvSpPr>
            <p:nvPr/>
          </p:nvSpPr>
          <p:spPr bwMode="auto">
            <a:xfrm flipV="1">
              <a:off x="4377" y="1541"/>
              <a:ext cx="45" cy="46"/>
            </a:xfrm>
            <a:prstGeom prst="line">
              <a:avLst/>
            </a:prstGeom>
            <a:noFill/>
            <a:ln w="9525">
              <a:solidFill>
                <a:schemeClr val="bg1"/>
              </a:solidFill>
              <a:round/>
              <a:headEnd/>
              <a:tailEnd/>
            </a:ln>
          </p:spPr>
          <p:txBody>
            <a:bodyPr>
              <a:spAutoFit/>
            </a:bodyPr>
            <a:lstStyle/>
            <a:p>
              <a:endParaRPr lang="zh-CN" altLang="en-US"/>
            </a:p>
          </p:txBody>
        </p:sp>
        <p:sp>
          <p:nvSpPr>
            <p:cNvPr id="45107" name="Line 14"/>
            <p:cNvSpPr>
              <a:spLocks noChangeShapeType="1"/>
            </p:cNvSpPr>
            <p:nvPr/>
          </p:nvSpPr>
          <p:spPr bwMode="auto">
            <a:xfrm flipV="1">
              <a:off x="4377" y="1360"/>
              <a:ext cx="45" cy="46"/>
            </a:xfrm>
            <a:prstGeom prst="line">
              <a:avLst/>
            </a:prstGeom>
            <a:noFill/>
            <a:ln w="9525">
              <a:solidFill>
                <a:schemeClr val="bg1"/>
              </a:solidFill>
              <a:round/>
              <a:headEnd/>
              <a:tailEnd/>
            </a:ln>
          </p:spPr>
          <p:txBody>
            <a:bodyPr>
              <a:spAutoFit/>
            </a:bodyPr>
            <a:lstStyle/>
            <a:p>
              <a:endParaRPr lang="zh-CN" altLang="en-US"/>
            </a:p>
          </p:txBody>
        </p:sp>
        <p:sp>
          <p:nvSpPr>
            <p:cNvPr id="45108" name="Line 15"/>
            <p:cNvSpPr>
              <a:spLocks noChangeShapeType="1"/>
            </p:cNvSpPr>
            <p:nvPr/>
          </p:nvSpPr>
          <p:spPr bwMode="auto">
            <a:xfrm flipV="1">
              <a:off x="4377" y="1269"/>
              <a:ext cx="45" cy="46"/>
            </a:xfrm>
            <a:prstGeom prst="line">
              <a:avLst/>
            </a:prstGeom>
            <a:noFill/>
            <a:ln w="9525">
              <a:solidFill>
                <a:schemeClr val="bg1"/>
              </a:solidFill>
              <a:round/>
              <a:headEnd/>
              <a:tailEnd/>
            </a:ln>
          </p:spPr>
          <p:txBody>
            <a:bodyPr>
              <a:spAutoFit/>
            </a:bodyPr>
            <a:lstStyle/>
            <a:p>
              <a:endParaRPr lang="zh-CN" altLang="en-US"/>
            </a:p>
          </p:txBody>
        </p:sp>
        <p:sp>
          <p:nvSpPr>
            <p:cNvPr id="45109" name="Line 16"/>
            <p:cNvSpPr>
              <a:spLocks noChangeShapeType="1"/>
            </p:cNvSpPr>
            <p:nvPr/>
          </p:nvSpPr>
          <p:spPr bwMode="auto">
            <a:xfrm flipV="1">
              <a:off x="4377" y="1178"/>
              <a:ext cx="45" cy="46"/>
            </a:xfrm>
            <a:prstGeom prst="line">
              <a:avLst/>
            </a:prstGeom>
            <a:noFill/>
            <a:ln w="9525">
              <a:solidFill>
                <a:schemeClr val="bg1"/>
              </a:solidFill>
              <a:round/>
              <a:headEnd/>
              <a:tailEnd/>
            </a:ln>
          </p:spPr>
          <p:txBody>
            <a:bodyPr>
              <a:spAutoFit/>
            </a:bodyPr>
            <a:lstStyle/>
            <a:p>
              <a:endParaRPr lang="zh-CN" altLang="en-US"/>
            </a:p>
          </p:txBody>
        </p:sp>
        <p:sp>
          <p:nvSpPr>
            <p:cNvPr id="45110" name="Line 17"/>
            <p:cNvSpPr>
              <a:spLocks noChangeShapeType="1"/>
            </p:cNvSpPr>
            <p:nvPr/>
          </p:nvSpPr>
          <p:spPr bwMode="auto">
            <a:xfrm flipV="1">
              <a:off x="4376" y="635"/>
              <a:ext cx="45" cy="46"/>
            </a:xfrm>
            <a:prstGeom prst="line">
              <a:avLst/>
            </a:prstGeom>
            <a:noFill/>
            <a:ln w="9525">
              <a:solidFill>
                <a:schemeClr val="bg1"/>
              </a:solidFill>
              <a:round/>
              <a:headEnd/>
              <a:tailEnd/>
            </a:ln>
          </p:spPr>
          <p:txBody>
            <a:bodyPr>
              <a:spAutoFit/>
            </a:bodyPr>
            <a:lstStyle/>
            <a:p>
              <a:endParaRPr lang="zh-CN" altLang="en-US"/>
            </a:p>
          </p:txBody>
        </p:sp>
        <p:sp>
          <p:nvSpPr>
            <p:cNvPr id="45111" name="Line 18"/>
            <p:cNvSpPr>
              <a:spLocks noChangeShapeType="1"/>
            </p:cNvSpPr>
            <p:nvPr/>
          </p:nvSpPr>
          <p:spPr bwMode="auto">
            <a:xfrm flipV="1">
              <a:off x="4376" y="817"/>
              <a:ext cx="45" cy="46"/>
            </a:xfrm>
            <a:prstGeom prst="line">
              <a:avLst/>
            </a:prstGeom>
            <a:noFill/>
            <a:ln w="9525">
              <a:solidFill>
                <a:schemeClr val="bg1"/>
              </a:solidFill>
              <a:round/>
              <a:headEnd/>
              <a:tailEnd/>
            </a:ln>
          </p:spPr>
          <p:txBody>
            <a:bodyPr>
              <a:spAutoFit/>
            </a:bodyPr>
            <a:lstStyle/>
            <a:p>
              <a:endParaRPr lang="zh-CN" altLang="en-US"/>
            </a:p>
          </p:txBody>
        </p:sp>
        <p:sp>
          <p:nvSpPr>
            <p:cNvPr id="45112" name="Line 19"/>
            <p:cNvSpPr>
              <a:spLocks noChangeShapeType="1"/>
            </p:cNvSpPr>
            <p:nvPr/>
          </p:nvSpPr>
          <p:spPr bwMode="auto">
            <a:xfrm flipV="1">
              <a:off x="4376" y="726"/>
              <a:ext cx="45" cy="46"/>
            </a:xfrm>
            <a:prstGeom prst="line">
              <a:avLst/>
            </a:prstGeom>
            <a:noFill/>
            <a:ln w="9525">
              <a:solidFill>
                <a:schemeClr val="bg1"/>
              </a:solidFill>
              <a:round/>
              <a:headEnd/>
              <a:tailEnd/>
            </a:ln>
          </p:spPr>
          <p:txBody>
            <a:bodyPr>
              <a:spAutoFit/>
            </a:bodyPr>
            <a:lstStyle/>
            <a:p>
              <a:endParaRPr lang="zh-CN" altLang="en-US"/>
            </a:p>
          </p:txBody>
        </p:sp>
        <p:sp>
          <p:nvSpPr>
            <p:cNvPr id="45113" name="Line 20"/>
            <p:cNvSpPr>
              <a:spLocks noChangeShapeType="1"/>
            </p:cNvSpPr>
            <p:nvPr/>
          </p:nvSpPr>
          <p:spPr bwMode="auto">
            <a:xfrm flipV="1">
              <a:off x="3243" y="589"/>
              <a:ext cx="45" cy="46"/>
            </a:xfrm>
            <a:prstGeom prst="line">
              <a:avLst/>
            </a:prstGeom>
            <a:noFill/>
            <a:ln w="9525">
              <a:solidFill>
                <a:schemeClr val="bg1"/>
              </a:solidFill>
              <a:round/>
              <a:headEnd/>
              <a:tailEnd/>
            </a:ln>
          </p:spPr>
          <p:txBody>
            <a:bodyPr>
              <a:spAutoFit/>
            </a:bodyPr>
            <a:lstStyle/>
            <a:p>
              <a:endParaRPr lang="zh-CN" altLang="en-US"/>
            </a:p>
          </p:txBody>
        </p:sp>
        <p:sp>
          <p:nvSpPr>
            <p:cNvPr id="45114" name="Line 21"/>
            <p:cNvSpPr>
              <a:spLocks noChangeShapeType="1"/>
            </p:cNvSpPr>
            <p:nvPr/>
          </p:nvSpPr>
          <p:spPr bwMode="auto">
            <a:xfrm flipV="1">
              <a:off x="3152" y="589"/>
              <a:ext cx="45" cy="46"/>
            </a:xfrm>
            <a:prstGeom prst="line">
              <a:avLst/>
            </a:prstGeom>
            <a:noFill/>
            <a:ln w="9525">
              <a:solidFill>
                <a:schemeClr val="bg1"/>
              </a:solidFill>
              <a:round/>
              <a:headEnd/>
              <a:tailEnd/>
            </a:ln>
          </p:spPr>
          <p:txBody>
            <a:bodyPr>
              <a:spAutoFit/>
            </a:bodyPr>
            <a:lstStyle/>
            <a:p>
              <a:endParaRPr lang="zh-CN" altLang="en-US"/>
            </a:p>
          </p:txBody>
        </p:sp>
        <p:sp>
          <p:nvSpPr>
            <p:cNvPr id="45115" name="Line 22"/>
            <p:cNvSpPr>
              <a:spLocks noChangeShapeType="1"/>
            </p:cNvSpPr>
            <p:nvPr/>
          </p:nvSpPr>
          <p:spPr bwMode="auto">
            <a:xfrm flipV="1">
              <a:off x="3424" y="589"/>
              <a:ext cx="45" cy="46"/>
            </a:xfrm>
            <a:prstGeom prst="line">
              <a:avLst/>
            </a:prstGeom>
            <a:noFill/>
            <a:ln w="9525">
              <a:solidFill>
                <a:schemeClr val="bg1"/>
              </a:solidFill>
              <a:round/>
              <a:headEnd/>
              <a:tailEnd/>
            </a:ln>
          </p:spPr>
          <p:txBody>
            <a:bodyPr>
              <a:spAutoFit/>
            </a:bodyPr>
            <a:lstStyle/>
            <a:p>
              <a:endParaRPr lang="zh-CN" altLang="en-US"/>
            </a:p>
          </p:txBody>
        </p:sp>
        <p:sp>
          <p:nvSpPr>
            <p:cNvPr id="45116" name="Line 23"/>
            <p:cNvSpPr>
              <a:spLocks noChangeShapeType="1"/>
            </p:cNvSpPr>
            <p:nvPr/>
          </p:nvSpPr>
          <p:spPr bwMode="auto">
            <a:xfrm flipV="1">
              <a:off x="3606" y="589"/>
              <a:ext cx="45" cy="46"/>
            </a:xfrm>
            <a:prstGeom prst="line">
              <a:avLst/>
            </a:prstGeom>
            <a:noFill/>
            <a:ln w="9525">
              <a:solidFill>
                <a:schemeClr val="bg1"/>
              </a:solidFill>
              <a:round/>
              <a:headEnd/>
              <a:tailEnd/>
            </a:ln>
          </p:spPr>
          <p:txBody>
            <a:bodyPr>
              <a:spAutoFit/>
            </a:bodyPr>
            <a:lstStyle/>
            <a:p>
              <a:endParaRPr lang="zh-CN" altLang="en-US"/>
            </a:p>
          </p:txBody>
        </p:sp>
        <p:sp>
          <p:nvSpPr>
            <p:cNvPr id="45117" name="Line 24"/>
            <p:cNvSpPr>
              <a:spLocks noChangeShapeType="1"/>
            </p:cNvSpPr>
            <p:nvPr/>
          </p:nvSpPr>
          <p:spPr bwMode="auto">
            <a:xfrm flipV="1">
              <a:off x="3515" y="589"/>
              <a:ext cx="45" cy="46"/>
            </a:xfrm>
            <a:prstGeom prst="line">
              <a:avLst/>
            </a:prstGeom>
            <a:noFill/>
            <a:ln w="9525">
              <a:solidFill>
                <a:schemeClr val="bg1"/>
              </a:solidFill>
              <a:round/>
              <a:headEnd/>
              <a:tailEnd/>
            </a:ln>
          </p:spPr>
          <p:txBody>
            <a:bodyPr>
              <a:spAutoFit/>
            </a:bodyPr>
            <a:lstStyle/>
            <a:p>
              <a:endParaRPr lang="zh-CN" altLang="en-US"/>
            </a:p>
          </p:txBody>
        </p:sp>
        <p:sp>
          <p:nvSpPr>
            <p:cNvPr id="45118" name="Line 25"/>
            <p:cNvSpPr>
              <a:spLocks noChangeShapeType="1"/>
            </p:cNvSpPr>
            <p:nvPr/>
          </p:nvSpPr>
          <p:spPr bwMode="auto">
            <a:xfrm flipV="1">
              <a:off x="3334" y="589"/>
              <a:ext cx="45" cy="46"/>
            </a:xfrm>
            <a:prstGeom prst="line">
              <a:avLst/>
            </a:prstGeom>
            <a:noFill/>
            <a:ln w="9525">
              <a:solidFill>
                <a:schemeClr val="bg1"/>
              </a:solidFill>
              <a:round/>
              <a:headEnd/>
              <a:tailEnd/>
            </a:ln>
          </p:spPr>
          <p:txBody>
            <a:bodyPr>
              <a:spAutoFit/>
            </a:bodyPr>
            <a:lstStyle/>
            <a:p>
              <a:endParaRPr lang="zh-CN" altLang="en-US"/>
            </a:p>
          </p:txBody>
        </p:sp>
        <p:sp>
          <p:nvSpPr>
            <p:cNvPr id="45119" name="Line 26"/>
            <p:cNvSpPr>
              <a:spLocks noChangeShapeType="1"/>
            </p:cNvSpPr>
            <p:nvPr/>
          </p:nvSpPr>
          <p:spPr bwMode="auto">
            <a:xfrm flipV="1">
              <a:off x="3968" y="589"/>
              <a:ext cx="45" cy="46"/>
            </a:xfrm>
            <a:prstGeom prst="line">
              <a:avLst/>
            </a:prstGeom>
            <a:noFill/>
            <a:ln w="9525">
              <a:solidFill>
                <a:schemeClr val="bg1"/>
              </a:solidFill>
              <a:round/>
              <a:headEnd/>
              <a:tailEnd/>
            </a:ln>
          </p:spPr>
          <p:txBody>
            <a:bodyPr>
              <a:spAutoFit/>
            </a:bodyPr>
            <a:lstStyle/>
            <a:p>
              <a:endParaRPr lang="zh-CN" altLang="en-US"/>
            </a:p>
          </p:txBody>
        </p:sp>
        <p:sp>
          <p:nvSpPr>
            <p:cNvPr id="45120" name="Line 27"/>
            <p:cNvSpPr>
              <a:spLocks noChangeShapeType="1"/>
            </p:cNvSpPr>
            <p:nvPr/>
          </p:nvSpPr>
          <p:spPr bwMode="auto">
            <a:xfrm flipV="1">
              <a:off x="3695" y="589"/>
              <a:ext cx="45" cy="46"/>
            </a:xfrm>
            <a:prstGeom prst="line">
              <a:avLst/>
            </a:prstGeom>
            <a:noFill/>
            <a:ln w="9525">
              <a:solidFill>
                <a:schemeClr val="bg1"/>
              </a:solidFill>
              <a:round/>
              <a:headEnd/>
              <a:tailEnd/>
            </a:ln>
          </p:spPr>
          <p:txBody>
            <a:bodyPr>
              <a:spAutoFit/>
            </a:bodyPr>
            <a:lstStyle/>
            <a:p>
              <a:endParaRPr lang="zh-CN" altLang="en-US"/>
            </a:p>
          </p:txBody>
        </p:sp>
        <p:sp>
          <p:nvSpPr>
            <p:cNvPr id="45121" name="Line 28"/>
            <p:cNvSpPr>
              <a:spLocks noChangeShapeType="1"/>
            </p:cNvSpPr>
            <p:nvPr/>
          </p:nvSpPr>
          <p:spPr bwMode="auto">
            <a:xfrm flipV="1">
              <a:off x="3786" y="589"/>
              <a:ext cx="45" cy="46"/>
            </a:xfrm>
            <a:prstGeom prst="line">
              <a:avLst/>
            </a:prstGeom>
            <a:noFill/>
            <a:ln w="9525">
              <a:solidFill>
                <a:schemeClr val="bg1"/>
              </a:solidFill>
              <a:round/>
              <a:headEnd/>
              <a:tailEnd/>
            </a:ln>
          </p:spPr>
          <p:txBody>
            <a:bodyPr>
              <a:spAutoFit/>
            </a:bodyPr>
            <a:lstStyle/>
            <a:p>
              <a:endParaRPr lang="zh-CN" altLang="en-US"/>
            </a:p>
          </p:txBody>
        </p:sp>
        <p:sp>
          <p:nvSpPr>
            <p:cNvPr id="45122" name="Line 29"/>
            <p:cNvSpPr>
              <a:spLocks noChangeShapeType="1"/>
            </p:cNvSpPr>
            <p:nvPr/>
          </p:nvSpPr>
          <p:spPr bwMode="auto">
            <a:xfrm flipV="1">
              <a:off x="3877" y="589"/>
              <a:ext cx="45" cy="46"/>
            </a:xfrm>
            <a:prstGeom prst="line">
              <a:avLst/>
            </a:prstGeom>
            <a:noFill/>
            <a:ln w="9525">
              <a:solidFill>
                <a:schemeClr val="bg1"/>
              </a:solidFill>
              <a:round/>
              <a:headEnd/>
              <a:tailEnd/>
            </a:ln>
          </p:spPr>
          <p:txBody>
            <a:bodyPr>
              <a:spAutoFit/>
            </a:bodyPr>
            <a:lstStyle/>
            <a:p>
              <a:endParaRPr lang="zh-CN" altLang="en-US"/>
            </a:p>
          </p:txBody>
        </p:sp>
        <p:sp>
          <p:nvSpPr>
            <p:cNvPr id="45123" name="Line 30"/>
            <p:cNvSpPr>
              <a:spLocks noChangeShapeType="1"/>
            </p:cNvSpPr>
            <p:nvPr/>
          </p:nvSpPr>
          <p:spPr bwMode="auto">
            <a:xfrm flipV="1">
              <a:off x="4149" y="589"/>
              <a:ext cx="45" cy="46"/>
            </a:xfrm>
            <a:prstGeom prst="line">
              <a:avLst/>
            </a:prstGeom>
            <a:noFill/>
            <a:ln w="9525">
              <a:solidFill>
                <a:schemeClr val="bg1"/>
              </a:solidFill>
              <a:round/>
              <a:headEnd/>
              <a:tailEnd/>
            </a:ln>
          </p:spPr>
          <p:txBody>
            <a:bodyPr>
              <a:spAutoFit/>
            </a:bodyPr>
            <a:lstStyle/>
            <a:p>
              <a:endParaRPr lang="zh-CN" altLang="en-US"/>
            </a:p>
          </p:txBody>
        </p:sp>
        <p:sp>
          <p:nvSpPr>
            <p:cNvPr id="45124" name="Line 31"/>
            <p:cNvSpPr>
              <a:spLocks noChangeShapeType="1"/>
            </p:cNvSpPr>
            <p:nvPr/>
          </p:nvSpPr>
          <p:spPr bwMode="auto">
            <a:xfrm flipV="1">
              <a:off x="4331" y="589"/>
              <a:ext cx="45" cy="46"/>
            </a:xfrm>
            <a:prstGeom prst="line">
              <a:avLst/>
            </a:prstGeom>
            <a:noFill/>
            <a:ln w="9525">
              <a:solidFill>
                <a:schemeClr val="bg1"/>
              </a:solidFill>
              <a:round/>
              <a:headEnd/>
              <a:tailEnd/>
            </a:ln>
          </p:spPr>
          <p:txBody>
            <a:bodyPr>
              <a:spAutoFit/>
            </a:bodyPr>
            <a:lstStyle/>
            <a:p>
              <a:endParaRPr lang="zh-CN" altLang="en-US"/>
            </a:p>
          </p:txBody>
        </p:sp>
        <p:sp>
          <p:nvSpPr>
            <p:cNvPr id="45125" name="Line 32"/>
            <p:cNvSpPr>
              <a:spLocks noChangeShapeType="1"/>
            </p:cNvSpPr>
            <p:nvPr/>
          </p:nvSpPr>
          <p:spPr bwMode="auto">
            <a:xfrm flipV="1">
              <a:off x="4240" y="589"/>
              <a:ext cx="45" cy="46"/>
            </a:xfrm>
            <a:prstGeom prst="line">
              <a:avLst/>
            </a:prstGeom>
            <a:noFill/>
            <a:ln w="9525">
              <a:solidFill>
                <a:schemeClr val="bg1"/>
              </a:solidFill>
              <a:round/>
              <a:headEnd/>
              <a:tailEnd/>
            </a:ln>
          </p:spPr>
          <p:txBody>
            <a:bodyPr>
              <a:spAutoFit/>
            </a:bodyPr>
            <a:lstStyle/>
            <a:p>
              <a:endParaRPr lang="zh-CN" altLang="en-US"/>
            </a:p>
          </p:txBody>
        </p:sp>
        <p:sp>
          <p:nvSpPr>
            <p:cNvPr id="45126" name="Line 33"/>
            <p:cNvSpPr>
              <a:spLocks noChangeShapeType="1"/>
            </p:cNvSpPr>
            <p:nvPr/>
          </p:nvSpPr>
          <p:spPr bwMode="auto">
            <a:xfrm flipV="1">
              <a:off x="4059" y="589"/>
              <a:ext cx="45" cy="46"/>
            </a:xfrm>
            <a:prstGeom prst="line">
              <a:avLst/>
            </a:prstGeom>
            <a:noFill/>
            <a:ln w="9525">
              <a:solidFill>
                <a:schemeClr val="bg1"/>
              </a:solidFill>
              <a:round/>
              <a:headEnd/>
              <a:tailEnd/>
            </a:ln>
          </p:spPr>
          <p:txBody>
            <a:bodyPr>
              <a:spAutoFit/>
            </a:bodyPr>
            <a:lstStyle/>
            <a:p>
              <a:endParaRPr lang="zh-CN" altLang="en-US"/>
            </a:p>
          </p:txBody>
        </p:sp>
        <p:sp>
          <p:nvSpPr>
            <p:cNvPr id="45127" name="Rectangle 34" descr="深色木质"/>
            <p:cNvSpPr>
              <a:spLocks noChangeArrowheads="1"/>
            </p:cNvSpPr>
            <p:nvPr/>
          </p:nvSpPr>
          <p:spPr bwMode="auto">
            <a:xfrm>
              <a:off x="4513" y="1179"/>
              <a:ext cx="272" cy="272"/>
            </a:xfrm>
            <a:prstGeom prst="rect">
              <a:avLst/>
            </a:prstGeom>
            <a:blipFill dpi="0" rotWithShape="1">
              <a:blip r:embed="rId4"/>
              <a:srcRect/>
              <a:tile tx="0" ty="0" sx="100000" sy="100000" flip="none" algn="tl"/>
            </a:blipFill>
            <a:ln w="9525" algn="ctr">
              <a:noFill/>
              <a:miter lim="800000"/>
              <a:headEnd/>
              <a:tailEnd/>
            </a:ln>
          </p:spPr>
          <p:txBody>
            <a:bodyPr wrap="none" anchor="ctr">
              <a:spAutoFit/>
            </a:bodyPr>
            <a:lstStyle/>
            <a:p>
              <a:endParaRPr lang="zh-CN" altLang="en-US"/>
            </a:p>
          </p:txBody>
        </p:sp>
        <p:sp>
          <p:nvSpPr>
            <p:cNvPr id="45128" name="Line 35"/>
            <p:cNvSpPr>
              <a:spLocks noChangeShapeType="1"/>
            </p:cNvSpPr>
            <p:nvPr/>
          </p:nvSpPr>
          <p:spPr bwMode="auto">
            <a:xfrm>
              <a:off x="4649" y="499"/>
              <a:ext cx="0" cy="680"/>
            </a:xfrm>
            <a:prstGeom prst="line">
              <a:avLst/>
            </a:prstGeom>
            <a:noFill/>
            <a:ln w="38100">
              <a:solidFill>
                <a:srgbClr val="000099"/>
              </a:solidFill>
              <a:round/>
              <a:headEnd/>
              <a:tailEnd/>
            </a:ln>
          </p:spPr>
          <p:txBody>
            <a:bodyPr anchor="ctr">
              <a:spAutoFit/>
            </a:bodyPr>
            <a:lstStyle/>
            <a:p>
              <a:endParaRPr lang="zh-CN" altLang="en-US"/>
            </a:p>
          </p:txBody>
        </p:sp>
        <p:sp>
          <p:nvSpPr>
            <p:cNvPr id="45129" name="Line 36"/>
            <p:cNvSpPr>
              <a:spLocks noChangeShapeType="1"/>
            </p:cNvSpPr>
            <p:nvPr/>
          </p:nvSpPr>
          <p:spPr bwMode="auto">
            <a:xfrm flipH="1" flipV="1">
              <a:off x="3560" y="391"/>
              <a:ext cx="953" cy="17"/>
            </a:xfrm>
            <a:prstGeom prst="line">
              <a:avLst/>
            </a:prstGeom>
            <a:noFill/>
            <a:ln w="38100">
              <a:solidFill>
                <a:srgbClr val="000099"/>
              </a:solidFill>
              <a:round/>
              <a:headEnd/>
              <a:tailEnd/>
            </a:ln>
          </p:spPr>
          <p:txBody>
            <a:bodyPr anchor="ctr">
              <a:spAutoFit/>
            </a:bodyPr>
            <a:lstStyle/>
            <a:p>
              <a:endParaRPr lang="zh-CN" altLang="en-US"/>
            </a:p>
          </p:txBody>
        </p:sp>
        <p:sp>
          <p:nvSpPr>
            <p:cNvPr id="45130" name="Text Box 37"/>
            <p:cNvSpPr txBox="1">
              <a:spLocks noChangeArrowheads="1"/>
            </p:cNvSpPr>
            <p:nvPr/>
          </p:nvSpPr>
          <p:spPr bwMode="auto">
            <a:xfrm>
              <a:off x="3243" y="272"/>
              <a:ext cx="272" cy="192"/>
            </a:xfrm>
            <a:prstGeom prst="rect">
              <a:avLst/>
            </a:prstGeom>
            <a:noFill/>
            <a:ln w="9525" algn="ctr">
              <a:noFill/>
              <a:miter lim="800000"/>
              <a:headEnd/>
              <a:tailEnd/>
            </a:ln>
          </p:spPr>
          <p:txBody>
            <a:bodyPr lIns="0" tIns="0" rIns="0" bIns="0">
              <a:spAutoFit/>
            </a:bodyPr>
            <a:lstStyle/>
            <a:p>
              <a:pPr algn="ctr">
                <a:lnSpc>
                  <a:spcPct val="100000"/>
                </a:lnSpc>
              </a:pPr>
              <a:r>
                <a:rPr lang="en-US" altLang="zh-CN" sz="2000" i="1">
                  <a:solidFill>
                    <a:srgbClr val="FFFF00"/>
                  </a:solidFill>
                  <a:ea typeface="宋体" pitchFamily="2" charset="-122"/>
                </a:rPr>
                <a:t>m</a:t>
              </a:r>
              <a:r>
                <a:rPr lang="en-US" altLang="zh-CN" sz="2000" i="1" baseline="-25000">
                  <a:solidFill>
                    <a:srgbClr val="FFFF00"/>
                  </a:solidFill>
                  <a:ea typeface="宋体" pitchFamily="2" charset="-122"/>
                </a:rPr>
                <a:t>A</a:t>
              </a:r>
              <a:endParaRPr lang="en-US" altLang="zh-CN" sz="2000" i="1">
                <a:solidFill>
                  <a:srgbClr val="FFFF00"/>
                </a:solidFill>
                <a:ea typeface="宋体" pitchFamily="2" charset="-122"/>
              </a:endParaRPr>
            </a:p>
          </p:txBody>
        </p:sp>
        <p:sp>
          <p:nvSpPr>
            <p:cNvPr id="45131" name="Text Box 38"/>
            <p:cNvSpPr txBox="1">
              <a:spLocks noChangeArrowheads="1"/>
            </p:cNvSpPr>
            <p:nvPr/>
          </p:nvSpPr>
          <p:spPr bwMode="auto">
            <a:xfrm>
              <a:off x="4513" y="1179"/>
              <a:ext cx="272" cy="192"/>
            </a:xfrm>
            <a:prstGeom prst="rect">
              <a:avLst/>
            </a:prstGeom>
            <a:noFill/>
            <a:ln w="9525" algn="ctr">
              <a:noFill/>
              <a:miter lim="800000"/>
              <a:headEnd/>
              <a:tailEnd/>
            </a:ln>
          </p:spPr>
          <p:txBody>
            <a:bodyPr lIns="0" tIns="0" rIns="0" bIns="0">
              <a:spAutoFit/>
            </a:bodyPr>
            <a:lstStyle/>
            <a:p>
              <a:pPr algn="ctr">
                <a:lnSpc>
                  <a:spcPct val="100000"/>
                </a:lnSpc>
              </a:pPr>
              <a:r>
                <a:rPr lang="en-US" altLang="zh-CN" sz="2000" i="1">
                  <a:solidFill>
                    <a:srgbClr val="FFFF00"/>
                  </a:solidFill>
                  <a:ea typeface="宋体" pitchFamily="2" charset="-122"/>
                </a:rPr>
                <a:t>m</a:t>
              </a:r>
              <a:r>
                <a:rPr lang="en-US" altLang="zh-CN" sz="2000" i="1" baseline="-25000">
                  <a:solidFill>
                    <a:srgbClr val="FFFF00"/>
                  </a:solidFill>
                  <a:ea typeface="宋体" pitchFamily="2" charset="-122"/>
                </a:rPr>
                <a:t>B</a:t>
              </a:r>
              <a:endParaRPr lang="en-US" altLang="zh-CN" sz="2000" i="1">
                <a:solidFill>
                  <a:srgbClr val="FFFF00"/>
                </a:solidFill>
                <a:ea typeface="宋体" pitchFamily="2" charset="-122"/>
              </a:endParaRPr>
            </a:p>
          </p:txBody>
        </p:sp>
        <p:sp>
          <p:nvSpPr>
            <p:cNvPr id="45132" name="Text Box 39"/>
            <p:cNvSpPr txBox="1">
              <a:spLocks noChangeArrowheads="1"/>
            </p:cNvSpPr>
            <p:nvPr/>
          </p:nvSpPr>
          <p:spPr bwMode="auto">
            <a:xfrm>
              <a:off x="4422" y="371"/>
              <a:ext cx="272" cy="173"/>
            </a:xfrm>
            <a:prstGeom prst="rect">
              <a:avLst/>
            </a:prstGeom>
            <a:noFill/>
            <a:ln w="9525" algn="ctr">
              <a:noFill/>
              <a:miter lim="800000"/>
              <a:headEnd/>
              <a:tailEnd/>
            </a:ln>
          </p:spPr>
          <p:txBody>
            <a:bodyPr lIns="0" tIns="0" rIns="0" bIns="0">
              <a:spAutoFit/>
            </a:bodyPr>
            <a:lstStyle/>
            <a:p>
              <a:pPr algn="ctr">
                <a:lnSpc>
                  <a:spcPct val="100000"/>
                </a:lnSpc>
              </a:pPr>
              <a:r>
                <a:rPr lang="en-US" altLang="zh-CN" sz="1800" i="1">
                  <a:solidFill>
                    <a:srgbClr val="FFFF00"/>
                  </a:solidFill>
                  <a:ea typeface="宋体" pitchFamily="2" charset="-122"/>
                </a:rPr>
                <a:t>m</a:t>
              </a:r>
              <a:r>
                <a:rPr lang="en-US" altLang="zh-CN" sz="1800" i="1" baseline="-25000">
                  <a:solidFill>
                    <a:srgbClr val="FFFF00"/>
                  </a:solidFill>
                  <a:ea typeface="宋体" pitchFamily="2" charset="-122"/>
                </a:rPr>
                <a:t>C</a:t>
              </a:r>
              <a:endParaRPr lang="en-US" altLang="zh-CN" sz="1800" i="1">
                <a:solidFill>
                  <a:srgbClr val="FFFF00"/>
                </a:solidFill>
                <a:ea typeface="宋体" pitchFamily="2" charset="-122"/>
              </a:endParaRPr>
            </a:p>
          </p:txBody>
        </p:sp>
        <p:sp>
          <p:nvSpPr>
            <p:cNvPr id="45133" name="Text Box 40"/>
            <p:cNvSpPr txBox="1">
              <a:spLocks noChangeArrowheads="1"/>
            </p:cNvSpPr>
            <p:nvPr/>
          </p:nvSpPr>
          <p:spPr bwMode="auto">
            <a:xfrm>
              <a:off x="3288" y="0"/>
              <a:ext cx="272" cy="230"/>
            </a:xfrm>
            <a:prstGeom prst="rect">
              <a:avLst/>
            </a:prstGeom>
            <a:noFill/>
            <a:ln w="9525" algn="ctr">
              <a:noFill/>
              <a:miter lim="800000"/>
              <a:headEnd/>
              <a:tailEnd/>
            </a:ln>
          </p:spPr>
          <p:txBody>
            <a:bodyPr lIns="0" tIns="0" rIns="0" bIns="0">
              <a:spAutoFit/>
            </a:bodyPr>
            <a:lstStyle/>
            <a:p>
              <a:pPr algn="ctr">
                <a:lnSpc>
                  <a:spcPct val="100000"/>
                </a:lnSpc>
              </a:pPr>
              <a:r>
                <a:rPr lang="en-US" altLang="zh-CN" sz="2400" i="1">
                  <a:solidFill>
                    <a:srgbClr val="000099"/>
                  </a:solidFill>
                  <a:ea typeface="宋体" pitchFamily="2" charset="-122"/>
                </a:rPr>
                <a:t>A</a:t>
              </a:r>
            </a:p>
          </p:txBody>
        </p:sp>
        <p:sp>
          <p:nvSpPr>
            <p:cNvPr id="45134" name="Text Box 41"/>
            <p:cNvSpPr txBox="1">
              <a:spLocks noChangeArrowheads="1"/>
            </p:cNvSpPr>
            <p:nvPr/>
          </p:nvSpPr>
          <p:spPr bwMode="auto">
            <a:xfrm>
              <a:off x="4785" y="1179"/>
              <a:ext cx="272" cy="230"/>
            </a:xfrm>
            <a:prstGeom prst="rect">
              <a:avLst/>
            </a:prstGeom>
            <a:noFill/>
            <a:ln w="9525" algn="ctr">
              <a:noFill/>
              <a:miter lim="800000"/>
              <a:headEnd/>
              <a:tailEnd/>
            </a:ln>
          </p:spPr>
          <p:txBody>
            <a:bodyPr lIns="0" tIns="0" rIns="0" bIns="0">
              <a:spAutoFit/>
            </a:bodyPr>
            <a:lstStyle/>
            <a:p>
              <a:pPr algn="ctr">
                <a:lnSpc>
                  <a:spcPct val="100000"/>
                </a:lnSpc>
              </a:pPr>
              <a:r>
                <a:rPr lang="en-US" altLang="zh-CN" sz="2400" i="1">
                  <a:solidFill>
                    <a:srgbClr val="000099"/>
                  </a:solidFill>
                  <a:ea typeface="宋体" pitchFamily="2" charset="-122"/>
                </a:rPr>
                <a:t>B</a:t>
              </a:r>
            </a:p>
          </p:txBody>
        </p:sp>
        <p:sp>
          <p:nvSpPr>
            <p:cNvPr id="45135" name="Text Box 42"/>
            <p:cNvSpPr txBox="1">
              <a:spLocks noChangeArrowheads="1"/>
            </p:cNvSpPr>
            <p:nvPr/>
          </p:nvSpPr>
          <p:spPr bwMode="auto">
            <a:xfrm>
              <a:off x="4513" y="181"/>
              <a:ext cx="272" cy="230"/>
            </a:xfrm>
            <a:prstGeom prst="rect">
              <a:avLst/>
            </a:prstGeom>
            <a:noFill/>
            <a:ln w="9525" algn="ctr">
              <a:noFill/>
              <a:miter lim="800000"/>
              <a:headEnd/>
              <a:tailEnd/>
            </a:ln>
          </p:spPr>
          <p:txBody>
            <a:bodyPr lIns="0" tIns="0" rIns="0" bIns="0">
              <a:spAutoFit/>
            </a:bodyPr>
            <a:lstStyle/>
            <a:p>
              <a:pPr algn="ctr">
                <a:lnSpc>
                  <a:spcPct val="100000"/>
                </a:lnSpc>
              </a:pPr>
              <a:r>
                <a:rPr lang="en-US" altLang="zh-CN" sz="2400" i="1">
                  <a:solidFill>
                    <a:srgbClr val="000099"/>
                  </a:solidFill>
                  <a:ea typeface="宋体" pitchFamily="2" charset="-122"/>
                </a:rPr>
                <a:t>C</a:t>
              </a:r>
            </a:p>
          </p:txBody>
        </p:sp>
        <p:sp>
          <p:nvSpPr>
            <p:cNvPr id="45136" name="Arc 43" descr="信纸"/>
            <p:cNvSpPr>
              <a:spLocks/>
            </p:cNvSpPr>
            <p:nvPr/>
          </p:nvSpPr>
          <p:spPr bwMode="auto">
            <a:xfrm>
              <a:off x="4513" y="408"/>
              <a:ext cx="136" cy="91"/>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rgbClr val="000099"/>
              </a:solidFill>
              <a:round/>
              <a:headEnd/>
              <a:tailEnd/>
            </a:ln>
          </p:spPr>
          <p:txBody>
            <a:bodyPr wrap="none" anchor="ctr">
              <a:spAutoFit/>
            </a:bodyPr>
            <a:lstStyle/>
            <a:p>
              <a:endParaRPr lang="zh-CN" altLang="en-US"/>
            </a:p>
          </p:txBody>
        </p:sp>
      </p:grpSp>
      <p:sp>
        <p:nvSpPr>
          <p:cNvPr id="255020" name="Text Box 44" descr="信纸"/>
          <p:cNvSpPr txBox="1">
            <a:spLocks noChangeArrowheads="1"/>
          </p:cNvSpPr>
          <p:nvPr/>
        </p:nvSpPr>
        <p:spPr bwMode="auto">
          <a:xfrm>
            <a:off x="206375" y="458788"/>
            <a:ext cx="5670550" cy="1354137"/>
          </a:xfrm>
          <a:prstGeom prst="rect">
            <a:avLst/>
          </a:prstGeom>
          <a:noFill/>
          <a:ln w="9525" algn="ctr">
            <a:noFill/>
            <a:miter lim="800000"/>
            <a:headEnd/>
            <a:tailEnd/>
          </a:ln>
        </p:spPr>
        <p:txBody>
          <a:bodyPr>
            <a:spAutoFit/>
          </a:bodyPr>
          <a:lstStyle/>
          <a:p>
            <a:pPr>
              <a:lnSpc>
                <a:spcPct val="115000"/>
              </a:lnSpc>
              <a:spcBef>
                <a:spcPct val="0"/>
              </a:spcBef>
            </a:pPr>
            <a:r>
              <a:rPr lang="zh-CN" altLang="en-US" sz="2400">
                <a:solidFill>
                  <a:srgbClr val="FF0000"/>
                </a:solidFill>
                <a:ea typeface="宋体" pitchFamily="2" charset="-122"/>
              </a:rPr>
              <a:t>例  </a:t>
            </a:r>
            <a:r>
              <a:rPr lang="zh-CN" altLang="en-US" sz="2400">
                <a:ea typeface="宋体" pitchFamily="2" charset="-122"/>
              </a:rPr>
              <a:t> 上题中，若滑轮与轴承间的摩擦不能略去不计，并设它们之间的摩擦阻力矩为 </a:t>
            </a:r>
            <a:r>
              <a:rPr lang="en-US" altLang="zh-CN" sz="2400" i="1">
                <a:solidFill>
                  <a:srgbClr val="FF6600"/>
                </a:solidFill>
                <a:ea typeface="宋体" pitchFamily="2" charset="-122"/>
              </a:rPr>
              <a:t>M</a:t>
            </a:r>
            <a:r>
              <a:rPr lang="en-US" altLang="zh-CN" sz="2400" i="1" baseline="-25000">
                <a:solidFill>
                  <a:srgbClr val="FF6600"/>
                </a:solidFill>
                <a:ea typeface="宋体" pitchFamily="2" charset="-122"/>
              </a:rPr>
              <a:t>f</a:t>
            </a:r>
            <a:r>
              <a:rPr lang="en-US" altLang="zh-CN" sz="2400" i="1">
                <a:solidFill>
                  <a:srgbClr val="FF6600"/>
                </a:solidFill>
                <a:ea typeface="宋体" pitchFamily="2" charset="-122"/>
              </a:rPr>
              <a:t> </a:t>
            </a:r>
            <a:r>
              <a:rPr lang="zh-CN" altLang="en-US" sz="2400">
                <a:ea typeface="宋体" pitchFamily="2" charset="-122"/>
              </a:rPr>
              <a:t>（设水平面光滑无摩擦）</a:t>
            </a:r>
          </a:p>
        </p:txBody>
      </p:sp>
      <p:sp>
        <p:nvSpPr>
          <p:cNvPr id="255021" name="Text Box 45" descr="信纸"/>
          <p:cNvSpPr txBox="1">
            <a:spLocks noChangeArrowheads="1"/>
          </p:cNvSpPr>
          <p:nvPr/>
        </p:nvSpPr>
        <p:spPr bwMode="auto">
          <a:xfrm>
            <a:off x="206375" y="1820863"/>
            <a:ext cx="5670550" cy="933450"/>
          </a:xfrm>
          <a:prstGeom prst="rect">
            <a:avLst/>
          </a:prstGeom>
          <a:noFill/>
          <a:ln w="9525" algn="ctr">
            <a:noFill/>
            <a:miter lim="800000"/>
            <a:headEnd/>
            <a:tailEnd/>
          </a:ln>
        </p:spPr>
        <p:txBody>
          <a:bodyPr>
            <a:spAutoFit/>
          </a:bodyPr>
          <a:lstStyle/>
          <a:p>
            <a:pPr>
              <a:lnSpc>
                <a:spcPct val="115000"/>
              </a:lnSpc>
              <a:spcBef>
                <a:spcPct val="0"/>
              </a:spcBef>
            </a:pPr>
            <a:r>
              <a:rPr lang="zh-CN" altLang="en-US" sz="2400">
                <a:solidFill>
                  <a:srgbClr val="FF0000"/>
                </a:solidFill>
                <a:ea typeface="宋体" pitchFamily="2" charset="-122"/>
              </a:rPr>
              <a:t>求</a:t>
            </a:r>
            <a:r>
              <a:rPr lang="zh-CN" altLang="en-US" sz="2400">
                <a:ea typeface="宋体" pitchFamily="2" charset="-122"/>
              </a:rPr>
              <a:t>  两物体的线加速度和水平、竖直两段绳索的张力</a:t>
            </a:r>
          </a:p>
        </p:txBody>
      </p:sp>
      <p:sp>
        <p:nvSpPr>
          <p:cNvPr id="255022" name="Text Box 46" descr="信纸"/>
          <p:cNvSpPr txBox="1">
            <a:spLocks noChangeArrowheads="1"/>
          </p:cNvSpPr>
          <p:nvPr/>
        </p:nvSpPr>
        <p:spPr bwMode="auto">
          <a:xfrm>
            <a:off x="115888" y="2754313"/>
            <a:ext cx="576262" cy="457200"/>
          </a:xfrm>
          <a:prstGeom prst="rect">
            <a:avLst/>
          </a:prstGeom>
          <a:noFill/>
          <a:ln w="9525" algn="ctr">
            <a:noFill/>
            <a:miter lim="800000"/>
            <a:headEnd/>
            <a:tailEnd/>
          </a:ln>
        </p:spPr>
        <p:txBody>
          <a:bodyPr>
            <a:spAutoFit/>
          </a:bodyPr>
          <a:lstStyle/>
          <a:p>
            <a:pPr algn="ctr">
              <a:lnSpc>
                <a:spcPct val="100000"/>
              </a:lnSpc>
            </a:pPr>
            <a:r>
              <a:rPr lang="zh-CN" altLang="en-US" sz="2400">
                <a:solidFill>
                  <a:srgbClr val="FF0000"/>
                </a:solidFill>
                <a:ea typeface="宋体" pitchFamily="2" charset="-122"/>
              </a:rPr>
              <a:t>解</a:t>
            </a:r>
          </a:p>
        </p:txBody>
      </p:sp>
      <p:sp>
        <p:nvSpPr>
          <p:cNvPr id="255023" name="Text Box 47" descr="信纸"/>
          <p:cNvSpPr txBox="1">
            <a:spLocks noChangeArrowheads="1"/>
          </p:cNvSpPr>
          <p:nvPr/>
        </p:nvSpPr>
        <p:spPr bwMode="auto">
          <a:xfrm>
            <a:off x="611188" y="2708275"/>
            <a:ext cx="6310312" cy="457200"/>
          </a:xfrm>
          <a:prstGeom prst="rect">
            <a:avLst/>
          </a:prstGeom>
          <a:noFill/>
          <a:ln w="9525" algn="ctr">
            <a:noFill/>
            <a:miter lim="800000"/>
            <a:headEnd/>
            <a:tailEnd/>
          </a:ln>
        </p:spPr>
        <p:txBody>
          <a:bodyPr>
            <a:spAutoFit/>
          </a:bodyPr>
          <a:lstStyle/>
          <a:p>
            <a:pPr>
              <a:lnSpc>
                <a:spcPct val="100000"/>
              </a:lnSpc>
            </a:pPr>
            <a:r>
              <a:rPr lang="zh-CN" altLang="en-US" sz="2400">
                <a:ea typeface="宋体" pitchFamily="2" charset="-122"/>
              </a:rPr>
              <a:t>以</a:t>
            </a:r>
            <a:r>
              <a:rPr lang="zh-CN" altLang="en-US" sz="2400">
                <a:solidFill>
                  <a:srgbClr val="FF6600"/>
                </a:solidFill>
                <a:ea typeface="宋体" pitchFamily="2" charset="-122"/>
              </a:rPr>
              <a:t> </a:t>
            </a:r>
            <a:r>
              <a:rPr lang="en-US" altLang="zh-CN" sz="2400" i="1">
                <a:solidFill>
                  <a:srgbClr val="FF6600"/>
                </a:solidFill>
                <a:ea typeface="宋体" pitchFamily="2" charset="-122"/>
              </a:rPr>
              <a:t>m</a:t>
            </a:r>
            <a:r>
              <a:rPr lang="en-US" altLang="zh-CN" sz="2400" baseline="-25000">
                <a:solidFill>
                  <a:srgbClr val="FF6600"/>
                </a:solidFill>
                <a:ea typeface="宋体" pitchFamily="2" charset="-122"/>
              </a:rPr>
              <a:t>A</a:t>
            </a:r>
            <a:r>
              <a:rPr lang="en-US" altLang="zh-CN" sz="2400">
                <a:ea typeface="宋体" pitchFamily="2" charset="-122"/>
              </a:rPr>
              <a:t> </a:t>
            </a:r>
            <a:r>
              <a:rPr lang="zh-CN" altLang="en-US" sz="2400">
                <a:ea typeface="宋体" pitchFamily="2" charset="-122"/>
              </a:rPr>
              <a:t>， </a:t>
            </a:r>
            <a:r>
              <a:rPr lang="en-US" altLang="zh-CN" sz="2400" i="1">
                <a:solidFill>
                  <a:srgbClr val="FF6600"/>
                </a:solidFill>
                <a:ea typeface="宋体" pitchFamily="2" charset="-122"/>
              </a:rPr>
              <a:t>m</a:t>
            </a:r>
            <a:r>
              <a:rPr lang="en-US" altLang="zh-CN" sz="2400" baseline="-25000">
                <a:solidFill>
                  <a:srgbClr val="FF6600"/>
                </a:solidFill>
                <a:ea typeface="宋体" pitchFamily="2" charset="-122"/>
              </a:rPr>
              <a:t>B</a:t>
            </a:r>
            <a:r>
              <a:rPr lang="en-US" altLang="zh-CN" sz="2400">
                <a:solidFill>
                  <a:srgbClr val="FF6600"/>
                </a:solidFill>
                <a:ea typeface="宋体" pitchFamily="2" charset="-122"/>
              </a:rPr>
              <a:t> </a:t>
            </a:r>
            <a:r>
              <a:rPr lang="zh-CN" altLang="en-US" sz="2400">
                <a:ea typeface="宋体" pitchFamily="2" charset="-122"/>
              </a:rPr>
              <a:t>， </a:t>
            </a:r>
            <a:r>
              <a:rPr lang="en-US" altLang="zh-CN" sz="2400" i="1">
                <a:solidFill>
                  <a:srgbClr val="FF6600"/>
                </a:solidFill>
                <a:ea typeface="宋体" pitchFamily="2" charset="-122"/>
              </a:rPr>
              <a:t>m </a:t>
            </a:r>
            <a:r>
              <a:rPr lang="en-US" altLang="zh-CN" sz="2400" i="1" baseline="-25000">
                <a:solidFill>
                  <a:srgbClr val="FF6600"/>
                </a:solidFill>
                <a:ea typeface="宋体" pitchFamily="2" charset="-122"/>
              </a:rPr>
              <a:t>C</a:t>
            </a:r>
            <a:r>
              <a:rPr lang="zh-CN" altLang="en-US" sz="2400">
                <a:ea typeface="宋体" pitchFamily="2" charset="-122"/>
              </a:rPr>
              <a:t>为研究对象</a:t>
            </a:r>
            <a:r>
              <a:rPr lang="en-US" altLang="zh-CN" sz="2400">
                <a:ea typeface="宋体" pitchFamily="2" charset="-122"/>
              </a:rPr>
              <a:t>, </a:t>
            </a:r>
            <a:r>
              <a:rPr lang="zh-CN" altLang="en-US" sz="2400">
                <a:ea typeface="宋体" pitchFamily="2" charset="-122"/>
              </a:rPr>
              <a:t>受力分析</a:t>
            </a:r>
          </a:p>
        </p:txBody>
      </p:sp>
      <p:sp>
        <p:nvSpPr>
          <p:cNvPr id="255024" name="Line 48"/>
          <p:cNvSpPr>
            <a:spLocks noChangeShapeType="1"/>
          </p:cNvSpPr>
          <p:nvPr/>
        </p:nvSpPr>
        <p:spPr bwMode="auto">
          <a:xfrm>
            <a:off x="6659563" y="1268413"/>
            <a:ext cx="504825" cy="0"/>
          </a:xfrm>
          <a:prstGeom prst="line">
            <a:avLst/>
          </a:prstGeom>
          <a:noFill/>
          <a:ln w="57150">
            <a:solidFill>
              <a:srgbClr val="FF0000"/>
            </a:solidFill>
            <a:round/>
            <a:headEnd/>
            <a:tailEnd type="triangle" w="med" len="med"/>
          </a:ln>
        </p:spPr>
        <p:txBody>
          <a:bodyPr anchor="ctr">
            <a:spAutoFit/>
          </a:bodyPr>
          <a:lstStyle/>
          <a:p>
            <a:endParaRPr lang="zh-CN" altLang="en-US"/>
          </a:p>
        </p:txBody>
      </p:sp>
      <p:sp>
        <p:nvSpPr>
          <p:cNvPr id="255025" name="Text Box 49" descr="信纸"/>
          <p:cNvSpPr txBox="1">
            <a:spLocks noChangeArrowheads="1"/>
          </p:cNvSpPr>
          <p:nvPr/>
        </p:nvSpPr>
        <p:spPr bwMode="auto">
          <a:xfrm>
            <a:off x="701675" y="3241675"/>
            <a:ext cx="1655763" cy="457200"/>
          </a:xfrm>
          <a:prstGeom prst="rect">
            <a:avLst/>
          </a:prstGeom>
          <a:noFill/>
          <a:ln w="9525" algn="ctr">
            <a:noFill/>
            <a:miter lim="800000"/>
            <a:headEnd/>
            <a:tailEnd/>
          </a:ln>
        </p:spPr>
        <p:txBody>
          <a:bodyPr>
            <a:spAutoFit/>
          </a:bodyPr>
          <a:lstStyle/>
          <a:p>
            <a:pPr>
              <a:lnSpc>
                <a:spcPct val="100000"/>
              </a:lnSpc>
            </a:pPr>
            <a:r>
              <a:rPr lang="zh-CN" altLang="en-US" sz="2400">
                <a:ea typeface="宋体" pitchFamily="2" charset="-122"/>
              </a:rPr>
              <a:t>物体 </a:t>
            </a:r>
            <a:r>
              <a:rPr lang="en-US" altLang="zh-CN" sz="2400" i="1">
                <a:solidFill>
                  <a:srgbClr val="FF6600"/>
                </a:solidFill>
                <a:ea typeface="宋体" pitchFamily="2" charset="-122"/>
              </a:rPr>
              <a:t>m</a:t>
            </a:r>
            <a:r>
              <a:rPr lang="en-US" altLang="zh-CN" sz="2400" baseline="-25000">
                <a:solidFill>
                  <a:srgbClr val="FF6600"/>
                </a:solidFill>
                <a:ea typeface="宋体" pitchFamily="2" charset="-122"/>
              </a:rPr>
              <a:t>A</a:t>
            </a:r>
            <a:r>
              <a:rPr lang="zh-CN" altLang="en-US" sz="2400">
                <a:ea typeface="宋体" pitchFamily="2" charset="-122"/>
              </a:rPr>
              <a:t>：</a:t>
            </a:r>
          </a:p>
        </p:txBody>
      </p:sp>
      <p:sp>
        <p:nvSpPr>
          <p:cNvPr id="255026" name="Text Box 50" descr="信纸"/>
          <p:cNvSpPr txBox="1">
            <a:spLocks noChangeArrowheads="1"/>
          </p:cNvSpPr>
          <p:nvPr/>
        </p:nvSpPr>
        <p:spPr bwMode="auto">
          <a:xfrm>
            <a:off x="8316913" y="1963738"/>
            <a:ext cx="792162" cy="457200"/>
          </a:xfrm>
          <a:prstGeom prst="rect">
            <a:avLst/>
          </a:prstGeom>
          <a:noFill/>
          <a:ln w="9525" algn="ctr">
            <a:noFill/>
            <a:miter lim="800000"/>
            <a:headEnd/>
            <a:tailEnd/>
          </a:ln>
        </p:spPr>
        <p:txBody>
          <a:bodyPr>
            <a:spAutoFit/>
          </a:bodyPr>
          <a:lstStyle/>
          <a:p>
            <a:pPr algn="ctr">
              <a:lnSpc>
                <a:spcPct val="100000"/>
              </a:lnSpc>
            </a:pPr>
            <a:r>
              <a:rPr lang="en-US" altLang="zh-CN" sz="2400" i="1">
                <a:solidFill>
                  <a:srgbClr val="FF0000"/>
                </a:solidFill>
                <a:ea typeface="宋体" pitchFamily="2" charset="-122"/>
              </a:rPr>
              <a:t>F</a:t>
            </a:r>
            <a:r>
              <a:rPr lang="en-US" altLang="zh-CN" sz="2400" i="1" baseline="-25000">
                <a:solidFill>
                  <a:srgbClr val="FF0000"/>
                </a:solidFill>
                <a:ea typeface="宋体" pitchFamily="2" charset="-122"/>
              </a:rPr>
              <a:t>T2</a:t>
            </a:r>
            <a:endParaRPr lang="en-US" altLang="zh-CN" sz="2400" i="1">
              <a:solidFill>
                <a:srgbClr val="FF0000"/>
              </a:solidFill>
              <a:ea typeface="宋体" pitchFamily="2" charset="-122"/>
            </a:endParaRPr>
          </a:p>
        </p:txBody>
      </p:sp>
      <p:sp>
        <p:nvSpPr>
          <p:cNvPr id="255027" name="Text Box 51" descr="信纸"/>
          <p:cNvSpPr txBox="1">
            <a:spLocks noChangeArrowheads="1"/>
          </p:cNvSpPr>
          <p:nvPr/>
        </p:nvSpPr>
        <p:spPr bwMode="auto">
          <a:xfrm>
            <a:off x="7596188" y="765175"/>
            <a:ext cx="792162" cy="457200"/>
          </a:xfrm>
          <a:prstGeom prst="rect">
            <a:avLst/>
          </a:prstGeom>
          <a:noFill/>
          <a:ln w="9525" algn="ctr">
            <a:noFill/>
            <a:miter lim="800000"/>
            <a:headEnd/>
            <a:tailEnd/>
          </a:ln>
        </p:spPr>
        <p:txBody>
          <a:bodyPr>
            <a:spAutoFit/>
          </a:bodyPr>
          <a:lstStyle/>
          <a:p>
            <a:pPr algn="ctr">
              <a:lnSpc>
                <a:spcPct val="100000"/>
              </a:lnSpc>
            </a:pPr>
            <a:r>
              <a:rPr lang="en-US" altLang="zh-CN" sz="2400" i="1">
                <a:solidFill>
                  <a:srgbClr val="FF0000"/>
                </a:solidFill>
                <a:ea typeface="宋体" pitchFamily="2" charset="-122"/>
              </a:rPr>
              <a:t>F</a:t>
            </a:r>
            <a:r>
              <a:rPr lang="en-US" altLang="zh-CN" sz="2400" i="1" baseline="30000">
                <a:solidFill>
                  <a:srgbClr val="FF0000"/>
                </a:solidFill>
                <a:ea typeface="宋体" pitchFamily="2" charset="-122"/>
              </a:rPr>
              <a:t>’</a:t>
            </a:r>
            <a:r>
              <a:rPr lang="en-US" altLang="zh-CN" sz="2400" i="1" baseline="-25000">
                <a:solidFill>
                  <a:srgbClr val="FF0000"/>
                </a:solidFill>
                <a:ea typeface="宋体" pitchFamily="2" charset="-122"/>
              </a:rPr>
              <a:t>T1</a:t>
            </a:r>
          </a:p>
        </p:txBody>
      </p:sp>
      <p:sp>
        <p:nvSpPr>
          <p:cNvPr id="255028" name="Text Box 52" descr="信纸"/>
          <p:cNvSpPr txBox="1">
            <a:spLocks noChangeArrowheads="1"/>
          </p:cNvSpPr>
          <p:nvPr/>
        </p:nvSpPr>
        <p:spPr bwMode="auto">
          <a:xfrm>
            <a:off x="8316913" y="1458913"/>
            <a:ext cx="936625" cy="457200"/>
          </a:xfrm>
          <a:prstGeom prst="rect">
            <a:avLst/>
          </a:prstGeom>
          <a:noFill/>
          <a:ln w="9525" algn="ctr">
            <a:noFill/>
            <a:miter lim="800000"/>
            <a:headEnd/>
            <a:tailEnd/>
          </a:ln>
        </p:spPr>
        <p:txBody>
          <a:bodyPr>
            <a:spAutoFit/>
          </a:bodyPr>
          <a:lstStyle/>
          <a:p>
            <a:pPr algn="ctr">
              <a:lnSpc>
                <a:spcPct val="100000"/>
              </a:lnSpc>
            </a:pPr>
            <a:r>
              <a:rPr lang="en-US" altLang="zh-CN" sz="2400" i="1">
                <a:solidFill>
                  <a:srgbClr val="FF0000"/>
                </a:solidFill>
                <a:ea typeface="宋体" pitchFamily="2" charset="-122"/>
              </a:rPr>
              <a:t>F</a:t>
            </a:r>
            <a:r>
              <a:rPr lang="en-US" altLang="zh-CN" sz="2400" i="1" baseline="30000">
                <a:solidFill>
                  <a:srgbClr val="FF0000"/>
                </a:solidFill>
                <a:ea typeface="宋体" pitchFamily="2" charset="-122"/>
              </a:rPr>
              <a:t>’</a:t>
            </a:r>
            <a:r>
              <a:rPr lang="en-US" altLang="zh-CN" sz="2400" i="1" baseline="-25000">
                <a:solidFill>
                  <a:srgbClr val="FF0000"/>
                </a:solidFill>
                <a:ea typeface="宋体" pitchFamily="2" charset="-122"/>
              </a:rPr>
              <a:t>T2</a:t>
            </a:r>
            <a:endParaRPr lang="en-US" altLang="zh-CN" sz="2400" i="1">
              <a:solidFill>
                <a:srgbClr val="FF0000"/>
              </a:solidFill>
              <a:ea typeface="宋体" pitchFamily="2" charset="-122"/>
            </a:endParaRPr>
          </a:p>
        </p:txBody>
      </p:sp>
      <p:sp>
        <p:nvSpPr>
          <p:cNvPr id="255029" name="Text Box 53" descr="信纸"/>
          <p:cNvSpPr txBox="1">
            <a:spLocks noChangeArrowheads="1"/>
          </p:cNvSpPr>
          <p:nvPr/>
        </p:nvSpPr>
        <p:spPr bwMode="auto">
          <a:xfrm>
            <a:off x="6732588" y="765175"/>
            <a:ext cx="792162" cy="457200"/>
          </a:xfrm>
          <a:prstGeom prst="rect">
            <a:avLst/>
          </a:prstGeom>
          <a:noFill/>
          <a:ln w="9525" algn="ctr">
            <a:noFill/>
            <a:miter lim="800000"/>
            <a:headEnd/>
            <a:tailEnd/>
          </a:ln>
        </p:spPr>
        <p:txBody>
          <a:bodyPr>
            <a:spAutoFit/>
          </a:bodyPr>
          <a:lstStyle/>
          <a:p>
            <a:pPr algn="ctr">
              <a:lnSpc>
                <a:spcPct val="100000"/>
              </a:lnSpc>
            </a:pPr>
            <a:r>
              <a:rPr lang="en-US" altLang="zh-CN" sz="2400" i="1">
                <a:solidFill>
                  <a:srgbClr val="FF0000"/>
                </a:solidFill>
                <a:ea typeface="宋体" pitchFamily="2" charset="-122"/>
              </a:rPr>
              <a:t>F</a:t>
            </a:r>
            <a:r>
              <a:rPr lang="en-US" altLang="zh-CN" sz="2400" i="1" baseline="-25000">
                <a:solidFill>
                  <a:srgbClr val="FF0000"/>
                </a:solidFill>
                <a:ea typeface="宋体" pitchFamily="2" charset="-122"/>
              </a:rPr>
              <a:t>T1</a:t>
            </a:r>
            <a:endParaRPr lang="en-US" altLang="zh-CN" sz="2400" i="1">
              <a:solidFill>
                <a:srgbClr val="FF0000"/>
              </a:solidFill>
              <a:ea typeface="宋体" pitchFamily="2" charset="-122"/>
            </a:endParaRPr>
          </a:p>
        </p:txBody>
      </p:sp>
      <p:sp>
        <p:nvSpPr>
          <p:cNvPr id="255030" name="Line 54"/>
          <p:cNvSpPr>
            <a:spLocks noChangeShapeType="1"/>
          </p:cNvSpPr>
          <p:nvPr/>
        </p:nvSpPr>
        <p:spPr bwMode="auto">
          <a:xfrm flipV="1">
            <a:off x="6300788" y="549275"/>
            <a:ext cx="0" cy="431800"/>
          </a:xfrm>
          <a:prstGeom prst="line">
            <a:avLst/>
          </a:prstGeom>
          <a:noFill/>
          <a:ln w="57150">
            <a:solidFill>
              <a:srgbClr val="FF9900"/>
            </a:solidFill>
            <a:round/>
            <a:headEnd/>
            <a:tailEnd type="triangle" w="med" len="med"/>
          </a:ln>
        </p:spPr>
        <p:txBody>
          <a:bodyPr anchor="ctr">
            <a:spAutoFit/>
          </a:bodyPr>
          <a:lstStyle/>
          <a:p>
            <a:endParaRPr lang="zh-CN" altLang="en-US"/>
          </a:p>
        </p:txBody>
      </p:sp>
      <p:sp>
        <p:nvSpPr>
          <p:cNvPr id="255031" name="Text Box 55" descr="信纸"/>
          <p:cNvSpPr txBox="1">
            <a:spLocks noChangeArrowheads="1"/>
          </p:cNvSpPr>
          <p:nvPr/>
        </p:nvSpPr>
        <p:spPr bwMode="auto">
          <a:xfrm>
            <a:off x="6300788" y="307975"/>
            <a:ext cx="431800" cy="457200"/>
          </a:xfrm>
          <a:prstGeom prst="rect">
            <a:avLst/>
          </a:prstGeom>
          <a:noFill/>
          <a:ln w="9525" algn="ctr">
            <a:noFill/>
            <a:miter lim="800000"/>
            <a:headEnd/>
            <a:tailEnd/>
          </a:ln>
        </p:spPr>
        <p:txBody>
          <a:bodyPr>
            <a:spAutoFit/>
          </a:bodyPr>
          <a:lstStyle/>
          <a:p>
            <a:pPr algn="ctr">
              <a:lnSpc>
                <a:spcPct val="100000"/>
              </a:lnSpc>
            </a:pPr>
            <a:r>
              <a:rPr lang="en-US" altLang="zh-CN" sz="2400" i="1">
                <a:solidFill>
                  <a:srgbClr val="FF9900"/>
                </a:solidFill>
                <a:ea typeface="宋体" pitchFamily="2" charset="-122"/>
              </a:rPr>
              <a:t>N</a:t>
            </a:r>
          </a:p>
        </p:txBody>
      </p:sp>
      <p:sp>
        <p:nvSpPr>
          <p:cNvPr id="255032" name="Line 56"/>
          <p:cNvSpPr>
            <a:spLocks noChangeShapeType="1"/>
          </p:cNvSpPr>
          <p:nvPr/>
        </p:nvSpPr>
        <p:spPr bwMode="auto">
          <a:xfrm>
            <a:off x="6372225" y="1557338"/>
            <a:ext cx="0" cy="431800"/>
          </a:xfrm>
          <a:prstGeom prst="line">
            <a:avLst/>
          </a:prstGeom>
          <a:noFill/>
          <a:ln w="57150">
            <a:solidFill>
              <a:srgbClr val="FF9900"/>
            </a:solidFill>
            <a:round/>
            <a:headEnd/>
            <a:tailEnd type="triangle" w="med" len="med"/>
          </a:ln>
        </p:spPr>
        <p:txBody>
          <a:bodyPr anchor="ctr">
            <a:spAutoFit/>
          </a:bodyPr>
          <a:lstStyle/>
          <a:p>
            <a:endParaRPr lang="zh-CN" altLang="en-US"/>
          </a:p>
        </p:txBody>
      </p:sp>
      <p:sp>
        <p:nvSpPr>
          <p:cNvPr id="255033" name="Text Box 57" descr="信纸"/>
          <p:cNvSpPr txBox="1">
            <a:spLocks noChangeArrowheads="1"/>
          </p:cNvSpPr>
          <p:nvPr/>
        </p:nvSpPr>
        <p:spPr bwMode="auto">
          <a:xfrm>
            <a:off x="6156325" y="1844675"/>
            <a:ext cx="720725" cy="457200"/>
          </a:xfrm>
          <a:prstGeom prst="rect">
            <a:avLst/>
          </a:prstGeom>
          <a:noFill/>
          <a:ln w="9525" algn="ctr">
            <a:noFill/>
            <a:miter lim="800000"/>
            <a:headEnd/>
            <a:tailEnd/>
          </a:ln>
        </p:spPr>
        <p:txBody>
          <a:bodyPr>
            <a:spAutoFit/>
          </a:bodyPr>
          <a:lstStyle/>
          <a:p>
            <a:pPr algn="ctr">
              <a:lnSpc>
                <a:spcPct val="100000"/>
              </a:lnSpc>
            </a:pPr>
            <a:r>
              <a:rPr lang="en-US" altLang="zh-CN" sz="2400" i="1">
                <a:solidFill>
                  <a:srgbClr val="FF9900"/>
                </a:solidFill>
                <a:ea typeface="宋体" pitchFamily="2" charset="-122"/>
              </a:rPr>
              <a:t>G</a:t>
            </a:r>
            <a:r>
              <a:rPr lang="en-US" altLang="zh-CN" sz="2400" i="1" baseline="-25000">
                <a:solidFill>
                  <a:srgbClr val="FF9900"/>
                </a:solidFill>
                <a:ea typeface="宋体" pitchFamily="2" charset="-122"/>
              </a:rPr>
              <a:t>A</a:t>
            </a:r>
            <a:endParaRPr lang="en-US" altLang="zh-CN" sz="2400" i="1">
              <a:solidFill>
                <a:srgbClr val="FF9900"/>
              </a:solidFill>
              <a:ea typeface="宋体" pitchFamily="2" charset="-122"/>
            </a:endParaRPr>
          </a:p>
        </p:txBody>
      </p:sp>
      <p:graphicFrame>
        <p:nvGraphicFramePr>
          <p:cNvPr id="255034" name="Object 58"/>
          <p:cNvGraphicFramePr>
            <a:graphicFrameLocks/>
          </p:cNvGraphicFramePr>
          <p:nvPr/>
        </p:nvGraphicFramePr>
        <p:xfrm>
          <a:off x="3244850" y="3354388"/>
          <a:ext cx="1371600" cy="388937"/>
        </p:xfrm>
        <a:graphic>
          <a:graphicData uri="http://schemas.openxmlformats.org/presentationml/2006/ole">
            <p:oleObj spid="_x0000_s45058" name="公式" r:id="rId5" imgW="761760" imgH="215640" progId="Equation.3">
              <p:embed/>
            </p:oleObj>
          </a:graphicData>
        </a:graphic>
      </p:graphicFrame>
      <p:sp>
        <p:nvSpPr>
          <p:cNvPr id="255035" name="Text Box 59" descr="信纸"/>
          <p:cNvSpPr txBox="1">
            <a:spLocks noChangeArrowheads="1"/>
          </p:cNvSpPr>
          <p:nvPr/>
        </p:nvSpPr>
        <p:spPr bwMode="auto">
          <a:xfrm>
            <a:off x="666750" y="3827463"/>
            <a:ext cx="1655763" cy="457200"/>
          </a:xfrm>
          <a:prstGeom prst="rect">
            <a:avLst/>
          </a:prstGeom>
          <a:noFill/>
          <a:ln w="9525" algn="ctr">
            <a:noFill/>
            <a:miter lim="800000"/>
            <a:headEnd/>
            <a:tailEnd/>
          </a:ln>
        </p:spPr>
        <p:txBody>
          <a:bodyPr>
            <a:spAutoFit/>
          </a:bodyPr>
          <a:lstStyle/>
          <a:p>
            <a:pPr>
              <a:lnSpc>
                <a:spcPct val="100000"/>
              </a:lnSpc>
            </a:pPr>
            <a:r>
              <a:rPr lang="zh-CN" altLang="en-US" sz="2400">
                <a:ea typeface="宋体" pitchFamily="2" charset="-122"/>
              </a:rPr>
              <a:t>物体 </a:t>
            </a:r>
            <a:r>
              <a:rPr lang="en-US" altLang="zh-CN" sz="2400" i="1">
                <a:solidFill>
                  <a:srgbClr val="FF6600"/>
                </a:solidFill>
                <a:ea typeface="宋体" pitchFamily="2" charset="-122"/>
              </a:rPr>
              <a:t>m</a:t>
            </a:r>
            <a:r>
              <a:rPr lang="en-US" altLang="zh-CN" sz="2400" i="1" baseline="-25000">
                <a:solidFill>
                  <a:srgbClr val="FF6600"/>
                </a:solidFill>
                <a:ea typeface="宋体" pitchFamily="2" charset="-122"/>
              </a:rPr>
              <a:t>B </a:t>
            </a:r>
            <a:r>
              <a:rPr lang="zh-CN" altLang="en-US" sz="2400">
                <a:ea typeface="宋体" pitchFamily="2" charset="-122"/>
              </a:rPr>
              <a:t>：</a:t>
            </a:r>
          </a:p>
        </p:txBody>
      </p:sp>
      <p:sp>
        <p:nvSpPr>
          <p:cNvPr id="255036" name="Line 60"/>
          <p:cNvSpPr>
            <a:spLocks noChangeShapeType="1"/>
          </p:cNvSpPr>
          <p:nvPr/>
        </p:nvSpPr>
        <p:spPr bwMode="auto">
          <a:xfrm flipV="1">
            <a:off x="8388350" y="2132013"/>
            <a:ext cx="0" cy="360362"/>
          </a:xfrm>
          <a:prstGeom prst="line">
            <a:avLst/>
          </a:prstGeom>
          <a:noFill/>
          <a:ln w="57150">
            <a:solidFill>
              <a:srgbClr val="FF0000"/>
            </a:solidFill>
            <a:round/>
            <a:headEnd/>
            <a:tailEnd type="triangle" w="med" len="med"/>
          </a:ln>
        </p:spPr>
        <p:txBody>
          <a:bodyPr anchor="ctr">
            <a:spAutoFit/>
          </a:bodyPr>
          <a:lstStyle/>
          <a:p>
            <a:endParaRPr lang="zh-CN" altLang="en-US"/>
          </a:p>
        </p:txBody>
      </p:sp>
      <p:sp>
        <p:nvSpPr>
          <p:cNvPr id="255037" name="Line 61"/>
          <p:cNvSpPr>
            <a:spLocks noChangeShapeType="1"/>
          </p:cNvSpPr>
          <p:nvPr/>
        </p:nvSpPr>
        <p:spPr bwMode="auto">
          <a:xfrm>
            <a:off x="8388350" y="2924175"/>
            <a:ext cx="0" cy="504825"/>
          </a:xfrm>
          <a:prstGeom prst="line">
            <a:avLst/>
          </a:prstGeom>
          <a:noFill/>
          <a:ln w="57150">
            <a:solidFill>
              <a:srgbClr val="FF0000"/>
            </a:solidFill>
            <a:round/>
            <a:headEnd/>
            <a:tailEnd type="triangle" w="med" len="med"/>
          </a:ln>
        </p:spPr>
        <p:txBody>
          <a:bodyPr anchor="ctr">
            <a:spAutoFit/>
          </a:bodyPr>
          <a:lstStyle/>
          <a:p>
            <a:endParaRPr lang="zh-CN" altLang="en-US"/>
          </a:p>
        </p:txBody>
      </p:sp>
      <p:sp>
        <p:nvSpPr>
          <p:cNvPr id="255038" name="Text Box 62" descr="信纸"/>
          <p:cNvSpPr txBox="1">
            <a:spLocks noChangeArrowheads="1"/>
          </p:cNvSpPr>
          <p:nvPr/>
        </p:nvSpPr>
        <p:spPr bwMode="auto">
          <a:xfrm>
            <a:off x="8316913" y="3140075"/>
            <a:ext cx="647700" cy="457200"/>
          </a:xfrm>
          <a:prstGeom prst="rect">
            <a:avLst/>
          </a:prstGeom>
          <a:noFill/>
          <a:ln w="9525" algn="ctr">
            <a:noFill/>
            <a:miter lim="800000"/>
            <a:headEnd/>
            <a:tailEnd/>
          </a:ln>
        </p:spPr>
        <p:txBody>
          <a:bodyPr>
            <a:spAutoFit/>
          </a:bodyPr>
          <a:lstStyle/>
          <a:p>
            <a:pPr algn="ctr">
              <a:lnSpc>
                <a:spcPct val="100000"/>
              </a:lnSpc>
            </a:pPr>
            <a:r>
              <a:rPr lang="en-US" altLang="zh-CN" sz="2400" i="1">
                <a:solidFill>
                  <a:srgbClr val="FF0000"/>
                </a:solidFill>
                <a:ea typeface="宋体" pitchFamily="2" charset="-122"/>
              </a:rPr>
              <a:t>G</a:t>
            </a:r>
            <a:r>
              <a:rPr lang="en-US" altLang="zh-CN" sz="2400" i="1" baseline="-25000">
                <a:solidFill>
                  <a:srgbClr val="FF0000"/>
                </a:solidFill>
                <a:ea typeface="宋体" pitchFamily="2" charset="-122"/>
              </a:rPr>
              <a:t>B</a:t>
            </a:r>
            <a:endParaRPr lang="en-US" altLang="zh-CN" sz="2400" i="1">
              <a:solidFill>
                <a:srgbClr val="FF0000"/>
              </a:solidFill>
              <a:ea typeface="宋体" pitchFamily="2" charset="-122"/>
            </a:endParaRPr>
          </a:p>
        </p:txBody>
      </p:sp>
      <p:graphicFrame>
        <p:nvGraphicFramePr>
          <p:cNvPr id="255039" name="Object 63"/>
          <p:cNvGraphicFramePr>
            <a:graphicFrameLocks/>
          </p:cNvGraphicFramePr>
          <p:nvPr/>
        </p:nvGraphicFramePr>
        <p:xfrm>
          <a:off x="2897188" y="3895725"/>
          <a:ext cx="2170112" cy="388938"/>
        </p:xfrm>
        <a:graphic>
          <a:graphicData uri="http://schemas.openxmlformats.org/presentationml/2006/ole">
            <p:oleObj spid="_x0000_s45059" name="公式" r:id="rId6" imgW="1206360" imgH="215640" progId="Equation.3">
              <p:embed/>
            </p:oleObj>
          </a:graphicData>
        </a:graphic>
      </p:graphicFrame>
      <p:sp>
        <p:nvSpPr>
          <p:cNvPr id="255040" name="Text Box 64" descr="信纸"/>
          <p:cNvSpPr txBox="1">
            <a:spLocks noChangeArrowheads="1"/>
          </p:cNvSpPr>
          <p:nvPr/>
        </p:nvSpPr>
        <p:spPr bwMode="auto">
          <a:xfrm>
            <a:off x="666750" y="4367213"/>
            <a:ext cx="1655763" cy="457200"/>
          </a:xfrm>
          <a:prstGeom prst="rect">
            <a:avLst/>
          </a:prstGeom>
          <a:noFill/>
          <a:ln w="9525" algn="ctr">
            <a:noFill/>
            <a:miter lim="800000"/>
            <a:headEnd/>
            <a:tailEnd/>
          </a:ln>
        </p:spPr>
        <p:txBody>
          <a:bodyPr>
            <a:spAutoFit/>
          </a:bodyPr>
          <a:lstStyle/>
          <a:p>
            <a:pPr>
              <a:lnSpc>
                <a:spcPct val="100000"/>
              </a:lnSpc>
            </a:pPr>
            <a:r>
              <a:rPr lang="zh-CN" altLang="en-US" sz="2400">
                <a:ea typeface="宋体" pitchFamily="2" charset="-122"/>
              </a:rPr>
              <a:t>滑轮 </a:t>
            </a:r>
            <a:r>
              <a:rPr lang="en-US" altLang="zh-CN" sz="2400" i="1">
                <a:solidFill>
                  <a:srgbClr val="FF6600"/>
                </a:solidFill>
                <a:ea typeface="宋体" pitchFamily="2" charset="-122"/>
              </a:rPr>
              <a:t>m</a:t>
            </a:r>
            <a:r>
              <a:rPr lang="en-US" altLang="zh-CN" sz="2400" i="1" baseline="-25000">
                <a:solidFill>
                  <a:srgbClr val="FF6600"/>
                </a:solidFill>
                <a:ea typeface="宋体" pitchFamily="2" charset="-122"/>
              </a:rPr>
              <a:t>C </a:t>
            </a:r>
            <a:r>
              <a:rPr lang="zh-CN" altLang="en-US" sz="2400">
                <a:ea typeface="宋体" pitchFamily="2" charset="-122"/>
              </a:rPr>
              <a:t>：</a:t>
            </a:r>
          </a:p>
        </p:txBody>
      </p:sp>
      <p:sp>
        <p:nvSpPr>
          <p:cNvPr id="255041" name="Line 65"/>
          <p:cNvSpPr>
            <a:spLocks noChangeShapeType="1"/>
          </p:cNvSpPr>
          <p:nvPr/>
        </p:nvSpPr>
        <p:spPr bwMode="auto">
          <a:xfrm flipH="1">
            <a:off x="7740650" y="1268413"/>
            <a:ext cx="503238" cy="0"/>
          </a:xfrm>
          <a:prstGeom prst="line">
            <a:avLst/>
          </a:prstGeom>
          <a:noFill/>
          <a:ln w="57150">
            <a:solidFill>
              <a:srgbClr val="FF0000"/>
            </a:solidFill>
            <a:round/>
            <a:headEnd/>
            <a:tailEnd type="triangle" w="med" len="med"/>
          </a:ln>
        </p:spPr>
        <p:txBody>
          <a:bodyPr anchor="ctr">
            <a:spAutoFit/>
          </a:bodyPr>
          <a:lstStyle/>
          <a:p>
            <a:endParaRPr lang="zh-CN" altLang="en-US"/>
          </a:p>
        </p:txBody>
      </p:sp>
      <p:sp>
        <p:nvSpPr>
          <p:cNvPr id="255042" name="Line 66"/>
          <p:cNvSpPr>
            <a:spLocks noChangeShapeType="1"/>
          </p:cNvSpPr>
          <p:nvPr/>
        </p:nvSpPr>
        <p:spPr bwMode="auto">
          <a:xfrm>
            <a:off x="8388350" y="1412875"/>
            <a:ext cx="0" cy="431800"/>
          </a:xfrm>
          <a:prstGeom prst="line">
            <a:avLst/>
          </a:prstGeom>
          <a:noFill/>
          <a:ln w="57150">
            <a:solidFill>
              <a:srgbClr val="FF0000"/>
            </a:solidFill>
            <a:round/>
            <a:headEnd/>
            <a:tailEnd type="triangle" w="med" len="med"/>
          </a:ln>
        </p:spPr>
        <p:txBody>
          <a:bodyPr anchor="ctr">
            <a:spAutoFit/>
          </a:bodyPr>
          <a:lstStyle/>
          <a:p>
            <a:endParaRPr lang="zh-CN" altLang="en-US"/>
          </a:p>
        </p:txBody>
      </p:sp>
      <p:sp>
        <p:nvSpPr>
          <p:cNvPr id="255043" name="Line 67"/>
          <p:cNvSpPr>
            <a:spLocks noChangeShapeType="1"/>
          </p:cNvSpPr>
          <p:nvPr/>
        </p:nvSpPr>
        <p:spPr bwMode="auto">
          <a:xfrm>
            <a:off x="8243888" y="1412875"/>
            <a:ext cx="0" cy="431800"/>
          </a:xfrm>
          <a:prstGeom prst="line">
            <a:avLst/>
          </a:prstGeom>
          <a:noFill/>
          <a:ln w="57150">
            <a:solidFill>
              <a:srgbClr val="FF9900"/>
            </a:solidFill>
            <a:round/>
            <a:headEnd/>
            <a:tailEnd type="triangle" w="med" len="med"/>
          </a:ln>
        </p:spPr>
        <p:txBody>
          <a:bodyPr anchor="ctr">
            <a:spAutoFit/>
          </a:bodyPr>
          <a:lstStyle/>
          <a:p>
            <a:endParaRPr lang="zh-CN" altLang="en-US"/>
          </a:p>
        </p:txBody>
      </p:sp>
      <p:sp>
        <p:nvSpPr>
          <p:cNvPr id="255044" name="Text Box 68" descr="信纸"/>
          <p:cNvSpPr txBox="1">
            <a:spLocks noChangeArrowheads="1"/>
          </p:cNvSpPr>
          <p:nvPr/>
        </p:nvSpPr>
        <p:spPr bwMode="auto">
          <a:xfrm>
            <a:off x="7883525" y="1700213"/>
            <a:ext cx="647700" cy="396875"/>
          </a:xfrm>
          <a:prstGeom prst="rect">
            <a:avLst/>
          </a:prstGeom>
          <a:noFill/>
          <a:ln w="9525" algn="ctr">
            <a:noFill/>
            <a:miter lim="800000"/>
            <a:headEnd/>
            <a:tailEnd/>
          </a:ln>
        </p:spPr>
        <p:txBody>
          <a:bodyPr>
            <a:spAutoFit/>
          </a:bodyPr>
          <a:lstStyle/>
          <a:p>
            <a:pPr algn="ctr">
              <a:lnSpc>
                <a:spcPct val="100000"/>
              </a:lnSpc>
            </a:pPr>
            <a:r>
              <a:rPr lang="en-US" altLang="zh-CN" sz="2000" i="1">
                <a:solidFill>
                  <a:srgbClr val="FF9900"/>
                </a:solidFill>
                <a:ea typeface="宋体" pitchFamily="2" charset="-122"/>
              </a:rPr>
              <a:t>G</a:t>
            </a:r>
            <a:r>
              <a:rPr lang="en-US" altLang="zh-CN" sz="2000" i="1" baseline="-25000">
                <a:solidFill>
                  <a:srgbClr val="FF9900"/>
                </a:solidFill>
                <a:ea typeface="宋体" pitchFamily="2" charset="-122"/>
              </a:rPr>
              <a:t>C</a:t>
            </a:r>
            <a:endParaRPr lang="en-US" altLang="zh-CN" sz="2000" i="1">
              <a:solidFill>
                <a:srgbClr val="FF9900"/>
              </a:solidFill>
              <a:ea typeface="宋体" pitchFamily="2" charset="-122"/>
            </a:endParaRPr>
          </a:p>
        </p:txBody>
      </p:sp>
      <p:sp>
        <p:nvSpPr>
          <p:cNvPr id="255045" name="Line 69"/>
          <p:cNvSpPr>
            <a:spLocks noChangeShapeType="1"/>
          </p:cNvSpPr>
          <p:nvPr/>
        </p:nvSpPr>
        <p:spPr bwMode="auto">
          <a:xfrm flipV="1">
            <a:off x="8243888" y="1052513"/>
            <a:ext cx="360362" cy="360362"/>
          </a:xfrm>
          <a:prstGeom prst="line">
            <a:avLst/>
          </a:prstGeom>
          <a:noFill/>
          <a:ln w="57150">
            <a:solidFill>
              <a:schemeClr val="accent1"/>
            </a:solidFill>
            <a:round/>
            <a:headEnd/>
            <a:tailEnd type="triangle" w="med" len="med"/>
          </a:ln>
        </p:spPr>
        <p:txBody>
          <a:bodyPr anchor="ctr">
            <a:spAutoFit/>
          </a:bodyPr>
          <a:lstStyle/>
          <a:p>
            <a:endParaRPr lang="zh-CN" altLang="en-US"/>
          </a:p>
        </p:txBody>
      </p:sp>
      <p:sp>
        <p:nvSpPr>
          <p:cNvPr id="255046" name="Text Box 70" descr="信纸"/>
          <p:cNvSpPr txBox="1">
            <a:spLocks noChangeArrowheads="1"/>
          </p:cNvSpPr>
          <p:nvPr/>
        </p:nvSpPr>
        <p:spPr bwMode="auto">
          <a:xfrm>
            <a:off x="8459788" y="765175"/>
            <a:ext cx="647700" cy="457200"/>
          </a:xfrm>
          <a:prstGeom prst="rect">
            <a:avLst/>
          </a:prstGeom>
          <a:noFill/>
          <a:ln w="9525" algn="ctr">
            <a:noFill/>
            <a:miter lim="800000"/>
            <a:headEnd/>
            <a:tailEnd/>
          </a:ln>
        </p:spPr>
        <p:txBody>
          <a:bodyPr>
            <a:spAutoFit/>
          </a:bodyPr>
          <a:lstStyle/>
          <a:p>
            <a:pPr algn="ctr">
              <a:lnSpc>
                <a:spcPct val="100000"/>
              </a:lnSpc>
            </a:pPr>
            <a:r>
              <a:rPr lang="en-US" altLang="zh-CN" sz="2400" i="1">
                <a:solidFill>
                  <a:schemeClr val="accent1"/>
                </a:solidFill>
                <a:ea typeface="宋体" pitchFamily="2" charset="-122"/>
              </a:rPr>
              <a:t>F</a:t>
            </a:r>
            <a:r>
              <a:rPr lang="en-US" altLang="zh-CN" sz="2400" i="1" baseline="-25000">
                <a:solidFill>
                  <a:schemeClr val="accent1"/>
                </a:solidFill>
                <a:ea typeface="宋体" pitchFamily="2" charset="-122"/>
              </a:rPr>
              <a:t>C</a:t>
            </a:r>
            <a:endParaRPr lang="en-US" altLang="zh-CN" sz="2400" i="1">
              <a:solidFill>
                <a:schemeClr val="accent1"/>
              </a:solidFill>
              <a:ea typeface="宋体" pitchFamily="2" charset="-122"/>
            </a:endParaRPr>
          </a:p>
        </p:txBody>
      </p:sp>
      <p:graphicFrame>
        <p:nvGraphicFramePr>
          <p:cNvPr id="255047" name="Object 71"/>
          <p:cNvGraphicFramePr>
            <a:graphicFrameLocks/>
          </p:cNvGraphicFramePr>
          <p:nvPr/>
        </p:nvGraphicFramePr>
        <p:xfrm>
          <a:off x="2146300" y="4313238"/>
          <a:ext cx="4181475" cy="690562"/>
        </p:xfrm>
        <a:graphic>
          <a:graphicData uri="http://schemas.openxmlformats.org/presentationml/2006/ole">
            <p:oleObj spid="_x0000_s45060" name="公式" r:id="rId7" imgW="2463480" imgH="406080" progId="Equation.3">
              <p:embed/>
            </p:oleObj>
          </a:graphicData>
        </a:graphic>
      </p:graphicFrame>
      <p:sp>
        <p:nvSpPr>
          <p:cNvPr id="255048" name="AutoShape 72"/>
          <p:cNvSpPr>
            <a:spLocks/>
          </p:cNvSpPr>
          <p:nvPr/>
        </p:nvSpPr>
        <p:spPr bwMode="auto">
          <a:xfrm>
            <a:off x="6146800" y="3286125"/>
            <a:ext cx="360363" cy="1403350"/>
          </a:xfrm>
          <a:prstGeom prst="rightBrace">
            <a:avLst>
              <a:gd name="adj1" fmla="val 32452"/>
              <a:gd name="adj2" fmla="val 50000"/>
            </a:avLst>
          </a:prstGeom>
          <a:noFill/>
          <a:ln w="28575">
            <a:solidFill>
              <a:schemeClr val="tx1"/>
            </a:solidFill>
            <a:round/>
            <a:headEnd/>
            <a:tailEnd/>
          </a:ln>
        </p:spPr>
        <p:txBody>
          <a:bodyPr anchor="ctr">
            <a:spAutoFit/>
          </a:bodyPr>
          <a:lstStyle/>
          <a:p>
            <a:endParaRPr lang="zh-CN" altLang="en-US"/>
          </a:p>
        </p:txBody>
      </p:sp>
      <p:graphicFrame>
        <p:nvGraphicFramePr>
          <p:cNvPr id="255049" name="Object 73"/>
          <p:cNvGraphicFramePr>
            <a:graphicFrameLocks/>
          </p:cNvGraphicFramePr>
          <p:nvPr/>
        </p:nvGraphicFramePr>
        <p:xfrm>
          <a:off x="6489700" y="3119438"/>
          <a:ext cx="1458913" cy="411162"/>
        </p:xfrm>
        <a:graphic>
          <a:graphicData uri="http://schemas.openxmlformats.org/presentationml/2006/ole">
            <p:oleObj spid="_x0000_s45061" name="公式" r:id="rId8" imgW="812520" imgH="228600" progId="Equation.3">
              <p:embed/>
            </p:oleObj>
          </a:graphicData>
        </a:graphic>
      </p:graphicFrame>
      <p:graphicFrame>
        <p:nvGraphicFramePr>
          <p:cNvPr id="255050" name="Object 74"/>
          <p:cNvGraphicFramePr>
            <a:graphicFrameLocks/>
          </p:cNvGraphicFramePr>
          <p:nvPr/>
        </p:nvGraphicFramePr>
        <p:xfrm>
          <a:off x="6642100" y="3489325"/>
          <a:ext cx="1119188" cy="388938"/>
        </p:xfrm>
        <a:graphic>
          <a:graphicData uri="http://schemas.openxmlformats.org/presentationml/2006/ole">
            <p:oleObj spid="_x0000_s45062" name="公式" r:id="rId9" imgW="622080" imgH="215640" progId="Equation.3">
              <p:embed/>
            </p:oleObj>
          </a:graphicData>
        </a:graphic>
      </p:graphicFrame>
      <p:graphicFrame>
        <p:nvGraphicFramePr>
          <p:cNvPr id="255051" name="Object 75"/>
          <p:cNvGraphicFramePr>
            <a:graphicFrameLocks/>
          </p:cNvGraphicFramePr>
          <p:nvPr/>
        </p:nvGraphicFramePr>
        <p:xfrm>
          <a:off x="6642100" y="3895725"/>
          <a:ext cx="1166813" cy="388938"/>
        </p:xfrm>
        <a:graphic>
          <a:graphicData uri="http://schemas.openxmlformats.org/presentationml/2006/ole">
            <p:oleObj spid="_x0000_s45063" name="公式" r:id="rId10" imgW="647640" imgH="215640" progId="Equation.3">
              <p:embed/>
            </p:oleObj>
          </a:graphicData>
        </a:graphic>
      </p:graphicFrame>
      <p:graphicFrame>
        <p:nvGraphicFramePr>
          <p:cNvPr id="255052" name="Object 76"/>
          <p:cNvGraphicFramePr>
            <a:graphicFrameLocks/>
          </p:cNvGraphicFramePr>
          <p:nvPr/>
        </p:nvGraphicFramePr>
        <p:xfrm>
          <a:off x="6686550" y="4276725"/>
          <a:ext cx="1004888" cy="412750"/>
        </p:xfrm>
        <a:graphic>
          <a:graphicData uri="http://schemas.openxmlformats.org/presentationml/2006/ole">
            <p:oleObj spid="_x0000_s45064" name="公式" r:id="rId11" imgW="558720" imgH="228600" progId="Equation.3">
              <p:embed/>
            </p:oleObj>
          </a:graphicData>
        </a:graphic>
      </p:graphicFrame>
      <p:graphicFrame>
        <p:nvGraphicFramePr>
          <p:cNvPr id="255053" name="Object 77"/>
          <p:cNvGraphicFramePr>
            <a:graphicFrameLocks/>
          </p:cNvGraphicFramePr>
          <p:nvPr/>
        </p:nvGraphicFramePr>
        <p:xfrm>
          <a:off x="161925" y="5105400"/>
          <a:ext cx="2266950" cy="1338263"/>
        </p:xfrm>
        <a:graphic>
          <a:graphicData uri="http://schemas.openxmlformats.org/presentationml/2006/ole">
            <p:oleObj spid="_x0000_s45065" name="公式" r:id="rId12" imgW="1333440" imgH="787320" progId="Equation.3">
              <p:embed/>
            </p:oleObj>
          </a:graphicData>
        </a:graphic>
      </p:graphicFrame>
      <p:graphicFrame>
        <p:nvGraphicFramePr>
          <p:cNvPr id="255054" name="Object 78"/>
          <p:cNvGraphicFramePr>
            <a:graphicFrameLocks noChangeAspect="1"/>
          </p:cNvGraphicFramePr>
          <p:nvPr/>
        </p:nvGraphicFramePr>
        <p:xfrm>
          <a:off x="2562225" y="5003800"/>
          <a:ext cx="2541588" cy="1443038"/>
        </p:xfrm>
        <a:graphic>
          <a:graphicData uri="http://schemas.openxmlformats.org/presentationml/2006/ole">
            <p:oleObj spid="_x0000_s45066" name="公式" r:id="rId13" imgW="1498320" imgH="850680" progId="Equation.3">
              <p:embed/>
            </p:oleObj>
          </a:graphicData>
        </a:graphic>
      </p:graphicFrame>
      <p:graphicFrame>
        <p:nvGraphicFramePr>
          <p:cNvPr id="255055" name="Object 79"/>
          <p:cNvGraphicFramePr>
            <a:graphicFrameLocks/>
          </p:cNvGraphicFramePr>
          <p:nvPr/>
        </p:nvGraphicFramePr>
        <p:xfrm>
          <a:off x="5205413" y="5003800"/>
          <a:ext cx="3621087" cy="1443038"/>
        </p:xfrm>
        <a:graphic>
          <a:graphicData uri="http://schemas.openxmlformats.org/presentationml/2006/ole">
            <p:oleObj spid="_x0000_s45067" name="公式" r:id="rId14" imgW="2133360" imgH="850680" progId="Equation.3">
              <p:embed/>
            </p:oleObj>
          </a:graphicData>
        </a:graphic>
      </p:graphicFrame>
      <p:sp>
        <p:nvSpPr>
          <p:cNvPr id="255057" name="AutoShape 81">
            <a:hlinkClick r:id="rId15" action="ppaction://hlinksldjump" highlightClick="1"/>
          </p:cNvPr>
          <p:cNvSpPr>
            <a:spLocks noChangeAspect="1" noChangeArrowheads="1"/>
          </p:cNvSpPr>
          <p:nvPr/>
        </p:nvSpPr>
        <p:spPr bwMode="auto">
          <a:xfrm>
            <a:off x="8720138" y="6280150"/>
            <a:ext cx="244475" cy="244475"/>
          </a:xfrm>
          <a:prstGeom prst="actionButtonBeginning">
            <a:avLst/>
          </a:prstGeom>
          <a:solidFill>
            <a:srgbClr val="CCECFF"/>
          </a:solidFill>
          <a:ln w="19050">
            <a:noFill/>
            <a:miter lim="800000"/>
            <a:headEnd/>
            <a:tailEnd/>
          </a:ln>
        </p:spPr>
        <p:txBody>
          <a:bodyPr wrap="none" anchor="ctr"/>
          <a:lstStyle/>
          <a:p>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7" presetClass="entr" presetSubtype="0" fill="hold" grpId="0" nodeType="afterEffect">
                                  <p:stCondLst>
                                    <p:cond delay="0"/>
                                  </p:stCondLst>
                                  <p:iterate type="lt">
                                    <p:tmPct val="50000"/>
                                  </p:iterate>
                                  <p:childTnLst>
                                    <p:set>
                                      <p:cBhvr>
                                        <p:cTn id="6" dur="1" fill="hold">
                                          <p:stCondLst>
                                            <p:cond delay="0"/>
                                          </p:stCondLst>
                                        </p:cTn>
                                        <p:tgtEl>
                                          <p:spTgt spid="255020"/>
                                        </p:tgtEl>
                                        <p:attrNameLst>
                                          <p:attrName>style.visibility</p:attrName>
                                        </p:attrNameLst>
                                      </p:cBhvr>
                                      <p:to>
                                        <p:strVal val="visible"/>
                                      </p:to>
                                    </p:set>
                                    <p:anim calcmode="discrete" valueType="clr">
                                      <p:cBhvr override="childStyle">
                                        <p:cTn id="7" dur="80"/>
                                        <p:tgtEl>
                                          <p:spTgt spid="255020"/>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255020"/>
                                        </p:tgtEl>
                                        <p:attrNameLst>
                                          <p:attrName>fillcolor</p:attrName>
                                        </p:attrNameLst>
                                      </p:cBhvr>
                                      <p:tavLst>
                                        <p:tav tm="0">
                                          <p:val>
                                            <p:clrVal>
                                              <a:schemeClr val="accent2"/>
                                            </p:clrVal>
                                          </p:val>
                                        </p:tav>
                                        <p:tav tm="50000">
                                          <p:val>
                                            <p:clrVal>
                                              <a:schemeClr val="hlink"/>
                                            </p:clrVal>
                                          </p:val>
                                        </p:tav>
                                      </p:tavLst>
                                    </p:anim>
                                    <p:set>
                                      <p:cBhvr>
                                        <p:cTn id="9" dur="80"/>
                                        <p:tgtEl>
                                          <p:spTgt spid="255020"/>
                                        </p:tgtEl>
                                        <p:attrNameLst>
                                          <p:attrName>fill.type</p:attrName>
                                        </p:attrNameLst>
                                      </p:cBhvr>
                                      <p:to>
                                        <p:strVal val="solid"/>
                                      </p:to>
                                    </p:set>
                                  </p:childTnLst>
                                </p:cTn>
                              </p:par>
                            </p:childTnLst>
                          </p:cTn>
                        </p:par>
                        <p:par>
                          <p:cTn id="10" fill="hold">
                            <p:stCondLst>
                              <p:cond delay="1960"/>
                            </p:stCondLst>
                            <p:childTnLst>
                              <p:par>
                                <p:cTn id="11" presetID="4" presetClass="entr" presetSubtype="16" fill="hold" nodeType="after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box(in)">
                                      <p:cBhvr>
                                        <p:cTn id="13" dur="500"/>
                                        <p:tgtEl>
                                          <p:spTgt spid="2"/>
                                        </p:tgtEl>
                                      </p:cBhvr>
                                    </p:animEffect>
                                  </p:childTnLst>
                                </p:cTn>
                              </p:par>
                            </p:childTnLst>
                          </p:cTn>
                        </p:par>
                      </p:childTnLst>
                    </p:cTn>
                  </p:par>
                  <p:par>
                    <p:cTn id="14" fill="hold">
                      <p:stCondLst>
                        <p:cond delay="indefinite"/>
                      </p:stCondLst>
                      <p:childTnLst>
                        <p:par>
                          <p:cTn id="15" fill="hold">
                            <p:stCondLst>
                              <p:cond delay="0"/>
                            </p:stCondLst>
                            <p:childTnLst>
                              <p:par>
                                <p:cTn id="16" presetID="27" presetClass="entr" presetSubtype="0" fill="hold" grpId="0" nodeType="clickEffect">
                                  <p:stCondLst>
                                    <p:cond delay="0"/>
                                  </p:stCondLst>
                                  <p:iterate type="lt">
                                    <p:tmPct val="50000"/>
                                  </p:iterate>
                                  <p:childTnLst>
                                    <p:set>
                                      <p:cBhvr>
                                        <p:cTn id="17" dur="1" fill="hold">
                                          <p:stCondLst>
                                            <p:cond delay="0"/>
                                          </p:stCondLst>
                                        </p:cTn>
                                        <p:tgtEl>
                                          <p:spTgt spid="255021"/>
                                        </p:tgtEl>
                                        <p:attrNameLst>
                                          <p:attrName>style.visibility</p:attrName>
                                        </p:attrNameLst>
                                      </p:cBhvr>
                                      <p:to>
                                        <p:strVal val="visible"/>
                                      </p:to>
                                    </p:set>
                                    <p:anim calcmode="discrete" valueType="clr">
                                      <p:cBhvr override="childStyle">
                                        <p:cTn id="18" dur="80"/>
                                        <p:tgtEl>
                                          <p:spTgt spid="255021"/>
                                        </p:tgtEl>
                                        <p:attrNameLst>
                                          <p:attrName>style.color</p:attrName>
                                        </p:attrNameLst>
                                      </p:cBhvr>
                                      <p:tavLst>
                                        <p:tav tm="0">
                                          <p:val>
                                            <p:clrVal>
                                              <a:schemeClr val="accent2"/>
                                            </p:clrVal>
                                          </p:val>
                                        </p:tav>
                                        <p:tav tm="50000">
                                          <p:val>
                                            <p:clrVal>
                                              <a:schemeClr val="hlink"/>
                                            </p:clrVal>
                                          </p:val>
                                        </p:tav>
                                      </p:tavLst>
                                    </p:anim>
                                    <p:anim calcmode="discrete" valueType="clr">
                                      <p:cBhvr>
                                        <p:cTn id="19" dur="80"/>
                                        <p:tgtEl>
                                          <p:spTgt spid="255021"/>
                                        </p:tgtEl>
                                        <p:attrNameLst>
                                          <p:attrName>fillcolor</p:attrName>
                                        </p:attrNameLst>
                                      </p:cBhvr>
                                      <p:tavLst>
                                        <p:tav tm="0">
                                          <p:val>
                                            <p:clrVal>
                                              <a:schemeClr val="accent2"/>
                                            </p:clrVal>
                                          </p:val>
                                        </p:tav>
                                        <p:tav tm="50000">
                                          <p:val>
                                            <p:clrVal>
                                              <a:schemeClr val="hlink"/>
                                            </p:clrVal>
                                          </p:val>
                                        </p:tav>
                                      </p:tavLst>
                                    </p:anim>
                                    <p:set>
                                      <p:cBhvr>
                                        <p:cTn id="20" dur="80"/>
                                        <p:tgtEl>
                                          <p:spTgt spid="255021"/>
                                        </p:tgtEl>
                                        <p:attrNameLst>
                                          <p:attrName>fill.type</p:attrName>
                                        </p:attrNameLst>
                                      </p:cBhvr>
                                      <p:to>
                                        <p:strVal val="solid"/>
                                      </p:to>
                                    </p:set>
                                  </p:childTnLst>
                                </p:cTn>
                              </p:par>
                            </p:childTnLst>
                          </p:cTn>
                        </p:par>
                      </p:childTnLst>
                    </p:cTn>
                  </p:par>
                  <p:par>
                    <p:cTn id="21" fill="hold">
                      <p:stCondLst>
                        <p:cond delay="indefinite"/>
                      </p:stCondLst>
                      <p:childTnLst>
                        <p:par>
                          <p:cTn id="22" fill="hold">
                            <p:stCondLst>
                              <p:cond delay="0"/>
                            </p:stCondLst>
                            <p:childTnLst>
                              <p:par>
                                <p:cTn id="23" presetID="9" presetClass="entr" presetSubtype="0" fill="hold" grpId="0" nodeType="clickEffect">
                                  <p:stCondLst>
                                    <p:cond delay="0"/>
                                  </p:stCondLst>
                                  <p:childTnLst>
                                    <p:set>
                                      <p:cBhvr>
                                        <p:cTn id="24" dur="1" fill="hold">
                                          <p:stCondLst>
                                            <p:cond delay="0"/>
                                          </p:stCondLst>
                                        </p:cTn>
                                        <p:tgtEl>
                                          <p:spTgt spid="255022"/>
                                        </p:tgtEl>
                                        <p:attrNameLst>
                                          <p:attrName>style.visibility</p:attrName>
                                        </p:attrNameLst>
                                      </p:cBhvr>
                                      <p:to>
                                        <p:strVal val="visible"/>
                                      </p:to>
                                    </p:set>
                                    <p:animEffect transition="in" filter="dissolve">
                                      <p:cBhvr>
                                        <p:cTn id="25" dur="500"/>
                                        <p:tgtEl>
                                          <p:spTgt spid="255022"/>
                                        </p:tgtEl>
                                      </p:cBhvr>
                                    </p:animEffect>
                                  </p:childTnLst>
                                </p:cTn>
                              </p:par>
                            </p:childTnLst>
                          </p:cTn>
                        </p:par>
                      </p:childTnLst>
                    </p:cTn>
                  </p:par>
                  <p:par>
                    <p:cTn id="26" fill="hold">
                      <p:stCondLst>
                        <p:cond delay="indefinite"/>
                      </p:stCondLst>
                      <p:childTnLst>
                        <p:par>
                          <p:cTn id="27" fill="hold">
                            <p:stCondLst>
                              <p:cond delay="0"/>
                            </p:stCondLst>
                            <p:childTnLst>
                              <p:par>
                                <p:cTn id="28" presetID="27" presetClass="entr" presetSubtype="0" fill="hold" grpId="0" nodeType="clickEffect">
                                  <p:stCondLst>
                                    <p:cond delay="0"/>
                                  </p:stCondLst>
                                  <p:iterate type="lt">
                                    <p:tmPct val="50000"/>
                                  </p:iterate>
                                  <p:childTnLst>
                                    <p:set>
                                      <p:cBhvr>
                                        <p:cTn id="29" dur="1" fill="hold">
                                          <p:stCondLst>
                                            <p:cond delay="0"/>
                                          </p:stCondLst>
                                        </p:cTn>
                                        <p:tgtEl>
                                          <p:spTgt spid="255023"/>
                                        </p:tgtEl>
                                        <p:attrNameLst>
                                          <p:attrName>style.visibility</p:attrName>
                                        </p:attrNameLst>
                                      </p:cBhvr>
                                      <p:to>
                                        <p:strVal val="visible"/>
                                      </p:to>
                                    </p:set>
                                    <p:anim calcmode="discrete" valueType="clr">
                                      <p:cBhvr override="childStyle">
                                        <p:cTn id="30" dur="80"/>
                                        <p:tgtEl>
                                          <p:spTgt spid="255023"/>
                                        </p:tgtEl>
                                        <p:attrNameLst>
                                          <p:attrName>style.color</p:attrName>
                                        </p:attrNameLst>
                                      </p:cBhvr>
                                      <p:tavLst>
                                        <p:tav tm="0">
                                          <p:val>
                                            <p:clrVal>
                                              <a:schemeClr val="accent2"/>
                                            </p:clrVal>
                                          </p:val>
                                        </p:tav>
                                        <p:tav tm="50000">
                                          <p:val>
                                            <p:clrVal>
                                              <a:schemeClr val="hlink"/>
                                            </p:clrVal>
                                          </p:val>
                                        </p:tav>
                                      </p:tavLst>
                                    </p:anim>
                                    <p:anim calcmode="discrete" valueType="clr">
                                      <p:cBhvr>
                                        <p:cTn id="31" dur="80"/>
                                        <p:tgtEl>
                                          <p:spTgt spid="255023"/>
                                        </p:tgtEl>
                                        <p:attrNameLst>
                                          <p:attrName>fillcolor</p:attrName>
                                        </p:attrNameLst>
                                      </p:cBhvr>
                                      <p:tavLst>
                                        <p:tav tm="0">
                                          <p:val>
                                            <p:clrVal>
                                              <a:schemeClr val="accent2"/>
                                            </p:clrVal>
                                          </p:val>
                                        </p:tav>
                                        <p:tav tm="50000">
                                          <p:val>
                                            <p:clrVal>
                                              <a:schemeClr val="hlink"/>
                                            </p:clrVal>
                                          </p:val>
                                        </p:tav>
                                      </p:tavLst>
                                    </p:anim>
                                    <p:set>
                                      <p:cBhvr>
                                        <p:cTn id="32" dur="80"/>
                                        <p:tgtEl>
                                          <p:spTgt spid="255023"/>
                                        </p:tgtEl>
                                        <p:attrNameLst>
                                          <p:attrName>fill.type</p:attrName>
                                        </p:attrNameLst>
                                      </p:cBhvr>
                                      <p:to>
                                        <p:strVal val="solid"/>
                                      </p:to>
                                    </p:se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255025"/>
                                        </p:tgtEl>
                                        <p:attrNameLst>
                                          <p:attrName>style.visibility</p:attrName>
                                        </p:attrNameLst>
                                      </p:cBhvr>
                                      <p:to>
                                        <p:strVal val="visible"/>
                                      </p:to>
                                    </p:set>
                                    <p:animEffect transition="in" filter="dissolve">
                                      <p:cBhvr>
                                        <p:cTn id="37" dur="500"/>
                                        <p:tgtEl>
                                          <p:spTgt spid="255025"/>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255024"/>
                                        </p:tgtEl>
                                        <p:attrNameLst>
                                          <p:attrName>style.visibility</p:attrName>
                                        </p:attrNameLst>
                                      </p:cBhvr>
                                      <p:to>
                                        <p:strVal val="visible"/>
                                      </p:to>
                                    </p:set>
                                    <p:animEffect transition="in" filter="wipe(left)">
                                      <p:cBhvr>
                                        <p:cTn id="42" dur="500"/>
                                        <p:tgtEl>
                                          <p:spTgt spid="255024"/>
                                        </p:tgtEl>
                                      </p:cBhvr>
                                    </p:animEffect>
                                  </p:childTnLst>
                                </p:cTn>
                              </p:par>
                              <p:par>
                                <p:cTn id="43" presetID="22" presetClass="entr" presetSubtype="8" fill="hold" grpId="0" nodeType="withEffect">
                                  <p:stCondLst>
                                    <p:cond delay="0"/>
                                  </p:stCondLst>
                                  <p:childTnLst>
                                    <p:set>
                                      <p:cBhvr>
                                        <p:cTn id="44" dur="1" fill="hold">
                                          <p:stCondLst>
                                            <p:cond delay="0"/>
                                          </p:stCondLst>
                                        </p:cTn>
                                        <p:tgtEl>
                                          <p:spTgt spid="255029"/>
                                        </p:tgtEl>
                                        <p:attrNameLst>
                                          <p:attrName>style.visibility</p:attrName>
                                        </p:attrNameLst>
                                      </p:cBhvr>
                                      <p:to>
                                        <p:strVal val="visible"/>
                                      </p:to>
                                    </p:set>
                                    <p:animEffect transition="in" filter="wipe(left)">
                                      <p:cBhvr>
                                        <p:cTn id="45" dur="500"/>
                                        <p:tgtEl>
                                          <p:spTgt spid="255029"/>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4" fill="hold" grpId="0" nodeType="clickEffect">
                                  <p:stCondLst>
                                    <p:cond delay="0"/>
                                  </p:stCondLst>
                                  <p:childTnLst>
                                    <p:set>
                                      <p:cBhvr>
                                        <p:cTn id="49" dur="1" fill="hold">
                                          <p:stCondLst>
                                            <p:cond delay="0"/>
                                          </p:stCondLst>
                                        </p:cTn>
                                        <p:tgtEl>
                                          <p:spTgt spid="255030"/>
                                        </p:tgtEl>
                                        <p:attrNameLst>
                                          <p:attrName>style.visibility</p:attrName>
                                        </p:attrNameLst>
                                      </p:cBhvr>
                                      <p:to>
                                        <p:strVal val="visible"/>
                                      </p:to>
                                    </p:set>
                                    <p:animEffect transition="in" filter="wipe(down)">
                                      <p:cBhvr>
                                        <p:cTn id="50" dur="500"/>
                                        <p:tgtEl>
                                          <p:spTgt spid="255030"/>
                                        </p:tgtEl>
                                      </p:cBhvr>
                                    </p:animEffect>
                                  </p:childTnLst>
                                </p:cTn>
                              </p:par>
                              <p:par>
                                <p:cTn id="51" presetID="9" presetClass="entr" presetSubtype="0" fill="hold" grpId="0" nodeType="withEffect">
                                  <p:stCondLst>
                                    <p:cond delay="0"/>
                                  </p:stCondLst>
                                  <p:childTnLst>
                                    <p:set>
                                      <p:cBhvr>
                                        <p:cTn id="52" dur="1" fill="hold">
                                          <p:stCondLst>
                                            <p:cond delay="0"/>
                                          </p:stCondLst>
                                        </p:cTn>
                                        <p:tgtEl>
                                          <p:spTgt spid="255031"/>
                                        </p:tgtEl>
                                        <p:attrNameLst>
                                          <p:attrName>style.visibility</p:attrName>
                                        </p:attrNameLst>
                                      </p:cBhvr>
                                      <p:to>
                                        <p:strVal val="visible"/>
                                      </p:to>
                                    </p:set>
                                    <p:animEffect transition="in" filter="dissolve">
                                      <p:cBhvr>
                                        <p:cTn id="53" dur="500"/>
                                        <p:tgtEl>
                                          <p:spTgt spid="255031"/>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1" fill="hold" grpId="0" nodeType="clickEffect">
                                  <p:stCondLst>
                                    <p:cond delay="0"/>
                                  </p:stCondLst>
                                  <p:childTnLst>
                                    <p:set>
                                      <p:cBhvr>
                                        <p:cTn id="57" dur="1" fill="hold">
                                          <p:stCondLst>
                                            <p:cond delay="0"/>
                                          </p:stCondLst>
                                        </p:cTn>
                                        <p:tgtEl>
                                          <p:spTgt spid="255032"/>
                                        </p:tgtEl>
                                        <p:attrNameLst>
                                          <p:attrName>style.visibility</p:attrName>
                                        </p:attrNameLst>
                                      </p:cBhvr>
                                      <p:to>
                                        <p:strVal val="visible"/>
                                      </p:to>
                                    </p:set>
                                    <p:animEffect transition="in" filter="wipe(up)">
                                      <p:cBhvr>
                                        <p:cTn id="58" dur="500"/>
                                        <p:tgtEl>
                                          <p:spTgt spid="255032"/>
                                        </p:tgtEl>
                                      </p:cBhvr>
                                    </p:animEffect>
                                  </p:childTnLst>
                                </p:cTn>
                              </p:par>
                              <p:par>
                                <p:cTn id="59" presetID="9" presetClass="entr" presetSubtype="0" fill="hold" grpId="0" nodeType="withEffect">
                                  <p:stCondLst>
                                    <p:cond delay="0"/>
                                  </p:stCondLst>
                                  <p:childTnLst>
                                    <p:set>
                                      <p:cBhvr>
                                        <p:cTn id="60" dur="1" fill="hold">
                                          <p:stCondLst>
                                            <p:cond delay="0"/>
                                          </p:stCondLst>
                                        </p:cTn>
                                        <p:tgtEl>
                                          <p:spTgt spid="255033"/>
                                        </p:tgtEl>
                                        <p:attrNameLst>
                                          <p:attrName>style.visibility</p:attrName>
                                        </p:attrNameLst>
                                      </p:cBhvr>
                                      <p:to>
                                        <p:strVal val="visible"/>
                                      </p:to>
                                    </p:set>
                                    <p:animEffect transition="in" filter="dissolve">
                                      <p:cBhvr>
                                        <p:cTn id="61" dur="500"/>
                                        <p:tgtEl>
                                          <p:spTgt spid="255033"/>
                                        </p:tgtEl>
                                      </p:cBhvr>
                                    </p:animEffect>
                                  </p:childTnLst>
                                </p:cTn>
                              </p:par>
                            </p:childTnLst>
                          </p:cTn>
                        </p:par>
                      </p:childTnLst>
                    </p:cTn>
                  </p:par>
                  <p:par>
                    <p:cTn id="62" fill="hold">
                      <p:stCondLst>
                        <p:cond delay="indefinite"/>
                      </p:stCondLst>
                      <p:childTnLst>
                        <p:par>
                          <p:cTn id="63" fill="hold">
                            <p:stCondLst>
                              <p:cond delay="0"/>
                            </p:stCondLst>
                            <p:childTnLst>
                              <p:par>
                                <p:cTn id="64" presetID="4" presetClass="entr" presetSubtype="32" fill="hold" nodeType="clickEffect">
                                  <p:stCondLst>
                                    <p:cond delay="0"/>
                                  </p:stCondLst>
                                  <p:childTnLst>
                                    <p:set>
                                      <p:cBhvr>
                                        <p:cTn id="65" dur="1" fill="hold">
                                          <p:stCondLst>
                                            <p:cond delay="0"/>
                                          </p:stCondLst>
                                        </p:cTn>
                                        <p:tgtEl>
                                          <p:spTgt spid="255034"/>
                                        </p:tgtEl>
                                        <p:attrNameLst>
                                          <p:attrName>style.visibility</p:attrName>
                                        </p:attrNameLst>
                                      </p:cBhvr>
                                      <p:to>
                                        <p:strVal val="visible"/>
                                      </p:to>
                                    </p:set>
                                    <p:animEffect transition="in" filter="box(out)">
                                      <p:cBhvr>
                                        <p:cTn id="66" dur="500"/>
                                        <p:tgtEl>
                                          <p:spTgt spid="255034"/>
                                        </p:tgtEl>
                                      </p:cBhvr>
                                    </p:animEffect>
                                  </p:childTnLst>
                                </p:cTn>
                              </p:par>
                            </p:childTnLst>
                          </p:cTn>
                        </p:par>
                      </p:childTnLst>
                    </p:cTn>
                  </p:par>
                  <p:par>
                    <p:cTn id="67" fill="hold">
                      <p:stCondLst>
                        <p:cond delay="indefinite"/>
                      </p:stCondLst>
                      <p:childTnLst>
                        <p:par>
                          <p:cTn id="68" fill="hold">
                            <p:stCondLst>
                              <p:cond delay="0"/>
                            </p:stCondLst>
                            <p:childTnLst>
                              <p:par>
                                <p:cTn id="69" presetID="9" presetClass="entr" presetSubtype="0" fill="hold" grpId="0" nodeType="clickEffect">
                                  <p:stCondLst>
                                    <p:cond delay="0"/>
                                  </p:stCondLst>
                                  <p:childTnLst>
                                    <p:set>
                                      <p:cBhvr>
                                        <p:cTn id="70" dur="1" fill="hold">
                                          <p:stCondLst>
                                            <p:cond delay="0"/>
                                          </p:stCondLst>
                                        </p:cTn>
                                        <p:tgtEl>
                                          <p:spTgt spid="255035"/>
                                        </p:tgtEl>
                                        <p:attrNameLst>
                                          <p:attrName>style.visibility</p:attrName>
                                        </p:attrNameLst>
                                      </p:cBhvr>
                                      <p:to>
                                        <p:strVal val="visible"/>
                                      </p:to>
                                    </p:set>
                                    <p:animEffect transition="in" filter="dissolve">
                                      <p:cBhvr>
                                        <p:cTn id="71" dur="500"/>
                                        <p:tgtEl>
                                          <p:spTgt spid="255035"/>
                                        </p:tgtEl>
                                      </p:cBhvr>
                                    </p:animEffect>
                                  </p:childTnLst>
                                </p:cTn>
                              </p:par>
                            </p:childTnLst>
                          </p:cTn>
                        </p:par>
                      </p:childTnLst>
                    </p:cTn>
                  </p:par>
                  <p:par>
                    <p:cTn id="72" fill="hold">
                      <p:stCondLst>
                        <p:cond delay="indefinite"/>
                      </p:stCondLst>
                      <p:childTnLst>
                        <p:par>
                          <p:cTn id="73" fill="hold">
                            <p:stCondLst>
                              <p:cond delay="0"/>
                            </p:stCondLst>
                            <p:childTnLst>
                              <p:par>
                                <p:cTn id="74" presetID="22" presetClass="entr" presetSubtype="4" fill="hold" grpId="0" nodeType="clickEffect">
                                  <p:stCondLst>
                                    <p:cond delay="0"/>
                                  </p:stCondLst>
                                  <p:childTnLst>
                                    <p:set>
                                      <p:cBhvr>
                                        <p:cTn id="75" dur="1" fill="hold">
                                          <p:stCondLst>
                                            <p:cond delay="0"/>
                                          </p:stCondLst>
                                        </p:cTn>
                                        <p:tgtEl>
                                          <p:spTgt spid="255036"/>
                                        </p:tgtEl>
                                        <p:attrNameLst>
                                          <p:attrName>style.visibility</p:attrName>
                                        </p:attrNameLst>
                                      </p:cBhvr>
                                      <p:to>
                                        <p:strVal val="visible"/>
                                      </p:to>
                                    </p:set>
                                    <p:animEffect transition="in" filter="wipe(down)">
                                      <p:cBhvr>
                                        <p:cTn id="76" dur="500"/>
                                        <p:tgtEl>
                                          <p:spTgt spid="255036"/>
                                        </p:tgtEl>
                                      </p:cBhvr>
                                    </p:animEffect>
                                  </p:childTnLst>
                                </p:cTn>
                              </p:par>
                              <p:par>
                                <p:cTn id="77" presetID="9" presetClass="entr" presetSubtype="0" fill="hold" grpId="0" nodeType="withEffect">
                                  <p:stCondLst>
                                    <p:cond delay="0"/>
                                  </p:stCondLst>
                                  <p:childTnLst>
                                    <p:set>
                                      <p:cBhvr>
                                        <p:cTn id="78" dur="1" fill="hold">
                                          <p:stCondLst>
                                            <p:cond delay="0"/>
                                          </p:stCondLst>
                                        </p:cTn>
                                        <p:tgtEl>
                                          <p:spTgt spid="255026"/>
                                        </p:tgtEl>
                                        <p:attrNameLst>
                                          <p:attrName>style.visibility</p:attrName>
                                        </p:attrNameLst>
                                      </p:cBhvr>
                                      <p:to>
                                        <p:strVal val="visible"/>
                                      </p:to>
                                    </p:set>
                                    <p:animEffect transition="in" filter="dissolve">
                                      <p:cBhvr>
                                        <p:cTn id="79" dur="500"/>
                                        <p:tgtEl>
                                          <p:spTgt spid="255026"/>
                                        </p:tgtEl>
                                      </p:cBhvr>
                                    </p:animEffect>
                                  </p:childTnLst>
                                </p:cTn>
                              </p:par>
                            </p:childTnLst>
                          </p:cTn>
                        </p:par>
                      </p:childTnLst>
                    </p:cTn>
                  </p:par>
                  <p:par>
                    <p:cTn id="80" fill="hold">
                      <p:stCondLst>
                        <p:cond delay="indefinite"/>
                      </p:stCondLst>
                      <p:childTnLst>
                        <p:par>
                          <p:cTn id="81" fill="hold">
                            <p:stCondLst>
                              <p:cond delay="0"/>
                            </p:stCondLst>
                            <p:childTnLst>
                              <p:par>
                                <p:cTn id="82" presetID="22" presetClass="entr" presetSubtype="1" fill="hold" grpId="0" nodeType="clickEffect">
                                  <p:stCondLst>
                                    <p:cond delay="0"/>
                                  </p:stCondLst>
                                  <p:childTnLst>
                                    <p:set>
                                      <p:cBhvr>
                                        <p:cTn id="83" dur="1" fill="hold">
                                          <p:stCondLst>
                                            <p:cond delay="0"/>
                                          </p:stCondLst>
                                        </p:cTn>
                                        <p:tgtEl>
                                          <p:spTgt spid="255037"/>
                                        </p:tgtEl>
                                        <p:attrNameLst>
                                          <p:attrName>style.visibility</p:attrName>
                                        </p:attrNameLst>
                                      </p:cBhvr>
                                      <p:to>
                                        <p:strVal val="visible"/>
                                      </p:to>
                                    </p:set>
                                    <p:animEffect transition="in" filter="wipe(up)">
                                      <p:cBhvr>
                                        <p:cTn id="84" dur="500"/>
                                        <p:tgtEl>
                                          <p:spTgt spid="255037"/>
                                        </p:tgtEl>
                                      </p:cBhvr>
                                    </p:animEffect>
                                  </p:childTnLst>
                                </p:cTn>
                              </p:par>
                              <p:par>
                                <p:cTn id="85" presetID="9" presetClass="entr" presetSubtype="0" fill="hold" grpId="0" nodeType="withEffect">
                                  <p:stCondLst>
                                    <p:cond delay="0"/>
                                  </p:stCondLst>
                                  <p:childTnLst>
                                    <p:set>
                                      <p:cBhvr>
                                        <p:cTn id="86" dur="1" fill="hold">
                                          <p:stCondLst>
                                            <p:cond delay="0"/>
                                          </p:stCondLst>
                                        </p:cTn>
                                        <p:tgtEl>
                                          <p:spTgt spid="255038"/>
                                        </p:tgtEl>
                                        <p:attrNameLst>
                                          <p:attrName>style.visibility</p:attrName>
                                        </p:attrNameLst>
                                      </p:cBhvr>
                                      <p:to>
                                        <p:strVal val="visible"/>
                                      </p:to>
                                    </p:set>
                                    <p:animEffect transition="in" filter="dissolve">
                                      <p:cBhvr>
                                        <p:cTn id="87" dur="500"/>
                                        <p:tgtEl>
                                          <p:spTgt spid="255038"/>
                                        </p:tgtEl>
                                      </p:cBhvr>
                                    </p:animEffect>
                                  </p:childTnLst>
                                </p:cTn>
                              </p:par>
                            </p:childTnLst>
                          </p:cTn>
                        </p:par>
                      </p:childTnLst>
                    </p:cTn>
                  </p:par>
                  <p:par>
                    <p:cTn id="88" fill="hold">
                      <p:stCondLst>
                        <p:cond delay="indefinite"/>
                      </p:stCondLst>
                      <p:childTnLst>
                        <p:par>
                          <p:cTn id="89" fill="hold">
                            <p:stCondLst>
                              <p:cond delay="0"/>
                            </p:stCondLst>
                            <p:childTnLst>
                              <p:par>
                                <p:cTn id="90" presetID="22" presetClass="entr" presetSubtype="8" fill="hold" nodeType="clickEffect">
                                  <p:stCondLst>
                                    <p:cond delay="0"/>
                                  </p:stCondLst>
                                  <p:childTnLst>
                                    <p:set>
                                      <p:cBhvr>
                                        <p:cTn id="91" dur="1" fill="hold">
                                          <p:stCondLst>
                                            <p:cond delay="0"/>
                                          </p:stCondLst>
                                        </p:cTn>
                                        <p:tgtEl>
                                          <p:spTgt spid="255039"/>
                                        </p:tgtEl>
                                        <p:attrNameLst>
                                          <p:attrName>style.visibility</p:attrName>
                                        </p:attrNameLst>
                                      </p:cBhvr>
                                      <p:to>
                                        <p:strVal val="visible"/>
                                      </p:to>
                                    </p:set>
                                    <p:animEffect transition="in" filter="wipe(left)">
                                      <p:cBhvr>
                                        <p:cTn id="92" dur="500"/>
                                        <p:tgtEl>
                                          <p:spTgt spid="255039"/>
                                        </p:tgtEl>
                                      </p:cBhvr>
                                    </p:animEffect>
                                  </p:childTnLst>
                                </p:cTn>
                              </p:par>
                            </p:childTnLst>
                          </p:cTn>
                        </p:par>
                      </p:childTnLst>
                    </p:cTn>
                  </p:par>
                  <p:par>
                    <p:cTn id="93" fill="hold">
                      <p:stCondLst>
                        <p:cond delay="indefinite"/>
                      </p:stCondLst>
                      <p:childTnLst>
                        <p:par>
                          <p:cTn id="94" fill="hold">
                            <p:stCondLst>
                              <p:cond delay="0"/>
                            </p:stCondLst>
                            <p:childTnLst>
                              <p:par>
                                <p:cTn id="95" presetID="9" presetClass="entr" presetSubtype="0" fill="hold" grpId="0" nodeType="clickEffect">
                                  <p:stCondLst>
                                    <p:cond delay="0"/>
                                  </p:stCondLst>
                                  <p:childTnLst>
                                    <p:set>
                                      <p:cBhvr>
                                        <p:cTn id="96" dur="1" fill="hold">
                                          <p:stCondLst>
                                            <p:cond delay="0"/>
                                          </p:stCondLst>
                                        </p:cTn>
                                        <p:tgtEl>
                                          <p:spTgt spid="255040"/>
                                        </p:tgtEl>
                                        <p:attrNameLst>
                                          <p:attrName>style.visibility</p:attrName>
                                        </p:attrNameLst>
                                      </p:cBhvr>
                                      <p:to>
                                        <p:strVal val="visible"/>
                                      </p:to>
                                    </p:set>
                                    <p:animEffect transition="in" filter="dissolve">
                                      <p:cBhvr>
                                        <p:cTn id="97" dur="500"/>
                                        <p:tgtEl>
                                          <p:spTgt spid="255040"/>
                                        </p:tgtEl>
                                      </p:cBhvr>
                                    </p:animEffect>
                                  </p:childTnLst>
                                </p:cTn>
                              </p:par>
                            </p:childTnLst>
                          </p:cTn>
                        </p:par>
                      </p:childTnLst>
                    </p:cTn>
                  </p:par>
                  <p:par>
                    <p:cTn id="98" fill="hold">
                      <p:stCondLst>
                        <p:cond delay="indefinite"/>
                      </p:stCondLst>
                      <p:childTnLst>
                        <p:par>
                          <p:cTn id="99" fill="hold">
                            <p:stCondLst>
                              <p:cond delay="0"/>
                            </p:stCondLst>
                            <p:childTnLst>
                              <p:par>
                                <p:cTn id="100" presetID="22" presetClass="entr" presetSubtype="2" fill="hold" grpId="0" nodeType="clickEffect">
                                  <p:stCondLst>
                                    <p:cond delay="0"/>
                                  </p:stCondLst>
                                  <p:childTnLst>
                                    <p:set>
                                      <p:cBhvr>
                                        <p:cTn id="101" dur="1" fill="hold">
                                          <p:stCondLst>
                                            <p:cond delay="0"/>
                                          </p:stCondLst>
                                        </p:cTn>
                                        <p:tgtEl>
                                          <p:spTgt spid="255041"/>
                                        </p:tgtEl>
                                        <p:attrNameLst>
                                          <p:attrName>style.visibility</p:attrName>
                                        </p:attrNameLst>
                                      </p:cBhvr>
                                      <p:to>
                                        <p:strVal val="visible"/>
                                      </p:to>
                                    </p:set>
                                    <p:animEffect transition="in" filter="wipe(right)">
                                      <p:cBhvr>
                                        <p:cTn id="102" dur="500"/>
                                        <p:tgtEl>
                                          <p:spTgt spid="255041"/>
                                        </p:tgtEl>
                                      </p:cBhvr>
                                    </p:animEffect>
                                  </p:childTnLst>
                                </p:cTn>
                              </p:par>
                              <p:par>
                                <p:cTn id="103" presetID="9" presetClass="entr" presetSubtype="0" fill="hold" grpId="0" nodeType="withEffect">
                                  <p:stCondLst>
                                    <p:cond delay="0"/>
                                  </p:stCondLst>
                                  <p:childTnLst>
                                    <p:set>
                                      <p:cBhvr>
                                        <p:cTn id="104" dur="1" fill="hold">
                                          <p:stCondLst>
                                            <p:cond delay="0"/>
                                          </p:stCondLst>
                                        </p:cTn>
                                        <p:tgtEl>
                                          <p:spTgt spid="255027"/>
                                        </p:tgtEl>
                                        <p:attrNameLst>
                                          <p:attrName>style.visibility</p:attrName>
                                        </p:attrNameLst>
                                      </p:cBhvr>
                                      <p:to>
                                        <p:strVal val="visible"/>
                                      </p:to>
                                    </p:set>
                                    <p:animEffect transition="in" filter="dissolve">
                                      <p:cBhvr>
                                        <p:cTn id="105" dur="500"/>
                                        <p:tgtEl>
                                          <p:spTgt spid="255027"/>
                                        </p:tgtEl>
                                      </p:cBhvr>
                                    </p:animEffect>
                                  </p:childTnLst>
                                </p:cTn>
                              </p:par>
                            </p:childTnLst>
                          </p:cTn>
                        </p:par>
                      </p:childTnLst>
                    </p:cTn>
                  </p:par>
                  <p:par>
                    <p:cTn id="106" fill="hold">
                      <p:stCondLst>
                        <p:cond delay="indefinite"/>
                      </p:stCondLst>
                      <p:childTnLst>
                        <p:par>
                          <p:cTn id="107" fill="hold">
                            <p:stCondLst>
                              <p:cond delay="0"/>
                            </p:stCondLst>
                            <p:childTnLst>
                              <p:par>
                                <p:cTn id="108" presetID="22" presetClass="entr" presetSubtype="1" fill="hold" grpId="0" nodeType="clickEffect">
                                  <p:stCondLst>
                                    <p:cond delay="0"/>
                                  </p:stCondLst>
                                  <p:childTnLst>
                                    <p:set>
                                      <p:cBhvr>
                                        <p:cTn id="109" dur="1" fill="hold">
                                          <p:stCondLst>
                                            <p:cond delay="0"/>
                                          </p:stCondLst>
                                        </p:cTn>
                                        <p:tgtEl>
                                          <p:spTgt spid="255042"/>
                                        </p:tgtEl>
                                        <p:attrNameLst>
                                          <p:attrName>style.visibility</p:attrName>
                                        </p:attrNameLst>
                                      </p:cBhvr>
                                      <p:to>
                                        <p:strVal val="visible"/>
                                      </p:to>
                                    </p:set>
                                    <p:animEffect transition="in" filter="wipe(up)">
                                      <p:cBhvr>
                                        <p:cTn id="110" dur="500"/>
                                        <p:tgtEl>
                                          <p:spTgt spid="255042"/>
                                        </p:tgtEl>
                                      </p:cBhvr>
                                    </p:animEffect>
                                  </p:childTnLst>
                                </p:cTn>
                              </p:par>
                            </p:childTnLst>
                          </p:cTn>
                        </p:par>
                        <p:par>
                          <p:cTn id="111" fill="hold">
                            <p:stCondLst>
                              <p:cond delay="500"/>
                            </p:stCondLst>
                            <p:childTnLst>
                              <p:par>
                                <p:cTn id="112" presetID="9" presetClass="entr" presetSubtype="0" fill="hold" grpId="0" nodeType="afterEffect">
                                  <p:stCondLst>
                                    <p:cond delay="0"/>
                                  </p:stCondLst>
                                  <p:childTnLst>
                                    <p:set>
                                      <p:cBhvr>
                                        <p:cTn id="113" dur="1" fill="hold">
                                          <p:stCondLst>
                                            <p:cond delay="0"/>
                                          </p:stCondLst>
                                        </p:cTn>
                                        <p:tgtEl>
                                          <p:spTgt spid="255028"/>
                                        </p:tgtEl>
                                        <p:attrNameLst>
                                          <p:attrName>style.visibility</p:attrName>
                                        </p:attrNameLst>
                                      </p:cBhvr>
                                      <p:to>
                                        <p:strVal val="visible"/>
                                      </p:to>
                                    </p:set>
                                    <p:animEffect transition="in" filter="dissolve">
                                      <p:cBhvr>
                                        <p:cTn id="114" dur="500"/>
                                        <p:tgtEl>
                                          <p:spTgt spid="255028"/>
                                        </p:tgtEl>
                                      </p:cBhvr>
                                    </p:animEffect>
                                  </p:childTnLst>
                                </p:cTn>
                              </p:par>
                            </p:childTnLst>
                          </p:cTn>
                        </p:par>
                      </p:childTnLst>
                    </p:cTn>
                  </p:par>
                  <p:par>
                    <p:cTn id="115" fill="hold">
                      <p:stCondLst>
                        <p:cond delay="indefinite"/>
                      </p:stCondLst>
                      <p:childTnLst>
                        <p:par>
                          <p:cTn id="116" fill="hold">
                            <p:stCondLst>
                              <p:cond delay="0"/>
                            </p:stCondLst>
                            <p:childTnLst>
                              <p:par>
                                <p:cTn id="117" presetID="22" presetClass="entr" presetSubtype="1" fill="hold" grpId="0" nodeType="clickEffect">
                                  <p:stCondLst>
                                    <p:cond delay="0"/>
                                  </p:stCondLst>
                                  <p:childTnLst>
                                    <p:set>
                                      <p:cBhvr>
                                        <p:cTn id="118" dur="1" fill="hold">
                                          <p:stCondLst>
                                            <p:cond delay="0"/>
                                          </p:stCondLst>
                                        </p:cTn>
                                        <p:tgtEl>
                                          <p:spTgt spid="255043"/>
                                        </p:tgtEl>
                                        <p:attrNameLst>
                                          <p:attrName>style.visibility</p:attrName>
                                        </p:attrNameLst>
                                      </p:cBhvr>
                                      <p:to>
                                        <p:strVal val="visible"/>
                                      </p:to>
                                    </p:set>
                                    <p:animEffect transition="in" filter="wipe(up)">
                                      <p:cBhvr>
                                        <p:cTn id="119" dur="500"/>
                                        <p:tgtEl>
                                          <p:spTgt spid="255043"/>
                                        </p:tgtEl>
                                      </p:cBhvr>
                                    </p:animEffect>
                                  </p:childTnLst>
                                </p:cTn>
                              </p:par>
                            </p:childTnLst>
                          </p:cTn>
                        </p:par>
                        <p:par>
                          <p:cTn id="120" fill="hold">
                            <p:stCondLst>
                              <p:cond delay="500"/>
                            </p:stCondLst>
                            <p:childTnLst>
                              <p:par>
                                <p:cTn id="121" presetID="9" presetClass="entr" presetSubtype="0" fill="hold" grpId="0" nodeType="afterEffect">
                                  <p:stCondLst>
                                    <p:cond delay="0"/>
                                  </p:stCondLst>
                                  <p:childTnLst>
                                    <p:set>
                                      <p:cBhvr>
                                        <p:cTn id="122" dur="1" fill="hold">
                                          <p:stCondLst>
                                            <p:cond delay="0"/>
                                          </p:stCondLst>
                                        </p:cTn>
                                        <p:tgtEl>
                                          <p:spTgt spid="255044"/>
                                        </p:tgtEl>
                                        <p:attrNameLst>
                                          <p:attrName>style.visibility</p:attrName>
                                        </p:attrNameLst>
                                      </p:cBhvr>
                                      <p:to>
                                        <p:strVal val="visible"/>
                                      </p:to>
                                    </p:set>
                                    <p:animEffect transition="in" filter="dissolve">
                                      <p:cBhvr>
                                        <p:cTn id="123" dur="500"/>
                                        <p:tgtEl>
                                          <p:spTgt spid="255044"/>
                                        </p:tgtEl>
                                      </p:cBhvr>
                                    </p:animEffect>
                                  </p:childTnLst>
                                </p:cTn>
                              </p:par>
                            </p:childTnLst>
                          </p:cTn>
                        </p:par>
                      </p:childTnLst>
                    </p:cTn>
                  </p:par>
                  <p:par>
                    <p:cTn id="124" fill="hold">
                      <p:stCondLst>
                        <p:cond delay="indefinite"/>
                      </p:stCondLst>
                      <p:childTnLst>
                        <p:par>
                          <p:cTn id="125" fill="hold">
                            <p:stCondLst>
                              <p:cond delay="0"/>
                            </p:stCondLst>
                            <p:childTnLst>
                              <p:par>
                                <p:cTn id="126" presetID="22" presetClass="entr" presetSubtype="4" fill="hold" grpId="0" nodeType="clickEffect">
                                  <p:stCondLst>
                                    <p:cond delay="0"/>
                                  </p:stCondLst>
                                  <p:childTnLst>
                                    <p:set>
                                      <p:cBhvr>
                                        <p:cTn id="127" dur="1" fill="hold">
                                          <p:stCondLst>
                                            <p:cond delay="0"/>
                                          </p:stCondLst>
                                        </p:cTn>
                                        <p:tgtEl>
                                          <p:spTgt spid="255045"/>
                                        </p:tgtEl>
                                        <p:attrNameLst>
                                          <p:attrName>style.visibility</p:attrName>
                                        </p:attrNameLst>
                                      </p:cBhvr>
                                      <p:to>
                                        <p:strVal val="visible"/>
                                      </p:to>
                                    </p:set>
                                    <p:animEffect transition="in" filter="wipe(down)">
                                      <p:cBhvr>
                                        <p:cTn id="128" dur="500"/>
                                        <p:tgtEl>
                                          <p:spTgt spid="255045"/>
                                        </p:tgtEl>
                                      </p:cBhvr>
                                    </p:animEffect>
                                  </p:childTnLst>
                                </p:cTn>
                              </p:par>
                            </p:childTnLst>
                          </p:cTn>
                        </p:par>
                        <p:par>
                          <p:cTn id="129" fill="hold">
                            <p:stCondLst>
                              <p:cond delay="500"/>
                            </p:stCondLst>
                            <p:childTnLst>
                              <p:par>
                                <p:cTn id="130" presetID="9" presetClass="entr" presetSubtype="0" fill="hold" grpId="0" nodeType="afterEffect">
                                  <p:stCondLst>
                                    <p:cond delay="0"/>
                                  </p:stCondLst>
                                  <p:childTnLst>
                                    <p:set>
                                      <p:cBhvr>
                                        <p:cTn id="131" dur="1" fill="hold">
                                          <p:stCondLst>
                                            <p:cond delay="0"/>
                                          </p:stCondLst>
                                        </p:cTn>
                                        <p:tgtEl>
                                          <p:spTgt spid="255046"/>
                                        </p:tgtEl>
                                        <p:attrNameLst>
                                          <p:attrName>style.visibility</p:attrName>
                                        </p:attrNameLst>
                                      </p:cBhvr>
                                      <p:to>
                                        <p:strVal val="visible"/>
                                      </p:to>
                                    </p:set>
                                    <p:animEffect transition="in" filter="dissolve">
                                      <p:cBhvr>
                                        <p:cTn id="132" dur="500"/>
                                        <p:tgtEl>
                                          <p:spTgt spid="255046"/>
                                        </p:tgtEl>
                                      </p:cBhvr>
                                    </p:animEffect>
                                  </p:childTnLst>
                                </p:cTn>
                              </p:par>
                            </p:childTnLst>
                          </p:cTn>
                        </p:par>
                      </p:childTnLst>
                    </p:cTn>
                  </p:par>
                  <p:par>
                    <p:cTn id="133" fill="hold">
                      <p:stCondLst>
                        <p:cond delay="indefinite"/>
                      </p:stCondLst>
                      <p:childTnLst>
                        <p:par>
                          <p:cTn id="134" fill="hold">
                            <p:stCondLst>
                              <p:cond delay="0"/>
                            </p:stCondLst>
                            <p:childTnLst>
                              <p:par>
                                <p:cTn id="135" presetID="22" presetClass="entr" presetSubtype="8" fill="hold" nodeType="clickEffect">
                                  <p:stCondLst>
                                    <p:cond delay="0"/>
                                  </p:stCondLst>
                                  <p:childTnLst>
                                    <p:set>
                                      <p:cBhvr>
                                        <p:cTn id="136" dur="1" fill="hold">
                                          <p:stCondLst>
                                            <p:cond delay="0"/>
                                          </p:stCondLst>
                                        </p:cTn>
                                        <p:tgtEl>
                                          <p:spTgt spid="255047"/>
                                        </p:tgtEl>
                                        <p:attrNameLst>
                                          <p:attrName>style.visibility</p:attrName>
                                        </p:attrNameLst>
                                      </p:cBhvr>
                                      <p:to>
                                        <p:strVal val="visible"/>
                                      </p:to>
                                    </p:set>
                                    <p:animEffect transition="in" filter="wipe(left)">
                                      <p:cBhvr>
                                        <p:cTn id="137" dur="500"/>
                                        <p:tgtEl>
                                          <p:spTgt spid="255047"/>
                                        </p:tgtEl>
                                      </p:cBhvr>
                                    </p:animEffect>
                                  </p:childTnLst>
                                </p:cTn>
                              </p:par>
                            </p:childTnLst>
                          </p:cTn>
                        </p:par>
                      </p:childTnLst>
                    </p:cTn>
                  </p:par>
                  <p:par>
                    <p:cTn id="138" fill="hold">
                      <p:stCondLst>
                        <p:cond delay="indefinite"/>
                      </p:stCondLst>
                      <p:childTnLst>
                        <p:par>
                          <p:cTn id="139" fill="hold">
                            <p:stCondLst>
                              <p:cond delay="0"/>
                            </p:stCondLst>
                            <p:childTnLst>
                              <p:par>
                                <p:cTn id="140" presetID="22" presetClass="entr" presetSubtype="8" fill="hold" grpId="0" nodeType="clickEffect">
                                  <p:stCondLst>
                                    <p:cond delay="0"/>
                                  </p:stCondLst>
                                  <p:childTnLst>
                                    <p:set>
                                      <p:cBhvr>
                                        <p:cTn id="141" dur="1" fill="hold">
                                          <p:stCondLst>
                                            <p:cond delay="0"/>
                                          </p:stCondLst>
                                        </p:cTn>
                                        <p:tgtEl>
                                          <p:spTgt spid="255048"/>
                                        </p:tgtEl>
                                        <p:attrNameLst>
                                          <p:attrName>style.visibility</p:attrName>
                                        </p:attrNameLst>
                                      </p:cBhvr>
                                      <p:to>
                                        <p:strVal val="visible"/>
                                      </p:to>
                                    </p:set>
                                    <p:animEffect transition="in" filter="wipe(left)">
                                      <p:cBhvr>
                                        <p:cTn id="142" dur="500"/>
                                        <p:tgtEl>
                                          <p:spTgt spid="255048"/>
                                        </p:tgtEl>
                                      </p:cBhvr>
                                    </p:animEffect>
                                  </p:childTnLst>
                                </p:cTn>
                              </p:par>
                            </p:childTnLst>
                          </p:cTn>
                        </p:par>
                      </p:childTnLst>
                    </p:cTn>
                  </p:par>
                  <p:par>
                    <p:cTn id="143" fill="hold">
                      <p:stCondLst>
                        <p:cond delay="indefinite"/>
                      </p:stCondLst>
                      <p:childTnLst>
                        <p:par>
                          <p:cTn id="144" fill="hold">
                            <p:stCondLst>
                              <p:cond delay="0"/>
                            </p:stCondLst>
                            <p:childTnLst>
                              <p:par>
                                <p:cTn id="145" presetID="4" presetClass="entr" presetSubtype="32" fill="hold" nodeType="clickEffect">
                                  <p:stCondLst>
                                    <p:cond delay="0"/>
                                  </p:stCondLst>
                                  <p:childTnLst>
                                    <p:set>
                                      <p:cBhvr>
                                        <p:cTn id="146" dur="1" fill="hold">
                                          <p:stCondLst>
                                            <p:cond delay="0"/>
                                          </p:stCondLst>
                                        </p:cTn>
                                        <p:tgtEl>
                                          <p:spTgt spid="255049"/>
                                        </p:tgtEl>
                                        <p:attrNameLst>
                                          <p:attrName>style.visibility</p:attrName>
                                        </p:attrNameLst>
                                      </p:cBhvr>
                                      <p:to>
                                        <p:strVal val="visible"/>
                                      </p:to>
                                    </p:set>
                                    <p:animEffect transition="in" filter="box(out)">
                                      <p:cBhvr>
                                        <p:cTn id="147" dur="500"/>
                                        <p:tgtEl>
                                          <p:spTgt spid="255049"/>
                                        </p:tgtEl>
                                      </p:cBhvr>
                                    </p:animEffect>
                                  </p:childTnLst>
                                </p:cTn>
                              </p:par>
                            </p:childTnLst>
                          </p:cTn>
                        </p:par>
                        <p:par>
                          <p:cTn id="148" fill="hold">
                            <p:stCondLst>
                              <p:cond delay="500"/>
                            </p:stCondLst>
                            <p:childTnLst>
                              <p:par>
                                <p:cTn id="149" presetID="22" presetClass="entr" presetSubtype="8" fill="hold" nodeType="afterEffect">
                                  <p:stCondLst>
                                    <p:cond delay="0"/>
                                  </p:stCondLst>
                                  <p:childTnLst>
                                    <p:set>
                                      <p:cBhvr>
                                        <p:cTn id="150" dur="1" fill="hold">
                                          <p:stCondLst>
                                            <p:cond delay="0"/>
                                          </p:stCondLst>
                                        </p:cTn>
                                        <p:tgtEl>
                                          <p:spTgt spid="255050"/>
                                        </p:tgtEl>
                                        <p:attrNameLst>
                                          <p:attrName>style.visibility</p:attrName>
                                        </p:attrNameLst>
                                      </p:cBhvr>
                                      <p:to>
                                        <p:strVal val="visible"/>
                                      </p:to>
                                    </p:set>
                                    <p:animEffect transition="in" filter="wipe(left)">
                                      <p:cBhvr>
                                        <p:cTn id="151" dur="500"/>
                                        <p:tgtEl>
                                          <p:spTgt spid="255050"/>
                                        </p:tgtEl>
                                      </p:cBhvr>
                                    </p:animEffect>
                                  </p:childTnLst>
                                </p:cTn>
                              </p:par>
                            </p:childTnLst>
                          </p:cTn>
                        </p:par>
                        <p:par>
                          <p:cTn id="152" fill="hold">
                            <p:stCondLst>
                              <p:cond delay="1000"/>
                            </p:stCondLst>
                            <p:childTnLst>
                              <p:par>
                                <p:cTn id="153" presetID="22" presetClass="entr" presetSubtype="8" fill="hold" nodeType="afterEffect">
                                  <p:stCondLst>
                                    <p:cond delay="0"/>
                                  </p:stCondLst>
                                  <p:childTnLst>
                                    <p:set>
                                      <p:cBhvr>
                                        <p:cTn id="154" dur="1" fill="hold">
                                          <p:stCondLst>
                                            <p:cond delay="0"/>
                                          </p:stCondLst>
                                        </p:cTn>
                                        <p:tgtEl>
                                          <p:spTgt spid="255051"/>
                                        </p:tgtEl>
                                        <p:attrNameLst>
                                          <p:attrName>style.visibility</p:attrName>
                                        </p:attrNameLst>
                                      </p:cBhvr>
                                      <p:to>
                                        <p:strVal val="visible"/>
                                      </p:to>
                                    </p:set>
                                    <p:animEffect transition="in" filter="wipe(left)">
                                      <p:cBhvr>
                                        <p:cTn id="155" dur="500"/>
                                        <p:tgtEl>
                                          <p:spTgt spid="255051"/>
                                        </p:tgtEl>
                                      </p:cBhvr>
                                    </p:animEffect>
                                  </p:childTnLst>
                                </p:cTn>
                              </p:par>
                            </p:childTnLst>
                          </p:cTn>
                        </p:par>
                        <p:par>
                          <p:cTn id="156" fill="hold">
                            <p:stCondLst>
                              <p:cond delay="1500"/>
                            </p:stCondLst>
                            <p:childTnLst>
                              <p:par>
                                <p:cTn id="157" presetID="4" presetClass="entr" presetSubtype="32" fill="hold" nodeType="afterEffect">
                                  <p:stCondLst>
                                    <p:cond delay="0"/>
                                  </p:stCondLst>
                                  <p:childTnLst>
                                    <p:set>
                                      <p:cBhvr>
                                        <p:cTn id="158" dur="1" fill="hold">
                                          <p:stCondLst>
                                            <p:cond delay="0"/>
                                          </p:stCondLst>
                                        </p:cTn>
                                        <p:tgtEl>
                                          <p:spTgt spid="255052"/>
                                        </p:tgtEl>
                                        <p:attrNameLst>
                                          <p:attrName>style.visibility</p:attrName>
                                        </p:attrNameLst>
                                      </p:cBhvr>
                                      <p:to>
                                        <p:strVal val="visible"/>
                                      </p:to>
                                    </p:set>
                                    <p:animEffect transition="in" filter="box(out)">
                                      <p:cBhvr>
                                        <p:cTn id="159" dur="500"/>
                                        <p:tgtEl>
                                          <p:spTgt spid="255052"/>
                                        </p:tgtEl>
                                      </p:cBhvr>
                                    </p:animEffect>
                                  </p:childTnLst>
                                </p:cTn>
                              </p:par>
                            </p:childTnLst>
                          </p:cTn>
                        </p:par>
                      </p:childTnLst>
                    </p:cTn>
                  </p:par>
                  <p:par>
                    <p:cTn id="160" fill="hold">
                      <p:stCondLst>
                        <p:cond delay="indefinite"/>
                      </p:stCondLst>
                      <p:childTnLst>
                        <p:par>
                          <p:cTn id="161" fill="hold">
                            <p:stCondLst>
                              <p:cond delay="0"/>
                            </p:stCondLst>
                            <p:childTnLst>
                              <p:par>
                                <p:cTn id="162" presetID="4" presetClass="entr" presetSubtype="32" fill="hold" nodeType="clickEffect">
                                  <p:stCondLst>
                                    <p:cond delay="0"/>
                                  </p:stCondLst>
                                  <p:childTnLst>
                                    <p:set>
                                      <p:cBhvr>
                                        <p:cTn id="163" dur="1" fill="hold">
                                          <p:stCondLst>
                                            <p:cond delay="0"/>
                                          </p:stCondLst>
                                        </p:cTn>
                                        <p:tgtEl>
                                          <p:spTgt spid="255053"/>
                                        </p:tgtEl>
                                        <p:attrNameLst>
                                          <p:attrName>style.visibility</p:attrName>
                                        </p:attrNameLst>
                                      </p:cBhvr>
                                      <p:to>
                                        <p:strVal val="visible"/>
                                      </p:to>
                                    </p:set>
                                    <p:animEffect transition="in" filter="box(out)">
                                      <p:cBhvr>
                                        <p:cTn id="164" dur="500"/>
                                        <p:tgtEl>
                                          <p:spTgt spid="255053"/>
                                        </p:tgtEl>
                                      </p:cBhvr>
                                    </p:animEffect>
                                  </p:childTnLst>
                                </p:cTn>
                              </p:par>
                            </p:childTnLst>
                          </p:cTn>
                        </p:par>
                      </p:childTnLst>
                    </p:cTn>
                  </p:par>
                  <p:par>
                    <p:cTn id="165" fill="hold">
                      <p:stCondLst>
                        <p:cond delay="indefinite"/>
                      </p:stCondLst>
                      <p:childTnLst>
                        <p:par>
                          <p:cTn id="166" fill="hold">
                            <p:stCondLst>
                              <p:cond delay="0"/>
                            </p:stCondLst>
                            <p:childTnLst>
                              <p:par>
                                <p:cTn id="167" presetID="4" presetClass="entr" presetSubtype="16" fill="hold" nodeType="clickEffect">
                                  <p:stCondLst>
                                    <p:cond delay="0"/>
                                  </p:stCondLst>
                                  <p:childTnLst>
                                    <p:set>
                                      <p:cBhvr>
                                        <p:cTn id="168" dur="1" fill="hold">
                                          <p:stCondLst>
                                            <p:cond delay="0"/>
                                          </p:stCondLst>
                                        </p:cTn>
                                        <p:tgtEl>
                                          <p:spTgt spid="255054"/>
                                        </p:tgtEl>
                                        <p:attrNameLst>
                                          <p:attrName>style.visibility</p:attrName>
                                        </p:attrNameLst>
                                      </p:cBhvr>
                                      <p:to>
                                        <p:strVal val="visible"/>
                                      </p:to>
                                    </p:set>
                                    <p:animEffect transition="in" filter="box(in)">
                                      <p:cBhvr>
                                        <p:cTn id="169" dur="500"/>
                                        <p:tgtEl>
                                          <p:spTgt spid="255054"/>
                                        </p:tgtEl>
                                      </p:cBhvr>
                                    </p:animEffect>
                                  </p:childTnLst>
                                </p:cTn>
                              </p:par>
                            </p:childTnLst>
                          </p:cTn>
                        </p:par>
                      </p:childTnLst>
                    </p:cTn>
                  </p:par>
                  <p:par>
                    <p:cTn id="170" fill="hold">
                      <p:stCondLst>
                        <p:cond delay="indefinite"/>
                      </p:stCondLst>
                      <p:childTnLst>
                        <p:par>
                          <p:cTn id="171" fill="hold">
                            <p:stCondLst>
                              <p:cond delay="0"/>
                            </p:stCondLst>
                            <p:childTnLst>
                              <p:par>
                                <p:cTn id="172" presetID="4" presetClass="entr" presetSubtype="32" fill="hold" nodeType="clickEffect">
                                  <p:stCondLst>
                                    <p:cond delay="0"/>
                                  </p:stCondLst>
                                  <p:childTnLst>
                                    <p:set>
                                      <p:cBhvr>
                                        <p:cTn id="173" dur="1" fill="hold">
                                          <p:stCondLst>
                                            <p:cond delay="0"/>
                                          </p:stCondLst>
                                        </p:cTn>
                                        <p:tgtEl>
                                          <p:spTgt spid="255055"/>
                                        </p:tgtEl>
                                        <p:attrNameLst>
                                          <p:attrName>style.visibility</p:attrName>
                                        </p:attrNameLst>
                                      </p:cBhvr>
                                      <p:to>
                                        <p:strVal val="visible"/>
                                      </p:to>
                                    </p:set>
                                    <p:animEffect transition="in" filter="box(out)">
                                      <p:cBhvr>
                                        <p:cTn id="174" dur="500"/>
                                        <p:tgtEl>
                                          <p:spTgt spid="255055"/>
                                        </p:tgtEl>
                                      </p:cBhvr>
                                    </p:animEffect>
                                  </p:childTnLst>
                                </p:cTn>
                              </p:par>
                            </p:childTnLst>
                          </p:cTn>
                        </p:par>
                      </p:childTnLst>
                    </p:cTn>
                  </p:par>
                  <p:par>
                    <p:cTn id="175" fill="hold">
                      <p:stCondLst>
                        <p:cond delay="indefinite"/>
                      </p:stCondLst>
                      <p:childTnLst>
                        <p:par>
                          <p:cTn id="176" fill="hold">
                            <p:stCondLst>
                              <p:cond delay="0"/>
                            </p:stCondLst>
                            <p:childTnLst>
                              <p:par>
                                <p:cTn id="177" presetID="22" presetClass="entr" presetSubtype="8" fill="hold" grpId="0" nodeType="clickEffect">
                                  <p:stCondLst>
                                    <p:cond delay="0"/>
                                  </p:stCondLst>
                                  <p:childTnLst>
                                    <p:set>
                                      <p:cBhvr>
                                        <p:cTn id="178" dur="1" fill="hold">
                                          <p:stCondLst>
                                            <p:cond delay="0"/>
                                          </p:stCondLst>
                                        </p:cTn>
                                        <p:tgtEl>
                                          <p:spTgt spid="255057"/>
                                        </p:tgtEl>
                                        <p:attrNameLst>
                                          <p:attrName>style.visibility</p:attrName>
                                        </p:attrNameLst>
                                      </p:cBhvr>
                                      <p:to>
                                        <p:strVal val="visible"/>
                                      </p:to>
                                    </p:set>
                                    <p:animEffect transition="in" filter="wipe(left)">
                                      <p:cBhvr>
                                        <p:cTn id="179" dur="500"/>
                                        <p:tgtEl>
                                          <p:spTgt spid="2550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5020" grpId="0"/>
      <p:bldP spid="255021" grpId="0"/>
      <p:bldP spid="255022" grpId="0"/>
      <p:bldP spid="255023" grpId="0"/>
      <p:bldP spid="255024" grpId="0" animBg="1"/>
      <p:bldP spid="255025" grpId="0"/>
      <p:bldP spid="255026" grpId="0"/>
      <p:bldP spid="255027" grpId="0"/>
      <p:bldP spid="255028" grpId="0"/>
      <p:bldP spid="255029" grpId="0"/>
      <p:bldP spid="255030" grpId="0" animBg="1"/>
      <p:bldP spid="255031" grpId="0"/>
      <p:bldP spid="255032" grpId="0" animBg="1"/>
      <p:bldP spid="255033" grpId="0"/>
      <p:bldP spid="255035" grpId="0"/>
      <p:bldP spid="255036" grpId="0" animBg="1"/>
      <p:bldP spid="255037" grpId="0" animBg="1"/>
      <p:bldP spid="255038" grpId="0"/>
      <p:bldP spid="255040" grpId="0"/>
      <p:bldP spid="255041" grpId="0" animBg="1"/>
      <p:bldP spid="255042" grpId="0" animBg="1"/>
      <p:bldP spid="255043" grpId="0" animBg="1"/>
      <p:bldP spid="255044" grpId="0"/>
      <p:bldP spid="255045" grpId="0" animBg="1"/>
      <p:bldP spid="255046" grpId="0"/>
      <p:bldP spid="255048" grpId="0" animBg="1"/>
      <p:bldP spid="255057"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5586" name="Picture 2" descr="newton"/>
          <p:cNvPicPr>
            <a:picLocks noChangeAspect="1" noChangeArrowheads="1"/>
          </p:cNvPicPr>
          <p:nvPr/>
        </p:nvPicPr>
        <p:blipFill>
          <a:blip r:embed="rId2"/>
          <a:srcRect/>
          <a:stretch>
            <a:fillRect/>
          </a:stretch>
        </p:blipFill>
        <p:spPr bwMode="auto">
          <a:xfrm>
            <a:off x="6597650" y="414338"/>
            <a:ext cx="2286000" cy="2498725"/>
          </a:xfrm>
          <a:prstGeom prst="rect">
            <a:avLst/>
          </a:prstGeom>
          <a:noFill/>
          <a:ln w="9525">
            <a:noFill/>
            <a:miter lim="800000"/>
            <a:headEnd/>
            <a:tailEnd/>
          </a:ln>
        </p:spPr>
      </p:pic>
      <p:sp>
        <p:nvSpPr>
          <p:cNvPr id="195587" name="Rectangle 3"/>
          <p:cNvSpPr>
            <a:spLocks noChangeArrowheads="1"/>
          </p:cNvSpPr>
          <p:nvPr/>
        </p:nvSpPr>
        <p:spPr bwMode="auto">
          <a:xfrm>
            <a:off x="225425" y="1268413"/>
            <a:ext cx="6146800" cy="1144587"/>
          </a:xfrm>
          <a:prstGeom prst="rect">
            <a:avLst/>
          </a:prstGeom>
          <a:noFill/>
          <a:ln w="9525">
            <a:noFill/>
            <a:miter lim="800000"/>
            <a:headEnd/>
            <a:tailEnd/>
          </a:ln>
        </p:spPr>
        <p:txBody>
          <a:bodyPr anchor="ctr">
            <a:spAutoFit/>
          </a:bodyPr>
          <a:lstStyle/>
          <a:p>
            <a:pPr>
              <a:lnSpc>
                <a:spcPct val="115000"/>
              </a:lnSpc>
              <a:spcBef>
                <a:spcPct val="0"/>
              </a:spcBef>
            </a:pPr>
            <a:r>
              <a:rPr lang="en-US" altLang="zh-CN" sz="2000">
                <a:ea typeface="宋体" pitchFamily="2" charset="-122"/>
              </a:rPr>
              <a:t>       </a:t>
            </a:r>
            <a:r>
              <a:rPr lang="zh-CN" altLang="en-US" sz="2000">
                <a:ea typeface="宋体" pitchFamily="2" charset="-122"/>
              </a:rPr>
              <a:t>在牛顿的全部科学贡献中，数学成就占有突出的地位。</a:t>
            </a:r>
            <a:r>
              <a:rPr lang="zh-CN" altLang="en-US" sz="2000">
                <a:latin typeface="宋体" pitchFamily="2" charset="-122"/>
                <a:ea typeface="宋体" pitchFamily="2" charset="-122"/>
              </a:rPr>
              <a:t>他数学生涯中的第一项创造性成果就是发现了</a:t>
            </a:r>
            <a:r>
              <a:rPr lang="zh-CN" altLang="en-US" sz="2000">
                <a:solidFill>
                  <a:srgbClr val="FF6600"/>
                </a:solidFill>
                <a:latin typeface="宋体" pitchFamily="2" charset="-122"/>
                <a:ea typeface="宋体" pitchFamily="2" charset="-122"/>
              </a:rPr>
              <a:t>二项式定理</a:t>
            </a:r>
            <a:r>
              <a:rPr lang="zh-CN" altLang="en-US" sz="2000">
                <a:latin typeface="宋体" pitchFamily="2" charset="-122"/>
                <a:ea typeface="宋体" pitchFamily="2" charset="-122"/>
              </a:rPr>
              <a:t>。 </a:t>
            </a:r>
          </a:p>
        </p:txBody>
      </p:sp>
      <p:sp>
        <p:nvSpPr>
          <p:cNvPr id="195588" name="Rectangle 4"/>
          <p:cNvSpPr>
            <a:spLocks noChangeArrowheads="1"/>
          </p:cNvSpPr>
          <p:nvPr/>
        </p:nvSpPr>
        <p:spPr bwMode="auto">
          <a:xfrm>
            <a:off x="180975" y="458788"/>
            <a:ext cx="6191250" cy="793750"/>
          </a:xfrm>
          <a:prstGeom prst="rect">
            <a:avLst/>
          </a:prstGeom>
          <a:noFill/>
          <a:ln w="9525">
            <a:noFill/>
            <a:miter lim="800000"/>
            <a:headEnd/>
            <a:tailEnd/>
          </a:ln>
        </p:spPr>
        <p:txBody>
          <a:bodyPr anchor="ctr">
            <a:spAutoFit/>
          </a:bodyPr>
          <a:lstStyle/>
          <a:p>
            <a:pPr>
              <a:lnSpc>
                <a:spcPct val="115000"/>
              </a:lnSpc>
              <a:spcBef>
                <a:spcPct val="0"/>
              </a:spcBef>
            </a:pPr>
            <a:r>
              <a:rPr lang="en-US" altLang="zh-CN" sz="2000">
                <a:solidFill>
                  <a:schemeClr val="tx2"/>
                </a:solidFill>
                <a:ea typeface="宋体" pitchFamily="2" charset="-122"/>
              </a:rPr>
              <a:t>         </a:t>
            </a:r>
            <a:r>
              <a:rPr lang="zh-CN" altLang="en-US" sz="2000">
                <a:solidFill>
                  <a:schemeClr val="tx2"/>
                </a:solidFill>
                <a:ea typeface="宋体" pitchFamily="2" charset="-122"/>
              </a:rPr>
              <a:t>牛顿</a:t>
            </a:r>
            <a:r>
              <a:rPr lang="en-US" altLang="zh-CN" sz="2000">
                <a:solidFill>
                  <a:schemeClr val="tx2"/>
                </a:solidFill>
                <a:ea typeface="宋体" pitchFamily="2" charset="-122"/>
              </a:rPr>
              <a:t>(1642 ~ 1727 )</a:t>
            </a:r>
            <a:r>
              <a:rPr lang="zh-CN" altLang="en-US" sz="2000">
                <a:solidFill>
                  <a:schemeClr val="tx2"/>
                </a:solidFill>
                <a:ea typeface="宋体" pitchFamily="2" charset="-122"/>
              </a:rPr>
              <a:t>：</a:t>
            </a:r>
            <a:r>
              <a:rPr lang="zh-CN" altLang="en-US" sz="2000">
                <a:ea typeface="宋体" pitchFamily="2" charset="-122"/>
              </a:rPr>
              <a:t>英国伟大的数学家、物理学家、天文学家和自然哲学家。</a:t>
            </a:r>
          </a:p>
        </p:txBody>
      </p:sp>
      <p:sp>
        <p:nvSpPr>
          <p:cNvPr id="195589" name="Rectangle 5"/>
          <p:cNvSpPr>
            <a:spLocks noChangeArrowheads="1"/>
          </p:cNvSpPr>
          <p:nvPr/>
        </p:nvSpPr>
        <p:spPr bwMode="auto">
          <a:xfrm>
            <a:off x="746125" y="2438400"/>
            <a:ext cx="5626100" cy="442913"/>
          </a:xfrm>
          <a:prstGeom prst="rect">
            <a:avLst/>
          </a:prstGeom>
          <a:noFill/>
          <a:ln w="9525">
            <a:noFill/>
            <a:miter lim="800000"/>
            <a:headEnd/>
            <a:tailEnd/>
          </a:ln>
        </p:spPr>
        <p:txBody>
          <a:bodyPr anchor="ctr">
            <a:spAutoFit/>
          </a:bodyPr>
          <a:lstStyle/>
          <a:p>
            <a:pPr>
              <a:lnSpc>
                <a:spcPct val="115000"/>
              </a:lnSpc>
              <a:spcBef>
                <a:spcPct val="0"/>
              </a:spcBef>
            </a:pPr>
            <a:r>
              <a:rPr lang="zh-CN" altLang="en-US" sz="2000">
                <a:solidFill>
                  <a:srgbClr val="FF6600"/>
                </a:solidFill>
                <a:ea typeface="宋体" pitchFamily="2" charset="-122"/>
              </a:rPr>
              <a:t>微积分的创立</a:t>
            </a:r>
            <a:r>
              <a:rPr lang="zh-CN" altLang="en-US" sz="2000">
                <a:ea typeface="宋体" pitchFamily="2" charset="-122"/>
              </a:rPr>
              <a:t>是牛顿最卓越的数学成就。</a:t>
            </a:r>
            <a:r>
              <a:rPr lang="zh-CN" altLang="en-US" sz="2000" b="0">
                <a:ea typeface="宋体" pitchFamily="2" charset="-122"/>
              </a:rPr>
              <a:t> </a:t>
            </a:r>
          </a:p>
        </p:txBody>
      </p:sp>
      <p:sp>
        <p:nvSpPr>
          <p:cNvPr id="195590" name="Rectangle 6"/>
          <p:cNvSpPr>
            <a:spLocks noChangeArrowheads="1"/>
          </p:cNvSpPr>
          <p:nvPr/>
        </p:nvSpPr>
        <p:spPr bwMode="auto">
          <a:xfrm>
            <a:off x="206375" y="2933700"/>
            <a:ext cx="8628063" cy="1066800"/>
          </a:xfrm>
          <a:prstGeom prst="rect">
            <a:avLst/>
          </a:prstGeom>
          <a:noFill/>
          <a:ln w="9525">
            <a:noFill/>
            <a:miter lim="800000"/>
            <a:headEnd/>
            <a:tailEnd/>
          </a:ln>
        </p:spPr>
        <p:txBody>
          <a:bodyPr anchor="ctr">
            <a:spAutoFit/>
          </a:bodyPr>
          <a:lstStyle/>
          <a:p>
            <a:pPr>
              <a:lnSpc>
                <a:spcPct val="100000"/>
              </a:lnSpc>
              <a:spcBef>
                <a:spcPct val="0"/>
              </a:spcBef>
            </a:pPr>
            <a:r>
              <a:rPr lang="en-US" altLang="zh-CN" sz="2000">
                <a:ea typeface="宋体" pitchFamily="2" charset="-122"/>
              </a:rPr>
              <a:t>        </a:t>
            </a:r>
            <a:r>
              <a:rPr lang="zh-CN" altLang="en-US" sz="2000">
                <a:ea typeface="宋体" pitchFamily="2" charset="-122"/>
              </a:rPr>
              <a:t>牛顿对解析几何与综合几何都有贡献</a:t>
            </a:r>
            <a:r>
              <a:rPr lang="zh-CN" altLang="en-US" sz="2400" b="0">
                <a:ea typeface="宋体" pitchFamily="2" charset="-122"/>
              </a:rPr>
              <a:t> 。</a:t>
            </a:r>
            <a:r>
              <a:rPr lang="en-US" altLang="zh-CN" sz="2000">
                <a:ea typeface="宋体" pitchFamily="2" charset="-122"/>
              </a:rPr>
              <a:t>1707</a:t>
            </a:r>
            <a:r>
              <a:rPr lang="zh-CN" altLang="en-US" sz="2000">
                <a:ea typeface="宋体" pitchFamily="2" charset="-122"/>
              </a:rPr>
              <a:t>年，出版</a:t>
            </a:r>
            <a:r>
              <a:rPr lang="en-US" altLang="zh-CN" sz="2000">
                <a:solidFill>
                  <a:srgbClr val="FF6600"/>
                </a:solidFill>
                <a:ea typeface="宋体" pitchFamily="2" charset="-122"/>
              </a:rPr>
              <a:t>《</a:t>
            </a:r>
            <a:r>
              <a:rPr lang="zh-CN" altLang="en-US" sz="2000">
                <a:solidFill>
                  <a:srgbClr val="FF6600"/>
                </a:solidFill>
                <a:ea typeface="宋体" pitchFamily="2" charset="-122"/>
              </a:rPr>
              <a:t>普遍算术</a:t>
            </a:r>
            <a:r>
              <a:rPr lang="en-US" altLang="zh-CN" sz="2000">
                <a:solidFill>
                  <a:srgbClr val="FF6600"/>
                </a:solidFill>
                <a:ea typeface="宋体" pitchFamily="2" charset="-122"/>
              </a:rPr>
              <a:t>》</a:t>
            </a:r>
            <a:r>
              <a:rPr lang="zh-CN" altLang="en-US" sz="2000">
                <a:ea typeface="宋体" pitchFamily="2" charset="-122"/>
              </a:rPr>
              <a:t>；</a:t>
            </a:r>
            <a:r>
              <a:rPr lang="en-US" altLang="zh-CN" sz="2000">
                <a:ea typeface="宋体" pitchFamily="2" charset="-122"/>
              </a:rPr>
              <a:t>1736</a:t>
            </a:r>
            <a:r>
              <a:rPr lang="zh-CN" altLang="en-US" sz="2000">
                <a:ea typeface="宋体" pitchFamily="2" charset="-122"/>
              </a:rPr>
              <a:t>年，出版</a:t>
            </a:r>
            <a:r>
              <a:rPr lang="en-US" altLang="zh-CN" sz="2000">
                <a:solidFill>
                  <a:srgbClr val="FF6600"/>
                </a:solidFill>
                <a:ea typeface="宋体" pitchFamily="2" charset="-122"/>
              </a:rPr>
              <a:t>《</a:t>
            </a:r>
            <a:r>
              <a:rPr lang="zh-CN" altLang="en-US" sz="2000">
                <a:solidFill>
                  <a:srgbClr val="FF6600"/>
                </a:solidFill>
                <a:ea typeface="宋体" pitchFamily="2" charset="-122"/>
              </a:rPr>
              <a:t>解析几何</a:t>
            </a:r>
            <a:r>
              <a:rPr lang="en-US" altLang="zh-CN" sz="2000">
                <a:solidFill>
                  <a:srgbClr val="FF6600"/>
                </a:solidFill>
                <a:ea typeface="宋体" pitchFamily="2" charset="-122"/>
              </a:rPr>
              <a:t>》</a:t>
            </a:r>
            <a:r>
              <a:rPr lang="zh-CN" altLang="en-US" sz="2000">
                <a:ea typeface="宋体" pitchFamily="2" charset="-122"/>
              </a:rPr>
              <a:t>。此外，他的数学工作还涉及数值分析、概率论和初等数论等众多领域。</a:t>
            </a:r>
            <a:r>
              <a:rPr lang="zh-CN" altLang="en-US" sz="2000" b="0">
                <a:ea typeface="宋体" pitchFamily="2" charset="-122"/>
              </a:rPr>
              <a:t>  </a:t>
            </a:r>
            <a:r>
              <a:rPr lang="zh-CN" altLang="en-US" sz="2000">
                <a:ea typeface="宋体" pitchFamily="2" charset="-122"/>
              </a:rPr>
              <a:t> </a:t>
            </a:r>
          </a:p>
        </p:txBody>
      </p:sp>
      <p:sp>
        <p:nvSpPr>
          <p:cNvPr id="195591" name="Rectangle 7"/>
          <p:cNvSpPr>
            <a:spLocks noChangeArrowheads="1"/>
          </p:cNvSpPr>
          <p:nvPr/>
        </p:nvSpPr>
        <p:spPr bwMode="auto">
          <a:xfrm>
            <a:off x="180975" y="4059238"/>
            <a:ext cx="8712200" cy="793750"/>
          </a:xfrm>
          <a:prstGeom prst="rect">
            <a:avLst/>
          </a:prstGeom>
          <a:noFill/>
          <a:ln w="9525">
            <a:noFill/>
            <a:miter lim="800000"/>
            <a:headEnd/>
            <a:tailEnd/>
          </a:ln>
        </p:spPr>
        <p:txBody>
          <a:bodyPr anchor="ctr">
            <a:spAutoFit/>
          </a:bodyPr>
          <a:lstStyle/>
          <a:p>
            <a:pPr>
              <a:lnSpc>
                <a:spcPct val="115000"/>
              </a:lnSpc>
              <a:spcBef>
                <a:spcPct val="0"/>
              </a:spcBef>
            </a:pPr>
            <a:r>
              <a:rPr lang="en-US" altLang="zh-CN" sz="2000">
                <a:ea typeface="宋体" pitchFamily="2" charset="-122"/>
              </a:rPr>
              <a:t>        </a:t>
            </a:r>
            <a:r>
              <a:rPr lang="zh-CN" altLang="en-US" sz="2000">
                <a:ea typeface="宋体" pitchFamily="2" charset="-122"/>
              </a:rPr>
              <a:t>牛顿是经典力学理论的开创者。他系统的总结了伽利略、开普勒和惠更斯等人的工作，得到了著名的</a:t>
            </a:r>
            <a:r>
              <a:rPr lang="zh-CN" altLang="en-US" sz="2000">
                <a:solidFill>
                  <a:srgbClr val="FF6600"/>
                </a:solidFill>
                <a:ea typeface="宋体" pitchFamily="2" charset="-122"/>
              </a:rPr>
              <a:t>万有引力定律</a:t>
            </a:r>
            <a:r>
              <a:rPr lang="zh-CN" altLang="en-US" sz="2000">
                <a:ea typeface="宋体" pitchFamily="2" charset="-122"/>
              </a:rPr>
              <a:t>和</a:t>
            </a:r>
            <a:r>
              <a:rPr lang="zh-CN" altLang="en-US" sz="2000">
                <a:solidFill>
                  <a:srgbClr val="FF6600"/>
                </a:solidFill>
                <a:ea typeface="宋体" pitchFamily="2" charset="-122"/>
              </a:rPr>
              <a:t>牛顿运动三定律</a:t>
            </a:r>
            <a:r>
              <a:rPr lang="zh-CN" altLang="en-US" sz="2000">
                <a:ea typeface="宋体" pitchFamily="2" charset="-122"/>
              </a:rPr>
              <a:t>。 </a:t>
            </a:r>
          </a:p>
        </p:txBody>
      </p:sp>
      <p:sp>
        <p:nvSpPr>
          <p:cNvPr id="195592" name="Rectangle 8"/>
          <p:cNvSpPr>
            <a:spLocks noChangeArrowheads="1"/>
          </p:cNvSpPr>
          <p:nvPr/>
        </p:nvSpPr>
        <p:spPr bwMode="auto">
          <a:xfrm>
            <a:off x="206375" y="5392738"/>
            <a:ext cx="8731250" cy="1006475"/>
          </a:xfrm>
          <a:prstGeom prst="rect">
            <a:avLst/>
          </a:prstGeom>
          <a:noFill/>
          <a:ln w="9525">
            <a:noFill/>
            <a:miter lim="800000"/>
            <a:headEnd/>
            <a:tailEnd/>
          </a:ln>
        </p:spPr>
        <p:txBody>
          <a:bodyPr anchor="ctr">
            <a:spAutoFit/>
          </a:bodyPr>
          <a:lstStyle/>
          <a:p>
            <a:pPr>
              <a:lnSpc>
                <a:spcPct val="100000"/>
              </a:lnSpc>
              <a:spcBef>
                <a:spcPct val="0"/>
              </a:spcBef>
            </a:pPr>
            <a:r>
              <a:rPr lang="en-US" altLang="zh-CN" sz="2000">
                <a:ea typeface="宋体" pitchFamily="2" charset="-122"/>
              </a:rPr>
              <a:t>        </a:t>
            </a:r>
            <a:r>
              <a:rPr lang="zh-CN" altLang="en-US" sz="2000">
                <a:ea typeface="宋体" pitchFamily="2" charset="-122"/>
              </a:rPr>
              <a:t>在光学方面，牛顿也取得了巨大成果。他最早发现了白光的组成；说明了色散现象的本质；还提出了</a:t>
            </a:r>
            <a:r>
              <a:rPr lang="zh-CN" altLang="en-US" sz="2000">
                <a:solidFill>
                  <a:srgbClr val="FF6600"/>
                </a:solidFill>
                <a:ea typeface="宋体" pitchFamily="2" charset="-122"/>
              </a:rPr>
              <a:t>光的“微粒说”</a:t>
            </a:r>
            <a:r>
              <a:rPr lang="zh-CN" altLang="en-US" sz="2000">
                <a:ea typeface="宋体" pitchFamily="2" charset="-122"/>
              </a:rPr>
              <a:t>，此外，他还制作了牛顿色盘和反射式望远镜等多种光学仪器。 </a:t>
            </a:r>
          </a:p>
        </p:txBody>
      </p:sp>
      <p:sp>
        <p:nvSpPr>
          <p:cNvPr id="195594" name="Rectangle 10"/>
          <p:cNvSpPr>
            <a:spLocks noChangeArrowheads="1"/>
          </p:cNvSpPr>
          <p:nvPr/>
        </p:nvSpPr>
        <p:spPr bwMode="auto">
          <a:xfrm>
            <a:off x="747713" y="4922838"/>
            <a:ext cx="7380287" cy="396875"/>
          </a:xfrm>
          <a:prstGeom prst="rect">
            <a:avLst/>
          </a:prstGeom>
          <a:noFill/>
          <a:ln w="9525">
            <a:noFill/>
            <a:miter lim="800000"/>
            <a:headEnd/>
            <a:tailEnd/>
          </a:ln>
        </p:spPr>
        <p:txBody>
          <a:bodyPr anchor="ctr">
            <a:spAutoFit/>
          </a:bodyPr>
          <a:lstStyle/>
          <a:p>
            <a:pPr>
              <a:lnSpc>
                <a:spcPct val="100000"/>
              </a:lnSpc>
              <a:spcBef>
                <a:spcPct val="0"/>
              </a:spcBef>
            </a:pPr>
            <a:r>
              <a:rPr lang="en-US" altLang="zh-CN" sz="2000">
                <a:ea typeface="宋体" pitchFamily="2" charset="-122"/>
              </a:rPr>
              <a:t>1687</a:t>
            </a:r>
            <a:r>
              <a:rPr lang="zh-CN" altLang="en-US" sz="2000">
                <a:ea typeface="宋体" pitchFamily="2" charset="-122"/>
              </a:rPr>
              <a:t>年，牛顿出版了代表作</a:t>
            </a:r>
            <a:r>
              <a:rPr lang="en-US" altLang="zh-CN" sz="2000">
                <a:solidFill>
                  <a:srgbClr val="660066"/>
                </a:solidFill>
                <a:ea typeface="宋体" pitchFamily="2" charset="-122"/>
              </a:rPr>
              <a:t>《</a:t>
            </a:r>
            <a:r>
              <a:rPr lang="zh-CN" altLang="en-US" sz="2000">
                <a:solidFill>
                  <a:srgbClr val="660066"/>
                </a:solidFill>
                <a:ea typeface="宋体" pitchFamily="2" charset="-122"/>
              </a:rPr>
              <a:t>自然哲学的数学原理</a:t>
            </a:r>
            <a:r>
              <a:rPr lang="en-US" altLang="zh-CN" sz="2000">
                <a:solidFill>
                  <a:srgbClr val="660066"/>
                </a:solidFill>
                <a:ea typeface="宋体" pitchFamily="2" charset="-122"/>
              </a:rPr>
              <a:t>》</a:t>
            </a:r>
            <a:r>
              <a:rPr lang="zh-CN" altLang="en-US" sz="2000">
                <a:ea typeface="宋体" pitchFamily="2" charset="-122"/>
              </a:rPr>
              <a:t>。</a:t>
            </a:r>
            <a:r>
              <a:rPr lang="zh-CN" altLang="en-US" sz="2000" b="0">
                <a:ea typeface="宋体" pitchFamily="2" charset="-122"/>
              </a:rPr>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95586"/>
                                        </p:tgtEl>
                                        <p:attrNameLst>
                                          <p:attrName>style.visibility</p:attrName>
                                        </p:attrNameLst>
                                      </p:cBhvr>
                                      <p:to>
                                        <p:strVal val="visible"/>
                                      </p:to>
                                    </p:set>
                                    <p:animEffect transition="in" filter="dissolve">
                                      <p:cBhvr>
                                        <p:cTn id="7" dur="500"/>
                                        <p:tgtEl>
                                          <p:spTgt spid="19558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95588"/>
                                        </p:tgtEl>
                                        <p:attrNameLst>
                                          <p:attrName>style.visibility</p:attrName>
                                        </p:attrNameLst>
                                      </p:cBhvr>
                                      <p:to>
                                        <p:strVal val="visible"/>
                                      </p:to>
                                    </p:set>
                                    <p:animEffect transition="in" filter="wipe(left)">
                                      <p:cBhvr>
                                        <p:cTn id="12" dur="1000"/>
                                        <p:tgtEl>
                                          <p:spTgt spid="19558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95587"/>
                                        </p:tgtEl>
                                        <p:attrNameLst>
                                          <p:attrName>style.visibility</p:attrName>
                                        </p:attrNameLst>
                                      </p:cBhvr>
                                      <p:to>
                                        <p:strVal val="visible"/>
                                      </p:to>
                                    </p:set>
                                    <p:animEffect transition="in" filter="wipe(left)">
                                      <p:cBhvr>
                                        <p:cTn id="17" dur="1000"/>
                                        <p:tgtEl>
                                          <p:spTgt spid="19558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95589"/>
                                        </p:tgtEl>
                                        <p:attrNameLst>
                                          <p:attrName>style.visibility</p:attrName>
                                        </p:attrNameLst>
                                      </p:cBhvr>
                                      <p:to>
                                        <p:strVal val="visible"/>
                                      </p:to>
                                    </p:set>
                                    <p:animEffect transition="in" filter="wipe(left)">
                                      <p:cBhvr>
                                        <p:cTn id="22" dur="1000"/>
                                        <p:tgtEl>
                                          <p:spTgt spid="19558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95590"/>
                                        </p:tgtEl>
                                        <p:attrNameLst>
                                          <p:attrName>style.visibility</p:attrName>
                                        </p:attrNameLst>
                                      </p:cBhvr>
                                      <p:to>
                                        <p:strVal val="visible"/>
                                      </p:to>
                                    </p:set>
                                    <p:animEffect transition="in" filter="wipe(left)">
                                      <p:cBhvr>
                                        <p:cTn id="27" dur="1000"/>
                                        <p:tgtEl>
                                          <p:spTgt spid="195590"/>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95591"/>
                                        </p:tgtEl>
                                        <p:attrNameLst>
                                          <p:attrName>style.visibility</p:attrName>
                                        </p:attrNameLst>
                                      </p:cBhvr>
                                      <p:to>
                                        <p:strVal val="visible"/>
                                      </p:to>
                                    </p:set>
                                    <p:animEffect transition="in" filter="wipe(left)">
                                      <p:cBhvr>
                                        <p:cTn id="32" dur="1000"/>
                                        <p:tgtEl>
                                          <p:spTgt spid="195591"/>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95594"/>
                                        </p:tgtEl>
                                        <p:attrNameLst>
                                          <p:attrName>style.visibility</p:attrName>
                                        </p:attrNameLst>
                                      </p:cBhvr>
                                      <p:to>
                                        <p:strVal val="visible"/>
                                      </p:to>
                                    </p:set>
                                    <p:animEffect transition="in" filter="wipe(left)">
                                      <p:cBhvr>
                                        <p:cTn id="37" dur="1000"/>
                                        <p:tgtEl>
                                          <p:spTgt spid="195594"/>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95592"/>
                                        </p:tgtEl>
                                        <p:attrNameLst>
                                          <p:attrName>style.visibility</p:attrName>
                                        </p:attrNameLst>
                                      </p:cBhvr>
                                      <p:to>
                                        <p:strVal val="visible"/>
                                      </p:to>
                                    </p:set>
                                    <p:animEffect transition="in" filter="wipe(left)">
                                      <p:cBhvr>
                                        <p:cTn id="42" dur="1000"/>
                                        <p:tgtEl>
                                          <p:spTgt spid="1955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5587" grpId="0"/>
      <p:bldP spid="195588" grpId="0"/>
      <p:bldP spid="195589" grpId="0"/>
      <p:bldP spid="195590" grpId="0"/>
      <p:bldP spid="195591" grpId="0"/>
      <p:bldP spid="195592" grpId="0"/>
      <p:bldP spid="195594" grpId="0"/>
    </p:bldLst>
  </p:timing>
</p:sld>
</file>

<file path=ppt/theme/theme1.xml><?xml version="1.0" encoding="utf-8"?>
<a:theme xmlns:a="http://schemas.openxmlformats.org/drawingml/2006/main" name="默认设计模板">
  <a:themeElements>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默认设计模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spAutoFit/>
      </a:bodyPr>
      <a:lstStyle>
        <a:defPPr marL="0" marR="0" indent="0" algn="l" defTabSz="914400" rtl="0" eaLnBrk="1" fontAlgn="base" latinLnBrk="0" hangingPunct="1">
          <a:lnSpc>
            <a:spcPct val="120000"/>
          </a:lnSpc>
          <a:spcBef>
            <a:spcPct val="50000"/>
          </a:spcBef>
          <a:spcAft>
            <a:spcPct val="0"/>
          </a:spcAft>
          <a:buClrTx/>
          <a:buSzTx/>
          <a:buFontTx/>
          <a:buNone/>
          <a:tabLst/>
          <a:defRPr kumimoji="1" lang="zh-CN" altLang="en-US" sz="2200" b="1" i="0" u="none" strike="noStrike" cap="none" normalizeH="0" baseline="0" smtClean="0">
            <a:ln>
              <a:noFill/>
            </a:ln>
            <a:solidFill>
              <a:schemeClr val="tx1"/>
            </a:solidFill>
            <a:effectLst/>
            <a:latin typeface="Times New Roman" pitchFamily="18" charset="0"/>
            <a:ea typeface="楷体_GB2312" pitchFamily="49"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spAutoFit/>
      </a:bodyPr>
      <a:lstStyle>
        <a:defPPr marL="0" marR="0" indent="0" algn="l" defTabSz="914400" rtl="0" eaLnBrk="1" fontAlgn="base" latinLnBrk="0" hangingPunct="1">
          <a:lnSpc>
            <a:spcPct val="120000"/>
          </a:lnSpc>
          <a:spcBef>
            <a:spcPct val="50000"/>
          </a:spcBef>
          <a:spcAft>
            <a:spcPct val="0"/>
          </a:spcAft>
          <a:buClrTx/>
          <a:buSzTx/>
          <a:buFontTx/>
          <a:buNone/>
          <a:tabLst/>
          <a:defRPr kumimoji="1" lang="zh-CN" altLang="en-US" sz="2200" b="1" i="0" u="none" strike="noStrike" cap="none" normalizeH="0" baseline="0" smtClean="0">
            <a:ln>
              <a:noFill/>
            </a:ln>
            <a:solidFill>
              <a:schemeClr val="tx1"/>
            </a:solidFill>
            <a:effectLst/>
            <a:latin typeface="Times New Roman" pitchFamily="18" charset="0"/>
            <a:ea typeface="楷体_GB2312" pitchFamily="49" charset="-122"/>
          </a:defRPr>
        </a:defPPr>
      </a:lstStyle>
    </a:lnDef>
  </a:objectDefaults>
  <a:extraClrSchemeLst>
    <a:extraClrScheme>
      <a:clrScheme name="默认设计模板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3754</TotalTime>
  <Words>3370</Words>
  <Application>Microsoft PowerPoint</Application>
  <PresentationFormat>全屏显示(4:3)</PresentationFormat>
  <Paragraphs>495</Paragraphs>
  <Slides>50</Slides>
  <Notes>5</Notes>
  <HiddenSlides>0</HiddenSlides>
  <MMClips>0</MMClips>
  <ScaleCrop>false</ScaleCrop>
  <HeadingPairs>
    <vt:vector size="8" baseType="variant">
      <vt:variant>
        <vt:lpstr>已用的字体</vt:lpstr>
      </vt:variant>
      <vt:variant>
        <vt:i4>14</vt:i4>
      </vt:variant>
      <vt:variant>
        <vt:lpstr>主题</vt:lpstr>
      </vt:variant>
      <vt:variant>
        <vt:i4>1</vt:i4>
      </vt:variant>
      <vt:variant>
        <vt:lpstr>嵌入 OLE 服务器</vt:lpstr>
      </vt:variant>
      <vt:variant>
        <vt:i4>5</vt:i4>
      </vt:variant>
      <vt:variant>
        <vt:lpstr>幻灯片标题</vt:lpstr>
      </vt:variant>
      <vt:variant>
        <vt:i4>50</vt:i4>
      </vt:variant>
    </vt:vector>
  </HeadingPairs>
  <TitlesOfParts>
    <vt:vector size="70" baseType="lpstr">
      <vt:lpstr>Times New Roman</vt:lpstr>
      <vt:lpstr>楷体_GB2312</vt:lpstr>
      <vt:lpstr>Arial</vt:lpstr>
      <vt:lpstr>隶书</vt:lpstr>
      <vt:lpstr>宋体</vt:lpstr>
      <vt:lpstr>Wingdings</vt:lpstr>
      <vt:lpstr>黑体</vt:lpstr>
      <vt:lpstr>Bookman Old Style</vt:lpstr>
      <vt:lpstr>仿宋_GB2312</vt:lpstr>
      <vt:lpstr>Symbol</vt:lpstr>
      <vt:lpstr>Book Antiqua</vt:lpstr>
      <vt:lpstr>Monotype Sorts</vt:lpstr>
      <vt:lpstr>BatangChe</vt:lpstr>
      <vt:lpstr>MS UI Gothic</vt:lpstr>
      <vt:lpstr>默认设计模板</vt:lpstr>
      <vt:lpstr>Microsoft 公式 3.0</vt:lpstr>
      <vt:lpstr>Microsoft Equation 3.0</vt:lpstr>
      <vt:lpstr>MathType 6.0 Equation</vt:lpstr>
      <vt:lpstr>MathType 5.0 Equation</vt:lpstr>
      <vt:lpstr>Microsoft Clip Gallery</vt:lpstr>
      <vt:lpstr>第2章  动力学</vt:lpstr>
      <vt:lpstr>幻灯片 2</vt:lpstr>
      <vt:lpstr>幻灯片 3</vt:lpstr>
      <vt:lpstr>幻灯片 4</vt:lpstr>
      <vt:lpstr>幻灯片 5</vt:lpstr>
      <vt:lpstr>幻灯片 6</vt:lpstr>
      <vt:lpstr>幻灯片 7</vt:lpstr>
      <vt:lpstr>幻灯片 8</vt:lpstr>
      <vt:lpstr>幻灯片 9</vt:lpstr>
      <vt:lpstr>幻灯片 10</vt:lpstr>
      <vt:lpstr>幻灯片 11</vt:lpstr>
      <vt:lpstr>幻灯片 12</vt:lpstr>
      <vt:lpstr>幻灯片 13</vt:lpstr>
      <vt:lpstr>幻灯片 14</vt:lpstr>
      <vt:lpstr>幻灯片 15</vt:lpstr>
      <vt:lpstr>幻灯片 16</vt:lpstr>
      <vt:lpstr>幻灯片 17</vt:lpstr>
      <vt:lpstr>幻灯片 18</vt:lpstr>
      <vt:lpstr>幻灯片 19</vt:lpstr>
      <vt:lpstr>幻灯片 20</vt:lpstr>
      <vt:lpstr>幻灯片 21</vt:lpstr>
      <vt:lpstr>幻灯片 22</vt:lpstr>
      <vt:lpstr>幻灯片 23</vt:lpstr>
      <vt:lpstr>幻灯片 24</vt:lpstr>
      <vt:lpstr>幻灯片 25</vt:lpstr>
      <vt:lpstr>幻灯片 26</vt:lpstr>
      <vt:lpstr>幻灯片 27</vt:lpstr>
      <vt:lpstr>幻灯片 28</vt:lpstr>
      <vt:lpstr>幻灯片 29</vt:lpstr>
      <vt:lpstr>幻灯片 30</vt:lpstr>
      <vt:lpstr>幻灯片 31</vt:lpstr>
      <vt:lpstr>幻灯片 32</vt:lpstr>
      <vt:lpstr>幻灯片 33</vt:lpstr>
      <vt:lpstr>幻灯片 34</vt:lpstr>
      <vt:lpstr>幻灯片 35</vt:lpstr>
      <vt:lpstr>幻灯片 36</vt:lpstr>
      <vt:lpstr>幻灯片 37</vt:lpstr>
      <vt:lpstr>幻灯片 38</vt:lpstr>
      <vt:lpstr>幻灯片 39</vt:lpstr>
      <vt:lpstr>幻灯片 40</vt:lpstr>
      <vt:lpstr>幻灯片 41</vt:lpstr>
      <vt:lpstr>幻灯片 42</vt:lpstr>
      <vt:lpstr>幻灯片 43</vt:lpstr>
      <vt:lpstr>幻灯片 44</vt:lpstr>
      <vt:lpstr>幻灯片 45</vt:lpstr>
      <vt:lpstr>幻灯片 46</vt:lpstr>
      <vt:lpstr>幻灯片 47</vt:lpstr>
      <vt:lpstr>幻灯片 48</vt:lpstr>
      <vt:lpstr>幻灯片 49</vt:lpstr>
      <vt:lpstr>幻灯片 50</vt:lpstr>
    </vt:vector>
  </TitlesOfParts>
  <Company>Microsoft China</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微软用户</dc:creator>
  <cp:lastModifiedBy>解迎革</cp:lastModifiedBy>
  <cp:revision>111</cp:revision>
  <dcterms:created xsi:type="dcterms:W3CDTF">2005-06-24T09:15:10Z</dcterms:created>
  <dcterms:modified xsi:type="dcterms:W3CDTF">2015-12-04T03:19:23Z</dcterms:modified>
</cp:coreProperties>
</file>